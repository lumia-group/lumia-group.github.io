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 showGuides="1">
      <p:cViewPr>
        <p:scale>
          <a:sx n="122" d="100"/>
          <a:sy n="122" d="100"/>
        </p:scale>
        <p:origin x="64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10"/>
  <c:chart>
    <c:title>
      <c:tx>
        <c:rich>
          <a:bodyPr/>
          <a:lstStyle/>
          <a:p>
            <a:r>
              <a:rPr lang="en" sz="1500" b="1">
                <a:solidFill>
                  <a:srgbClr val="07142F"/>
                </a:solidFill>
              </a:rPr>
              <a:t>Performance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Accuracy (%)</c:v>
          </c:tx>
          <c:spPr>
            <a:solidFill>
              <a:srgbClr val="4285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76</c:v>
              </c:pt>
              <c:pt idx="1">
                <c:v>84</c:v>
              </c:pt>
              <c:pt idx="2">
                <c:v>79</c:v>
              </c:pt>
              <c:pt idx="3">
                <c:v>84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C85-DD47-AA7B-B425E0B157F0}"/>
            </c:ext>
          </c:extLst>
        </c:ser>
        <c:ser>
          <c:idx val="1"/>
          <c:order val="1"/>
          <c:tx>
            <c:v>F1 Score (%)</c:v>
          </c:tx>
          <c:spPr>
            <a:solidFill>
              <a:srgbClr val="EA433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62</c:v>
              </c:pt>
              <c:pt idx="1">
                <c:v>74</c:v>
              </c:pt>
              <c:pt idx="2">
                <c:v>62</c:v>
              </c:pt>
              <c:pt idx="3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C85-DD47-AA7B-B425E0B157F0}"/>
            </c:ext>
          </c:extLst>
        </c:ser>
        <c:ser>
          <c:idx val="2"/>
          <c:order val="2"/>
          <c:tx>
            <c:v>EM (%)</c:v>
          </c:tx>
          <c:spPr>
            <a:solidFill>
              <a:srgbClr val="FBBC0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60</c:v>
              </c:pt>
              <c:pt idx="2">
                <c:v>42</c:v>
              </c:pt>
              <c:pt idx="3">
                <c:v>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C85-DD47-AA7B-B425E0B157F0}"/>
            </c:ext>
          </c:extLst>
        </c:ser>
        <c:ser>
          <c:idx val="3"/>
          <c:order val="3"/>
          <c:tx>
            <c:v>BLEU (%)</c:v>
          </c:tx>
          <c:spPr>
            <a:solidFill>
              <a:srgbClr val="34A85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25</c:v>
              </c:pt>
              <c:pt idx="1">
                <c:v>26</c:v>
              </c:pt>
              <c:pt idx="2">
                <c:v>35</c:v>
              </c:pt>
              <c:pt idx="3">
                <c:v>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2C85-DD47-AA7B-B425E0B157F0}"/>
            </c:ext>
          </c:extLst>
        </c:ser>
        <c:ser>
          <c:idx val="4"/>
          <c:order val="4"/>
          <c:tx>
            <c:v>ROUGE-L (%)</c:v>
          </c:tx>
          <c:spPr>
            <a:solidFill>
              <a:srgbClr val="583B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60</c:v>
              </c:pt>
              <c:pt idx="1">
                <c:v>46</c:v>
              </c:pt>
              <c:pt idx="2">
                <c:v>60</c:v>
              </c:pt>
              <c:pt idx="3">
                <c:v>60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C85-DD47-AA7B-B425E0B157F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8B0BD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C1734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8EC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8DDE6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C1734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solidFill>
            <a:srgbClr val="FFFFFF">
              <a:alpha val="0"/>
            </a:srgbClr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0C1734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MIA Deep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knowledge-edge">
            <a:extLst>
              <a:ext uri="{FF2B5EF4-FFF2-40B4-BE49-F238E27FC236}">
                <a16:creationId xmlns:a16="http://schemas.microsoft.com/office/drawing/2014/main" id="{30A9B115-2FAC-4FD5-BE40-22543214D340}"/>
              </a:ext>
            </a:extLst>
          </p:cNvPr>
          <p:cNvSpPr>
            <a:spLocks noGrp="1"/>
          </p:cNvSpPr>
          <p:nvPr/>
        </p:nvSpPr>
        <p:spPr>
          <a:xfrm>
            <a:off x="-441845" y="5600266"/>
            <a:ext cx="527450" cy="24128"/>
          </a:xfrm>
          <a:custGeom>
            <a:avLst/>
            <a:gdLst/>
            <a:ahLst/>
            <a:cxnLst/>
            <a:rect l="0" t="0" r="0" b="0"/>
            <a:pathLst>
              <a:path w="527450" h="24128">
                <a:moveTo>
                  <a:pt x="0" y="24128"/>
                </a:moveTo>
                <a:lnTo>
                  <a:pt x="37675" y="20156"/>
                </a:lnTo>
                <a:lnTo>
                  <a:pt x="75350" y="16540"/>
                </a:lnTo>
                <a:lnTo>
                  <a:pt x="113025" y="13282"/>
                </a:lnTo>
                <a:lnTo>
                  <a:pt x="150700" y="10380"/>
                </a:lnTo>
                <a:lnTo>
                  <a:pt x="188375" y="7834"/>
                </a:lnTo>
                <a:lnTo>
                  <a:pt x="226050" y="5645"/>
                </a:lnTo>
                <a:lnTo>
                  <a:pt x="263725" y="3813"/>
                </a:lnTo>
                <a:lnTo>
                  <a:pt x="301400" y="2337"/>
                </a:lnTo>
                <a:lnTo>
                  <a:pt x="339075" y="1218"/>
                </a:lnTo>
                <a:lnTo>
                  <a:pt x="376750" y="455"/>
                </a:lnTo>
                <a:lnTo>
                  <a:pt x="414425" y="49"/>
                </a:lnTo>
                <a:lnTo>
                  <a:pt x="452100" y="0"/>
                </a:lnTo>
                <a:lnTo>
                  <a:pt x="489775" y="307"/>
                </a:lnTo>
                <a:lnTo>
                  <a:pt x="527450" y="971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2" name="knowledge-cross-edge">
            <a:extLst>
              <a:ext uri="{FF2B5EF4-FFF2-40B4-BE49-F238E27FC236}">
                <a16:creationId xmlns:a16="http://schemas.microsoft.com/office/drawing/2014/main" id="{71995F75-7581-47DE-9108-FA21EC3BF5E0}"/>
              </a:ext>
            </a:extLst>
          </p:cNvPr>
          <p:cNvSpPr>
            <a:spLocks noGrp="1"/>
          </p:cNvSpPr>
          <p:nvPr/>
        </p:nvSpPr>
        <p:spPr>
          <a:xfrm>
            <a:off x="-441845" y="5584917"/>
            <a:ext cx="393075" cy="352562"/>
          </a:xfrm>
          <a:custGeom>
            <a:avLst/>
            <a:gdLst/>
            <a:ahLst/>
            <a:cxnLst/>
            <a:rect l="0" t="0" r="0" b="0"/>
            <a:pathLst>
              <a:path w="393075" h="352562">
                <a:moveTo>
                  <a:pt x="0" y="39477"/>
                </a:moveTo>
                <a:lnTo>
                  <a:pt x="47308" y="17596"/>
                </a:lnTo>
                <a:lnTo>
                  <a:pt x="91971" y="4437"/>
                </a:lnTo>
                <a:lnTo>
                  <a:pt x="133988" y="0"/>
                </a:lnTo>
                <a:lnTo>
                  <a:pt x="173358" y="4285"/>
                </a:lnTo>
                <a:lnTo>
                  <a:pt x="210084" y="17293"/>
                </a:lnTo>
                <a:lnTo>
                  <a:pt x="244163" y="39022"/>
                </a:lnTo>
                <a:lnTo>
                  <a:pt x="275596" y="69473"/>
                </a:lnTo>
                <a:lnTo>
                  <a:pt x="304384" y="108647"/>
                </a:lnTo>
                <a:lnTo>
                  <a:pt x="330525" y="156542"/>
                </a:lnTo>
                <a:lnTo>
                  <a:pt x="354021" y="213160"/>
                </a:lnTo>
                <a:lnTo>
                  <a:pt x="374871" y="278500"/>
                </a:lnTo>
                <a:lnTo>
                  <a:pt x="393075" y="352562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3" name="knowledge-edge">
            <a:extLst>
              <a:ext uri="{FF2B5EF4-FFF2-40B4-BE49-F238E27FC236}">
                <a16:creationId xmlns:a16="http://schemas.microsoft.com/office/drawing/2014/main" id="{C067EF15-463E-4D80-AC5C-9E868BE38FE4}"/>
              </a:ext>
            </a:extLst>
          </p:cNvPr>
          <p:cNvSpPr>
            <a:spLocks noGrp="1"/>
          </p:cNvSpPr>
          <p:nvPr/>
        </p:nvSpPr>
        <p:spPr>
          <a:xfrm>
            <a:off x="-310699" y="5904822"/>
            <a:ext cx="261929" cy="68722"/>
          </a:xfrm>
          <a:custGeom>
            <a:avLst/>
            <a:gdLst/>
            <a:ahLst/>
            <a:cxnLst/>
            <a:rect l="0" t="0" r="0" b="0"/>
            <a:pathLst>
              <a:path w="261929" h="68722">
                <a:moveTo>
                  <a:pt x="0" y="0"/>
                </a:moveTo>
                <a:lnTo>
                  <a:pt x="18709" y="15891"/>
                </a:lnTo>
                <a:lnTo>
                  <a:pt x="37418" y="29696"/>
                </a:lnTo>
                <a:lnTo>
                  <a:pt x="56128" y="41415"/>
                </a:lnTo>
                <a:lnTo>
                  <a:pt x="74837" y="51048"/>
                </a:lnTo>
                <a:lnTo>
                  <a:pt x="93546" y="58595"/>
                </a:lnTo>
                <a:lnTo>
                  <a:pt x="112255" y="64057"/>
                </a:lnTo>
                <a:lnTo>
                  <a:pt x="130965" y="67432"/>
                </a:lnTo>
                <a:lnTo>
                  <a:pt x="149674" y="68722"/>
                </a:lnTo>
                <a:lnTo>
                  <a:pt x="168383" y="67926"/>
                </a:lnTo>
                <a:lnTo>
                  <a:pt x="187092" y="65044"/>
                </a:lnTo>
                <a:lnTo>
                  <a:pt x="205801" y="60076"/>
                </a:lnTo>
                <a:lnTo>
                  <a:pt x="224511" y="53022"/>
                </a:lnTo>
                <a:lnTo>
                  <a:pt x="243220" y="43883"/>
                </a:lnTo>
                <a:lnTo>
                  <a:pt x="261929" y="32657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4" name="knowledge-cross-edge">
            <a:extLst>
              <a:ext uri="{FF2B5EF4-FFF2-40B4-BE49-F238E27FC236}">
                <a16:creationId xmlns:a16="http://schemas.microsoft.com/office/drawing/2014/main" id="{4C9F7653-05D3-4CF7-A1ED-6E0C630AAF69}"/>
              </a:ext>
            </a:extLst>
          </p:cNvPr>
          <p:cNvSpPr>
            <a:spLocks noGrp="1"/>
          </p:cNvSpPr>
          <p:nvPr/>
        </p:nvSpPr>
        <p:spPr>
          <a:xfrm>
            <a:off x="-310699" y="5847605"/>
            <a:ext cx="251701" cy="181969"/>
          </a:xfrm>
          <a:custGeom>
            <a:avLst/>
            <a:gdLst/>
            <a:ahLst/>
            <a:cxnLst/>
            <a:rect l="0" t="0" r="0" b="0"/>
            <a:pathLst>
              <a:path w="251701" h="181969">
                <a:moveTo>
                  <a:pt x="0" y="57217"/>
                </a:moveTo>
                <a:lnTo>
                  <a:pt x="35527" y="33650"/>
                </a:lnTo>
                <a:lnTo>
                  <a:pt x="68409" y="16258"/>
                </a:lnTo>
                <a:lnTo>
                  <a:pt x="98644" y="5042"/>
                </a:lnTo>
                <a:lnTo>
                  <a:pt x="126234" y="0"/>
                </a:lnTo>
                <a:lnTo>
                  <a:pt x="151178" y="1133"/>
                </a:lnTo>
                <a:lnTo>
                  <a:pt x="173476" y="8442"/>
                </a:lnTo>
                <a:lnTo>
                  <a:pt x="193128" y="21925"/>
                </a:lnTo>
                <a:lnTo>
                  <a:pt x="210134" y="41584"/>
                </a:lnTo>
                <a:lnTo>
                  <a:pt x="224495" y="67418"/>
                </a:lnTo>
                <a:lnTo>
                  <a:pt x="236209" y="99427"/>
                </a:lnTo>
                <a:lnTo>
                  <a:pt x="245278" y="137610"/>
                </a:lnTo>
                <a:lnTo>
                  <a:pt x="251701" y="181969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5" name="knowledge-edge">
            <a:extLst>
              <a:ext uri="{FF2B5EF4-FFF2-40B4-BE49-F238E27FC236}">
                <a16:creationId xmlns:a16="http://schemas.microsoft.com/office/drawing/2014/main" id="{9FC9AE23-7B9F-47F1-B9F6-DBD8E1EFF7C7}"/>
              </a:ext>
            </a:extLst>
          </p:cNvPr>
          <p:cNvSpPr>
            <a:spLocks noGrp="1"/>
          </p:cNvSpPr>
          <p:nvPr/>
        </p:nvSpPr>
        <p:spPr>
          <a:xfrm>
            <a:off x="-361390" y="5990956"/>
            <a:ext cx="302393" cy="111349"/>
          </a:xfrm>
          <a:custGeom>
            <a:avLst/>
            <a:gdLst/>
            <a:ahLst/>
            <a:cxnLst/>
            <a:rect l="0" t="0" r="0" b="0"/>
            <a:pathLst>
              <a:path w="302393" h="111349">
                <a:moveTo>
                  <a:pt x="0" y="111349"/>
                </a:moveTo>
                <a:lnTo>
                  <a:pt x="21599" y="87493"/>
                </a:lnTo>
                <a:lnTo>
                  <a:pt x="43199" y="66509"/>
                </a:lnTo>
                <a:lnTo>
                  <a:pt x="64798" y="48395"/>
                </a:lnTo>
                <a:lnTo>
                  <a:pt x="86398" y="33152"/>
                </a:lnTo>
                <a:lnTo>
                  <a:pt x="107997" y="20780"/>
                </a:lnTo>
                <a:lnTo>
                  <a:pt x="129597" y="11279"/>
                </a:lnTo>
                <a:lnTo>
                  <a:pt x="151196" y="4649"/>
                </a:lnTo>
                <a:lnTo>
                  <a:pt x="172796" y="889"/>
                </a:lnTo>
                <a:lnTo>
                  <a:pt x="194395" y="0"/>
                </a:lnTo>
                <a:lnTo>
                  <a:pt x="215995" y="1982"/>
                </a:lnTo>
                <a:lnTo>
                  <a:pt x="237594" y="6835"/>
                </a:lnTo>
                <a:lnTo>
                  <a:pt x="259194" y="14558"/>
                </a:lnTo>
                <a:lnTo>
                  <a:pt x="280793" y="25153"/>
                </a:lnTo>
                <a:lnTo>
                  <a:pt x="302393" y="38618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6" name="knowledge-edge">
            <a:extLst>
              <a:ext uri="{FF2B5EF4-FFF2-40B4-BE49-F238E27FC236}">
                <a16:creationId xmlns:a16="http://schemas.microsoft.com/office/drawing/2014/main" id="{DD56CA37-8C97-4B96-980D-0C2D58BF90EC}"/>
              </a:ext>
            </a:extLst>
          </p:cNvPr>
          <p:cNvSpPr>
            <a:spLocks noGrp="1"/>
          </p:cNvSpPr>
          <p:nvPr/>
        </p:nvSpPr>
        <p:spPr>
          <a:xfrm>
            <a:off x="-295506" y="6086487"/>
            <a:ext cx="473291" cy="148874"/>
          </a:xfrm>
          <a:custGeom>
            <a:avLst/>
            <a:gdLst/>
            <a:ahLst/>
            <a:cxnLst/>
            <a:rect l="0" t="0" r="0" b="0"/>
            <a:pathLst>
              <a:path w="473291" h="148874">
                <a:moveTo>
                  <a:pt x="0" y="148874"/>
                </a:moveTo>
                <a:lnTo>
                  <a:pt x="33807" y="124458"/>
                </a:lnTo>
                <a:lnTo>
                  <a:pt x="67613" y="102226"/>
                </a:lnTo>
                <a:lnTo>
                  <a:pt x="101420" y="82177"/>
                </a:lnTo>
                <a:lnTo>
                  <a:pt x="135226" y="64312"/>
                </a:lnTo>
                <a:lnTo>
                  <a:pt x="169033" y="48630"/>
                </a:lnTo>
                <a:lnTo>
                  <a:pt x="202839" y="35132"/>
                </a:lnTo>
                <a:lnTo>
                  <a:pt x="236646" y="23818"/>
                </a:lnTo>
                <a:lnTo>
                  <a:pt x="270452" y="14687"/>
                </a:lnTo>
                <a:lnTo>
                  <a:pt x="304259" y="7740"/>
                </a:lnTo>
                <a:lnTo>
                  <a:pt x="338065" y="2976"/>
                </a:lnTo>
                <a:lnTo>
                  <a:pt x="371872" y="396"/>
                </a:lnTo>
                <a:lnTo>
                  <a:pt x="405678" y="0"/>
                </a:lnTo>
                <a:lnTo>
                  <a:pt x="439485" y="1787"/>
                </a:lnTo>
                <a:lnTo>
                  <a:pt x="473291" y="5758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7" name="knowledge-edge">
            <a:extLst>
              <a:ext uri="{FF2B5EF4-FFF2-40B4-BE49-F238E27FC236}">
                <a16:creationId xmlns:a16="http://schemas.microsoft.com/office/drawing/2014/main" id="{BBF31FDE-7BEE-4772-996D-1FA4147F6AEA}"/>
              </a:ext>
            </a:extLst>
          </p:cNvPr>
          <p:cNvSpPr>
            <a:spLocks noGrp="1"/>
          </p:cNvSpPr>
          <p:nvPr/>
        </p:nvSpPr>
        <p:spPr>
          <a:xfrm>
            <a:off x="-411745" y="6076075"/>
            <a:ext cx="361569" cy="153404"/>
          </a:xfrm>
          <a:custGeom>
            <a:avLst/>
            <a:gdLst/>
            <a:ahLst/>
            <a:cxnLst/>
            <a:rect l="0" t="0" r="0" b="0"/>
            <a:pathLst>
              <a:path w="361569" h="153404">
                <a:moveTo>
                  <a:pt x="0" y="23103"/>
                </a:moveTo>
                <a:lnTo>
                  <a:pt x="25826" y="12803"/>
                </a:lnTo>
                <a:lnTo>
                  <a:pt x="51653" y="5519"/>
                </a:lnTo>
                <a:lnTo>
                  <a:pt x="77479" y="1251"/>
                </a:lnTo>
                <a:lnTo>
                  <a:pt x="103306" y="0"/>
                </a:lnTo>
                <a:lnTo>
                  <a:pt x="129132" y="1766"/>
                </a:lnTo>
                <a:lnTo>
                  <a:pt x="154958" y="6548"/>
                </a:lnTo>
                <a:lnTo>
                  <a:pt x="180785" y="14347"/>
                </a:lnTo>
                <a:lnTo>
                  <a:pt x="206611" y="25162"/>
                </a:lnTo>
                <a:lnTo>
                  <a:pt x="232438" y="38994"/>
                </a:lnTo>
                <a:lnTo>
                  <a:pt x="258264" y="55843"/>
                </a:lnTo>
                <a:lnTo>
                  <a:pt x="284090" y="75708"/>
                </a:lnTo>
                <a:lnTo>
                  <a:pt x="309917" y="98590"/>
                </a:lnTo>
                <a:lnTo>
                  <a:pt x="335743" y="124489"/>
                </a:lnTo>
                <a:lnTo>
                  <a:pt x="361569" y="153404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8" name="knowledge-cross-edge">
            <a:extLst>
              <a:ext uri="{FF2B5EF4-FFF2-40B4-BE49-F238E27FC236}">
                <a16:creationId xmlns:a16="http://schemas.microsoft.com/office/drawing/2014/main" id="{7D793EF0-9538-4C5A-B383-7333601E0EC9}"/>
              </a:ext>
            </a:extLst>
          </p:cNvPr>
          <p:cNvSpPr>
            <a:spLocks noGrp="1"/>
          </p:cNvSpPr>
          <p:nvPr/>
        </p:nvSpPr>
        <p:spPr>
          <a:xfrm>
            <a:off x="-411745" y="6099178"/>
            <a:ext cx="356911" cy="277925"/>
          </a:xfrm>
          <a:custGeom>
            <a:avLst/>
            <a:gdLst/>
            <a:ahLst/>
            <a:cxnLst/>
            <a:rect l="0" t="0" r="0" b="0"/>
            <a:pathLst>
              <a:path w="356911" h="277925">
                <a:moveTo>
                  <a:pt x="0" y="0"/>
                </a:moveTo>
                <a:lnTo>
                  <a:pt x="44295" y="5073"/>
                </a:lnTo>
                <a:lnTo>
                  <a:pt x="85944" y="13434"/>
                </a:lnTo>
                <a:lnTo>
                  <a:pt x="124947" y="25084"/>
                </a:lnTo>
                <a:lnTo>
                  <a:pt x="161304" y="40023"/>
                </a:lnTo>
                <a:lnTo>
                  <a:pt x="195015" y="58251"/>
                </a:lnTo>
                <a:lnTo>
                  <a:pt x="226081" y="79767"/>
                </a:lnTo>
                <a:lnTo>
                  <a:pt x="254500" y="104571"/>
                </a:lnTo>
                <a:lnTo>
                  <a:pt x="280274" y="132665"/>
                </a:lnTo>
                <a:lnTo>
                  <a:pt x="303402" y="164047"/>
                </a:lnTo>
                <a:lnTo>
                  <a:pt x="323885" y="198717"/>
                </a:lnTo>
                <a:lnTo>
                  <a:pt x="341721" y="236677"/>
                </a:lnTo>
                <a:lnTo>
                  <a:pt x="356911" y="277925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9" name="knowledge-edge">
            <a:extLst>
              <a:ext uri="{FF2B5EF4-FFF2-40B4-BE49-F238E27FC236}">
                <a16:creationId xmlns:a16="http://schemas.microsoft.com/office/drawing/2014/main" id="{6BB23EAC-8295-4D62-833C-612D5E810734}"/>
              </a:ext>
            </a:extLst>
          </p:cNvPr>
          <p:cNvSpPr>
            <a:spLocks noGrp="1"/>
          </p:cNvSpPr>
          <p:nvPr/>
        </p:nvSpPr>
        <p:spPr>
          <a:xfrm>
            <a:off x="-360857" y="6367209"/>
            <a:ext cx="306023" cy="29841"/>
          </a:xfrm>
          <a:custGeom>
            <a:avLst/>
            <a:gdLst/>
            <a:ahLst/>
            <a:cxnLst/>
            <a:rect l="0" t="0" r="0" b="0"/>
            <a:pathLst>
              <a:path w="306023" h="29841">
                <a:moveTo>
                  <a:pt x="0" y="0"/>
                </a:moveTo>
                <a:lnTo>
                  <a:pt x="21859" y="7258"/>
                </a:lnTo>
                <a:lnTo>
                  <a:pt x="43718" y="13507"/>
                </a:lnTo>
                <a:lnTo>
                  <a:pt x="65576" y="18749"/>
                </a:lnTo>
                <a:lnTo>
                  <a:pt x="87435" y="22983"/>
                </a:lnTo>
                <a:lnTo>
                  <a:pt x="109294" y="26209"/>
                </a:lnTo>
                <a:lnTo>
                  <a:pt x="131153" y="28428"/>
                </a:lnTo>
                <a:lnTo>
                  <a:pt x="153012" y="29638"/>
                </a:lnTo>
                <a:lnTo>
                  <a:pt x="174870" y="29841"/>
                </a:lnTo>
                <a:lnTo>
                  <a:pt x="196729" y="29036"/>
                </a:lnTo>
                <a:lnTo>
                  <a:pt x="218588" y="27223"/>
                </a:lnTo>
                <a:lnTo>
                  <a:pt x="240447" y="24403"/>
                </a:lnTo>
                <a:lnTo>
                  <a:pt x="262306" y="20574"/>
                </a:lnTo>
                <a:lnTo>
                  <a:pt x="284164" y="15738"/>
                </a:lnTo>
                <a:lnTo>
                  <a:pt x="306023" y="9894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0" name="knowledge-cross-edge">
            <a:extLst>
              <a:ext uri="{FF2B5EF4-FFF2-40B4-BE49-F238E27FC236}">
                <a16:creationId xmlns:a16="http://schemas.microsoft.com/office/drawing/2014/main" id="{30AC8FB4-53D2-48BE-B800-01E1BA671EA2}"/>
              </a:ext>
            </a:extLst>
          </p:cNvPr>
          <p:cNvSpPr>
            <a:spLocks noGrp="1"/>
          </p:cNvSpPr>
          <p:nvPr/>
        </p:nvSpPr>
        <p:spPr>
          <a:xfrm>
            <a:off x="-360857" y="6349440"/>
            <a:ext cx="309387" cy="270715"/>
          </a:xfrm>
          <a:custGeom>
            <a:avLst/>
            <a:gdLst/>
            <a:ahLst/>
            <a:cxnLst/>
            <a:rect l="0" t="0" r="0" b="0"/>
            <a:pathLst>
              <a:path w="309387" h="270715">
                <a:moveTo>
                  <a:pt x="0" y="17769"/>
                </a:moveTo>
                <a:lnTo>
                  <a:pt x="40334" y="5888"/>
                </a:lnTo>
                <a:lnTo>
                  <a:pt x="78023" y="0"/>
                </a:lnTo>
                <a:lnTo>
                  <a:pt x="113065" y="105"/>
                </a:lnTo>
                <a:lnTo>
                  <a:pt x="145462" y="6202"/>
                </a:lnTo>
                <a:lnTo>
                  <a:pt x="175213" y="18292"/>
                </a:lnTo>
                <a:lnTo>
                  <a:pt x="202318" y="36374"/>
                </a:lnTo>
                <a:lnTo>
                  <a:pt x="226778" y="60449"/>
                </a:lnTo>
                <a:lnTo>
                  <a:pt x="248591" y="90517"/>
                </a:lnTo>
                <a:lnTo>
                  <a:pt x="267759" y="126577"/>
                </a:lnTo>
                <a:lnTo>
                  <a:pt x="284281" y="168631"/>
                </a:lnTo>
                <a:lnTo>
                  <a:pt x="298157" y="216676"/>
                </a:lnTo>
                <a:lnTo>
                  <a:pt x="309387" y="270715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1" name="knowledge-long-edge">
            <a:extLst>
              <a:ext uri="{FF2B5EF4-FFF2-40B4-BE49-F238E27FC236}">
                <a16:creationId xmlns:a16="http://schemas.microsoft.com/office/drawing/2014/main" id="{715DD833-38A5-4F1A-9038-C36F81398195}"/>
              </a:ext>
            </a:extLst>
          </p:cNvPr>
          <p:cNvSpPr>
            <a:spLocks noGrp="1"/>
          </p:cNvSpPr>
          <p:nvPr/>
        </p:nvSpPr>
        <p:spPr>
          <a:xfrm>
            <a:off x="-360857" y="6193898"/>
            <a:ext cx="765801" cy="474831"/>
          </a:xfrm>
          <a:custGeom>
            <a:avLst/>
            <a:gdLst/>
            <a:ahLst/>
            <a:cxnLst/>
            <a:rect l="0" t="0" r="0" b="0"/>
            <a:pathLst>
              <a:path w="765801" h="474831">
                <a:moveTo>
                  <a:pt x="0" y="173311"/>
                </a:moveTo>
                <a:lnTo>
                  <a:pt x="47863" y="120561"/>
                </a:lnTo>
                <a:lnTo>
                  <a:pt x="95725" y="77357"/>
                </a:lnTo>
                <a:lnTo>
                  <a:pt x="143588" y="43698"/>
                </a:lnTo>
                <a:lnTo>
                  <a:pt x="191450" y="19586"/>
                </a:lnTo>
                <a:lnTo>
                  <a:pt x="239313" y="5020"/>
                </a:lnTo>
                <a:lnTo>
                  <a:pt x="287175" y="0"/>
                </a:lnTo>
                <a:lnTo>
                  <a:pt x="335038" y="4526"/>
                </a:lnTo>
                <a:lnTo>
                  <a:pt x="382900" y="18598"/>
                </a:lnTo>
                <a:lnTo>
                  <a:pt x="430763" y="42216"/>
                </a:lnTo>
                <a:lnTo>
                  <a:pt x="478626" y="75380"/>
                </a:lnTo>
                <a:lnTo>
                  <a:pt x="526488" y="118090"/>
                </a:lnTo>
                <a:lnTo>
                  <a:pt x="574351" y="170346"/>
                </a:lnTo>
                <a:lnTo>
                  <a:pt x="622213" y="232148"/>
                </a:lnTo>
                <a:lnTo>
                  <a:pt x="670076" y="303496"/>
                </a:lnTo>
                <a:lnTo>
                  <a:pt x="717938" y="384390"/>
                </a:lnTo>
                <a:lnTo>
                  <a:pt x="765801" y="474831"/>
                </a:lnTo>
              </a:path>
            </a:pathLst>
          </a:custGeom>
          <a:noFill/>
          <a:ln w="4286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12" name="knowledge-edge">
            <a:extLst>
              <a:ext uri="{FF2B5EF4-FFF2-40B4-BE49-F238E27FC236}">
                <a16:creationId xmlns:a16="http://schemas.microsoft.com/office/drawing/2014/main" id="{F6E0C0B3-D233-4BE5-8641-1FD378E069BD}"/>
              </a:ext>
            </a:extLst>
          </p:cNvPr>
          <p:cNvSpPr>
            <a:spLocks noGrp="1"/>
          </p:cNvSpPr>
          <p:nvPr/>
        </p:nvSpPr>
        <p:spPr>
          <a:xfrm>
            <a:off x="-359046" y="6613662"/>
            <a:ext cx="307576" cy="42578"/>
          </a:xfrm>
          <a:custGeom>
            <a:avLst/>
            <a:gdLst/>
            <a:ahLst/>
            <a:cxnLst/>
            <a:rect l="0" t="0" r="0" b="0"/>
            <a:pathLst>
              <a:path w="307576" h="42578">
                <a:moveTo>
                  <a:pt x="0" y="0"/>
                </a:moveTo>
                <a:lnTo>
                  <a:pt x="21970" y="10899"/>
                </a:lnTo>
                <a:lnTo>
                  <a:pt x="43939" y="20192"/>
                </a:lnTo>
                <a:lnTo>
                  <a:pt x="65909" y="27880"/>
                </a:lnTo>
                <a:lnTo>
                  <a:pt x="87879" y="33963"/>
                </a:lnTo>
                <a:lnTo>
                  <a:pt x="109849" y="38440"/>
                </a:lnTo>
                <a:lnTo>
                  <a:pt x="131818" y="41312"/>
                </a:lnTo>
                <a:lnTo>
                  <a:pt x="153788" y="42578"/>
                </a:lnTo>
                <a:lnTo>
                  <a:pt x="175758" y="42240"/>
                </a:lnTo>
                <a:lnTo>
                  <a:pt x="197727" y="40295"/>
                </a:lnTo>
                <a:lnTo>
                  <a:pt x="219697" y="36746"/>
                </a:lnTo>
                <a:lnTo>
                  <a:pt x="241667" y="31590"/>
                </a:lnTo>
                <a:lnTo>
                  <a:pt x="263636" y="24830"/>
                </a:lnTo>
                <a:lnTo>
                  <a:pt x="285606" y="16464"/>
                </a:lnTo>
                <a:lnTo>
                  <a:pt x="307576" y="6493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3" name="knowledge-cross-edge">
            <a:extLst>
              <a:ext uri="{FF2B5EF4-FFF2-40B4-BE49-F238E27FC236}">
                <a16:creationId xmlns:a16="http://schemas.microsoft.com/office/drawing/2014/main" id="{BD1F74AD-CF69-48C3-8FB7-5C1F80925AA9}"/>
              </a:ext>
            </a:extLst>
          </p:cNvPr>
          <p:cNvSpPr>
            <a:spLocks noGrp="1"/>
          </p:cNvSpPr>
          <p:nvPr/>
        </p:nvSpPr>
        <p:spPr>
          <a:xfrm>
            <a:off x="-359046" y="6372984"/>
            <a:ext cx="304212" cy="240678"/>
          </a:xfrm>
          <a:custGeom>
            <a:avLst/>
            <a:gdLst/>
            <a:ahLst/>
            <a:cxnLst/>
            <a:rect l="0" t="0" r="0" b="0"/>
            <a:pathLst>
              <a:path w="304212" h="240678">
                <a:moveTo>
                  <a:pt x="0" y="240678"/>
                </a:moveTo>
                <a:lnTo>
                  <a:pt x="10799" y="197133"/>
                </a:lnTo>
                <a:lnTo>
                  <a:pt x="24244" y="157920"/>
                </a:lnTo>
                <a:lnTo>
                  <a:pt x="40334" y="123041"/>
                </a:lnTo>
                <a:lnTo>
                  <a:pt x="59071" y="92494"/>
                </a:lnTo>
                <a:lnTo>
                  <a:pt x="80453" y="66281"/>
                </a:lnTo>
                <a:lnTo>
                  <a:pt x="104481" y="44402"/>
                </a:lnTo>
                <a:lnTo>
                  <a:pt x="131155" y="26855"/>
                </a:lnTo>
                <a:lnTo>
                  <a:pt x="160475" y="13641"/>
                </a:lnTo>
                <a:lnTo>
                  <a:pt x="192441" y="4761"/>
                </a:lnTo>
                <a:lnTo>
                  <a:pt x="227052" y="214"/>
                </a:lnTo>
                <a:lnTo>
                  <a:pt x="264309" y="0"/>
                </a:lnTo>
                <a:lnTo>
                  <a:pt x="304212" y="4119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14" name="knowledge-edge">
            <a:extLst>
              <a:ext uri="{FF2B5EF4-FFF2-40B4-BE49-F238E27FC236}">
                <a16:creationId xmlns:a16="http://schemas.microsoft.com/office/drawing/2014/main" id="{24B89EF4-51AA-4D10-9B0B-79A475F458D2}"/>
              </a:ext>
            </a:extLst>
          </p:cNvPr>
          <p:cNvSpPr>
            <a:spLocks noGrp="1"/>
          </p:cNvSpPr>
          <p:nvPr/>
        </p:nvSpPr>
        <p:spPr>
          <a:xfrm>
            <a:off x="85605" y="5601238"/>
            <a:ext cx="541688" cy="193864"/>
          </a:xfrm>
          <a:custGeom>
            <a:avLst/>
            <a:gdLst/>
            <a:ahLst/>
            <a:cxnLst/>
            <a:rect l="0" t="0" r="0" b="0"/>
            <a:pathLst>
              <a:path w="541688" h="193864">
                <a:moveTo>
                  <a:pt x="0" y="0"/>
                </a:moveTo>
                <a:lnTo>
                  <a:pt x="38692" y="29034"/>
                </a:lnTo>
                <a:lnTo>
                  <a:pt x="77384" y="55714"/>
                </a:lnTo>
                <a:lnTo>
                  <a:pt x="116076" y="80040"/>
                </a:lnTo>
                <a:lnTo>
                  <a:pt x="154768" y="102013"/>
                </a:lnTo>
                <a:lnTo>
                  <a:pt x="193460" y="121633"/>
                </a:lnTo>
                <a:lnTo>
                  <a:pt x="232152" y="138899"/>
                </a:lnTo>
                <a:lnTo>
                  <a:pt x="270844" y="153812"/>
                </a:lnTo>
                <a:lnTo>
                  <a:pt x="309536" y="166371"/>
                </a:lnTo>
                <a:lnTo>
                  <a:pt x="348228" y="176576"/>
                </a:lnTo>
                <a:lnTo>
                  <a:pt x="386920" y="184429"/>
                </a:lnTo>
                <a:lnTo>
                  <a:pt x="425612" y="189927"/>
                </a:lnTo>
                <a:lnTo>
                  <a:pt x="464304" y="193072"/>
                </a:lnTo>
                <a:lnTo>
                  <a:pt x="502996" y="193864"/>
                </a:lnTo>
                <a:lnTo>
                  <a:pt x="541688" y="192302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15" name="knowledge-edge">
            <a:extLst>
              <a:ext uri="{FF2B5EF4-FFF2-40B4-BE49-F238E27FC236}">
                <a16:creationId xmlns:a16="http://schemas.microsoft.com/office/drawing/2014/main" id="{FBA842FC-3312-4594-A12D-554B76FD11AD}"/>
              </a:ext>
            </a:extLst>
          </p:cNvPr>
          <p:cNvSpPr>
            <a:spLocks noGrp="1"/>
          </p:cNvSpPr>
          <p:nvPr/>
        </p:nvSpPr>
        <p:spPr>
          <a:xfrm>
            <a:off x="-48770" y="5937479"/>
            <a:ext cx="639174" cy="196640"/>
          </a:xfrm>
          <a:custGeom>
            <a:avLst/>
            <a:gdLst/>
            <a:ahLst/>
            <a:cxnLst/>
            <a:rect l="0" t="0" r="0" b="0"/>
            <a:pathLst>
              <a:path w="639174" h="196640">
                <a:moveTo>
                  <a:pt x="0" y="0"/>
                </a:moveTo>
                <a:lnTo>
                  <a:pt x="45655" y="33233"/>
                </a:lnTo>
                <a:lnTo>
                  <a:pt x="91311" y="63395"/>
                </a:lnTo>
                <a:lnTo>
                  <a:pt x="136966" y="90486"/>
                </a:lnTo>
                <a:lnTo>
                  <a:pt x="182621" y="114505"/>
                </a:lnTo>
                <a:lnTo>
                  <a:pt x="228276" y="135453"/>
                </a:lnTo>
                <a:lnTo>
                  <a:pt x="273932" y="153329"/>
                </a:lnTo>
                <a:lnTo>
                  <a:pt x="319587" y="168134"/>
                </a:lnTo>
                <a:lnTo>
                  <a:pt x="365242" y="179868"/>
                </a:lnTo>
                <a:lnTo>
                  <a:pt x="410898" y="188530"/>
                </a:lnTo>
                <a:lnTo>
                  <a:pt x="456553" y="194120"/>
                </a:lnTo>
                <a:lnTo>
                  <a:pt x="502208" y="196640"/>
                </a:lnTo>
                <a:lnTo>
                  <a:pt x="547863" y="196087"/>
                </a:lnTo>
                <a:lnTo>
                  <a:pt x="593519" y="192464"/>
                </a:lnTo>
                <a:lnTo>
                  <a:pt x="639174" y="185769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16" name="knowledge-edge">
            <a:extLst>
              <a:ext uri="{FF2B5EF4-FFF2-40B4-BE49-F238E27FC236}">
                <a16:creationId xmlns:a16="http://schemas.microsoft.com/office/drawing/2014/main" id="{55BA3DE7-C6EF-48C3-BA81-D19D5BB4A2C2}"/>
              </a:ext>
            </a:extLst>
          </p:cNvPr>
          <p:cNvSpPr>
            <a:spLocks noGrp="1"/>
          </p:cNvSpPr>
          <p:nvPr/>
        </p:nvSpPr>
        <p:spPr>
          <a:xfrm>
            <a:off x="-58998" y="5967716"/>
            <a:ext cx="610901" cy="71161"/>
          </a:xfrm>
          <a:custGeom>
            <a:avLst/>
            <a:gdLst/>
            <a:ahLst/>
            <a:cxnLst/>
            <a:rect l="0" t="0" r="0" b="0"/>
            <a:pathLst>
              <a:path w="610901" h="71161">
                <a:moveTo>
                  <a:pt x="0" y="61858"/>
                </a:moveTo>
                <a:lnTo>
                  <a:pt x="43636" y="44877"/>
                </a:lnTo>
                <a:lnTo>
                  <a:pt x="87272" y="30611"/>
                </a:lnTo>
                <a:lnTo>
                  <a:pt x="130907" y="19059"/>
                </a:lnTo>
                <a:lnTo>
                  <a:pt x="174543" y="10223"/>
                </a:lnTo>
                <a:lnTo>
                  <a:pt x="218179" y="4100"/>
                </a:lnTo>
                <a:lnTo>
                  <a:pt x="261815" y="693"/>
                </a:lnTo>
                <a:lnTo>
                  <a:pt x="305451" y="0"/>
                </a:lnTo>
                <a:lnTo>
                  <a:pt x="349086" y="2022"/>
                </a:lnTo>
                <a:lnTo>
                  <a:pt x="392722" y="6758"/>
                </a:lnTo>
                <a:lnTo>
                  <a:pt x="436358" y="14209"/>
                </a:lnTo>
                <a:lnTo>
                  <a:pt x="479994" y="24375"/>
                </a:lnTo>
                <a:lnTo>
                  <a:pt x="523630" y="37256"/>
                </a:lnTo>
                <a:lnTo>
                  <a:pt x="567266" y="52851"/>
                </a:lnTo>
                <a:lnTo>
                  <a:pt x="610901" y="71161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17" name="knowledge-edge">
            <a:extLst>
              <a:ext uri="{FF2B5EF4-FFF2-40B4-BE49-F238E27FC236}">
                <a16:creationId xmlns:a16="http://schemas.microsoft.com/office/drawing/2014/main" id="{FFDA48D2-C87A-45C4-9FF0-3C2484911906}"/>
              </a:ext>
            </a:extLst>
          </p:cNvPr>
          <p:cNvSpPr>
            <a:spLocks noGrp="1"/>
          </p:cNvSpPr>
          <p:nvPr/>
        </p:nvSpPr>
        <p:spPr>
          <a:xfrm>
            <a:off x="177785" y="6086886"/>
            <a:ext cx="222320" cy="65244"/>
          </a:xfrm>
          <a:custGeom>
            <a:avLst/>
            <a:gdLst/>
            <a:ahLst/>
            <a:cxnLst/>
            <a:rect l="0" t="0" r="0" b="0"/>
            <a:pathLst>
              <a:path w="222320" h="65244">
                <a:moveTo>
                  <a:pt x="0" y="5359"/>
                </a:moveTo>
                <a:lnTo>
                  <a:pt x="15880" y="21575"/>
                </a:lnTo>
                <a:lnTo>
                  <a:pt x="31760" y="35237"/>
                </a:lnTo>
                <a:lnTo>
                  <a:pt x="47640" y="46346"/>
                </a:lnTo>
                <a:lnTo>
                  <a:pt x="63520" y="54901"/>
                </a:lnTo>
                <a:lnTo>
                  <a:pt x="79400" y="60902"/>
                </a:lnTo>
                <a:lnTo>
                  <a:pt x="95280" y="64350"/>
                </a:lnTo>
                <a:lnTo>
                  <a:pt x="111160" y="65244"/>
                </a:lnTo>
                <a:lnTo>
                  <a:pt x="127040" y="63585"/>
                </a:lnTo>
                <a:lnTo>
                  <a:pt x="142920" y="59371"/>
                </a:lnTo>
                <a:lnTo>
                  <a:pt x="158800" y="52604"/>
                </a:lnTo>
                <a:lnTo>
                  <a:pt x="174680" y="43284"/>
                </a:lnTo>
                <a:lnTo>
                  <a:pt x="190560" y="31409"/>
                </a:lnTo>
                <a:lnTo>
                  <a:pt x="206440" y="16982"/>
                </a:lnTo>
                <a:lnTo>
                  <a:pt x="222320" y="0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18" name="knowledge-long-edge">
            <a:extLst>
              <a:ext uri="{FF2B5EF4-FFF2-40B4-BE49-F238E27FC236}">
                <a16:creationId xmlns:a16="http://schemas.microsoft.com/office/drawing/2014/main" id="{0BE2F66A-A9EA-4891-962F-B0A53CBAAD3C}"/>
              </a:ext>
            </a:extLst>
          </p:cNvPr>
          <p:cNvSpPr>
            <a:spLocks noGrp="1"/>
          </p:cNvSpPr>
          <p:nvPr/>
        </p:nvSpPr>
        <p:spPr>
          <a:xfrm>
            <a:off x="177785" y="5850637"/>
            <a:ext cx="697234" cy="364609"/>
          </a:xfrm>
          <a:custGeom>
            <a:avLst/>
            <a:gdLst/>
            <a:ahLst/>
            <a:cxnLst/>
            <a:rect l="0" t="0" r="0" b="0"/>
            <a:pathLst>
              <a:path w="697234" h="364609">
                <a:moveTo>
                  <a:pt x="0" y="241607"/>
                </a:moveTo>
                <a:lnTo>
                  <a:pt x="43577" y="178957"/>
                </a:lnTo>
                <a:lnTo>
                  <a:pt x="87154" y="125684"/>
                </a:lnTo>
                <a:lnTo>
                  <a:pt x="130731" y="81791"/>
                </a:lnTo>
                <a:lnTo>
                  <a:pt x="174309" y="47275"/>
                </a:lnTo>
                <a:lnTo>
                  <a:pt x="217886" y="22138"/>
                </a:lnTo>
                <a:lnTo>
                  <a:pt x="261463" y="6380"/>
                </a:lnTo>
                <a:lnTo>
                  <a:pt x="305040" y="0"/>
                </a:lnTo>
                <a:lnTo>
                  <a:pt x="348617" y="2998"/>
                </a:lnTo>
                <a:lnTo>
                  <a:pt x="392194" y="15375"/>
                </a:lnTo>
                <a:lnTo>
                  <a:pt x="435771" y="37130"/>
                </a:lnTo>
                <a:lnTo>
                  <a:pt x="479348" y="68264"/>
                </a:lnTo>
                <a:lnTo>
                  <a:pt x="522926" y="108776"/>
                </a:lnTo>
                <a:lnTo>
                  <a:pt x="566503" y="158667"/>
                </a:lnTo>
                <a:lnTo>
                  <a:pt x="610080" y="217936"/>
                </a:lnTo>
                <a:lnTo>
                  <a:pt x="653657" y="286583"/>
                </a:lnTo>
                <a:lnTo>
                  <a:pt x="697234" y="364609"/>
                </a:lnTo>
              </a:path>
            </a:pathLst>
          </a:custGeom>
          <a:noFill/>
          <a:ln w="4286">
            <a:solidFill>
              <a:srgbClr val="457BE8">
                <a:alpha val="9000"/>
              </a:srgbClr>
            </a:solidFill>
            <a:prstDash val="solid"/>
          </a:ln>
        </p:spPr>
      </p:sp>
      <p:sp>
        <p:nvSpPr>
          <p:cNvPr id="19" name="knowledge-edge">
            <a:extLst>
              <a:ext uri="{FF2B5EF4-FFF2-40B4-BE49-F238E27FC236}">
                <a16:creationId xmlns:a16="http://schemas.microsoft.com/office/drawing/2014/main" id="{899E2803-9E1D-40D7-B3E9-8A904C9CF59A}"/>
              </a:ext>
            </a:extLst>
          </p:cNvPr>
          <p:cNvSpPr>
            <a:spLocks noGrp="1"/>
          </p:cNvSpPr>
          <p:nvPr/>
        </p:nvSpPr>
        <p:spPr>
          <a:xfrm>
            <a:off x="-50176" y="6128221"/>
            <a:ext cx="565978" cy="101257"/>
          </a:xfrm>
          <a:custGeom>
            <a:avLst/>
            <a:gdLst/>
            <a:ahLst/>
            <a:cxnLst/>
            <a:rect l="0" t="0" r="0" b="0"/>
            <a:pathLst>
              <a:path w="565978" h="101257">
                <a:moveTo>
                  <a:pt x="0" y="101257"/>
                </a:moveTo>
                <a:lnTo>
                  <a:pt x="40427" y="82798"/>
                </a:lnTo>
                <a:lnTo>
                  <a:pt x="80854" y="66190"/>
                </a:lnTo>
                <a:lnTo>
                  <a:pt x="121281" y="51435"/>
                </a:lnTo>
                <a:lnTo>
                  <a:pt x="161708" y="38531"/>
                </a:lnTo>
                <a:lnTo>
                  <a:pt x="202135" y="27480"/>
                </a:lnTo>
                <a:lnTo>
                  <a:pt x="242562" y="18280"/>
                </a:lnTo>
                <a:lnTo>
                  <a:pt x="282989" y="10932"/>
                </a:lnTo>
                <a:lnTo>
                  <a:pt x="323416" y="5436"/>
                </a:lnTo>
                <a:lnTo>
                  <a:pt x="363843" y="1792"/>
                </a:lnTo>
                <a:lnTo>
                  <a:pt x="404270" y="0"/>
                </a:lnTo>
                <a:lnTo>
                  <a:pt x="444697" y="60"/>
                </a:lnTo>
                <a:lnTo>
                  <a:pt x="485124" y="1972"/>
                </a:lnTo>
                <a:lnTo>
                  <a:pt x="525551" y="5735"/>
                </a:lnTo>
                <a:lnTo>
                  <a:pt x="565978" y="11351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20" name="knowledge-cross-edge">
            <a:extLst>
              <a:ext uri="{FF2B5EF4-FFF2-40B4-BE49-F238E27FC236}">
                <a16:creationId xmlns:a16="http://schemas.microsoft.com/office/drawing/2014/main" id="{0E65ECBF-65AE-4CC2-BB50-B83E9D23E46E}"/>
              </a:ext>
            </a:extLst>
          </p:cNvPr>
          <p:cNvSpPr>
            <a:spLocks noGrp="1"/>
          </p:cNvSpPr>
          <p:nvPr/>
        </p:nvSpPr>
        <p:spPr>
          <a:xfrm>
            <a:off x="-50176" y="6202130"/>
            <a:ext cx="606989" cy="169989"/>
          </a:xfrm>
          <a:custGeom>
            <a:avLst/>
            <a:gdLst/>
            <a:ahLst/>
            <a:cxnLst/>
            <a:rect l="0" t="0" r="0" b="0"/>
            <a:pathLst>
              <a:path w="606989" h="169989">
                <a:moveTo>
                  <a:pt x="0" y="27349"/>
                </a:moveTo>
                <a:lnTo>
                  <a:pt x="65134" y="13565"/>
                </a:lnTo>
                <a:lnTo>
                  <a:pt x="127623" y="4449"/>
                </a:lnTo>
                <a:lnTo>
                  <a:pt x="187466" y="0"/>
                </a:lnTo>
                <a:lnTo>
                  <a:pt x="244663" y="218"/>
                </a:lnTo>
                <a:lnTo>
                  <a:pt x="299214" y="5104"/>
                </a:lnTo>
                <a:lnTo>
                  <a:pt x="351119" y="14657"/>
                </a:lnTo>
                <a:lnTo>
                  <a:pt x="400379" y="28877"/>
                </a:lnTo>
                <a:lnTo>
                  <a:pt x="446993" y="47765"/>
                </a:lnTo>
                <a:lnTo>
                  <a:pt x="490960" y="71320"/>
                </a:lnTo>
                <a:lnTo>
                  <a:pt x="532282" y="99542"/>
                </a:lnTo>
                <a:lnTo>
                  <a:pt x="570958" y="132432"/>
                </a:lnTo>
                <a:lnTo>
                  <a:pt x="606989" y="169989"/>
                </a:lnTo>
              </a:path>
            </a:pathLst>
          </a:custGeom>
          <a:noFill/>
          <a:ln w="5334">
            <a:solidFill>
              <a:srgbClr val="457BE8">
                <a:alpha val="13000"/>
              </a:srgbClr>
            </a:solidFill>
            <a:prstDash val="solid"/>
          </a:ln>
        </p:spPr>
      </p:sp>
      <p:sp>
        <p:nvSpPr>
          <p:cNvPr id="21" name="knowledge-edge">
            <a:extLst>
              <a:ext uri="{FF2B5EF4-FFF2-40B4-BE49-F238E27FC236}">
                <a16:creationId xmlns:a16="http://schemas.microsoft.com/office/drawing/2014/main" id="{18D66AEC-46B9-4F63-9CFB-48C88F33AF4B}"/>
              </a:ext>
            </a:extLst>
          </p:cNvPr>
          <p:cNvSpPr>
            <a:spLocks noGrp="1"/>
          </p:cNvSpPr>
          <p:nvPr/>
        </p:nvSpPr>
        <p:spPr>
          <a:xfrm>
            <a:off x="-54834" y="6372119"/>
            <a:ext cx="611647" cy="54321"/>
          </a:xfrm>
          <a:custGeom>
            <a:avLst/>
            <a:gdLst/>
            <a:ahLst/>
            <a:cxnLst/>
            <a:rect l="0" t="0" r="0" b="0"/>
            <a:pathLst>
              <a:path w="611647" h="54321">
                <a:moveTo>
                  <a:pt x="0" y="4984"/>
                </a:moveTo>
                <a:lnTo>
                  <a:pt x="43689" y="18379"/>
                </a:lnTo>
                <a:lnTo>
                  <a:pt x="87378" y="29658"/>
                </a:lnTo>
                <a:lnTo>
                  <a:pt x="131067" y="38822"/>
                </a:lnTo>
                <a:lnTo>
                  <a:pt x="174756" y="45870"/>
                </a:lnTo>
                <a:lnTo>
                  <a:pt x="218445" y="50802"/>
                </a:lnTo>
                <a:lnTo>
                  <a:pt x="262134" y="53619"/>
                </a:lnTo>
                <a:lnTo>
                  <a:pt x="305823" y="54321"/>
                </a:lnTo>
                <a:lnTo>
                  <a:pt x="349512" y="52907"/>
                </a:lnTo>
                <a:lnTo>
                  <a:pt x="393202" y="49378"/>
                </a:lnTo>
                <a:lnTo>
                  <a:pt x="436891" y="43733"/>
                </a:lnTo>
                <a:lnTo>
                  <a:pt x="480580" y="35973"/>
                </a:lnTo>
                <a:lnTo>
                  <a:pt x="524269" y="26098"/>
                </a:lnTo>
                <a:lnTo>
                  <a:pt x="567958" y="14107"/>
                </a:lnTo>
                <a:lnTo>
                  <a:pt x="611647" y="0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22" name="knowledge-long-edge">
            <a:extLst>
              <a:ext uri="{FF2B5EF4-FFF2-40B4-BE49-F238E27FC236}">
                <a16:creationId xmlns:a16="http://schemas.microsoft.com/office/drawing/2014/main" id="{8A6DB437-2308-4C3B-B016-EB37D95CB2D8}"/>
              </a:ext>
            </a:extLst>
          </p:cNvPr>
          <p:cNvSpPr>
            <a:spLocks noGrp="1"/>
          </p:cNvSpPr>
          <p:nvPr/>
        </p:nvSpPr>
        <p:spPr>
          <a:xfrm>
            <a:off x="-54834" y="5991114"/>
            <a:ext cx="1121902" cy="385989"/>
          </a:xfrm>
          <a:custGeom>
            <a:avLst/>
            <a:gdLst/>
            <a:ahLst/>
            <a:cxnLst/>
            <a:rect l="0" t="0" r="0" b="0"/>
            <a:pathLst>
              <a:path w="1121902" h="385989">
                <a:moveTo>
                  <a:pt x="0" y="385989"/>
                </a:moveTo>
                <a:lnTo>
                  <a:pt x="70119" y="303797"/>
                </a:lnTo>
                <a:lnTo>
                  <a:pt x="140238" y="231432"/>
                </a:lnTo>
                <a:lnTo>
                  <a:pt x="210357" y="168892"/>
                </a:lnTo>
                <a:lnTo>
                  <a:pt x="280476" y="116178"/>
                </a:lnTo>
                <a:lnTo>
                  <a:pt x="350594" y="73291"/>
                </a:lnTo>
                <a:lnTo>
                  <a:pt x="420713" y="40229"/>
                </a:lnTo>
                <a:lnTo>
                  <a:pt x="490832" y="16993"/>
                </a:lnTo>
                <a:lnTo>
                  <a:pt x="560951" y="3584"/>
                </a:lnTo>
                <a:lnTo>
                  <a:pt x="631070" y="0"/>
                </a:lnTo>
                <a:lnTo>
                  <a:pt x="701189" y="6242"/>
                </a:lnTo>
                <a:lnTo>
                  <a:pt x="771308" y="22311"/>
                </a:lnTo>
                <a:lnTo>
                  <a:pt x="841427" y="48205"/>
                </a:lnTo>
                <a:lnTo>
                  <a:pt x="911546" y="83925"/>
                </a:lnTo>
                <a:lnTo>
                  <a:pt x="981664" y="129472"/>
                </a:lnTo>
                <a:lnTo>
                  <a:pt x="1051783" y="184844"/>
                </a:lnTo>
                <a:lnTo>
                  <a:pt x="1121902" y="250042"/>
                </a:lnTo>
              </a:path>
            </a:pathLst>
          </a:custGeom>
          <a:noFill/>
          <a:ln w="4286">
            <a:solidFill>
              <a:srgbClr val="457BE8">
                <a:alpha val="9000"/>
              </a:srgbClr>
            </a:solidFill>
            <a:prstDash val="solid"/>
          </a:ln>
        </p:spPr>
      </p:sp>
      <p:sp>
        <p:nvSpPr>
          <p:cNvPr id="23" name="knowledge-edge">
            <a:extLst>
              <a:ext uri="{FF2B5EF4-FFF2-40B4-BE49-F238E27FC236}">
                <a16:creationId xmlns:a16="http://schemas.microsoft.com/office/drawing/2014/main" id="{DEE9A48A-8C1E-44C7-9D69-E65FA0B29571}"/>
              </a:ext>
            </a:extLst>
          </p:cNvPr>
          <p:cNvSpPr>
            <a:spLocks noGrp="1"/>
          </p:cNvSpPr>
          <p:nvPr/>
        </p:nvSpPr>
        <p:spPr>
          <a:xfrm>
            <a:off x="-51470" y="6620155"/>
            <a:ext cx="456414" cy="48574"/>
          </a:xfrm>
          <a:custGeom>
            <a:avLst/>
            <a:gdLst/>
            <a:ahLst/>
            <a:cxnLst/>
            <a:rect l="0" t="0" r="0" b="0"/>
            <a:pathLst>
              <a:path w="456414" h="48574">
                <a:moveTo>
                  <a:pt x="0" y="0"/>
                </a:moveTo>
                <a:lnTo>
                  <a:pt x="32601" y="3694"/>
                </a:lnTo>
                <a:lnTo>
                  <a:pt x="65202" y="7353"/>
                </a:lnTo>
                <a:lnTo>
                  <a:pt x="97803" y="10978"/>
                </a:lnTo>
                <a:lnTo>
                  <a:pt x="130404" y="14569"/>
                </a:lnTo>
                <a:lnTo>
                  <a:pt x="163005" y="18124"/>
                </a:lnTo>
                <a:lnTo>
                  <a:pt x="195606" y="21646"/>
                </a:lnTo>
                <a:lnTo>
                  <a:pt x="228207" y="25133"/>
                </a:lnTo>
                <a:lnTo>
                  <a:pt x="260808" y="28585"/>
                </a:lnTo>
                <a:lnTo>
                  <a:pt x="293409" y="32003"/>
                </a:lnTo>
                <a:lnTo>
                  <a:pt x="326010" y="35386"/>
                </a:lnTo>
                <a:lnTo>
                  <a:pt x="358611" y="38735"/>
                </a:lnTo>
                <a:lnTo>
                  <a:pt x="391212" y="42049"/>
                </a:lnTo>
                <a:lnTo>
                  <a:pt x="423813" y="45329"/>
                </a:lnTo>
                <a:lnTo>
                  <a:pt x="456414" y="48574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24" name="knowledge-edge">
            <a:extLst>
              <a:ext uri="{FF2B5EF4-FFF2-40B4-BE49-F238E27FC236}">
                <a16:creationId xmlns:a16="http://schemas.microsoft.com/office/drawing/2014/main" id="{C8FEC3D8-1550-4422-9396-69CF19B00328}"/>
              </a:ext>
            </a:extLst>
          </p:cNvPr>
          <p:cNvSpPr>
            <a:spLocks noGrp="1"/>
          </p:cNvSpPr>
          <p:nvPr/>
        </p:nvSpPr>
        <p:spPr>
          <a:xfrm>
            <a:off x="627293" y="5793540"/>
            <a:ext cx="448942" cy="115853"/>
          </a:xfrm>
          <a:custGeom>
            <a:avLst/>
            <a:gdLst/>
            <a:ahLst/>
            <a:cxnLst/>
            <a:rect l="0" t="0" r="0" b="0"/>
            <a:pathLst>
              <a:path w="448942" h="115853">
                <a:moveTo>
                  <a:pt x="0" y="0"/>
                </a:moveTo>
                <a:lnTo>
                  <a:pt x="32067" y="12958"/>
                </a:lnTo>
                <a:lnTo>
                  <a:pt x="64135" y="25195"/>
                </a:lnTo>
                <a:lnTo>
                  <a:pt x="96202" y="36712"/>
                </a:lnTo>
                <a:lnTo>
                  <a:pt x="128269" y="47508"/>
                </a:lnTo>
                <a:lnTo>
                  <a:pt x="160336" y="57584"/>
                </a:lnTo>
                <a:lnTo>
                  <a:pt x="192404" y="66940"/>
                </a:lnTo>
                <a:lnTo>
                  <a:pt x="224471" y="75576"/>
                </a:lnTo>
                <a:lnTo>
                  <a:pt x="256538" y="83491"/>
                </a:lnTo>
                <a:lnTo>
                  <a:pt x="288605" y="90685"/>
                </a:lnTo>
                <a:lnTo>
                  <a:pt x="320673" y="97160"/>
                </a:lnTo>
                <a:lnTo>
                  <a:pt x="352740" y="102914"/>
                </a:lnTo>
                <a:lnTo>
                  <a:pt x="384807" y="107947"/>
                </a:lnTo>
                <a:lnTo>
                  <a:pt x="416874" y="112261"/>
                </a:lnTo>
                <a:lnTo>
                  <a:pt x="448942" y="115853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25" name="knowledge-cross-edge">
            <a:extLst>
              <a:ext uri="{FF2B5EF4-FFF2-40B4-BE49-F238E27FC236}">
                <a16:creationId xmlns:a16="http://schemas.microsoft.com/office/drawing/2014/main" id="{F688F5E4-0DE6-4B56-91CC-AE86FE647A1F}"/>
              </a:ext>
            </a:extLst>
          </p:cNvPr>
          <p:cNvSpPr>
            <a:spLocks noGrp="1"/>
          </p:cNvSpPr>
          <p:nvPr/>
        </p:nvSpPr>
        <p:spPr>
          <a:xfrm>
            <a:off x="627293" y="5754954"/>
            <a:ext cx="186048" cy="405028"/>
          </a:xfrm>
          <a:custGeom>
            <a:avLst/>
            <a:gdLst/>
            <a:ahLst/>
            <a:cxnLst/>
            <a:rect l="0" t="0" r="0" b="0"/>
            <a:pathLst>
              <a:path w="186048" h="405028">
                <a:moveTo>
                  <a:pt x="0" y="38586"/>
                </a:moveTo>
                <a:lnTo>
                  <a:pt x="30056" y="16080"/>
                </a:lnTo>
                <a:lnTo>
                  <a:pt x="57466" y="3218"/>
                </a:lnTo>
                <a:lnTo>
                  <a:pt x="82231" y="0"/>
                </a:lnTo>
                <a:lnTo>
                  <a:pt x="104349" y="6426"/>
                </a:lnTo>
                <a:lnTo>
                  <a:pt x="123822" y="22497"/>
                </a:lnTo>
                <a:lnTo>
                  <a:pt x="140649" y="48212"/>
                </a:lnTo>
                <a:lnTo>
                  <a:pt x="154830" y="83571"/>
                </a:lnTo>
                <a:lnTo>
                  <a:pt x="166365" y="128574"/>
                </a:lnTo>
                <a:lnTo>
                  <a:pt x="175255" y="183221"/>
                </a:lnTo>
                <a:lnTo>
                  <a:pt x="181498" y="247512"/>
                </a:lnTo>
                <a:lnTo>
                  <a:pt x="185096" y="321448"/>
                </a:lnTo>
                <a:lnTo>
                  <a:pt x="186048" y="405028"/>
                </a:lnTo>
              </a:path>
            </a:pathLst>
          </a:custGeom>
          <a:noFill/>
          <a:ln w="5334">
            <a:solidFill>
              <a:srgbClr val="4872DB">
                <a:alpha val="13000"/>
              </a:srgbClr>
            </a:solidFill>
            <a:prstDash val="solid"/>
          </a:ln>
        </p:spPr>
      </p:sp>
      <p:sp>
        <p:nvSpPr>
          <p:cNvPr id="26" name="knowledge-edge">
            <a:extLst>
              <a:ext uri="{FF2B5EF4-FFF2-40B4-BE49-F238E27FC236}">
                <a16:creationId xmlns:a16="http://schemas.microsoft.com/office/drawing/2014/main" id="{4014B9DD-0927-4B64-B495-0162EAC08BF6}"/>
              </a:ext>
            </a:extLst>
          </p:cNvPr>
          <p:cNvSpPr>
            <a:spLocks noGrp="1"/>
          </p:cNvSpPr>
          <p:nvPr/>
        </p:nvSpPr>
        <p:spPr>
          <a:xfrm>
            <a:off x="590404" y="6102977"/>
            <a:ext cx="222937" cy="57005"/>
          </a:xfrm>
          <a:custGeom>
            <a:avLst/>
            <a:gdLst/>
            <a:ahLst/>
            <a:cxnLst/>
            <a:rect l="0" t="0" r="0" b="0"/>
            <a:pathLst>
              <a:path w="222937" h="57005">
                <a:moveTo>
                  <a:pt x="0" y="20271"/>
                </a:moveTo>
                <a:lnTo>
                  <a:pt x="15924" y="13249"/>
                </a:lnTo>
                <a:lnTo>
                  <a:pt x="31848" y="7710"/>
                </a:lnTo>
                <a:lnTo>
                  <a:pt x="47772" y="3656"/>
                </a:lnTo>
                <a:lnTo>
                  <a:pt x="63696" y="1086"/>
                </a:lnTo>
                <a:lnTo>
                  <a:pt x="79620" y="0"/>
                </a:lnTo>
                <a:lnTo>
                  <a:pt x="95545" y="398"/>
                </a:lnTo>
                <a:lnTo>
                  <a:pt x="111469" y="2280"/>
                </a:lnTo>
                <a:lnTo>
                  <a:pt x="127393" y="5646"/>
                </a:lnTo>
                <a:lnTo>
                  <a:pt x="143317" y="10495"/>
                </a:lnTo>
                <a:lnTo>
                  <a:pt x="159241" y="16829"/>
                </a:lnTo>
                <a:lnTo>
                  <a:pt x="175165" y="24647"/>
                </a:lnTo>
                <a:lnTo>
                  <a:pt x="191089" y="33949"/>
                </a:lnTo>
                <a:lnTo>
                  <a:pt x="207013" y="44735"/>
                </a:lnTo>
                <a:lnTo>
                  <a:pt x="222937" y="57005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27" name="knowledge-edge">
            <a:extLst>
              <a:ext uri="{FF2B5EF4-FFF2-40B4-BE49-F238E27FC236}">
                <a16:creationId xmlns:a16="http://schemas.microsoft.com/office/drawing/2014/main" id="{0C09A450-7B2C-457B-809E-8FA403C375E0}"/>
              </a:ext>
            </a:extLst>
          </p:cNvPr>
          <p:cNvSpPr>
            <a:spLocks noGrp="1"/>
          </p:cNvSpPr>
          <p:nvPr/>
        </p:nvSpPr>
        <p:spPr>
          <a:xfrm>
            <a:off x="551904" y="6038877"/>
            <a:ext cx="323116" cy="176370"/>
          </a:xfrm>
          <a:custGeom>
            <a:avLst/>
            <a:gdLst/>
            <a:ahLst/>
            <a:cxnLst/>
            <a:rect l="0" t="0" r="0" b="0"/>
            <a:pathLst>
              <a:path w="323116" h="176370">
                <a:moveTo>
                  <a:pt x="0" y="0"/>
                </a:moveTo>
                <a:lnTo>
                  <a:pt x="23080" y="18906"/>
                </a:lnTo>
                <a:lnTo>
                  <a:pt x="46159" y="36841"/>
                </a:lnTo>
                <a:lnTo>
                  <a:pt x="69239" y="53806"/>
                </a:lnTo>
                <a:lnTo>
                  <a:pt x="92319" y="69801"/>
                </a:lnTo>
                <a:lnTo>
                  <a:pt x="115399" y="84825"/>
                </a:lnTo>
                <a:lnTo>
                  <a:pt x="138478" y="98879"/>
                </a:lnTo>
                <a:lnTo>
                  <a:pt x="161558" y="111962"/>
                </a:lnTo>
                <a:lnTo>
                  <a:pt x="184638" y="124074"/>
                </a:lnTo>
                <a:lnTo>
                  <a:pt x="207717" y="135216"/>
                </a:lnTo>
                <a:lnTo>
                  <a:pt x="230797" y="145388"/>
                </a:lnTo>
                <a:lnTo>
                  <a:pt x="253877" y="154589"/>
                </a:lnTo>
                <a:lnTo>
                  <a:pt x="276957" y="162820"/>
                </a:lnTo>
                <a:lnTo>
                  <a:pt x="300036" y="170080"/>
                </a:lnTo>
                <a:lnTo>
                  <a:pt x="323116" y="176370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28" name="knowledge-cross-edge">
            <a:extLst>
              <a:ext uri="{FF2B5EF4-FFF2-40B4-BE49-F238E27FC236}">
                <a16:creationId xmlns:a16="http://schemas.microsoft.com/office/drawing/2014/main" id="{ADAFD6BA-792E-448D-96A7-BCFCA99C0B9F}"/>
              </a:ext>
            </a:extLst>
          </p:cNvPr>
          <p:cNvSpPr>
            <a:spLocks noGrp="1"/>
          </p:cNvSpPr>
          <p:nvPr/>
        </p:nvSpPr>
        <p:spPr>
          <a:xfrm>
            <a:off x="551904" y="5993913"/>
            <a:ext cx="283823" cy="196269"/>
          </a:xfrm>
          <a:custGeom>
            <a:avLst/>
            <a:gdLst/>
            <a:ahLst/>
            <a:cxnLst/>
            <a:rect l="0" t="0" r="0" b="0"/>
            <a:pathLst>
              <a:path w="283823" h="196269">
                <a:moveTo>
                  <a:pt x="0" y="44964"/>
                </a:moveTo>
                <a:lnTo>
                  <a:pt x="38204" y="24779"/>
                </a:lnTo>
                <a:lnTo>
                  <a:pt x="73762" y="10557"/>
                </a:lnTo>
                <a:lnTo>
                  <a:pt x="106674" y="2297"/>
                </a:lnTo>
                <a:lnTo>
                  <a:pt x="136941" y="0"/>
                </a:lnTo>
                <a:lnTo>
                  <a:pt x="164562" y="3665"/>
                </a:lnTo>
                <a:lnTo>
                  <a:pt x="189536" y="13293"/>
                </a:lnTo>
                <a:lnTo>
                  <a:pt x="211865" y="28883"/>
                </a:lnTo>
                <a:lnTo>
                  <a:pt x="231549" y="50435"/>
                </a:lnTo>
                <a:lnTo>
                  <a:pt x="248586" y="77950"/>
                </a:lnTo>
                <a:lnTo>
                  <a:pt x="262977" y="111427"/>
                </a:lnTo>
                <a:lnTo>
                  <a:pt x="274723" y="150867"/>
                </a:lnTo>
                <a:lnTo>
                  <a:pt x="283823" y="196269"/>
                </a:lnTo>
              </a:path>
            </a:pathLst>
          </a:custGeom>
          <a:noFill/>
          <a:ln w="5334">
            <a:solidFill>
              <a:srgbClr val="4872DB">
                <a:alpha val="13000"/>
              </a:srgbClr>
            </a:solidFill>
            <a:prstDash val="solid"/>
          </a:ln>
        </p:spPr>
      </p:sp>
      <p:sp>
        <p:nvSpPr>
          <p:cNvPr id="29" name="knowledge-edge">
            <a:extLst>
              <a:ext uri="{FF2B5EF4-FFF2-40B4-BE49-F238E27FC236}">
                <a16:creationId xmlns:a16="http://schemas.microsoft.com/office/drawing/2014/main" id="{33BF1445-D4A7-4C0F-B623-D303F6105A07}"/>
              </a:ext>
            </a:extLst>
          </p:cNvPr>
          <p:cNvSpPr>
            <a:spLocks noGrp="1"/>
          </p:cNvSpPr>
          <p:nvPr/>
        </p:nvSpPr>
        <p:spPr>
          <a:xfrm>
            <a:off x="400106" y="6086886"/>
            <a:ext cx="435621" cy="103296"/>
          </a:xfrm>
          <a:custGeom>
            <a:avLst/>
            <a:gdLst/>
            <a:ahLst/>
            <a:cxnLst/>
            <a:rect l="0" t="0" r="0" b="0"/>
            <a:pathLst>
              <a:path w="435621" h="103296">
                <a:moveTo>
                  <a:pt x="0" y="0"/>
                </a:moveTo>
                <a:lnTo>
                  <a:pt x="31116" y="13328"/>
                </a:lnTo>
                <a:lnTo>
                  <a:pt x="62232" y="25741"/>
                </a:lnTo>
                <a:lnTo>
                  <a:pt x="93347" y="37239"/>
                </a:lnTo>
                <a:lnTo>
                  <a:pt x="124463" y="47821"/>
                </a:lnTo>
                <a:lnTo>
                  <a:pt x="155579" y="57487"/>
                </a:lnTo>
                <a:lnTo>
                  <a:pt x="186695" y="66239"/>
                </a:lnTo>
                <a:lnTo>
                  <a:pt x="217810" y="74075"/>
                </a:lnTo>
                <a:lnTo>
                  <a:pt x="248926" y="80995"/>
                </a:lnTo>
                <a:lnTo>
                  <a:pt x="280042" y="87000"/>
                </a:lnTo>
                <a:lnTo>
                  <a:pt x="311158" y="92090"/>
                </a:lnTo>
                <a:lnTo>
                  <a:pt x="342273" y="96265"/>
                </a:lnTo>
                <a:lnTo>
                  <a:pt x="373389" y="99524"/>
                </a:lnTo>
                <a:lnTo>
                  <a:pt x="404505" y="101867"/>
                </a:lnTo>
                <a:lnTo>
                  <a:pt x="435621" y="103296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0" name="knowledge-edge">
            <a:extLst>
              <a:ext uri="{FF2B5EF4-FFF2-40B4-BE49-F238E27FC236}">
                <a16:creationId xmlns:a16="http://schemas.microsoft.com/office/drawing/2014/main" id="{91DB1B74-673B-46A9-A84B-AF5C0E6D46AC}"/>
              </a:ext>
            </a:extLst>
          </p:cNvPr>
          <p:cNvSpPr>
            <a:spLocks noGrp="1"/>
          </p:cNvSpPr>
          <p:nvPr/>
        </p:nvSpPr>
        <p:spPr>
          <a:xfrm>
            <a:off x="515802" y="6110581"/>
            <a:ext cx="551266" cy="130575"/>
          </a:xfrm>
          <a:custGeom>
            <a:avLst/>
            <a:gdLst/>
            <a:ahLst/>
            <a:cxnLst/>
            <a:rect l="0" t="0" r="0" b="0"/>
            <a:pathLst>
              <a:path w="551266" h="130575">
                <a:moveTo>
                  <a:pt x="0" y="28991"/>
                </a:moveTo>
                <a:lnTo>
                  <a:pt x="39376" y="17392"/>
                </a:lnTo>
                <a:lnTo>
                  <a:pt x="78752" y="8694"/>
                </a:lnTo>
                <a:lnTo>
                  <a:pt x="118128" y="2897"/>
                </a:lnTo>
                <a:lnTo>
                  <a:pt x="157505" y="0"/>
                </a:lnTo>
                <a:lnTo>
                  <a:pt x="196881" y="4"/>
                </a:lnTo>
                <a:lnTo>
                  <a:pt x="236257" y="2909"/>
                </a:lnTo>
                <a:lnTo>
                  <a:pt x="275633" y="8715"/>
                </a:lnTo>
                <a:lnTo>
                  <a:pt x="315009" y="17421"/>
                </a:lnTo>
                <a:lnTo>
                  <a:pt x="354385" y="29028"/>
                </a:lnTo>
                <a:lnTo>
                  <a:pt x="393762" y="43536"/>
                </a:lnTo>
                <a:lnTo>
                  <a:pt x="433138" y="60945"/>
                </a:lnTo>
                <a:lnTo>
                  <a:pt x="472514" y="81254"/>
                </a:lnTo>
                <a:lnTo>
                  <a:pt x="511890" y="104464"/>
                </a:lnTo>
                <a:lnTo>
                  <a:pt x="551266" y="130575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1" name="knowledge-cross-edge">
            <a:extLst>
              <a:ext uri="{FF2B5EF4-FFF2-40B4-BE49-F238E27FC236}">
                <a16:creationId xmlns:a16="http://schemas.microsoft.com/office/drawing/2014/main" id="{E60FF1D4-5FDD-42A4-BFAC-D222749F5509}"/>
              </a:ext>
            </a:extLst>
          </p:cNvPr>
          <p:cNvSpPr>
            <a:spLocks noGrp="1"/>
          </p:cNvSpPr>
          <p:nvPr/>
        </p:nvSpPr>
        <p:spPr>
          <a:xfrm>
            <a:off x="515802" y="6139573"/>
            <a:ext cx="340385" cy="452916"/>
          </a:xfrm>
          <a:custGeom>
            <a:avLst/>
            <a:gdLst/>
            <a:ahLst/>
            <a:cxnLst/>
            <a:rect l="0" t="0" r="0" b="0"/>
            <a:pathLst>
              <a:path w="340385" h="452916">
                <a:moveTo>
                  <a:pt x="0" y="0"/>
                </a:moveTo>
                <a:lnTo>
                  <a:pt x="42917" y="5992"/>
                </a:lnTo>
                <a:lnTo>
                  <a:pt x="83189" y="17756"/>
                </a:lnTo>
                <a:lnTo>
                  <a:pt x="120815" y="35294"/>
                </a:lnTo>
                <a:lnTo>
                  <a:pt x="155795" y="58604"/>
                </a:lnTo>
                <a:lnTo>
                  <a:pt x="188129" y="87688"/>
                </a:lnTo>
                <a:lnTo>
                  <a:pt x="217817" y="122545"/>
                </a:lnTo>
                <a:lnTo>
                  <a:pt x="244860" y="163174"/>
                </a:lnTo>
                <a:lnTo>
                  <a:pt x="269257" y="209577"/>
                </a:lnTo>
                <a:lnTo>
                  <a:pt x="291007" y="261752"/>
                </a:lnTo>
                <a:lnTo>
                  <a:pt x="310112" y="319701"/>
                </a:lnTo>
                <a:lnTo>
                  <a:pt x="326572" y="383422"/>
                </a:lnTo>
                <a:lnTo>
                  <a:pt x="340385" y="452916"/>
                </a:lnTo>
              </a:path>
            </a:pathLst>
          </a:custGeom>
          <a:noFill/>
          <a:ln w="5334">
            <a:solidFill>
              <a:srgbClr val="4872DB">
                <a:alpha val="13000"/>
              </a:srgbClr>
            </a:solidFill>
            <a:prstDash val="solid"/>
          </a:ln>
        </p:spPr>
      </p:sp>
      <p:sp>
        <p:nvSpPr>
          <p:cNvPr id="32" name="knowledge-edge">
            <a:extLst>
              <a:ext uri="{FF2B5EF4-FFF2-40B4-BE49-F238E27FC236}">
                <a16:creationId xmlns:a16="http://schemas.microsoft.com/office/drawing/2014/main" id="{9DF0A125-6B1A-418D-A9B8-37BADC42CE20}"/>
              </a:ext>
            </a:extLst>
          </p:cNvPr>
          <p:cNvSpPr>
            <a:spLocks noGrp="1"/>
          </p:cNvSpPr>
          <p:nvPr/>
        </p:nvSpPr>
        <p:spPr>
          <a:xfrm>
            <a:off x="556813" y="6372119"/>
            <a:ext cx="299374" cy="222488"/>
          </a:xfrm>
          <a:custGeom>
            <a:avLst/>
            <a:gdLst/>
            <a:ahLst/>
            <a:cxnLst/>
            <a:rect l="0" t="0" r="0" b="0"/>
            <a:pathLst>
              <a:path w="299374" h="222488">
                <a:moveTo>
                  <a:pt x="0" y="0"/>
                </a:moveTo>
                <a:lnTo>
                  <a:pt x="21384" y="33599"/>
                </a:lnTo>
                <a:lnTo>
                  <a:pt x="42768" y="64451"/>
                </a:lnTo>
                <a:lnTo>
                  <a:pt x="64152" y="92555"/>
                </a:lnTo>
                <a:lnTo>
                  <a:pt x="85535" y="117912"/>
                </a:lnTo>
                <a:lnTo>
                  <a:pt x="106919" y="140521"/>
                </a:lnTo>
                <a:lnTo>
                  <a:pt x="128303" y="160383"/>
                </a:lnTo>
                <a:lnTo>
                  <a:pt x="149687" y="177497"/>
                </a:lnTo>
                <a:lnTo>
                  <a:pt x="171071" y="191864"/>
                </a:lnTo>
                <a:lnTo>
                  <a:pt x="192455" y="203484"/>
                </a:lnTo>
                <a:lnTo>
                  <a:pt x="213838" y="212356"/>
                </a:lnTo>
                <a:lnTo>
                  <a:pt x="235222" y="218481"/>
                </a:lnTo>
                <a:lnTo>
                  <a:pt x="256606" y="221858"/>
                </a:lnTo>
                <a:lnTo>
                  <a:pt x="277990" y="222488"/>
                </a:lnTo>
                <a:lnTo>
                  <a:pt x="299374" y="220370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3" name="knowledge-cross-edge">
            <a:extLst>
              <a:ext uri="{FF2B5EF4-FFF2-40B4-BE49-F238E27FC236}">
                <a16:creationId xmlns:a16="http://schemas.microsoft.com/office/drawing/2014/main" id="{67BA8A70-339A-4364-BF61-2C2C847D824C}"/>
              </a:ext>
            </a:extLst>
          </p:cNvPr>
          <p:cNvSpPr>
            <a:spLocks noGrp="1"/>
          </p:cNvSpPr>
          <p:nvPr/>
        </p:nvSpPr>
        <p:spPr>
          <a:xfrm>
            <a:off x="556813" y="6359915"/>
            <a:ext cx="516766" cy="537035"/>
          </a:xfrm>
          <a:custGeom>
            <a:avLst/>
            <a:gdLst/>
            <a:ahLst/>
            <a:cxnLst/>
            <a:rect l="0" t="0" r="0" b="0"/>
            <a:pathLst>
              <a:path w="516766" h="537035">
                <a:moveTo>
                  <a:pt x="0" y="12204"/>
                </a:moveTo>
                <a:lnTo>
                  <a:pt x="57616" y="1118"/>
                </a:lnTo>
                <a:lnTo>
                  <a:pt x="112586" y="0"/>
                </a:lnTo>
                <a:lnTo>
                  <a:pt x="164910" y="8850"/>
                </a:lnTo>
                <a:lnTo>
                  <a:pt x="214589" y="27667"/>
                </a:lnTo>
                <a:lnTo>
                  <a:pt x="261621" y="56451"/>
                </a:lnTo>
                <a:lnTo>
                  <a:pt x="306008" y="95203"/>
                </a:lnTo>
                <a:lnTo>
                  <a:pt x="347749" y="143923"/>
                </a:lnTo>
                <a:lnTo>
                  <a:pt x="386844" y="202610"/>
                </a:lnTo>
                <a:lnTo>
                  <a:pt x="423294" y="271265"/>
                </a:lnTo>
                <a:lnTo>
                  <a:pt x="457097" y="349888"/>
                </a:lnTo>
                <a:lnTo>
                  <a:pt x="488255" y="438477"/>
                </a:lnTo>
                <a:lnTo>
                  <a:pt x="516766" y="537035"/>
                </a:lnTo>
              </a:path>
            </a:pathLst>
          </a:custGeom>
          <a:noFill/>
          <a:ln w="5334">
            <a:solidFill>
              <a:srgbClr val="4872DB">
                <a:alpha val="13000"/>
              </a:srgbClr>
            </a:solidFill>
            <a:prstDash val="solid"/>
          </a:ln>
        </p:spPr>
      </p:sp>
      <p:sp>
        <p:nvSpPr>
          <p:cNvPr id="34" name="knowledge-edge">
            <a:extLst>
              <a:ext uri="{FF2B5EF4-FFF2-40B4-BE49-F238E27FC236}">
                <a16:creationId xmlns:a16="http://schemas.microsoft.com/office/drawing/2014/main" id="{ECA8520A-401B-4066-8F57-34C1CD6A7454}"/>
              </a:ext>
            </a:extLst>
          </p:cNvPr>
          <p:cNvSpPr>
            <a:spLocks noGrp="1"/>
          </p:cNvSpPr>
          <p:nvPr/>
        </p:nvSpPr>
        <p:spPr>
          <a:xfrm>
            <a:off x="404944" y="6668729"/>
            <a:ext cx="668636" cy="228221"/>
          </a:xfrm>
          <a:custGeom>
            <a:avLst/>
            <a:gdLst/>
            <a:ahLst/>
            <a:cxnLst/>
            <a:rect l="0" t="0" r="0" b="0"/>
            <a:pathLst>
              <a:path w="668636" h="228221">
                <a:moveTo>
                  <a:pt x="0" y="0"/>
                </a:moveTo>
                <a:lnTo>
                  <a:pt x="47760" y="30770"/>
                </a:lnTo>
                <a:lnTo>
                  <a:pt x="95519" y="59315"/>
                </a:lnTo>
                <a:lnTo>
                  <a:pt x="143279" y="85633"/>
                </a:lnTo>
                <a:lnTo>
                  <a:pt x="191039" y="109726"/>
                </a:lnTo>
                <a:lnTo>
                  <a:pt x="238798" y="131592"/>
                </a:lnTo>
                <a:lnTo>
                  <a:pt x="286558" y="151232"/>
                </a:lnTo>
                <a:lnTo>
                  <a:pt x="334318" y="168647"/>
                </a:lnTo>
                <a:lnTo>
                  <a:pt x="382077" y="183835"/>
                </a:lnTo>
                <a:lnTo>
                  <a:pt x="429837" y="196798"/>
                </a:lnTo>
                <a:lnTo>
                  <a:pt x="477597" y="207535"/>
                </a:lnTo>
                <a:lnTo>
                  <a:pt x="525356" y="216045"/>
                </a:lnTo>
                <a:lnTo>
                  <a:pt x="573116" y="222330"/>
                </a:lnTo>
                <a:lnTo>
                  <a:pt x="620876" y="226388"/>
                </a:lnTo>
                <a:lnTo>
                  <a:pt x="668636" y="228221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5" name="knowledge-edge">
            <a:extLst>
              <a:ext uri="{FF2B5EF4-FFF2-40B4-BE49-F238E27FC236}">
                <a16:creationId xmlns:a16="http://schemas.microsoft.com/office/drawing/2014/main" id="{4ABADB2C-3770-4992-B36B-E9E0A86C3107}"/>
              </a:ext>
            </a:extLst>
          </p:cNvPr>
          <p:cNvSpPr>
            <a:spLocks noGrp="1"/>
          </p:cNvSpPr>
          <p:nvPr/>
        </p:nvSpPr>
        <p:spPr>
          <a:xfrm>
            <a:off x="1076235" y="5908103"/>
            <a:ext cx="225910" cy="163296"/>
          </a:xfrm>
          <a:custGeom>
            <a:avLst/>
            <a:gdLst/>
            <a:ahLst/>
            <a:cxnLst/>
            <a:rect l="0" t="0" r="0" b="0"/>
            <a:pathLst>
              <a:path w="225910" h="163296">
                <a:moveTo>
                  <a:pt x="0" y="1290"/>
                </a:moveTo>
                <a:lnTo>
                  <a:pt x="16136" y="0"/>
                </a:lnTo>
                <a:lnTo>
                  <a:pt x="32273" y="689"/>
                </a:lnTo>
                <a:lnTo>
                  <a:pt x="48409" y="3356"/>
                </a:lnTo>
                <a:lnTo>
                  <a:pt x="64546" y="8003"/>
                </a:lnTo>
                <a:lnTo>
                  <a:pt x="80682" y="14628"/>
                </a:lnTo>
                <a:lnTo>
                  <a:pt x="96819" y="23232"/>
                </a:lnTo>
                <a:lnTo>
                  <a:pt x="112955" y="33814"/>
                </a:lnTo>
                <a:lnTo>
                  <a:pt x="129092" y="46375"/>
                </a:lnTo>
                <a:lnTo>
                  <a:pt x="145228" y="60915"/>
                </a:lnTo>
                <a:lnTo>
                  <a:pt x="161365" y="77434"/>
                </a:lnTo>
                <a:lnTo>
                  <a:pt x="177501" y="95932"/>
                </a:lnTo>
                <a:lnTo>
                  <a:pt x="193637" y="116408"/>
                </a:lnTo>
                <a:lnTo>
                  <a:pt x="209774" y="138863"/>
                </a:lnTo>
                <a:lnTo>
                  <a:pt x="225910" y="163296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36" name="knowledge-cross-edge">
            <a:extLst>
              <a:ext uri="{FF2B5EF4-FFF2-40B4-BE49-F238E27FC236}">
                <a16:creationId xmlns:a16="http://schemas.microsoft.com/office/drawing/2014/main" id="{B2EC2D1C-0B33-4120-AFF1-46E265B32604}"/>
              </a:ext>
            </a:extLst>
          </p:cNvPr>
          <p:cNvSpPr>
            <a:spLocks noGrp="1"/>
          </p:cNvSpPr>
          <p:nvPr/>
        </p:nvSpPr>
        <p:spPr>
          <a:xfrm>
            <a:off x="1076235" y="5906360"/>
            <a:ext cx="148106" cy="312613"/>
          </a:xfrm>
          <a:custGeom>
            <a:avLst/>
            <a:gdLst/>
            <a:ahLst/>
            <a:cxnLst/>
            <a:rect l="0" t="0" r="0" b="0"/>
            <a:pathLst>
              <a:path w="148106" h="312613">
                <a:moveTo>
                  <a:pt x="0" y="3033"/>
                </a:moveTo>
                <a:lnTo>
                  <a:pt x="26693" y="0"/>
                </a:lnTo>
                <a:lnTo>
                  <a:pt x="50741" y="2209"/>
                </a:lnTo>
                <a:lnTo>
                  <a:pt x="72143" y="9660"/>
                </a:lnTo>
                <a:lnTo>
                  <a:pt x="90898" y="22354"/>
                </a:lnTo>
                <a:lnTo>
                  <a:pt x="107008" y="40289"/>
                </a:lnTo>
                <a:lnTo>
                  <a:pt x="120473" y="63466"/>
                </a:lnTo>
                <a:lnTo>
                  <a:pt x="131291" y="91886"/>
                </a:lnTo>
                <a:lnTo>
                  <a:pt x="139463" y="125547"/>
                </a:lnTo>
                <a:lnTo>
                  <a:pt x="144990" y="164451"/>
                </a:lnTo>
                <a:lnTo>
                  <a:pt x="147871" y="208596"/>
                </a:lnTo>
                <a:lnTo>
                  <a:pt x="148106" y="257984"/>
                </a:lnTo>
                <a:lnTo>
                  <a:pt x="145695" y="312613"/>
                </a:lnTo>
              </a:path>
            </a:pathLst>
          </a:custGeom>
          <a:noFill/>
          <a:ln w="5334">
            <a:solidFill>
              <a:srgbClr val="4B68CF">
                <a:alpha val="13000"/>
              </a:srgbClr>
            </a:solidFill>
            <a:prstDash val="solid"/>
          </a:ln>
        </p:spPr>
      </p:sp>
      <p:sp>
        <p:nvSpPr>
          <p:cNvPr id="37" name="knowledge-edge">
            <a:extLst>
              <a:ext uri="{FF2B5EF4-FFF2-40B4-BE49-F238E27FC236}">
                <a16:creationId xmlns:a16="http://schemas.microsoft.com/office/drawing/2014/main" id="{CC2864CA-EEC5-4F23-9C50-2245984B9343}"/>
              </a:ext>
            </a:extLst>
          </p:cNvPr>
          <p:cNvSpPr>
            <a:spLocks noGrp="1"/>
          </p:cNvSpPr>
          <p:nvPr/>
        </p:nvSpPr>
        <p:spPr>
          <a:xfrm>
            <a:off x="813341" y="6159982"/>
            <a:ext cx="408589" cy="58992"/>
          </a:xfrm>
          <a:custGeom>
            <a:avLst/>
            <a:gdLst/>
            <a:ahLst/>
            <a:cxnLst/>
            <a:rect l="0" t="0" r="0" b="0"/>
            <a:pathLst>
              <a:path w="408589" h="58992">
                <a:moveTo>
                  <a:pt x="0" y="0"/>
                </a:moveTo>
                <a:lnTo>
                  <a:pt x="29185" y="4850"/>
                </a:lnTo>
                <a:lnTo>
                  <a:pt x="58370" y="9602"/>
                </a:lnTo>
                <a:lnTo>
                  <a:pt x="87555" y="14256"/>
                </a:lnTo>
                <a:lnTo>
                  <a:pt x="116740" y="18812"/>
                </a:lnTo>
                <a:lnTo>
                  <a:pt x="145925" y="23271"/>
                </a:lnTo>
                <a:lnTo>
                  <a:pt x="175109" y="27631"/>
                </a:lnTo>
                <a:lnTo>
                  <a:pt x="204294" y="31894"/>
                </a:lnTo>
                <a:lnTo>
                  <a:pt x="233479" y="36059"/>
                </a:lnTo>
                <a:lnTo>
                  <a:pt x="262664" y="40126"/>
                </a:lnTo>
                <a:lnTo>
                  <a:pt x="291849" y="44095"/>
                </a:lnTo>
                <a:lnTo>
                  <a:pt x="321034" y="47966"/>
                </a:lnTo>
                <a:lnTo>
                  <a:pt x="350219" y="51739"/>
                </a:lnTo>
                <a:lnTo>
                  <a:pt x="379404" y="55414"/>
                </a:lnTo>
                <a:lnTo>
                  <a:pt x="408589" y="58992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38" name="knowledge-cross-edge">
            <a:extLst>
              <a:ext uri="{FF2B5EF4-FFF2-40B4-BE49-F238E27FC236}">
                <a16:creationId xmlns:a16="http://schemas.microsoft.com/office/drawing/2014/main" id="{0B7E2174-645D-43E8-B32F-C60E8C9F851B}"/>
              </a:ext>
            </a:extLst>
          </p:cNvPr>
          <p:cNvSpPr>
            <a:spLocks noGrp="1"/>
          </p:cNvSpPr>
          <p:nvPr/>
        </p:nvSpPr>
        <p:spPr>
          <a:xfrm>
            <a:off x="813341" y="6071400"/>
            <a:ext cx="488804" cy="88582"/>
          </a:xfrm>
          <a:custGeom>
            <a:avLst/>
            <a:gdLst/>
            <a:ahLst/>
            <a:cxnLst/>
            <a:rect l="0" t="0" r="0" b="0"/>
            <a:pathLst>
              <a:path w="488804" h="88582">
                <a:moveTo>
                  <a:pt x="0" y="88582"/>
                </a:moveTo>
                <a:lnTo>
                  <a:pt x="26182" y="80849"/>
                </a:lnTo>
                <a:lnTo>
                  <a:pt x="55009" y="73179"/>
                </a:lnTo>
                <a:lnTo>
                  <a:pt x="86482" y="65574"/>
                </a:lnTo>
                <a:lnTo>
                  <a:pt x="120601" y="58032"/>
                </a:lnTo>
                <a:lnTo>
                  <a:pt x="157366" y="50555"/>
                </a:lnTo>
                <a:lnTo>
                  <a:pt x="196777" y="43141"/>
                </a:lnTo>
                <a:lnTo>
                  <a:pt x="238834" y="35791"/>
                </a:lnTo>
                <a:lnTo>
                  <a:pt x="283536" y="28505"/>
                </a:lnTo>
                <a:lnTo>
                  <a:pt x="330884" y="21283"/>
                </a:lnTo>
                <a:lnTo>
                  <a:pt x="380878" y="14125"/>
                </a:lnTo>
                <a:lnTo>
                  <a:pt x="433518" y="7030"/>
                </a:lnTo>
                <a:lnTo>
                  <a:pt x="488804" y="0"/>
                </a:lnTo>
              </a:path>
            </a:pathLst>
          </a:custGeom>
          <a:noFill/>
          <a:ln w="4953">
            <a:solidFill>
              <a:srgbClr val="4B68CF">
                <a:alpha val="12000"/>
              </a:srgbClr>
            </a:solidFill>
            <a:prstDash val="solid"/>
          </a:ln>
        </p:spPr>
      </p:sp>
      <p:sp>
        <p:nvSpPr>
          <p:cNvPr id="39" name="knowledge-edge">
            <a:extLst>
              <a:ext uri="{FF2B5EF4-FFF2-40B4-BE49-F238E27FC236}">
                <a16:creationId xmlns:a16="http://schemas.microsoft.com/office/drawing/2014/main" id="{D838C560-4710-46E7-B913-E3FC3785A1C7}"/>
              </a:ext>
            </a:extLst>
          </p:cNvPr>
          <p:cNvSpPr>
            <a:spLocks noGrp="1"/>
          </p:cNvSpPr>
          <p:nvPr/>
        </p:nvSpPr>
        <p:spPr>
          <a:xfrm>
            <a:off x="875019" y="6201702"/>
            <a:ext cx="511340" cy="13544"/>
          </a:xfrm>
          <a:custGeom>
            <a:avLst/>
            <a:gdLst/>
            <a:ahLst/>
            <a:cxnLst/>
            <a:rect l="0" t="0" r="0" b="0"/>
            <a:pathLst>
              <a:path w="511340" h="13544">
                <a:moveTo>
                  <a:pt x="0" y="13544"/>
                </a:moveTo>
                <a:lnTo>
                  <a:pt x="36524" y="11918"/>
                </a:lnTo>
                <a:lnTo>
                  <a:pt x="73049" y="10393"/>
                </a:lnTo>
                <a:lnTo>
                  <a:pt x="109573" y="8969"/>
                </a:lnTo>
                <a:lnTo>
                  <a:pt x="146097" y="7647"/>
                </a:lnTo>
                <a:lnTo>
                  <a:pt x="182621" y="6426"/>
                </a:lnTo>
                <a:lnTo>
                  <a:pt x="219146" y="5307"/>
                </a:lnTo>
                <a:lnTo>
                  <a:pt x="255670" y="4288"/>
                </a:lnTo>
                <a:lnTo>
                  <a:pt x="292194" y="3372"/>
                </a:lnTo>
                <a:lnTo>
                  <a:pt x="328719" y="2556"/>
                </a:lnTo>
                <a:lnTo>
                  <a:pt x="365243" y="1842"/>
                </a:lnTo>
                <a:lnTo>
                  <a:pt x="401767" y="1230"/>
                </a:lnTo>
                <a:lnTo>
                  <a:pt x="438291" y="718"/>
                </a:lnTo>
                <a:lnTo>
                  <a:pt x="474816" y="309"/>
                </a:lnTo>
                <a:lnTo>
                  <a:pt x="511340" y="0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0" name="knowledge-long-edge">
            <a:extLst>
              <a:ext uri="{FF2B5EF4-FFF2-40B4-BE49-F238E27FC236}">
                <a16:creationId xmlns:a16="http://schemas.microsoft.com/office/drawing/2014/main" id="{A4AC0B68-BD8A-4790-B19A-F1090D9472C0}"/>
              </a:ext>
            </a:extLst>
          </p:cNvPr>
          <p:cNvSpPr>
            <a:spLocks noGrp="1"/>
          </p:cNvSpPr>
          <p:nvPr/>
        </p:nvSpPr>
        <p:spPr>
          <a:xfrm>
            <a:off x="875019" y="5807903"/>
            <a:ext cx="976706" cy="407343"/>
          </a:xfrm>
          <a:custGeom>
            <a:avLst/>
            <a:gdLst/>
            <a:ahLst/>
            <a:cxnLst/>
            <a:rect l="0" t="0" r="0" b="0"/>
            <a:pathLst>
              <a:path w="976706" h="407343">
                <a:moveTo>
                  <a:pt x="0" y="407343"/>
                </a:moveTo>
                <a:lnTo>
                  <a:pt x="61044" y="319576"/>
                </a:lnTo>
                <a:lnTo>
                  <a:pt x="122088" y="242436"/>
                </a:lnTo>
                <a:lnTo>
                  <a:pt x="183132" y="175923"/>
                </a:lnTo>
                <a:lnTo>
                  <a:pt x="244176" y="120036"/>
                </a:lnTo>
                <a:lnTo>
                  <a:pt x="305221" y="74776"/>
                </a:lnTo>
                <a:lnTo>
                  <a:pt x="366265" y="40142"/>
                </a:lnTo>
                <a:lnTo>
                  <a:pt x="427309" y="16135"/>
                </a:lnTo>
                <a:lnTo>
                  <a:pt x="488353" y="2754"/>
                </a:lnTo>
                <a:lnTo>
                  <a:pt x="549397" y="0"/>
                </a:lnTo>
                <a:lnTo>
                  <a:pt x="610441" y="7872"/>
                </a:lnTo>
                <a:lnTo>
                  <a:pt x="671485" y="26372"/>
                </a:lnTo>
                <a:lnTo>
                  <a:pt x="732529" y="55497"/>
                </a:lnTo>
                <a:lnTo>
                  <a:pt x="793574" y="95249"/>
                </a:lnTo>
                <a:lnTo>
                  <a:pt x="854618" y="145628"/>
                </a:lnTo>
                <a:lnTo>
                  <a:pt x="915662" y="206633"/>
                </a:lnTo>
                <a:lnTo>
                  <a:pt x="976706" y="278265"/>
                </a:lnTo>
              </a:path>
            </a:pathLst>
          </a:custGeom>
          <a:noFill/>
          <a:ln w="4286">
            <a:solidFill>
              <a:srgbClr val="4B68CF">
                <a:alpha val="9000"/>
              </a:srgbClr>
            </a:solidFill>
            <a:prstDash val="solid"/>
          </a:ln>
        </p:spPr>
      </p:sp>
      <p:sp>
        <p:nvSpPr>
          <p:cNvPr id="41" name="knowledge-edge">
            <a:extLst>
              <a:ext uri="{FF2B5EF4-FFF2-40B4-BE49-F238E27FC236}">
                <a16:creationId xmlns:a16="http://schemas.microsoft.com/office/drawing/2014/main" id="{C9D35955-08CF-4400-9179-6047415EC8D6}"/>
              </a:ext>
            </a:extLst>
          </p:cNvPr>
          <p:cNvSpPr>
            <a:spLocks noGrp="1"/>
          </p:cNvSpPr>
          <p:nvPr/>
        </p:nvSpPr>
        <p:spPr>
          <a:xfrm>
            <a:off x="835726" y="6190181"/>
            <a:ext cx="493414" cy="125734"/>
          </a:xfrm>
          <a:custGeom>
            <a:avLst/>
            <a:gdLst/>
            <a:ahLst/>
            <a:cxnLst/>
            <a:rect l="0" t="0" r="0" b="0"/>
            <a:pathLst>
              <a:path w="493414" h="125734">
                <a:moveTo>
                  <a:pt x="0" y="0"/>
                </a:moveTo>
                <a:lnTo>
                  <a:pt x="35244" y="16867"/>
                </a:lnTo>
                <a:lnTo>
                  <a:pt x="70488" y="32521"/>
                </a:lnTo>
                <a:lnTo>
                  <a:pt x="105732" y="46962"/>
                </a:lnTo>
                <a:lnTo>
                  <a:pt x="140976" y="60190"/>
                </a:lnTo>
                <a:lnTo>
                  <a:pt x="176219" y="72204"/>
                </a:lnTo>
                <a:lnTo>
                  <a:pt x="211463" y="83005"/>
                </a:lnTo>
                <a:lnTo>
                  <a:pt x="246707" y="92592"/>
                </a:lnTo>
                <a:lnTo>
                  <a:pt x="281951" y="100967"/>
                </a:lnTo>
                <a:lnTo>
                  <a:pt x="317195" y="108128"/>
                </a:lnTo>
                <a:lnTo>
                  <a:pt x="352439" y="114076"/>
                </a:lnTo>
                <a:lnTo>
                  <a:pt x="387683" y="118810"/>
                </a:lnTo>
                <a:lnTo>
                  <a:pt x="422927" y="122331"/>
                </a:lnTo>
                <a:lnTo>
                  <a:pt x="458170" y="124639"/>
                </a:lnTo>
                <a:lnTo>
                  <a:pt x="493414" y="125734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2" name="knowledge-cross-edge">
            <a:extLst>
              <a:ext uri="{FF2B5EF4-FFF2-40B4-BE49-F238E27FC236}">
                <a16:creationId xmlns:a16="http://schemas.microsoft.com/office/drawing/2014/main" id="{16987B61-FAB5-4391-A509-FBCD305CD74D}"/>
              </a:ext>
            </a:extLst>
          </p:cNvPr>
          <p:cNvSpPr>
            <a:spLocks noGrp="1"/>
          </p:cNvSpPr>
          <p:nvPr/>
        </p:nvSpPr>
        <p:spPr>
          <a:xfrm>
            <a:off x="835726" y="6190181"/>
            <a:ext cx="550633" cy="26025"/>
          </a:xfrm>
          <a:custGeom>
            <a:avLst/>
            <a:gdLst/>
            <a:ahLst/>
            <a:cxnLst/>
            <a:rect l="0" t="0" r="0" b="0"/>
            <a:pathLst>
              <a:path w="550633" h="26025">
                <a:moveTo>
                  <a:pt x="0" y="0"/>
                </a:moveTo>
                <a:lnTo>
                  <a:pt x="31334" y="7027"/>
                </a:lnTo>
                <a:lnTo>
                  <a:pt x="65314" y="12951"/>
                </a:lnTo>
                <a:lnTo>
                  <a:pt x="101940" y="17772"/>
                </a:lnTo>
                <a:lnTo>
                  <a:pt x="141211" y="21490"/>
                </a:lnTo>
                <a:lnTo>
                  <a:pt x="183128" y="24105"/>
                </a:lnTo>
                <a:lnTo>
                  <a:pt x="227692" y="25617"/>
                </a:lnTo>
                <a:lnTo>
                  <a:pt x="274901" y="26025"/>
                </a:lnTo>
                <a:lnTo>
                  <a:pt x="324755" y="25331"/>
                </a:lnTo>
                <a:lnTo>
                  <a:pt x="377256" y="23533"/>
                </a:lnTo>
                <a:lnTo>
                  <a:pt x="432403" y="20632"/>
                </a:lnTo>
                <a:lnTo>
                  <a:pt x="490195" y="16628"/>
                </a:lnTo>
                <a:lnTo>
                  <a:pt x="550633" y="11521"/>
                </a:lnTo>
              </a:path>
            </a:pathLst>
          </a:custGeom>
          <a:noFill/>
          <a:ln w="4953">
            <a:solidFill>
              <a:srgbClr val="4B68CF">
                <a:alpha val="12000"/>
              </a:srgbClr>
            </a:solidFill>
            <a:prstDash val="solid"/>
          </a:ln>
        </p:spPr>
      </p:sp>
      <p:sp>
        <p:nvSpPr>
          <p:cNvPr id="43" name="knowledge-edge">
            <a:extLst>
              <a:ext uri="{FF2B5EF4-FFF2-40B4-BE49-F238E27FC236}">
                <a16:creationId xmlns:a16="http://schemas.microsoft.com/office/drawing/2014/main" id="{1648B59B-3B91-4CE9-A442-31721A3319B0}"/>
              </a:ext>
            </a:extLst>
          </p:cNvPr>
          <p:cNvSpPr>
            <a:spLocks noGrp="1"/>
          </p:cNvSpPr>
          <p:nvPr/>
        </p:nvSpPr>
        <p:spPr>
          <a:xfrm>
            <a:off x="1067068" y="6241156"/>
            <a:ext cx="234919" cy="128477"/>
          </a:xfrm>
          <a:custGeom>
            <a:avLst/>
            <a:gdLst/>
            <a:ahLst/>
            <a:cxnLst/>
            <a:rect l="0" t="0" r="0" b="0"/>
            <a:pathLst>
              <a:path w="234919" h="128477">
                <a:moveTo>
                  <a:pt x="0" y="0"/>
                </a:moveTo>
                <a:lnTo>
                  <a:pt x="16780" y="25241"/>
                </a:lnTo>
                <a:lnTo>
                  <a:pt x="33560" y="47727"/>
                </a:lnTo>
                <a:lnTo>
                  <a:pt x="50340" y="67460"/>
                </a:lnTo>
                <a:lnTo>
                  <a:pt x="67120" y="84439"/>
                </a:lnTo>
                <a:lnTo>
                  <a:pt x="83900" y="98663"/>
                </a:lnTo>
                <a:lnTo>
                  <a:pt x="100680" y="110134"/>
                </a:lnTo>
                <a:lnTo>
                  <a:pt x="117460" y="118851"/>
                </a:lnTo>
                <a:lnTo>
                  <a:pt x="134240" y="124813"/>
                </a:lnTo>
                <a:lnTo>
                  <a:pt x="151020" y="128022"/>
                </a:lnTo>
                <a:lnTo>
                  <a:pt x="167800" y="128477"/>
                </a:lnTo>
                <a:lnTo>
                  <a:pt x="184579" y="126178"/>
                </a:lnTo>
                <a:lnTo>
                  <a:pt x="201359" y="121124"/>
                </a:lnTo>
                <a:lnTo>
                  <a:pt x="218139" y="113317"/>
                </a:lnTo>
                <a:lnTo>
                  <a:pt x="234919" y="102756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4" name="knowledge-cross-edge">
            <a:extLst>
              <a:ext uri="{FF2B5EF4-FFF2-40B4-BE49-F238E27FC236}">
                <a16:creationId xmlns:a16="http://schemas.microsoft.com/office/drawing/2014/main" id="{5FABDB77-26FD-41C1-A076-54B266AD5D65}"/>
              </a:ext>
            </a:extLst>
          </p:cNvPr>
          <p:cNvSpPr>
            <a:spLocks noGrp="1"/>
          </p:cNvSpPr>
          <p:nvPr/>
        </p:nvSpPr>
        <p:spPr>
          <a:xfrm>
            <a:off x="1067068" y="6224722"/>
            <a:ext cx="168509" cy="441036"/>
          </a:xfrm>
          <a:custGeom>
            <a:avLst/>
            <a:gdLst/>
            <a:ahLst/>
            <a:cxnLst/>
            <a:rect l="0" t="0" r="0" b="0"/>
            <a:pathLst>
              <a:path w="168509" h="441036">
                <a:moveTo>
                  <a:pt x="0" y="16434"/>
                </a:moveTo>
                <a:lnTo>
                  <a:pt x="28548" y="3857"/>
                </a:lnTo>
                <a:lnTo>
                  <a:pt x="54450" y="0"/>
                </a:lnTo>
                <a:lnTo>
                  <a:pt x="77707" y="4863"/>
                </a:lnTo>
                <a:lnTo>
                  <a:pt x="98318" y="18446"/>
                </a:lnTo>
                <a:lnTo>
                  <a:pt x="116282" y="40749"/>
                </a:lnTo>
                <a:lnTo>
                  <a:pt x="131601" y="71773"/>
                </a:lnTo>
                <a:lnTo>
                  <a:pt x="144275" y="111516"/>
                </a:lnTo>
                <a:lnTo>
                  <a:pt x="154302" y="159980"/>
                </a:lnTo>
                <a:lnTo>
                  <a:pt x="161683" y="217163"/>
                </a:lnTo>
                <a:lnTo>
                  <a:pt x="166419" y="283067"/>
                </a:lnTo>
                <a:lnTo>
                  <a:pt x="168509" y="357691"/>
                </a:lnTo>
                <a:lnTo>
                  <a:pt x="167953" y="441036"/>
                </a:lnTo>
              </a:path>
            </a:pathLst>
          </a:custGeom>
          <a:noFill/>
          <a:ln w="5334">
            <a:solidFill>
              <a:srgbClr val="4B68CF">
                <a:alpha val="13000"/>
              </a:srgbClr>
            </a:solidFill>
            <a:prstDash val="solid"/>
          </a:ln>
        </p:spPr>
      </p:sp>
      <p:sp>
        <p:nvSpPr>
          <p:cNvPr id="45" name="knowledge-edge">
            <a:extLst>
              <a:ext uri="{FF2B5EF4-FFF2-40B4-BE49-F238E27FC236}">
                <a16:creationId xmlns:a16="http://schemas.microsoft.com/office/drawing/2014/main" id="{68EC9806-E36F-4D29-9E2A-BDB4872103FA}"/>
              </a:ext>
            </a:extLst>
          </p:cNvPr>
          <p:cNvSpPr>
            <a:spLocks noGrp="1"/>
          </p:cNvSpPr>
          <p:nvPr/>
        </p:nvSpPr>
        <p:spPr>
          <a:xfrm>
            <a:off x="856187" y="6592489"/>
            <a:ext cx="378834" cy="85037"/>
          </a:xfrm>
          <a:custGeom>
            <a:avLst/>
            <a:gdLst/>
            <a:ahLst/>
            <a:cxnLst/>
            <a:rect l="0" t="0" r="0" b="0"/>
            <a:pathLst>
              <a:path w="378834" h="85037">
                <a:moveTo>
                  <a:pt x="0" y="0"/>
                </a:moveTo>
                <a:lnTo>
                  <a:pt x="27060" y="15862"/>
                </a:lnTo>
                <a:lnTo>
                  <a:pt x="54119" y="30088"/>
                </a:lnTo>
                <a:lnTo>
                  <a:pt x="81179" y="42680"/>
                </a:lnTo>
                <a:lnTo>
                  <a:pt x="108238" y="53636"/>
                </a:lnTo>
                <a:lnTo>
                  <a:pt x="135298" y="62958"/>
                </a:lnTo>
                <a:lnTo>
                  <a:pt x="162357" y="70644"/>
                </a:lnTo>
                <a:lnTo>
                  <a:pt x="189417" y="76695"/>
                </a:lnTo>
                <a:lnTo>
                  <a:pt x="216477" y="81111"/>
                </a:lnTo>
                <a:lnTo>
                  <a:pt x="243536" y="83891"/>
                </a:lnTo>
                <a:lnTo>
                  <a:pt x="270596" y="85037"/>
                </a:lnTo>
                <a:lnTo>
                  <a:pt x="297655" y="84548"/>
                </a:lnTo>
                <a:lnTo>
                  <a:pt x="324715" y="82423"/>
                </a:lnTo>
                <a:lnTo>
                  <a:pt x="351775" y="78663"/>
                </a:lnTo>
                <a:lnTo>
                  <a:pt x="378834" y="73268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6" name="knowledge-long-edge">
            <a:extLst>
              <a:ext uri="{FF2B5EF4-FFF2-40B4-BE49-F238E27FC236}">
                <a16:creationId xmlns:a16="http://schemas.microsoft.com/office/drawing/2014/main" id="{E694509A-37B8-445D-AC3A-E7E881B7C93F}"/>
              </a:ext>
            </a:extLst>
          </p:cNvPr>
          <p:cNvSpPr>
            <a:spLocks noGrp="1"/>
          </p:cNvSpPr>
          <p:nvPr/>
        </p:nvSpPr>
        <p:spPr>
          <a:xfrm>
            <a:off x="856187" y="6310300"/>
            <a:ext cx="941615" cy="282189"/>
          </a:xfrm>
          <a:custGeom>
            <a:avLst/>
            <a:gdLst/>
            <a:ahLst/>
            <a:cxnLst/>
            <a:rect l="0" t="0" r="0" b="0"/>
            <a:pathLst>
              <a:path w="941615" h="282189">
                <a:moveTo>
                  <a:pt x="0" y="282189"/>
                </a:moveTo>
                <a:lnTo>
                  <a:pt x="58851" y="219348"/>
                </a:lnTo>
                <a:lnTo>
                  <a:pt x="117702" y="164383"/>
                </a:lnTo>
                <a:lnTo>
                  <a:pt x="176553" y="117294"/>
                </a:lnTo>
                <a:lnTo>
                  <a:pt x="235404" y="78082"/>
                </a:lnTo>
                <a:lnTo>
                  <a:pt x="294255" y="46747"/>
                </a:lnTo>
                <a:lnTo>
                  <a:pt x="353106" y="23288"/>
                </a:lnTo>
                <a:lnTo>
                  <a:pt x="411957" y="7706"/>
                </a:lnTo>
                <a:lnTo>
                  <a:pt x="470807" y="0"/>
                </a:lnTo>
                <a:lnTo>
                  <a:pt x="529658" y="171"/>
                </a:lnTo>
                <a:lnTo>
                  <a:pt x="588509" y="8218"/>
                </a:lnTo>
                <a:lnTo>
                  <a:pt x="647360" y="24142"/>
                </a:lnTo>
                <a:lnTo>
                  <a:pt x="706211" y="47942"/>
                </a:lnTo>
                <a:lnTo>
                  <a:pt x="765062" y="79619"/>
                </a:lnTo>
                <a:lnTo>
                  <a:pt x="823913" y="119173"/>
                </a:lnTo>
                <a:lnTo>
                  <a:pt x="882764" y="166603"/>
                </a:lnTo>
                <a:lnTo>
                  <a:pt x="941615" y="221910"/>
                </a:lnTo>
              </a:path>
            </a:pathLst>
          </a:custGeom>
          <a:noFill/>
          <a:ln w="4286">
            <a:solidFill>
              <a:srgbClr val="4B68CF">
                <a:alpha val="9000"/>
              </a:srgbClr>
            </a:solidFill>
            <a:prstDash val="solid"/>
          </a:ln>
        </p:spPr>
      </p:sp>
      <p:sp>
        <p:nvSpPr>
          <p:cNvPr id="47" name="knowledge-edge">
            <a:extLst>
              <a:ext uri="{FF2B5EF4-FFF2-40B4-BE49-F238E27FC236}">
                <a16:creationId xmlns:a16="http://schemas.microsoft.com/office/drawing/2014/main" id="{A206160C-310D-47A9-9BFB-B6FBC467CAFD}"/>
              </a:ext>
            </a:extLst>
          </p:cNvPr>
          <p:cNvSpPr>
            <a:spLocks noGrp="1"/>
          </p:cNvSpPr>
          <p:nvPr/>
        </p:nvSpPr>
        <p:spPr>
          <a:xfrm>
            <a:off x="1073579" y="6896950"/>
            <a:ext cx="318879" cy="191448"/>
          </a:xfrm>
          <a:custGeom>
            <a:avLst/>
            <a:gdLst/>
            <a:ahLst/>
            <a:cxnLst/>
            <a:rect l="0" t="0" r="0" b="0"/>
            <a:pathLst>
              <a:path w="318879" h="191448">
                <a:moveTo>
                  <a:pt x="0" y="0"/>
                </a:moveTo>
                <a:lnTo>
                  <a:pt x="22777" y="31580"/>
                </a:lnTo>
                <a:lnTo>
                  <a:pt x="45554" y="60318"/>
                </a:lnTo>
                <a:lnTo>
                  <a:pt x="68331" y="86216"/>
                </a:lnTo>
                <a:lnTo>
                  <a:pt x="91108" y="109273"/>
                </a:lnTo>
                <a:lnTo>
                  <a:pt x="113886" y="129488"/>
                </a:lnTo>
                <a:lnTo>
                  <a:pt x="136663" y="146863"/>
                </a:lnTo>
                <a:lnTo>
                  <a:pt x="159440" y="161396"/>
                </a:lnTo>
                <a:lnTo>
                  <a:pt x="182217" y="173089"/>
                </a:lnTo>
                <a:lnTo>
                  <a:pt x="204994" y="181940"/>
                </a:lnTo>
                <a:lnTo>
                  <a:pt x="227771" y="187950"/>
                </a:lnTo>
                <a:lnTo>
                  <a:pt x="250548" y="191119"/>
                </a:lnTo>
                <a:lnTo>
                  <a:pt x="273325" y="191448"/>
                </a:lnTo>
                <a:lnTo>
                  <a:pt x="296102" y="188935"/>
                </a:lnTo>
                <a:lnTo>
                  <a:pt x="318879" y="183581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8" name="knowledge-long-edge">
            <a:extLst>
              <a:ext uri="{FF2B5EF4-FFF2-40B4-BE49-F238E27FC236}">
                <a16:creationId xmlns:a16="http://schemas.microsoft.com/office/drawing/2014/main" id="{58D059FC-E740-43B6-AA34-5D68CBF63969}"/>
              </a:ext>
            </a:extLst>
          </p:cNvPr>
          <p:cNvSpPr>
            <a:spLocks noGrp="1"/>
          </p:cNvSpPr>
          <p:nvPr/>
        </p:nvSpPr>
        <p:spPr>
          <a:xfrm>
            <a:off x="1073579" y="6620322"/>
            <a:ext cx="752858" cy="276628"/>
          </a:xfrm>
          <a:custGeom>
            <a:avLst/>
            <a:gdLst/>
            <a:ahLst/>
            <a:cxnLst/>
            <a:rect l="0" t="0" r="0" b="0"/>
            <a:pathLst>
              <a:path w="752858" h="276628">
                <a:moveTo>
                  <a:pt x="0" y="276628"/>
                </a:moveTo>
                <a:lnTo>
                  <a:pt x="47054" y="212100"/>
                </a:lnTo>
                <a:lnTo>
                  <a:pt x="94107" y="156129"/>
                </a:lnTo>
                <a:lnTo>
                  <a:pt x="141161" y="108715"/>
                </a:lnTo>
                <a:lnTo>
                  <a:pt x="188214" y="69858"/>
                </a:lnTo>
                <a:lnTo>
                  <a:pt x="235268" y="39558"/>
                </a:lnTo>
                <a:lnTo>
                  <a:pt x="282322" y="17815"/>
                </a:lnTo>
                <a:lnTo>
                  <a:pt x="329375" y="4629"/>
                </a:lnTo>
                <a:lnTo>
                  <a:pt x="376429" y="0"/>
                </a:lnTo>
                <a:lnTo>
                  <a:pt x="423482" y="3928"/>
                </a:lnTo>
                <a:lnTo>
                  <a:pt x="470536" y="16413"/>
                </a:lnTo>
                <a:lnTo>
                  <a:pt x="517590" y="37455"/>
                </a:lnTo>
                <a:lnTo>
                  <a:pt x="564643" y="67055"/>
                </a:lnTo>
                <a:lnTo>
                  <a:pt x="611697" y="105211"/>
                </a:lnTo>
                <a:lnTo>
                  <a:pt x="658750" y="151924"/>
                </a:lnTo>
                <a:lnTo>
                  <a:pt x="705804" y="207194"/>
                </a:lnTo>
                <a:lnTo>
                  <a:pt x="752858" y="271022"/>
                </a:lnTo>
              </a:path>
            </a:pathLst>
          </a:custGeom>
          <a:noFill/>
          <a:ln w="4286">
            <a:solidFill>
              <a:srgbClr val="4B68CF">
                <a:alpha val="9000"/>
              </a:srgbClr>
            </a:solidFill>
            <a:prstDash val="solid"/>
          </a:ln>
        </p:spPr>
      </p:sp>
      <p:sp>
        <p:nvSpPr>
          <p:cNvPr id="49" name="knowledge-edge">
            <a:extLst>
              <a:ext uri="{FF2B5EF4-FFF2-40B4-BE49-F238E27FC236}">
                <a16:creationId xmlns:a16="http://schemas.microsoft.com/office/drawing/2014/main" id="{A33AA969-A217-4DAB-AA86-A493862647DE}"/>
              </a:ext>
            </a:extLst>
          </p:cNvPr>
          <p:cNvSpPr>
            <a:spLocks noGrp="1"/>
          </p:cNvSpPr>
          <p:nvPr/>
        </p:nvSpPr>
        <p:spPr>
          <a:xfrm>
            <a:off x="1302145" y="5990205"/>
            <a:ext cx="328301" cy="90642"/>
          </a:xfrm>
          <a:custGeom>
            <a:avLst/>
            <a:gdLst/>
            <a:ahLst/>
            <a:cxnLst/>
            <a:rect l="0" t="0" r="0" b="0"/>
            <a:pathLst>
              <a:path w="328301" h="90642">
                <a:moveTo>
                  <a:pt x="0" y="81194"/>
                </a:moveTo>
                <a:lnTo>
                  <a:pt x="23450" y="85971"/>
                </a:lnTo>
                <a:lnTo>
                  <a:pt x="46900" y="89120"/>
                </a:lnTo>
                <a:lnTo>
                  <a:pt x="70350" y="90642"/>
                </a:lnTo>
                <a:lnTo>
                  <a:pt x="93800" y="90537"/>
                </a:lnTo>
                <a:lnTo>
                  <a:pt x="117250" y="88805"/>
                </a:lnTo>
                <a:lnTo>
                  <a:pt x="140701" y="85446"/>
                </a:lnTo>
                <a:lnTo>
                  <a:pt x="164151" y="80460"/>
                </a:lnTo>
                <a:lnTo>
                  <a:pt x="187601" y="73847"/>
                </a:lnTo>
                <a:lnTo>
                  <a:pt x="211051" y="65607"/>
                </a:lnTo>
                <a:lnTo>
                  <a:pt x="234501" y="55740"/>
                </a:lnTo>
                <a:lnTo>
                  <a:pt x="257951" y="44245"/>
                </a:lnTo>
                <a:lnTo>
                  <a:pt x="281401" y="31124"/>
                </a:lnTo>
                <a:lnTo>
                  <a:pt x="304851" y="16376"/>
                </a:lnTo>
                <a:lnTo>
                  <a:pt x="328301" y="0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0" name="knowledge-cross-edge">
            <a:extLst>
              <a:ext uri="{FF2B5EF4-FFF2-40B4-BE49-F238E27FC236}">
                <a16:creationId xmlns:a16="http://schemas.microsoft.com/office/drawing/2014/main" id="{412C3E38-92A7-420F-8C06-8C2B2EC92857}"/>
              </a:ext>
            </a:extLst>
          </p:cNvPr>
          <p:cNvSpPr>
            <a:spLocks noGrp="1"/>
          </p:cNvSpPr>
          <p:nvPr/>
        </p:nvSpPr>
        <p:spPr>
          <a:xfrm>
            <a:off x="1302145" y="6012388"/>
            <a:ext cx="549580" cy="73780"/>
          </a:xfrm>
          <a:custGeom>
            <a:avLst/>
            <a:gdLst/>
            <a:ahLst/>
            <a:cxnLst/>
            <a:rect l="0" t="0" r="0" b="0"/>
            <a:pathLst>
              <a:path w="549580" h="73780">
                <a:moveTo>
                  <a:pt x="0" y="59012"/>
                </a:moveTo>
                <a:lnTo>
                  <a:pt x="60350" y="39955"/>
                </a:lnTo>
                <a:lnTo>
                  <a:pt x="118055" y="24586"/>
                </a:lnTo>
                <a:lnTo>
                  <a:pt x="173114" y="12907"/>
                </a:lnTo>
                <a:lnTo>
                  <a:pt x="225527" y="4916"/>
                </a:lnTo>
                <a:lnTo>
                  <a:pt x="275294" y="614"/>
                </a:lnTo>
                <a:lnTo>
                  <a:pt x="322415" y="0"/>
                </a:lnTo>
                <a:lnTo>
                  <a:pt x="366891" y="3075"/>
                </a:lnTo>
                <a:lnTo>
                  <a:pt x="408720" y="9839"/>
                </a:lnTo>
                <a:lnTo>
                  <a:pt x="447904" y="20291"/>
                </a:lnTo>
                <a:lnTo>
                  <a:pt x="484442" y="34432"/>
                </a:lnTo>
                <a:lnTo>
                  <a:pt x="518334" y="52262"/>
                </a:lnTo>
                <a:lnTo>
                  <a:pt x="549580" y="73780"/>
                </a:lnTo>
              </a:path>
            </a:pathLst>
          </a:custGeom>
          <a:noFill/>
          <a:ln w="5334">
            <a:solidFill>
              <a:srgbClr val="4D5FC3">
                <a:alpha val="13000"/>
              </a:srgbClr>
            </a:solidFill>
            <a:prstDash val="solid"/>
          </a:ln>
        </p:spPr>
      </p:sp>
      <p:sp>
        <p:nvSpPr>
          <p:cNvPr id="51" name="knowledge-edge">
            <a:extLst>
              <a:ext uri="{FF2B5EF4-FFF2-40B4-BE49-F238E27FC236}">
                <a16:creationId xmlns:a16="http://schemas.microsoft.com/office/drawing/2014/main" id="{B09B7890-E652-4570-AC3F-CCE3B79B5200}"/>
              </a:ext>
            </a:extLst>
          </p:cNvPr>
          <p:cNvSpPr>
            <a:spLocks noGrp="1"/>
          </p:cNvSpPr>
          <p:nvPr/>
        </p:nvSpPr>
        <p:spPr>
          <a:xfrm>
            <a:off x="1221930" y="6086168"/>
            <a:ext cx="629795" cy="132805"/>
          </a:xfrm>
          <a:custGeom>
            <a:avLst/>
            <a:gdLst/>
            <a:ahLst/>
            <a:cxnLst/>
            <a:rect l="0" t="0" r="0" b="0"/>
            <a:pathLst>
              <a:path w="629795" h="132805">
                <a:moveTo>
                  <a:pt x="0" y="132805"/>
                </a:moveTo>
                <a:lnTo>
                  <a:pt x="44985" y="117487"/>
                </a:lnTo>
                <a:lnTo>
                  <a:pt x="89971" y="103066"/>
                </a:lnTo>
                <a:lnTo>
                  <a:pt x="134956" y="89542"/>
                </a:lnTo>
                <a:lnTo>
                  <a:pt x="179942" y="76916"/>
                </a:lnTo>
                <a:lnTo>
                  <a:pt x="224927" y="65186"/>
                </a:lnTo>
                <a:lnTo>
                  <a:pt x="269912" y="54354"/>
                </a:lnTo>
                <a:lnTo>
                  <a:pt x="314898" y="44420"/>
                </a:lnTo>
                <a:lnTo>
                  <a:pt x="359883" y="35382"/>
                </a:lnTo>
                <a:lnTo>
                  <a:pt x="404869" y="27242"/>
                </a:lnTo>
                <a:lnTo>
                  <a:pt x="449854" y="19999"/>
                </a:lnTo>
                <a:lnTo>
                  <a:pt x="494839" y="13654"/>
                </a:lnTo>
                <a:lnTo>
                  <a:pt x="539825" y="8205"/>
                </a:lnTo>
                <a:lnTo>
                  <a:pt x="584810" y="3654"/>
                </a:lnTo>
                <a:lnTo>
                  <a:pt x="629795" y="0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2" name="knowledge-cross-edge">
            <a:extLst>
              <a:ext uri="{FF2B5EF4-FFF2-40B4-BE49-F238E27FC236}">
                <a16:creationId xmlns:a16="http://schemas.microsoft.com/office/drawing/2014/main" id="{BBA18745-42CE-4E1A-AF24-1FAA076626ED}"/>
              </a:ext>
            </a:extLst>
          </p:cNvPr>
          <p:cNvSpPr>
            <a:spLocks noGrp="1"/>
          </p:cNvSpPr>
          <p:nvPr/>
        </p:nvSpPr>
        <p:spPr>
          <a:xfrm>
            <a:off x="1221930" y="6218973"/>
            <a:ext cx="613975" cy="37468"/>
          </a:xfrm>
          <a:custGeom>
            <a:avLst/>
            <a:gdLst/>
            <a:ahLst/>
            <a:cxnLst/>
            <a:rect l="0" t="0" r="0" b="0"/>
            <a:pathLst>
              <a:path w="613975" h="37468">
                <a:moveTo>
                  <a:pt x="0" y="0"/>
                </a:moveTo>
                <a:lnTo>
                  <a:pt x="65717" y="10788"/>
                </a:lnTo>
                <a:lnTo>
                  <a:pt x="128787" y="19759"/>
                </a:lnTo>
                <a:lnTo>
                  <a:pt x="189212" y="26912"/>
                </a:lnTo>
                <a:lnTo>
                  <a:pt x="246992" y="32248"/>
                </a:lnTo>
                <a:lnTo>
                  <a:pt x="302125" y="35767"/>
                </a:lnTo>
                <a:lnTo>
                  <a:pt x="354612" y="37468"/>
                </a:lnTo>
                <a:lnTo>
                  <a:pt x="404454" y="37352"/>
                </a:lnTo>
                <a:lnTo>
                  <a:pt x="451650" y="35419"/>
                </a:lnTo>
                <a:lnTo>
                  <a:pt x="496200" y="31668"/>
                </a:lnTo>
                <a:lnTo>
                  <a:pt x="538104" y="26100"/>
                </a:lnTo>
                <a:lnTo>
                  <a:pt x="577362" y="18715"/>
                </a:lnTo>
                <a:lnTo>
                  <a:pt x="613975" y="9513"/>
                </a:lnTo>
              </a:path>
            </a:pathLst>
          </a:custGeom>
          <a:noFill/>
          <a:ln w="5334">
            <a:solidFill>
              <a:srgbClr val="4D5FC3">
                <a:alpha val="13000"/>
              </a:srgbClr>
            </a:solidFill>
            <a:prstDash val="solid"/>
          </a:ln>
        </p:spPr>
      </p:sp>
      <p:sp>
        <p:nvSpPr>
          <p:cNvPr id="53" name="knowledge-edge">
            <a:extLst>
              <a:ext uri="{FF2B5EF4-FFF2-40B4-BE49-F238E27FC236}">
                <a16:creationId xmlns:a16="http://schemas.microsoft.com/office/drawing/2014/main" id="{9E676916-5D34-47C0-9220-A49BC7CB45E9}"/>
              </a:ext>
            </a:extLst>
          </p:cNvPr>
          <p:cNvSpPr>
            <a:spLocks noGrp="1"/>
          </p:cNvSpPr>
          <p:nvPr/>
        </p:nvSpPr>
        <p:spPr>
          <a:xfrm>
            <a:off x="1386360" y="6169797"/>
            <a:ext cx="449545" cy="58689"/>
          </a:xfrm>
          <a:custGeom>
            <a:avLst/>
            <a:gdLst/>
            <a:ahLst/>
            <a:cxnLst/>
            <a:rect l="0" t="0" r="0" b="0"/>
            <a:pathLst>
              <a:path w="449545" h="58689">
                <a:moveTo>
                  <a:pt x="0" y="31905"/>
                </a:moveTo>
                <a:lnTo>
                  <a:pt x="32110" y="22068"/>
                </a:lnTo>
                <a:lnTo>
                  <a:pt x="64221" y="14039"/>
                </a:lnTo>
                <a:lnTo>
                  <a:pt x="96331" y="7818"/>
                </a:lnTo>
                <a:lnTo>
                  <a:pt x="128441" y="3404"/>
                </a:lnTo>
                <a:lnTo>
                  <a:pt x="160552" y="798"/>
                </a:lnTo>
                <a:lnTo>
                  <a:pt x="192662" y="0"/>
                </a:lnTo>
                <a:lnTo>
                  <a:pt x="224773" y="1009"/>
                </a:lnTo>
                <a:lnTo>
                  <a:pt x="256883" y="3826"/>
                </a:lnTo>
                <a:lnTo>
                  <a:pt x="288993" y="8451"/>
                </a:lnTo>
                <a:lnTo>
                  <a:pt x="321104" y="14883"/>
                </a:lnTo>
                <a:lnTo>
                  <a:pt x="353214" y="23123"/>
                </a:lnTo>
                <a:lnTo>
                  <a:pt x="385324" y="33171"/>
                </a:lnTo>
                <a:lnTo>
                  <a:pt x="417435" y="45026"/>
                </a:lnTo>
                <a:lnTo>
                  <a:pt x="449545" y="58689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4" name="knowledge-edge">
            <a:extLst>
              <a:ext uri="{FF2B5EF4-FFF2-40B4-BE49-F238E27FC236}">
                <a16:creationId xmlns:a16="http://schemas.microsoft.com/office/drawing/2014/main" id="{7B6F5DCC-AE94-474F-8FE9-0EF6C9F308A0}"/>
              </a:ext>
            </a:extLst>
          </p:cNvPr>
          <p:cNvSpPr>
            <a:spLocks noGrp="1"/>
          </p:cNvSpPr>
          <p:nvPr/>
        </p:nvSpPr>
        <p:spPr>
          <a:xfrm>
            <a:off x="1329141" y="6190692"/>
            <a:ext cx="463451" cy="125223"/>
          </a:xfrm>
          <a:custGeom>
            <a:avLst/>
            <a:gdLst/>
            <a:ahLst/>
            <a:cxnLst/>
            <a:rect l="0" t="0" r="0" b="0"/>
            <a:pathLst>
              <a:path w="463451" h="125223">
                <a:moveTo>
                  <a:pt x="0" y="125223"/>
                </a:moveTo>
                <a:lnTo>
                  <a:pt x="33104" y="99387"/>
                </a:lnTo>
                <a:lnTo>
                  <a:pt x="66207" y="76532"/>
                </a:lnTo>
                <a:lnTo>
                  <a:pt x="99311" y="56657"/>
                </a:lnTo>
                <a:lnTo>
                  <a:pt x="132415" y="39762"/>
                </a:lnTo>
                <a:lnTo>
                  <a:pt x="165518" y="25849"/>
                </a:lnTo>
                <a:lnTo>
                  <a:pt x="198622" y="14916"/>
                </a:lnTo>
                <a:lnTo>
                  <a:pt x="231725" y="6963"/>
                </a:lnTo>
                <a:lnTo>
                  <a:pt x="264829" y="1991"/>
                </a:lnTo>
                <a:lnTo>
                  <a:pt x="297933" y="0"/>
                </a:lnTo>
                <a:lnTo>
                  <a:pt x="331036" y="989"/>
                </a:lnTo>
                <a:lnTo>
                  <a:pt x="364140" y="4959"/>
                </a:lnTo>
                <a:lnTo>
                  <a:pt x="397244" y="11910"/>
                </a:lnTo>
                <a:lnTo>
                  <a:pt x="430347" y="21841"/>
                </a:lnTo>
                <a:lnTo>
                  <a:pt x="463451" y="34753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5" name="knowledge-edge">
            <a:extLst>
              <a:ext uri="{FF2B5EF4-FFF2-40B4-BE49-F238E27FC236}">
                <a16:creationId xmlns:a16="http://schemas.microsoft.com/office/drawing/2014/main" id="{646D4AE3-EF93-4A8C-B8BC-BE223B132D5D}"/>
              </a:ext>
            </a:extLst>
          </p:cNvPr>
          <p:cNvSpPr>
            <a:spLocks noGrp="1"/>
          </p:cNvSpPr>
          <p:nvPr/>
        </p:nvSpPr>
        <p:spPr>
          <a:xfrm>
            <a:off x="1301988" y="6343912"/>
            <a:ext cx="495814" cy="188297"/>
          </a:xfrm>
          <a:custGeom>
            <a:avLst/>
            <a:gdLst/>
            <a:ahLst/>
            <a:cxnLst/>
            <a:rect l="0" t="0" r="0" b="0"/>
            <a:pathLst>
              <a:path w="495814" h="188297">
                <a:moveTo>
                  <a:pt x="0" y="0"/>
                </a:moveTo>
                <a:lnTo>
                  <a:pt x="35415" y="17803"/>
                </a:lnTo>
                <a:lnTo>
                  <a:pt x="70831" y="34935"/>
                </a:lnTo>
                <a:lnTo>
                  <a:pt x="106246" y="51399"/>
                </a:lnTo>
                <a:lnTo>
                  <a:pt x="141661" y="67192"/>
                </a:lnTo>
                <a:lnTo>
                  <a:pt x="177076" y="82316"/>
                </a:lnTo>
                <a:lnTo>
                  <a:pt x="212492" y="96770"/>
                </a:lnTo>
                <a:lnTo>
                  <a:pt x="247907" y="110555"/>
                </a:lnTo>
                <a:lnTo>
                  <a:pt x="283322" y="123670"/>
                </a:lnTo>
                <a:lnTo>
                  <a:pt x="318738" y="136115"/>
                </a:lnTo>
                <a:lnTo>
                  <a:pt x="354153" y="147891"/>
                </a:lnTo>
                <a:lnTo>
                  <a:pt x="389568" y="158997"/>
                </a:lnTo>
                <a:lnTo>
                  <a:pt x="424984" y="169433"/>
                </a:lnTo>
                <a:lnTo>
                  <a:pt x="460399" y="179200"/>
                </a:lnTo>
                <a:lnTo>
                  <a:pt x="495814" y="188297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6" name="knowledge-long-edge">
            <a:extLst>
              <a:ext uri="{FF2B5EF4-FFF2-40B4-BE49-F238E27FC236}">
                <a16:creationId xmlns:a16="http://schemas.microsoft.com/office/drawing/2014/main" id="{DDB4C10F-5D42-43C2-863D-11D16350770B}"/>
              </a:ext>
            </a:extLst>
          </p:cNvPr>
          <p:cNvSpPr>
            <a:spLocks noGrp="1"/>
          </p:cNvSpPr>
          <p:nvPr/>
        </p:nvSpPr>
        <p:spPr>
          <a:xfrm>
            <a:off x="1301988" y="6154574"/>
            <a:ext cx="979341" cy="774934"/>
          </a:xfrm>
          <a:custGeom>
            <a:avLst/>
            <a:gdLst/>
            <a:ahLst/>
            <a:cxnLst/>
            <a:rect l="0" t="0" r="0" b="0"/>
            <a:pathLst>
              <a:path w="979341" h="774934">
                <a:moveTo>
                  <a:pt x="0" y="189338"/>
                </a:moveTo>
                <a:lnTo>
                  <a:pt x="61209" y="124391"/>
                </a:lnTo>
                <a:lnTo>
                  <a:pt x="122418" y="72984"/>
                </a:lnTo>
                <a:lnTo>
                  <a:pt x="183627" y="35117"/>
                </a:lnTo>
                <a:lnTo>
                  <a:pt x="244835" y="10789"/>
                </a:lnTo>
                <a:lnTo>
                  <a:pt x="306044" y="0"/>
                </a:lnTo>
                <a:lnTo>
                  <a:pt x="367253" y="2751"/>
                </a:lnTo>
                <a:lnTo>
                  <a:pt x="428462" y="19041"/>
                </a:lnTo>
                <a:lnTo>
                  <a:pt x="489671" y="48871"/>
                </a:lnTo>
                <a:lnTo>
                  <a:pt x="550880" y="92241"/>
                </a:lnTo>
                <a:lnTo>
                  <a:pt x="612088" y="149150"/>
                </a:lnTo>
                <a:lnTo>
                  <a:pt x="673297" y="219598"/>
                </a:lnTo>
                <a:lnTo>
                  <a:pt x="734506" y="303587"/>
                </a:lnTo>
                <a:lnTo>
                  <a:pt x="795715" y="401114"/>
                </a:lnTo>
                <a:lnTo>
                  <a:pt x="856924" y="512181"/>
                </a:lnTo>
                <a:lnTo>
                  <a:pt x="918133" y="636788"/>
                </a:lnTo>
                <a:lnTo>
                  <a:pt x="979341" y="774934"/>
                </a:lnTo>
              </a:path>
            </a:pathLst>
          </a:custGeom>
          <a:noFill/>
          <a:ln w="4286">
            <a:solidFill>
              <a:srgbClr val="4D5FC3">
                <a:alpha val="9000"/>
              </a:srgbClr>
            </a:solidFill>
            <a:prstDash val="solid"/>
          </a:ln>
        </p:spPr>
      </p:sp>
      <p:sp>
        <p:nvSpPr>
          <p:cNvPr id="57" name="knowledge-edge">
            <a:extLst>
              <a:ext uri="{FF2B5EF4-FFF2-40B4-BE49-F238E27FC236}">
                <a16:creationId xmlns:a16="http://schemas.microsoft.com/office/drawing/2014/main" id="{128A8140-9E38-409C-9368-18107A9B25F3}"/>
              </a:ext>
            </a:extLst>
          </p:cNvPr>
          <p:cNvSpPr>
            <a:spLocks noGrp="1"/>
          </p:cNvSpPr>
          <p:nvPr/>
        </p:nvSpPr>
        <p:spPr>
          <a:xfrm>
            <a:off x="1235021" y="6663565"/>
            <a:ext cx="591416" cy="227778"/>
          </a:xfrm>
          <a:custGeom>
            <a:avLst/>
            <a:gdLst/>
            <a:ahLst/>
            <a:cxnLst/>
            <a:rect l="0" t="0" r="0" b="0"/>
            <a:pathLst>
              <a:path w="591416" h="227778">
                <a:moveTo>
                  <a:pt x="0" y="2193"/>
                </a:moveTo>
                <a:lnTo>
                  <a:pt x="42244" y="0"/>
                </a:lnTo>
                <a:lnTo>
                  <a:pt x="84488" y="624"/>
                </a:lnTo>
                <a:lnTo>
                  <a:pt x="126732" y="4064"/>
                </a:lnTo>
                <a:lnTo>
                  <a:pt x="168976" y="10320"/>
                </a:lnTo>
                <a:lnTo>
                  <a:pt x="211220" y="19392"/>
                </a:lnTo>
                <a:lnTo>
                  <a:pt x="253464" y="31281"/>
                </a:lnTo>
                <a:lnTo>
                  <a:pt x="295708" y="45986"/>
                </a:lnTo>
                <a:lnTo>
                  <a:pt x="337952" y="63508"/>
                </a:lnTo>
                <a:lnTo>
                  <a:pt x="380196" y="83846"/>
                </a:lnTo>
                <a:lnTo>
                  <a:pt x="422440" y="107000"/>
                </a:lnTo>
                <a:lnTo>
                  <a:pt x="464684" y="132970"/>
                </a:lnTo>
                <a:lnTo>
                  <a:pt x="506928" y="161756"/>
                </a:lnTo>
                <a:lnTo>
                  <a:pt x="549172" y="193359"/>
                </a:lnTo>
                <a:lnTo>
                  <a:pt x="591416" y="227778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8" name="knowledge-cross-edge">
            <a:extLst>
              <a:ext uri="{FF2B5EF4-FFF2-40B4-BE49-F238E27FC236}">
                <a16:creationId xmlns:a16="http://schemas.microsoft.com/office/drawing/2014/main" id="{CCB32197-2451-4BCF-9840-1C1D8B01B785}"/>
              </a:ext>
            </a:extLst>
          </p:cNvPr>
          <p:cNvSpPr>
            <a:spLocks noGrp="1"/>
          </p:cNvSpPr>
          <p:nvPr/>
        </p:nvSpPr>
        <p:spPr>
          <a:xfrm>
            <a:off x="1235021" y="6652709"/>
            <a:ext cx="427204" cy="594140"/>
          </a:xfrm>
          <a:custGeom>
            <a:avLst/>
            <a:gdLst/>
            <a:ahLst/>
            <a:cxnLst/>
            <a:rect l="0" t="0" r="0" b="0"/>
            <a:pathLst>
              <a:path w="427204" h="594140">
                <a:moveTo>
                  <a:pt x="0" y="13049"/>
                </a:moveTo>
                <a:lnTo>
                  <a:pt x="50152" y="1029"/>
                </a:lnTo>
                <a:lnTo>
                  <a:pt x="97659" y="0"/>
                </a:lnTo>
                <a:lnTo>
                  <a:pt x="142520" y="9960"/>
                </a:lnTo>
                <a:lnTo>
                  <a:pt x="184735" y="30910"/>
                </a:lnTo>
                <a:lnTo>
                  <a:pt x="224304" y="62850"/>
                </a:lnTo>
                <a:lnTo>
                  <a:pt x="261227" y="105779"/>
                </a:lnTo>
                <a:lnTo>
                  <a:pt x="295504" y="159699"/>
                </a:lnTo>
                <a:lnTo>
                  <a:pt x="327136" y="224608"/>
                </a:lnTo>
                <a:lnTo>
                  <a:pt x="356122" y="300506"/>
                </a:lnTo>
                <a:lnTo>
                  <a:pt x="382462" y="387395"/>
                </a:lnTo>
                <a:lnTo>
                  <a:pt x="406156" y="485273"/>
                </a:lnTo>
                <a:lnTo>
                  <a:pt x="427204" y="594140"/>
                </a:lnTo>
              </a:path>
            </a:pathLst>
          </a:custGeom>
          <a:noFill/>
          <a:ln w="5334">
            <a:solidFill>
              <a:srgbClr val="4D5FC3">
                <a:alpha val="13000"/>
              </a:srgbClr>
            </a:solidFill>
            <a:prstDash val="solid"/>
          </a:ln>
        </p:spPr>
      </p:sp>
      <p:sp>
        <p:nvSpPr>
          <p:cNvPr id="59" name="knowledge-edge">
            <a:extLst>
              <a:ext uri="{FF2B5EF4-FFF2-40B4-BE49-F238E27FC236}">
                <a16:creationId xmlns:a16="http://schemas.microsoft.com/office/drawing/2014/main" id="{55CB00AD-4498-452D-A9CF-AF5B9EAE1680}"/>
              </a:ext>
            </a:extLst>
          </p:cNvPr>
          <p:cNvSpPr>
            <a:spLocks noGrp="1"/>
          </p:cNvSpPr>
          <p:nvPr/>
        </p:nvSpPr>
        <p:spPr>
          <a:xfrm>
            <a:off x="1392459" y="7080531"/>
            <a:ext cx="269766" cy="166319"/>
          </a:xfrm>
          <a:custGeom>
            <a:avLst/>
            <a:gdLst/>
            <a:ahLst/>
            <a:cxnLst/>
            <a:rect l="0" t="0" r="0" b="0"/>
            <a:pathLst>
              <a:path w="269766" h="166319">
                <a:moveTo>
                  <a:pt x="0" y="0"/>
                </a:moveTo>
                <a:lnTo>
                  <a:pt x="19269" y="68"/>
                </a:lnTo>
                <a:lnTo>
                  <a:pt x="38538" y="1954"/>
                </a:lnTo>
                <a:lnTo>
                  <a:pt x="57807" y="5656"/>
                </a:lnTo>
                <a:lnTo>
                  <a:pt x="77076" y="11176"/>
                </a:lnTo>
                <a:lnTo>
                  <a:pt x="96345" y="18513"/>
                </a:lnTo>
                <a:lnTo>
                  <a:pt x="115614" y="27667"/>
                </a:lnTo>
                <a:lnTo>
                  <a:pt x="134883" y="38639"/>
                </a:lnTo>
                <a:lnTo>
                  <a:pt x="154152" y="51427"/>
                </a:lnTo>
                <a:lnTo>
                  <a:pt x="173421" y="66033"/>
                </a:lnTo>
                <a:lnTo>
                  <a:pt x="192690" y="82456"/>
                </a:lnTo>
                <a:lnTo>
                  <a:pt x="211959" y="100696"/>
                </a:lnTo>
                <a:lnTo>
                  <a:pt x="231228" y="120753"/>
                </a:lnTo>
                <a:lnTo>
                  <a:pt x="250497" y="142627"/>
                </a:lnTo>
                <a:lnTo>
                  <a:pt x="269766" y="166319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60" name="knowledge-edge">
            <a:extLst>
              <a:ext uri="{FF2B5EF4-FFF2-40B4-BE49-F238E27FC236}">
                <a16:creationId xmlns:a16="http://schemas.microsoft.com/office/drawing/2014/main" id="{5A3A6576-5734-49F5-B95D-FF1C23659C50}"/>
              </a:ext>
            </a:extLst>
          </p:cNvPr>
          <p:cNvSpPr>
            <a:spLocks noGrp="1"/>
          </p:cNvSpPr>
          <p:nvPr/>
        </p:nvSpPr>
        <p:spPr>
          <a:xfrm>
            <a:off x="1630447" y="5990205"/>
            <a:ext cx="657243" cy="119245"/>
          </a:xfrm>
          <a:custGeom>
            <a:avLst/>
            <a:gdLst/>
            <a:ahLst/>
            <a:cxnLst/>
            <a:rect l="0" t="0" r="0" b="0"/>
            <a:pathLst>
              <a:path w="657243" h="119245">
                <a:moveTo>
                  <a:pt x="0" y="0"/>
                </a:moveTo>
                <a:lnTo>
                  <a:pt x="46946" y="16197"/>
                </a:lnTo>
                <a:lnTo>
                  <a:pt x="93892" y="31212"/>
                </a:lnTo>
                <a:lnTo>
                  <a:pt x="140838" y="45047"/>
                </a:lnTo>
                <a:lnTo>
                  <a:pt x="187784" y="57699"/>
                </a:lnTo>
                <a:lnTo>
                  <a:pt x="234730" y="69170"/>
                </a:lnTo>
                <a:lnTo>
                  <a:pt x="281676" y="79460"/>
                </a:lnTo>
                <a:lnTo>
                  <a:pt x="328622" y="88568"/>
                </a:lnTo>
                <a:lnTo>
                  <a:pt x="375568" y="96495"/>
                </a:lnTo>
                <a:lnTo>
                  <a:pt x="422514" y="103240"/>
                </a:lnTo>
                <a:lnTo>
                  <a:pt x="469459" y="108804"/>
                </a:lnTo>
                <a:lnTo>
                  <a:pt x="516405" y="113187"/>
                </a:lnTo>
                <a:lnTo>
                  <a:pt x="563351" y="116388"/>
                </a:lnTo>
                <a:lnTo>
                  <a:pt x="610297" y="118407"/>
                </a:lnTo>
                <a:lnTo>
                  <a:pt x="657243" y="119245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61" name="knowledge-long-edge">
            <a:extLst>
              <a:ext uri="{FF2B5EF4-FFF2-40B4-BE49-F238E27FC236}">
                <a16:creationId xmlns:a16="http://schemas.microsoft.com/office/drawing/2014/main" id="{2F459B6B-05B5-4A24-B7F5-63309FCB13DB}"/>
              </a:ext>
            </a:extLst>
          </p:cNvPr>
          <p:cNvSpPr>
            <a:spLocks noGrp="1"/>
          </p:cNvSpPr>
          <p:nvPr/>
        </p:nvSpPr>
        <p:spPr>
          <a:xfrm>
            <a:off x="1630447" y="5785986"/>
            <a:ext cx="829167" cy="307760"/>
          </a:xfrm>
          <a:custGeom>
            <a:avLst/>
            <a:gdLst/>
            <a:ahLst/>
            <a:cxnLst/>
            <a:rect l="0" t="0" r="0" b="0"/>
            <a:pathLst>
              <a:path w="829167" h="307760">
                <a:moveTo>
                  <a:pt x="0" y="204219"/>
                </a:moveTo>
                <a:lnTo>
                  <a:pt x="51823" y="151282"/>
                </a:lnTo>
                <a:lnTo>
                  <a:pt x="103646" y="106265"/>
                </a:lnTo>
                <a:lnTo>
                  <a:pt x="155469" y="69170"/>
                </a:lnTo>
                <a:lnTo>
                  <a:pt x="207292" y="39995"/>
                </a:lnTo>
                <a:lnTo>
                  <a:pt x="259115" y="18742"/>
                </a:lnTo>
                <a:lnTo>
                  <a:pt x="310938" y="5411"/>
                </a:lnTo>
                <a:lnTo>
                  <a:pt x="362761" y="0"/>
                </a:lnTo>
                <a:lnTo>
                  <a:pt x="414584" y="2511"/>
                </a:lnTo>
                <a:lnTo>
                  <a:pt x="466407" y="12943"/>
                </a:lnTo>
                <a:lnTo>
                  <a:pt x="518229" y="31296"/>
                </a:lnTo>
                <a:lnTo>
                  <a:pt x="570052" y="57570"/>
                </a:lnTo>
                <a:lnTo>
                  <a:pt x="621875" y="91766"/>
                </a:lnTo>
                <a:lnTo>
                  <a:pt x="673698" y="133882"/>
                </a:lnTo>
                <a:lnTo>
                  <a:pt x="725521" y="183920"/>
                </a:lnTo>
                <a:lnTo>
                  <a:pt x="777344" y="241880"/>
                </a:lnTo>
                <a:lnTo>
                  <a:pt x="829167" y="307760"/>
                </a:lnTo>
              </a:path>
            </a:pathLst>
          </a:custGeom>
          <a:noFill/>
          <a:ln w="4286">
            <a:solidFill>
              <a:srgbClr val="5055B7">
                <a:alpha val="9000"/>
              </a:srgbClr>
            </a:solidFill>
            <a:prstDash val="solid"/>
          </a:ln>
        </p:spPr>
      </p:sp>
      <p:sp>
        <p:nvSpPr>
          <p:cNvPr id="62" name="knowledge-edge">
            <a:extLst>
              <a:ext uri="{FF2B5EF4-FFF2-40B4-BE49-F238E27FC236}">
                <a16:creationId xmlns:a16="http://schemas.microsoft.com/office/drawing/2014/main" id="{232387F9-61C5-4118-8FFC-70B85F70D9DE}"/>
              </a:ext>
            </a:extLst>
          </p:cNvPr>
          <p:cNvSpPr>
            <a:spLocks noGrp="1"/>
          </p:cNvSpPr>
          <p:nvPr/>
        </p:nvSpPr>
        <p:spPr>
          <a:xfrm>
            <a:off x="1851725" y="6085954"/>
            <a:ext cx="366653" cy="72279"/>
          </a:xfrm>
          <a:custGeom>
            <a:avLst/>
            <a:gdLst/>
            <a:ahLst/>
            <a:cxnLst/>
            <a:rect l="0" t="0" r="0" b="0"/>
            <a:pathLst>
              <a:path w="366653" h="72279">
                <a:moveTo>
                  <a:pt x="0" y="214"/>
                </a:moveTo>
                <a:lnTo>
                  <a:pt x="26190" y="0"/>
                </a:lnTo>
                <a:lnTo>
                  <a:pt x="52379" y="611"/>
                </a:lnTo>
                <a:lnTo>
                  <a:pt x="78569" y="2046"/>
                </a:lnTo>
                <a:lnTo>
                  <a:pt x="104758" y="4306"/>
                </a:lnTo>
                <a:lnTo>
                  <a:pt x="130948" y="7392"/>
                </a:lnTo>
                <a:lnTo>
                  <a:pt x="157137" y="11302"/>
                </a:lnTo>
                <a:lnTo>
                  <a:pt x="183327" y="16037"/>
                </a:lnTo>
                <a:lnTo>
                  <a:pt x="209516" y="21597"/>
                </a:lnTo>
                <a:lnTo>
                  <a:pt x="235706" y="27982"/>
                </a:lnTo>
                <a:lnTo>
                  <a:pt x="261895" y="35191"/>
                </a:lnTo>
                <a:lnTo>
                  <a:pt x="288085" y="43226"/>
                </a:lnTo>
                <a:lnTo>
                  <a:pt x="314274" y="52086"/>
                </a:lnTo>
                <a:lnTo>
                  <a:pt x="340464" y="61770"/>
                </a:lnTo>
                <a:lnTo>
                  <a:pt x="366653" y="72279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63" name="knowledge-long-edge">
            <a:extLst>
              <a:ext uri="{FF2B5EF4-FFF2-40B4-BE49-F238E27FC236}">
                <a16:creationId xmlns:a16="http://schemas.microsoft.com/office/drawing/2014/main" id="{46BF210A-34F1-45D7-8D4A-372AACF807FB}"/>
              </a:ext>
            </a:extLst>
          </p:cNvPr>
          <p:cNvSpPr>
            <a:spLocks noGrp="1"/>
          </p:cNvSpPr>
          <p:nvPr/>
        </p:nvSpPr>
        <p:spPr>
          <a:xfrm>
            <a:off x="1851725" y="5863323"/>
            <a:ext cx="790870" cy="317966"/>
          </a:xfrm>
          <a:custGeom>
            <a:avLst/>
            <a:gdLst/>
            <a:ahLst/>
            <a:cxnLst/>
            <a:rect l="0" t="0" r="0" b="0"/>
            <a:pathLst>
              <a:path w="790870" h="317966">
                <a:moveTo>
                  <a:pt x="0" y="222846"/>
                </a:moveTo>
                <a:lnTo>
                  <a:pt x="49429" y="165824"/>
                </a:lnTo>
                <a:lnTo>
                  <a:pt x="98859" y="117198"/>
                </a:lnTo>
                <a:lnTo>
                  <a:pt x="148288" y="76967"/>
                </a:lnTo>
                <a:lnTo>
                  <a:pt x="197717" y="45132"/>
                </a:lnTo>
                <a:lnTo>
                  <a:pt x="247147" y="21692"/>
                </a:lnTo>
                <a:lnTo>
                  <a:pt x="296576" y="6648"/>
                </a:lnTo>
                <a:lnTo>
                  <a:pt x="346006" y="0"/>
                </a:lnTo>
                <a:lnTo>
                  <a:pt x="395435" y="1747"/>
                </a:lnTo>
                <a:lnTo>
                  <a:pt x="444864" y="11890"/>
                </a:lnTo>
                <a:lnTo>
                  <a:pt x="494294" y="30428"/>
                </a:lnTo>
                <a:lnTo>
                  <a:pt x="543723" y="57362"/>
                </a:lnTo>
                <a:lnTo>
                  <a:pt x="593152" y="92692"/>
                </a:lnTo>
                <a:lnTo>
                  <a:pt x="642582" y="136417"/>
                </a:lnTo>
                <a:lnTo>
                  <a:pt x="692011" y="188537"/>
                </a:lnTo>
                <a:lnTo>
                  <a:pt x="741441" y="249054"/>
                </a:lnTo>
                <a:lnTo>
                  <a:pt x="790870" y="317966"/>
                </a:lnTo>
              </a:path>
            </a:pathLst>
          </a:custGeom>
          <a:noFill/>
          <a:ln w="4286">
            <a:solidFill>
              <a:srgbClr val="5055B7">
                <a:alpha val="9000"/>
              </a:srgbClr>
            </a:solidFill>
            <a:prstDash val="solid"/>
          </a:ln>
        </p:spPr>
      </p:sp>
      <p:sp>
        <p:nvSpPr>
          <p:cNvPr id="64" name="knowledge-edge">
            <a:extLst>
              <a:ext uri="{FF2B5EF4-FFF2-40B4-BE49-F238E27FC236}">
                <a16:creationId xmlns:a16="http://schemas.microsoft.com/office/drawing/2014/main" id="{C02B6F5E-BB95-419D-89A4-5E5296C970BC}"/>
              </a:ext>
            </a:extLst>
          </p:cNvPr>
          <p:cNvSpPr>
            <a:spLocks noGrp="1"/>
          </p:cNvSpPr>
          <p:nvPr/>
        </p:nvSpPr>
        <p:spPr>
          <a:xfrm>
            <a:off x="1835905" y="6155642"/>
            <a:ext cx="245138" cy="72844"/>
          </a:xfrm>
          <a:custGeom>
            <a:avLst/>
            <a:gdLst/>
            <a:ahLst/>
            <a:cxnLst/>
            <a:rect l="0" t="0" r="0" b="0"/>
            <a:pathLst>
              <a:path w="245138" h="72844">
                <a:moveTo>
                  <a:pt x="0" y="72844"/>
                </a:moveTo>
                <a:lnTo>
                  <a:pt x="17510" y="64279"/>
                </a:lnTo>
                <a:lnTo>
                  <a:pt x="35020" y="56232"/>
                </a:lnTo>
                <a:lnTo>
                  <a:pt x="52530" y="48701"/>
                </a:lnTo>
                <a:lnTo>
                  <a:pt x="70039" y="41688"/>
                </a:lnTo>
                <a:lnTo>
                  <a:pt x="87549" y="35192"/>
                </a:lnTo>
                <a:lnTo>
                  <a:pt x="105059" y="29214"/>
                </a:lnTo>
                <a:lnTo>
                  <a:pt x="122569" y="23752"/>
                </a:lnTo>
                <a:lnTo>
                  <a:pt x="140079" y="18807"/>
                </a:lnTo>
                <a:lnTo>
                  <a:pt x="157589" y="14380"/>
                </a:lnTo>
                <a:lnTo>
                  <a:pt x="175098" y="10470"/>
                </a:lnTo>
                <a:lnTo>
                  <a:pt x="192608" y="7077"/>
                </a:lnTo>
                <a:lnTo>
                  <a:pt x="210118" y="4201"/>
                </a:lnTo>
                <a:lnTo>
                  <a:pt x="227628" y="1842"/>
                </a:lnTo>
                <a:lnTo>
                  <a:pt x="245138" y="0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65" name="knowledge-cross-edge">
            <a:extLst>
              <a:ext uri="{FF2B5EF4-FFF2-40B4-BE49-F238E27FC236}">
                <a16:creationId xmlns:a16="http://schemas.microsoft.com/office/drawing/2014/main" id="{2422BBAF-B961-4C07-868B-1C602BD6B174}"/>
              </a:ext>
            </a:extLst>
          </p:cNvPr>
          <p:cNvSpPr>
            <a:spLocks noGrp="1"/>
          </p:cNvSpPr>
          <p:nvPr/>
        </p:nvSpPr>
        <p:spPr>
          <a:xfrm>
            <a:off x="1835905" y="6228486"/>
            <a:ext cx="344369" cy="41180"/>
          </a:xfrm>
          <a:custGeom>
            <a:avLst/>
            <a:gdLst/>
            <a:ahLst/>
            <a:cxnLst/>
            <a:rect l="0" t="0" r="0" b="0"/>
            <a:pathLst>
              <a:path w="344369" h="41180">
                <a:moveTo>
                  <a:pt x="0" y="0"/>
                </a:moveTo>
                <a:lnTo>
                  <a:pt x="43249" y="11540"/>
                </a:lnTo>
                <a:lnTo>
                  <a:pt x="83853" y="21194"/>
                </a:lnTo>
                <a:lnTo>
                  <a:pt x="121811" y="28962"/>
                </a:lnTo>
                <a:lnTo>
                  <a:pt x="157123" y="34845"/>
                </a:lnTo>
                <a:lnTo>
                  <a:pt x="189789" y="38842"/>
                </a:lnTo>
                <a:lnTo>
                  <a:pt x="219809" y="40954"/>
                </a:lnTo>
                <a:lnTo>
                  <a:pt x="247184" y="41180"/>
                </a:lnTo>
                <a:lnTo>
                  <a:pt x="271912" y="39520"/>
                </a:lnTo>
                <a:lnTo>
                  <a:pt x="293995" y="35975"/>
                </a:lnTo>
                <a:lnTo>
                  <a:pt x="313432" y="30545"/>
                </a:lnTo>
                <a:lnTo>
                  <a:pt x="330223" y="23228"/>
                </a:lnTo>
                <a:lnTo>
                  <a:pt x="344369" y="14026"/>
                </a:lnTo>
              </a:path>
            </a:pathLst>
          </a:custGeom>
          <a:noFill/>
          <a:ln w="5334">
            <a:solidFill>
              <a:srgbClr val="5055B7">
                <a:alpha val="13000"/>
              </a:srgbClr>
            </a:solidFill>
            <a:prstDash val="solid"/>
          </a:ln>
        </p:spPr>
      </p:sp>
      <p:sp>
        <p:nvSpPr>
          <p:cNvPr id="66" name="knowledge-cross-edge">
            <a:extLst>
              <a:ext uri="{FF2B5EF4-FFF2-40B4-BE49-F238E27FC236}">
                <a16:creationId xmlns:a16="http://schemas.microsoft.com/office/drawing/2014/main" id="{66972ADC-03EF-4205-9AC6-837971ACF9E2}"/>
              </a:ext>
            </a:extLst>
          </p:cNvPr>
          <p:cNvSpPr>
            <a:spLocks noGrp="1"/>
          </p:cNvSpPr>
          <p:nvPr/>
        </p:nvSpPr>
        <p:spPr>
          <a:xfrm>
            <a:off x="1835905" y="6151197"/>
            <a:ext cx="382474" cy="77289"/>
          </a:xfrm>
          <a:custGeom>
            <a:avLst/>
            <a:gdLst/>
            <a:ahLst/>
            <a:cxnLst/>
            <a:rect l="0" t="0" r="0" b="0"/>
            <a:pathLst>
              <a:path w="382474" h="77289">
                <a:moveTo>
                  <a:pt x="0" y="77289"/>
                </a:moveTo>
                <a:lnTo>
                  <a:pt x="17321" y="61412"/>
                </a:lnTo>
                <a:lnTo>
                  <a:pt x="37287" y="47358"/>
                </a:lnTo>
                <a:lnTo>
                  <a:pt x="59900" y="35126"/>
                </a:lnTo>
                <a:lnTo>
                  <a:pt x="85158" y="24716"/>
                </a:lnTo>
                <a:lnTo>
                  <a:pt x="113062" y="16129"/>
                </a:lnTo>
                <a:lnTo>
                  <a:pt x="143612" y="9363"/>
                </a:lnTo>
                <a:lnTo>
                  <a:pt x="176808" y="4420"/>
                </a:lnTo>
                <a:lnTo>
                  <a:pt x="212649" y="1299"/>
                </a:lnTo>
                <a:lnTo>
                  <a:pt x="251137" y="0"/>
                </a:lnTo>
                <a:lnTo>
                  <a:pt x="292270" y="523"/>
                </a:lnTo>
                <a:lnTo>
                  <a:pt x="336049" y="2869"/>
                </a:lnTo>
                <a:lnTo>
                  <a:pt x="382474" y="7036"/>
                </a:lnTo>
              </a:path>
            </a:pathLst>
          </a:custGeom>
          <a:noFill/>
          <a:ln w="4953">
            <a:solidFill>
              <a:srgbClr val="5055B7">
                <a:alpha val="12000"/>
              </a:srgbClr>
            </a:solidFill>
            <a:prstDash val="solid"/>
          </a:ln>
        </p:spPr>
      </p:sp>
      <p:sp>
        <p:nvSpPr>
          <p:cNvPr id="67" name="knowledge-edge">
            <a:extLst>
              <a:ext uri="{FF2B5EF4-FFF2-40B4-BE49-F238E27FC236}">
                <a16:creationId xmlns:a16="http://schemas.microsoft.com/office/drawing/2014/main" id="{41DE90C9-9ECF-463E-BF47-A7FE334B3FC6}"/>
              </a:ext>
            </a:extLst>
          </p:cNvPr>
          <p:cNvSpPr>
            <a:spLocks noGrp="1"/>
          </p:cNvSpPr>
          <p:nvPr/>
        </p:nvSpPr>
        <p:spPr>
          <a:xfrm>
            <a:off x="1792592" y="6225444"/>
            <a:ext cx="387682" cy="45296"/>
          </a:xfrm>
          <a:custGeom>
            <a:avLst/>
            <a:gdLst/>
            <a:ahLst/>
            <a:cxnLst/>
            <a:rect l="0" t="0" r="0" b="0"/>
            <a:pathLst>
              <a:path w="387682" h="45296">
                <a:moveTo>
                  <a:pt x="0" y="0"/>
                </a:moveTo>
                <a:lnTo>
                  <a:pt x="27692" y="10845"/>
                </a:lnTo>
                <a:lnTo>
                  <a:pt x="55383" y="20210"/>
                </a:lnTo>
                <a:lnTo>
                  <a:pt x="83075" y="28093"/>
                </a:lnTo>
                <a:lnTo>
                  <a:pt x="110766" y="34496"/>
                </a:lnTo>
                <a:lnTo>
                  <a:pt x="138458" y="39417"/>
                </a:lnTo>
                <a:lnTo>
                  <a:pt x="166149" y="42858"/>
                </a:lnTo>
                <a:lnTo>
                  <a:pt x="193841" y="44818"/>
                </a:lnTo>
                <a:lnTo>
                  <a:pt x="221532" y="45296"/>
                </a:lnTo>
                <a:lnTo>
                  <a:pt x="249224" y="44294"/>
                </a:lnTo>
                <a:lnTo>
                  <a:pt x="276916" y="41811"/>
                </a:lnTo>
                <a:lnTo>
                  <a:pt x="304607" y="37846"/>
                </a:lnTo>
                <a:lnTo>
                  <a:pt x="332299" y="32401"/>
                </a:lnTo>
                <a:lnTo>
                  <a:pt x="359990" y="25475"/>
                </a:lnTo>
                <a:lnTo>
                  <a:pt x="387682" y="17068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68" name="knowledge-cross-edge">
            <a:extLst>
              <a:ext uri="{FF2B5EF4-FFF2-40B4-BE49-F238E27FC236}">
                <a16:creationId xmlns:a16="http://schemas.microsoft.com/office/drawing/2014/main" id="{18B83045-23FB-491E-975D-D19306BD93BE}"/>
              </a:ext>
            </a:extLst>
          </p:cNvPr>
          <p:cNvSpPr>
            <a:spLocks noGrp="1"/>
          </p:cNvSpPr>
          <p:nvPr/>
        </p:nvSpPr>
        <p:spPr>
          <a:xfrm>
            <a:off x="1792592" y="6224869"/>
            <a:ext cx="401895" cy="443256"/>
          </a:xfrm>
          <a:custGeom>
            <a:avLst/>
            <a:gdLst/>
            <a:ahLst/>
            <a:cxnLst/>
            <a:rect l="0" t="0" r="0" b="0"/>
            <a:pathLst>
              <a:path w="401895" h="443256">
                <a:moveTo>
                  <a:pt x="0" y="576"/>
                </a:moveTo>
                <a:lnTo>
                  <a:pt x="48043" y="0"/>
                </a:lnTo>
                <a:lnTo>
                  <a:pt x="93441" y="6236"/>
                </a:lnTo>
                <a:lnTo>
                  <a:pt x="136192" y="19284"/>
                </a:lnTo>
                <a:lnTo>
                  <a:pt x="176298" y="39145"/>
                </a:lnTo>
                <a:lnTo>
                  <a:pt x="213758" y="65817"/>
                </a:lnTo>
                <a:lnTo>
                  <a:pt x="248572" y="99301"/>
                </a:lnTo>
                <a:lnTo>
                  <a:pt x="280741" y="139597"/>
                </a:lnTo>
                <a:lnTo>
                  <a:pt x="310263" y="186705"/>
                </a:lnTo>
                <a:lnTo>
                  <a:pt x="337140" y="240625"/>
                </a:lnTo>
                <a:lnTo>
                  <a:pt x="361371" y="301357"/>
                </a:lnTo>
                <a:lnTo>
                  <a:pt x="382956" y="368901"/>
                </a:lnTo>
                <a:lnTo>
                  <a:pt x="401895" y="443256"/>
                </a:lnTo>
              </a:path>
            </a:pathLst>
          </a:custGeom>
          <a:noFill/>
          <a:ln w="5334">
            <a:solidFill>
              <a:srgbClr val="5055B7">
                <a:alpha val="13000"/>
              </a:srgbClr>
            </a:solidFill>
            <a:prstDash val="solid"/>
          </a:ln>
        </p:spPr>
      </p:sp>
      <p:sp>
        <p:nvSpPr>
          <p:cNvPr id="69" name="knowledge-long-edge">
            <a:extLst>
              <a:ext uri="{FF2B5EF4-FFF2-40B4-BE49-F238E27FC236}">
                <a16:creationId xmlns:a16="http://schemas.microsoft.com/office/drawing/2014/main" id="{961B269E-4CD3-4C5D-850E-BB98B290E9A5}"/>
              </a:ext>
            </a:extLst>
          </p:cNvPr>
          <p:cNvSpPr>
            <a:spLocks noGrp="1"/>
          </p:cNvSpPr>
          <p:nvPr/>
        </p:nvSpPr>
        <p:spPr>
          <a:xfrm>
            <a:off x="1792592" y="6096535"/>
            <a:ext cx="675237" cy="641009"/>
          </a:xfrm>
          <a:custGeom>
            <a:avLst/>
            <a:gdLst/>
            <a:ahLst/>
            <a:cxnLst/>
            <a:rect l="0" t="0" r="0" b="0"/>
            <a:pathLst>
              <a:path w="675237" h="641009">
                <a:moveTo>
                  <a:pt x="0" y="128909"/>
                </a:moveTo>
                <a:lnTo>
                  <a:pt x="42202" y="82114"/>
                </a:lnTo>
                <a:lnTo>
                  <a:pt x="84405" y="45825"/>
                </a:lnTo>
                <a:lnTo>
                  <a:pt x="126607" y="20043"/>
                </a:lnTo>
                <a:lnTo>
                  <a:pt x="168809" y="4768"/>
                </a:lnTo>
                <a:lnTo>
                  <a:pt x="211011" y="0"/>
                </a:lnTo>
                <a:lnTo>
                  <a:pt x="253214" y="5739"/>
                </a:lnTo>
                <a:lnTo>
                  <a:pt x="295416" y="21985"/>
                </a:lnTo>
                <a:lnTo>
                  <a:pt x="337618" y="48738"/>
                </a:lnTo>
                <a:lnTo>
                  <a:pt x="379821" y="85997"/>
                </a:lnTo>
                <a:lnTo>
                  <a:pt x="422023" y="133764"/>
                </a:lnTo>
                <a:lnTo>
                  <a:pt x="464225" y="192037"/>
                </a:lnTo>
                <a:lnTo>
                  <a:pt x="506428" y="260818"/>
                </a:lnTo>
                <a:lnTo>
                  <a:pt x="548630" y="340105"/>
                </a:lnTo>
                <a:lnTo>
                  <a:pt x="590832" y="429900"/>
                </a:lnTo>
                <a:lnTo>
                  <a:pt x="633034" y="530201"/>
                </a:lnTo>
                <a:lnTo>
                  <a:pt x="675237" y="641009"/>
                </a:lnTo>
              </a:path>
            </a:pathLst>
          </a:custGeom>
          <a:noFill/>
          <a:ln w="4286">
            <a:solidFill>
              <a:srgbClr val="5055B7">
                <a:alpha val="9000"/>
              </a:srgbClr>
            </a:solidFill>
            <a:prstDash val="solid"/>
          </a:ln>
        </p:spPr>
      </p:sp>
      <p:sp>
        <p:nvSpPr>
          <p:cNvPr id="70" name="knowledge-edge">
            <a:extLst>
              <a:ext uri="{FF2B5EF4-FFF2-40B4-BE49-F238E27FC236}">
                <a16:creationId xmlns:a16="http://schemas.microsoft.com/office/drawing/2014/main" id="{60464017-0029-47BF-AC7C-40D199CB9A42}"/>
              </a:ext>
            </a:extLst>
          </p:cNvPr>
          <p:cNvSpPr>
            <a:spLocks noGrp="1"/>
          </p:cNvSpPr>
          <p:nvPr/>
        </p:nvSpPr>
        <p:spPr>
          <a:xfrm>
            <a:off x="1797802" y="6532209"/>
            <a:ext cx="396685" cy="137466"/>
          </a:xfrm>
          <a:custGeom>
            <a:avLst/>
            <a:gdLst/>
            <a:ahLst/>
            <a:cxnLst/>
            <a:rect l="0" t="0" r="0" b="0"/>
            <a:pathLst>
              <a:path w="396685" h="137466">
                <a:moveTo>
                  <a:pt x="0" y="0"/>
                </a:moveTo>
                <a:lnTo>
                  <a:pt x="28335" y="20967"/>
                </a:lnTo>
                <a:lnTo>
                  <a:pt x="56669" y="40201"/>
                </a:lnTo>
                <a:lnTo>
                  <a:pt x="85004" y="57703"/>
                </a:lnTo>
                <a:lnTo>
                  <a:pt x="113338" y="73474"/>
                </a:lnTo>
                <a:lnTo>
                  <a:pt x="141673" y="87512"/>
                </a:lnTo>
                <a:lnTo>
                  <a:pt x="170008" y="99819"/>
                </a:lnTo>
                <a:lnTo>
                  <a:pt x="198342" y="110393"/>
                </a:lnTo>
                <a:lnTo>
                  <a:pt x="226677" y="119235"/>
                </a:lnTo>
                <a:lnTo>
                  <a:pt x="255012" y="126345"/>
                </a:lnTo>
                <a:lnTo>
                  <a:pt x="283346" y="131724"/>
                </a:lnTo>
                <a:lnTo>
                  <a:pt x="311681" y="135370"/>
                </a:lnTo>
                <a:lnTo>
                  <a:pt x="340015" y="137284"/>
                </a:lnTo>
                <a:lnTo>
                  <a:pt x="368350" y="137466"/>
                </a:lnTo>
                <a:lnTo>
                  <a:pt x="396685" y="135916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71" name="knowledge-cross-edge">
            <a:extLst>
              <a:ext uri="{FF2B5EF4-FFF2-40B4-BE49-F238E27FC236}">
                <a16:creationId xmlns:a16="http://schemas.microsoft.com/office/drawing/2014/main" id="{5EBC3334-3CD3-4490-B938-2C4BDF0927B6}"/>
              </a:ext>
            </a:extLst>
          </p:cNvPr>
          <p:cNvSpPr>
            <a:spLocks noGrp="1"/>
          </p:cNvSpPr>
          <p:nvPr/>
        </p:nvSpPr>
        <p:spPr>
          <a:xfrm>
            <a:off x="1797802" y="6531183"/>
            <a:ext cx="483527" cy="398325"/>
          </a:xfrm>
          <a:custGeom>
            <a:avLst/>
            <a:gdLst/>
            <a:ahLst/>
            <a:cxnLst/>
            <a:rect l="0" t="0" r="0" b="0"/>
            <a:pathLst>
              <a:path w="483527" h="398325">
                <a:moveTo>
                  <a:pt x="0" y="1026"/>
                </a:moveTo>
                <a:lnTo>
                  <a:pt x="54846" y="0"/>
                </a:lnTo>
                <a:lnTo>
                  <a:pt x="107046" y="5180"/>
                </a:lnTo>
                <a:lnTo>
                  <a:pt x="156601" y="16567"/>
                </a:lnTo>
                <a:lnTo>
                  <a:pt x="203509" y="34159"/>
                </a:lnTo>
                <a:lnTo>
                  <a:pt x="247772" y="57958"/>
                </a:lnTo>
                <a:lnTo>
                  <a:pt x="289389" y="87963"/>
                </a:lnTo>
                <a:lnTo>
                  <a:pt x="328360" y="124175"/>
                </a:lnTo>
                <a:lnTo>
                  <a:pt x="364685" y="166592"/>
                </a:lnTo>
                <a:lnTo>
                  <a:pt x="398364" y="215216"/>
                </a:lnTo>
                <a:lnTo>
                  <a:pt x="429398" y="270046"/>
                </a:lnTo>
                <a:lnTo>
                  <a:pt x="457785" y="331082"/>
                </a:lnTo>
                <a:lnTo>
                  <a:pt x="483527" y="398325"/>
                </a:lnTo>
              </a:path>
            </a:pathLst>
          </a:custGeom>
          <a:noFill/>
          <a:ln w="5334">
            <a:solidFill>
              <a:srgbClr val="5055B7">
                <a:alpha val="13000"/>
              </a:srgbClr>
            </a:solidFill>
            <a:prstDash val="solid"/>
          </a:ln>
        </p:spPr>
      </p:sp>
      <p:sp>
        <p:nvSpPr>
          <p:cNvPr id="72" name="knowledge-cross-edge">
            <a:extLst>
              <a:ext uri="{FF2B5EF4-FFF2-40B4-BE49-F238E27FC236}">
                <a16:creationId xmlns:a16="http://schemas.microsoft.com/office/drawing/2014/main" id="{4A72D799-A27B-4F5C-9CB4-4A602001A6A9}"/>
              </a:ext>
            </a:extLst>
          </p:cNvPr>
          <p:cNvSpPr>
            <a:spLocks noGrp="1"/>
          </p:cNvSpPr>
          <p:nvPr/>
        </p:nvSpPr>
        <p:spPr>
          <a:xfrm>
            <a:off x="1797802" y="6242512"/>
            <a:ext cx="382471" cy="289697"/>
          </a:xfrm>
          <a:custGeom>
            <a:avLst/>
            <a:gdLst/>
            <a:ahLst/>
            <a:cxnLst/>
            <a:rect l="0" t="0" r="0" b="0"/>
            <a:pathLst>
              <a:path w="382471" h="289697">
                <a:moveTo>
                  <a:pt x="0" y="289697"/>
                </a:moveTo>
                <a:lnTo>
                  <a:pt x="17321" y="254877"/>
                </a:lnTo>
                <a:lnTo>
                  <a:pt x="37287" y="221999"/>
                </a:lnTo>
                <a:lnTo>
                  <a:pt x="59899" y="191063"/>
                </a:lnTo>
                <a:lnTo>
                  <a:pt x="85157" y="162068"/>
                </a:lnTo>
                <a:lnTo>
                  <a:pt x="113061" y="135014"/>
                </a:lnTo>
                <a:lnTo>
                  <a:pt x="143611" y="109902"/>
                </a:lnTo>
                <a:lnTo>
                  <a:pt x="176806" y="86731"/>
                </a:lnTo>
                <a:lnTo>
                  <a:pt x="212648" y="65502"/>
                </a:lnTo>
                <a:lnTo>
                  <a:pt x="251135" y="46214"/>
                </a:lnTo>
                <a:lnTo>
                  <a:pt x="292268" y="28868"/>
                </a:lnTo>
                <a:lnTo>
                  <a:pt x="336047" y="13463"/>
                </a:lnTo>
                <a:lnTo>
                  <a:pt x="382471" y="0"/>
                </a:lnTo>
              </a:path>
            </a:pathLst>
          </a:custGeom>
          <a:noFill/>
          <a:ln w="4953">
            <a:solidFill>
              <a:srgbClr val="5055B7">
                <a:alpha val="12000"/>
              </a:srgbClr>
            </a:solidFill>
            <a:prstDash val="solid"/>
          </a:ln>
        </p:spPr>
      </p:sp>
      <p:sp>
        <p:nvSpPr>
          <p:cNvPr id="73" name="knowledge-edge">
            <a:extLst>
              <a:ext uri="{FF2B5EF4-FFF2-40B4-BE49-F238E27FC236}">
                <a16:creationId xmlns:a16="http://schemas.microsoft.com/office/drawing/2014/main" id="{D4FA548D-0782-4576-8072-52D858684535}"/>
              </a:ext>
            </a:extLst>
          </p:cNvPr>
          <p:cNvSpPr>
            <a:spLocks noGrp="1"/>
          </p:cNvSpPr>
          <p:nvPr/>
        </p:nvSpPr>
        <p:spPr>
          <a:xfrm>
            <a:off x="1826437" y="6891343"/>
            <a:ext cx="454892" cy="38165"/>
          </a:xfrm>
          <a:custGeom>
            <a:avLst/>
            <a:gdLst/>
            <a:ahLst/>
            <a:cxnLst/>
            <a:rect l="0" t="0" r="0" b="0"/>
            <a:pathLst>
              <a:path w="454892" h="38165">
                <a:moveTo>
                  <a:pt x="0" y="0"/>
                </a:moveTo>
                <a:lnTo>
                  <a:pt x="32492" y="2213"/>
                </a:lnTo>
                <a:lnTo>
                  <a:pt x="64985" y="4504"/>
                </a:lnTo>
                <a:lnTo>
                  <a:pt x="97477" y="6875"/>
                </a:lnTo>
                <a:lnTo>
                  <a:pt x="129969" y="9324"/>
                </a:lnTo>
                <a:lnTo>
                  <a:pt x="162461" y="11853"/>
                </a:lnTo>
                <a:lnTo>
                  <a:pt x="194954" y="14461"/>
                </a:lnTo>
                <a:lnTo>
                  <a:pt x="227446" y="17147"/>
                </a:lnTo>
                <a:lnTo>
                  <a:pt x="259938" y="19913"/>
                </a:lnTo>
                <a:lnTo>
                  <a:pt x="292431" y="22757"/>
                </a:lnTo>
                <a:lnTo>
                  <a:pt x="324923" y="25681"/>
                </a:lnTo>
                <a:lnTo>
                  <a:pt x="357415" y="28683"/>
                </a:lnTo>
                <a:lnTo>
                  <a:pt x="389907" y="31765"/>
                </a:lnTo>
                <a:lnTo>
                  <a:pt x="422400" y="34926"/>
                </a:lnTo>
                <a:lnTo>
                  <a:pt x="454892" y="38165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74" name="knowledge-cross-edge">
            <a:extLst>
              <a:ext uri="{FF2B5EF4-FFF2-40B4-BE49-F238E27FC236}">
                <a16:creationId xmlns:a16="http://schemas.microsoft.com/office/drawing/2014/main" id="{4665AD63-A459-4C91-82A9-07FBCD0012A4}"/>
              </a:ext>
            </a:extLst>
          </p:cNvPr>
          <p:cNvSpPr>
            <a:spLocks noGrp="1"/>
          </p:cNvSpPr>
          <p:nvPr/>
        </p:nvSpPr>
        <p:spPr>
          <a:xfrm>
            <a:off x="1826437" y="6660072"/>
            <a:ext cx="368049" cy="231271"/>
          </a:xfrm>
          <a:custGeom>
            <a:avLst/>
            <a:gdLst/>
            <a:ahLst/>
            <a:cxnLst/>
            <a:rect l="0" t="0" r="0" b="0"/>
            <a:pathLst>
              <a:path w="368049" h="231271">
                <a:moveTo>
                  <a:pt x="0" y="231271"/>
                </a:moveTo>
                <a:lnTo>
                  <a:pt x="16119" y="187779"/>
                </a:lnTo>
                <a:lnTo>
                  <a:pt x="34883" y="148812"/>
                </a:lnTo>
                <a:lnTo>
                  <a:pt x="56294" y="114371"/>
                </a:lnTo>
                <a:lnTo>
                  <a:pt x="80350" y="84455"/>
                </a:lnTo>
                <a:lnTo>
                  <a:pt x="107052" y="59065"/>
                </a:lnTo>
                <a:lnTo>
                  <a:pt x="136400" y="38201"/>
                </a:lnTo>
                <a:lnTo>
                  <a:pt x="168393" y="21862"/>
                </a:lnTo>
                <a:lnTo>
                  <a:pt x="203033" y="10049"/>
                </a:lnTo>
                <a:lnTo>
                  <a:pt x="240318" y="2762"/>
                </a:lnTo>
                <a:lnTo>
                  <a:pt x="280249" y="0"/>
                </a:lnTo>
                <a:lnTo>
                  <a:pt x="322827" y="1764"/>
                </a:lnTo>
                <a:lnTo>
                  <a:pt x="368049" y="8053"/>
                </a:lnTo>
              </a:path>
            </a:pathLst>
          </a:custGeom>
          <a:noFill/>
          <a:ln w="4953">
            <a:solidFill>
              <a:srgbClr val="5055B7">
                <a:alpha val="12000"/>
              </a:srgbClr>
            </a:solidFill>
            <a:prstDash val="solid"/>
          </a:ln>
        </p:spPr>
      </p:sp>
      <p:sp>
        <p:nvSpPr>
          <p:cNvPr id="75" name="knowledge-edge">
            <a:extLst>
              <a:ext uri="{FF2B5EF4-FFF2-40B4-BE49-F238E27FC236}">
                <a16:creationId xmlns:a16="http://schemas.microsoft.com/office/drawing/2014/main" id="{4A864081-E3B9-4EC9-89D3-5FEF6B38911A}"/>
              </a:ext>
            </a:extLst>
          </p:cNvPr>
          <p:cNvSpPr>
            <a:spLocks noGrp="1"/>
          </p:cNvSpPr>
          <p:nvPr/>
        </p:nvSpPr>
        <p:spPr>
          <a:xfrm>
            <a:off x="1662225" y="7163095"/>
            <a:ext cx="406860" cy="83754"/>
          </a:xfrm>
          <a:custGeom>
            <a:avLst/>
            <a:gdLst/>
            <a:ahLst/>
            <a:cxnLst/>
            <a:rect l="0" t="0" r="0" b="0"/>
            <a:pathLst>
              <a:path w="406860" h="83754">
                <a:moveTo>
                  <a:pt x="0" y="83754"/>
                </a:moveTo>
                <a:lnTo>
                  <a:pt x="29061" y="68378"/>
                </a:lnTo>
                <a:lnTo>
                  <a:pt x="58123" y="54558"/>
                </a:lnTo>
                <a:lnTo>
                  <a:pt x="87184" y="42294"/>
                </a:lnTo>
                <a:lnTo>
                  <a:pt x="116246" y="31585"/>
                </a:lnTo>
                <a:lnTo>
                  <a:pt x="145307" y="22431"/>
                </a:lnTo>
                <a:lnTo>
                  <a:pt x="174368" y="14834"/>
                </a:lnTo>
                <a:lnTo>
                  <a:pt x="203430" y="8792"/>
                </a:lnTo>
                <a:lnTo>
                  <a:pt x="232491" y="4306"/>
                </a:lnTo>
                <a:lnTo>
                  <a:pt x="261553" y="1375"/>
                </a:lnTo>
                <a:lnTo>
                  <a:pt x="290614" y="0"/>
                </a:lnTo>
                <a:lnTo>
                  <a:pt x="319676" y="181"/>
                </a:lnTo>
                <a:lnTo>
                  <a:pt x="348737" y="1917"/>
                </a:lnTo>
                <a:lnTo>
                  <a:pt x="377798" y="5209"/>
                </a:lnTo>
                <a:lnTo>
                  <a:pt x="406860" y="10057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76" name="knowledge-edge">
            <a:extLst>
              <a:ext uri="{FF2B5EF4-FFF2-40B4-BE49-F238E27FC236}">
                <a16:creationId xmlns:a16="http://schemas.microsoft.com/office/drawing/2014/main" id="{56BECA22-8227-4F74-8D8B-C1723D3DAD73}"/>
              </a:ext>
            </a:extLst>
          </p:cNvPr>
          <p:cNvSpPr>
            <a:spLocks noGrp="1"/>
          </p:cNvSpPr>
          <p:nvPr/>
        </p:nvSpPr>
        <p:spPr>
          <a:xfrm>
            <a:off x="2287690" y="6109451"/>
            <a:ext cx="363489" cy="61292"/>
          </a:xfrm>
          <a:custGeom>
            <a:avLst/>
            <a:gdLst/>
            <a:ahLst/>
            <a:cxnLst/>
            <a:rect l="0" t="0" r="0" b="0"/>
            <a:pathLst>
              <a:path w="363489" h="61292">
                <a:moveTo>
                  <a:pt x="0" y="0"/>
                </a:moveTo>
                <a:lnTo>
                  <a:pt x="25964" y="2341"/>
                </a:lnTo>
                <a:lnTo>
                  <a:pt x="51927" y="4996"/>
                </a:lnTo>
                <a:lnTo>
                  <a:pt x="77891" y="7964"/>
                </a:lnTo>
                <a:lnTo>
                  <a:pt x="103854" y="11245"/>
                </a:lnTo>
                <a:lnTo>
                  <a:pt x="129818" y="14839"/>
                </a:lnTo>
                <a:lnTo>
                  <a:pt x="155781" y="18747"/>
                </a:lnTo>
                <a:lnTo>
                  <a:pt x="181745" y="22969"/>
                </a:lnTo>
                <a:lnTo>
                  <a:pt x="207708" y="27503"/>
                </a:lnTo>
                <a:lnTo>
                  <a:pt x="233672" y="32351"/>
                </a:lnTo>
                <a:lnTo>
                  <a:pt x="259635" y="37513"/>
                </a:lnTo>
                <a:lnTo>
                  <a:pt x="285599" y="42987"/>
                </a:lnTo>
                <a:lnTo>
                  <a:pt x="311562" y="48775"/>
                </a:lnTo>
                <a:lnTo>
                  <a:pt x="337526" y="54877"/>
                </a:lnTo>
                <a:lnTo>
                  <a:pt x="363489" y="61292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77" name="knowledge-cross-edge">
            <a:extLst>
              <a:ext uri="{FF2B5EF4-FFF2-40B4-BE49-F238E27FC236}">
                <a16:creationId xmlns:a16="http://schemas.microsoft.com/office/drawing/2014/main" id="{0ACB952B-F9A7-4B38-B6F3-D2B6B196DAB0}"/>
              </a:ext>
            </a:extLst>
          </p:cNvPr>
          <p:cNvSpPr>
            <a:spLocks noGrp="1"/>
          </p:cNvSpPr>
          <p:nvPr/>
        </p:nvSpPr>
        <p:spPr>
          <a:xfrm>
            <a:off x="2287690" y="6093746"/>
            <a:ext cx="172149" cy="44380"/>
          </a:xfrm>
          <a:custGeom>
            <a:avLst/>
            <a:gdLst/>
            <a:ahLst/>
            <a:cxnLst/>
            <a:rect l="0" t="0" r="0" b="0"/>
            <a:pathLst>
              <a:path w="172149" h="44380">
                <a:moveTo>
                  <a:pt x="0" y="15705"/>
                </a:moveTo>
                <a:lnTo>
                  <a:pt x="28879" y="25465"/>
                </a:lnTo>
                <a:lnTo>
                  <a:pt x="55112" y="33213"/>
                </a:lnTo>
                <a:lnTo>
                  <a:pt x="78700" y="38948"/>
                </a:lnTo>
                <a:lnTo>
                  <a:pt x="99641" y="42670"/>
                </a:lnTo>
                <a:lnTo>
                  <a:pt x="117937" y="44380"/>
                </a:lnTo>
                <a:lnTo>
                  <a:pt x="133587" y="44078"/>
                </a:lnTo>
                <a:lnTo>
                  <a:pt x="146591" y="41763"/>
                </a:lnTo>
                <a:lnTo>
                  <a:pt x="156949" y="37435"/>
                </a:lnTo>
                <a:lnTo>
                  <a:pt x="164662" y="31095"/>
                </a:lnTo>
                <a:lnTo>
                  <a:pt x="169728" y="22743"/>
                </a:lnTo>
                <a:lnTo>
                  <a:pt x="172149" y="12378"/>
                </a:lnTo>
                <a:lnTo>
                  <a:pt x="171924" y="0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78" name="knowledge-edge">
            <a:extLst>
              <a:ext uri="{FF2B5EF4-FFF2-40B4-BE49-F238E27FC236}">
                <a16:creationId xmlns:a16="http://schemas.microsoft.com/office/drawing/2014/main" id="{E70B6451-48DC-4EDB-A9E0-6874CB0AE4F5}"/>
              </a:ext>
            </a:extLst>
          </p:cNvPr>
          <p:cNvSpPr>
            <a:spLocks noGrp="1"/>
          </p:cNvSpPr>
          <p:nvPr/>
        </p:nvSpPr>
        <p:spPr>
          <a:xfrm>
            <a:off x="2218379" y="6090969"/>
            <a:ext cx="241235" cy="67265"/>
          </a:xfrm>
          <a:custGeom>
            <a:avLst/>
            <a:gdLst/>
            <a:ahLst/>
            <a:cxnLst/>
            <a:rect l="0" t="0" r="0" b="0"/>
            <a:pathLst>
              <a:path w="241235" h="67265">
                <a:moveTo>
                  <a:pt x="0" y="67265"/>
                </a:moveTo>
                <a:lnTo>
                  <a:pt x="17231" y="56164"/>
                </a:lnTo>
                <a:lnTo>
                  <a:pt x="34462" y="46062"/>
                </a:lnTo>
                <a:lnTo>
                  <a:pt x="51693" y="36960"/>
                </a:lnTo>
                <a:lnTo>
                  <a:pt x="68924" y="28857"/>
                </a:lnTo>
                <a:lnTo>
                  <a:pt x="86155" y="21753"/>
                </a:lnTo>
                <a:lnTo>
                  <a:pt x="103386" y="15648"/>
                </a:lnTo>
                <a:lnTo>
                  <a:pt x="120618" y="10542"/>
                </a:lnTo>
                <a:lnTo>
                  <a:pt x="137849" y="6435"/>
                </a:lnTo>
                <a:lnTo>
                  <a:pt x="155080" y="3328"/>
                </a:lnTo>
                <a:lnTo>
                  <a:pt x="172311" y="1219"/>
                </a:lnTo>
                <a:lnTo>
                  <a:pt x="189542" y="110"/>
                </a:lnTo>
                <a:lnTo>
                  <a:pt x="206773" y="0"/>
                </a:lnTo>
                <a:lnTo>
                  <a:pt x="224004" y="889"/>
                </a:lnTo>
                <a:lnTo>
                  <a:pt x="241235" y="2777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79" name="knowledge-long-edge">
            <a:extLst>
              <a:ext uri="{FF2B5EF4-FFF2-40B4-BE49-F238E27FC236}">
                <a16:creationId xmlns:a16="http://schemas.microsoft.com/office/drawing/2014/main" id="{95457C10-9880-43C8-9211-C5AC1BA2C2D0}"/>
              </a:ext>
            </a:extLst>
          </p:cNvPr>
          <p:cNvSpPr>
            <a:spLocks noGrp="1"/>
          </p:cNvSpPr>
          <p:nvPr/>
        </p:nvSpPr>
        <p:spPr>
          <a:xfrm>
            <a:off x="2218379" y="5788196"/>
            <a:ext cx="805790" cy="370037"/>
          </a:xfrm>
          <a:custGeom>
            <a:avLst/>
            <a:gdLst/>
            <a:ahLst/>
            <a:cxnLst/>
            <a:rect l="0" t="0" r="0" b="0"/>
            <a:pathLst>
              <a:path w="805790" h="370037">
                <a:moveTo>
                  <a:pt x="0" y="370037"/>
                </a:moveTo>
                <a:lnTo>
                  <a:pt x="50362" y="293503"/>
                </a:lnTo>
                <a:lnTo>
                  <a:pt x="100724" y="225823"/>
                </a:lnTo>
                <a:lnTo>
                  <a:pt x="151086" y="166998"/>
                </a:lnTo>
                <a:lnTo>
                  <a:pt x="201448" y="117029"/>
                </a:lnTo>
                <a:lnTo>
                  <a:pt x="251809" y="75913"/>
                </a:lnTo>
                <a:lnTo>
                  <a:pt x="302171" y="43653"/>
                </a:lnTo>
                <a:lnTo>
                  <a:pt x="352533" y="20247"/>
                </a:lnTo>
                <a:lnTo>
                  <a:pt x="402895" y="5696"/>
                </a:lnTo>
                <a:lnTo>
                  <a:pt x="453257" y="0"/>
                </a:lnTo>
                <a:lnTo>
                  <a:pt x="503619" y="3159"/>
                </a:lnTo>
                <a:lnTo>
                  <a:pt x="553981" y="15172"/>
                </a:lnTo>
                <a:lnTo>
                  <a:pt x="604343" y="36040"/>
                </a:lnTo>
                <a:lnTo>
                  <a:pt x="654705" y="65763"/>
                </a:lnTo>
                <a:lnTo>
                  <a:pt x="705066" y="104341"/>
                </a:lnTo>
                <a:lnTo>
                  <a:pt x="755428" y="151773"/>
                </a:lnTo>
                <a:lnTo>
                  <a:pt x="805790" y="208060"/>
                </a:lnTo>
              </a:path>
            </a:pathLst>
          </a:custGeom>
          <a:noFill/>
          <a:ln w="4286">
            <a:solidFill>
              <a:srgbClr val="534CAA">
                <a:alpha val="9000"/>
              </a:srgbClr>
            </a:solidFill>
            <a:prstDash val="solid"/>
          </a:ln>
        </p:spPr>
      </p:sp>
      <p:sp>
        <p:nvSpPr>
          <p:cNvPr id="80" name="knowledge-edge">
            <a:extLst>
              <a:ext uri="{FF2B5EF4-FFF2-40B4-BE49-F238E27FC236}">
                <a16:creationId xmlns:a16="http://schemas.microsoft.com/office/drawing/2014/main" id="{C71DDDE7-D910-48EE-A08E-B2809EA359B3}"/>
              </a:ext>
            </a:extLst>
          </p:cNvPr>
          <p:cNvSpPr>
            <a:spLocks noGrp="1"/>
          </p:cNvSpPr>
          <p:nvPr/>
        </p:nvSpPr>
        <p:spPr>
          <a:xfrm>
            <a:off x="2081043" y="6155642"/>
            <a:ext cx="561553" cy="25646"/>
          </a:xfrm>
          <a:custGeom>
            <a:avLst/>
            <a:gdLst/>
            <a:ahLst/>
            <a:cxnLst/>
            <a:rect l="0" t="0" r="0" b="0"/>
            <a:pathLst>
              <a:path w="561553" h="25646">
                <a:moveTo>
                  <a:pt x="0" y="0"/>
                </a:moveTo>
                <a:lnTo>
                  <a:pt x="40111" y="28"/>
                </a:lnTo>
                <a:lnTo>
                  <a:pt x="80222" y="334"/>
                </a:lnTo>
                <a:lnTo>
                  <a:pt x="120333" y="918"/>
                </a:lnTo>
                <a:lnTo>
                  <a:pt x="160444" y="1778"/>
                </a:lnTo>
                <a:lnTo>
                  <a:pt x="200555" y="2917"/>
                </a:lnTo>
                <a:lnTo>
                  <a:pt x="240665" y="4332"/>
                </a:lnTo>
                <a:lnTo>
                  <a:pt x="280776" y="6025"/>
                </a:lnTo>
                <a:lnTo>
                  <a:pt x="320887" y="7996"/>
                </a:lnTo>
                <a:lnTo>
                  <a:pt x="360998" y="10244"/>
                </a:lnTo>
                <a:lnTo>
                  <a:pt x="401109" y="12769"/>
                </a:lnTo>
                <a:lnTo>
                  <a:pt x="441220" y="15572"/>
                </a:lnTo>
                <a:lnTo>
                  <a:pt x="481331" y="18653"/>
                </a:lnTo>
                <a:lnTo>
                  <a:pt x="521442" y="22011"/>
                </a:lnTo>
                <a:lnTo>
                  <a:pt x="561553" y="25646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81" name="knowledge-cross-edge">
            <a:extLst>
              <a:ext uri="{FF2B5EF4-FFF2-40B4-BE49-F238E27FC236}">
                <a16:creationId xmlns:a16="http://schemas.microsoft.com/office/drawing/2014/main" id="{7B72D0B1-BC0D-4157-938B-216582231385}"/>
              </a:ext>
            </a:extLst>
          </p:cNvPr>
          <p:cNvSpPr>
            <a:spLocks noGrp="1"/>
          </p:cNvSpPr>
          <p:nvPr/>
        </p:nvSpPr>
        <p:spPr>
          <a:xfrm>
            <a:off x="2081043" y="6155642"/>
            <a:ext cx="388901" cy="276526"/>
          </a:xfrm>
          <a:custGeom>
            <a:avLst/>
            <a:gdLst/>
            <a:ahLst/>
            <a:cxnLst/>
            <a:rect l="0" t="0" r="0" b="0"/>
            <a:pathLst>
              <a:path w="388901" h="276526">
                <a:moveTo>
                  <a:pt x="0" y="0"/>
                </a:moveTo>
                <a:lnTo>
                  <a:pt x="46960" y="14499"/>
                </a:lnTo>
                <a:lnTo>
                  <a:pt x="91275" y="30552"/>
                </a:lnTo>
                <a:lnTo>
                  <a:pt x="132944" y="48159"/>
                </a:lnTo>
                <a:lnTo>
                  <a:pt x="171967" y="67319"/>
                </a:lnTo>
                <a:lnTo>
                  <a:pt x="208344" y="88032"/>
                </a:lnTo>
                <a:lnTo>
                  <a:pt x="242075" y="110300"/>
                </a:lnTo>
                <a:lnTo>
                  <a:pt x="273161" y="134120"/>
                </a:lnTo>
                <a:lnTo>
                  <a:pt x="301600" y="159494"/>
                </a:lnTo>
                <a:lnTo>
                  <a:pt x="327394" y="186422"/>
                </a:lnTo>
                <a:lnTo>
                  <a:pt x="350542" y="214903"/>
                </a:lnTo>
                <a:lnTo>
                  <a:pt x="371044" y="244938"/>
                </a:lnTo>
                <a:lnTo>
                  <a:pt x="388901" y="276526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82" name="knowledge-cross-edge">
            <a:extLst>
              <a:ext uri="{FF2B5EF4-FFF2-40B4-BE49-F238E27FC236}">
                <a16:creationId xmlns:a16="http://schemas.microsoft.com/office/drawing/2014/main" id="{3011B7F2-CDF5-4B6F-9593-DD08C7129550}"/>
              </a:ext>
            </a:extLst>
          </p:cNvPr>
          <p:cNvSpPr>
            <a:spLocks noGrp="1"/>
          </p:cNvSpPr>
          <p:nvPr/>
        </p:nvSpPr>
        <p:spPr>
          <a:xfrm>
            <a:off x="2081043" y="6093746"/>
            <a:ext cx="378571" cy="61896"/>
          </a:xfrm>
          <a:custGeom>
            <a:avLst/>
            <a:gdLst/>
            <a:ahLst/>
            <a:cxnLst/>
            <a:rect l="0" t="0" r="0" b="0"/>
            <a:pathLst>
              <a:path w="378571" h="61896">
                <a:moveTo>
                  <a:pt x="0" y="61896"/>
                </a:moveTo>
                <a:lnTo>
                  <a:pt x="16996" y="54448"/>
                </a:lnTo>
                <a:lnTo>
                  <a:pt x="36637" y="47417"/>
                </a:lnTo>
                <a:lnTo>
                  <a:pt x="58924" y="40801"/>
                </a:lnTo>
                <a:lnTo>
                  <a:pt x="83857" y="34603"/>
                </a:lnTo>
                <a:lnTo>
                  <a:pt x="111436" y="28820"/>
                </a:lnTo>
                <a:lnTo>
                  <a:pt x="141661" y="23454"/>
                </a:lnTo>
                <a:lnTo>
                  <a:pt x="174531" y="18504"/>
                </a:lnTo>
                <a:lnTo>
                  <a:pt x="210047" y="13970"/>
                </a:lnTo>
                <a:lnTo>
                  <a:pt x="248210" y="9853"/>
                </a:lnTo>
                <a:lnTo>
                  <a:pt x="289018" y="6152"/>
                </a:lnTo>
                <a:lnTo>
                  <a:pt x="332472" y="2868"/>
                </a:lnTo>
                <a:lnTo>
                  <a:pt x="378571" y="0"/>
                </a:lnTo>
              </a:path>
            </a:pathLst>
          </a:custGeom>
          <a:noFill/>
          <a:ln w="4953">
            <a:solidFill>
              <a:srgbClr val="534CAA">
                <a:alpha val="12000"/>
              </a:srgbClr>
            </a:solidFill>
            <a:prstDash val="solid"/>
          </a:ln>
        </p:spPr>
      </p:sp>
      <p:sp>
        <p:nvSpPr>
          <p:cNvPr id="83" name="knowledge-long-edge">
            <a:extLst>
              <a:ext uri="{FF2B5EF4-FFF2-40B4-BE49-F238E27FC236}">
                <a16:creationId xmlns:a16="http://schemas.microsoft.com/office/drawing/2014/main" id="{01A3EFD9-8E7F-4704-9EE8-61D124DF010B}"/>
              </a:ext>
            </a:extLst>
          </p:cNvPr>
          <p:cNvSpPr>
            <a:spLocks noGrp="1"/>
          </p:cNvSpPr>
          <p:nvPr/>
        </p:nvSpPr>
        <p:spPr>
          <a:xfrm>
            <a:off x="2081043" y="6002401"/>
            <a:ext cx="923539" cy="431929"/>
          </a:xfrm>
          <a:custGeom>
            <a:avLst/>
            <a:gdLst/>
            <a:ahLst/>
            <a:cxnLst/>
            <a:rect l="0" t="0" r="0" b="0"/>
            <a:pathLst>
              <a:path w="923539" h="431929">
                <a:moveTo>
                  <a:pt x="0" y="153241"/>
                </a:moveTo>
                <a:lnTo>
                  <a:pt x="57721" y="106222"/>
                </a:lnTo>
                <a:lnTo>
                  <a:pt x="115442" y="67794"/>
                </a:lnTo>
                <a:lnTo>
                  <a:pt x="173164" y="37958"/>
                </a:lnTo>
                <a:lnTo>
                  <a:pt x="230885" y="16714"/>
                </a:lnTo>
                <a:lnTo>
                  <a:pt x="288606" y="4061"/>
                </a:lnTo>
                <a:lnTo>
                  <a:pt x="346327" y="0"/>
                </a:lnTo>
                <a:lnTo>
                  <a:pt x="404048" y="4531"/>
                </a:lnTo>
                <a:lnTo>
                  <a:pt x="461770" y="17653"/>
                </a:lnTo>
                <a:lnTo>
                  <a:pt x="519491" y="39366"/>
                </a:lnTo>
                <a:lnTo>
                  <a:pt x="577212" y="69672"/>
                </a:lnTo>
                <a:lnTo>
                  <a:pt x="634933" y="108569"/>
                </a:lnTo>
                <a:lnTo>
                  <a:pt x="692654" y="156058"/>
                </a:lnTo>
                <a:lnTo>
                  <a:pt x="750376" y="212138"/>
                </a:lnTo>
                <a:lnTo>
                  <a:pt x="808097" y="276810"/>
                </a:lnTo>
                <a:lnTo>
                  <a:pt x="865818" y="350074"/>
                </a:lnTo>
                <a:lnTo>
                  <a:pt x="923539" y="431929"/>
                </a:lnTo>
              </a:path>
            </a:pathLst>
          </a:custGeom>
          <a:noFill/>
          <a:ln w="4286">
            <a:solidFill>
              <a:srgbClr val="534CAA">
                <a:alpha val="9000"/>
              </a:srgbClr>
            </a:solidFill>
            <a:prstDash val="solid"/>
          </a:ln>
        </p:spPr>
      </p:sp>
      <p:sp>
        <p:nvSpPr>
          <p:cNvPr id="84" name="knowledge-edge">
            <a:extLst>
              <a:ext uri="{FF2B5EF4-FFF2-40B4-BE49-F238E27FC236}">
                <a16:creationId xmlns:a16="http://schemas.microsoft.com/office/drawing/2014/main" id="{55BADA68-484D-4CAD-9EEF-15470CD96581}"/>
              </a:ext>
            </a:extLst>
          </p:cNvPr>
          <p:cNvSpPr>
            <a:spLocks noGrp="1"/>
          </p:cNvSpPr>
          <p:nvPr/>
        </p:nvSpPr>
        <p:spPr>
          <a:xfrm>
            <a:off x="2180273" y="6242512"/>
            <a:ext cx="289670" cy="189656"/>
          </a:xfrm>
          <a:custGeom>
            <a:avLst/>
            <a:gdLst/>
            <a:ahLst/>
            <a:cxnLst/>
            <a:rect l="0" t="0" r="0" b="0"/>
            <a:pathLst>
              <a:path w="289670" h="189656">
                <a:moveTo>
                  <a:pt x="0" y="0"/>
                </a:moveTo>
                <a:lnTo>
                  <a:pt x="20691" y="19075"/>
                </a:lnTo>
                <a:lnTo>
                  <a:pt x="41381" y="37299"/>
                </a:lnTo>
                <a:lnTo>
                  <a:pt x="62072" y="54673"/>
                </a:lnTo>
                <a:lnTo>
                  <a:pt x="82763" y="71197"/>
                </a:lnTo>
                <a:lnTo>
                  <a:pt x="103454" y="86870"/>
                </a:lnTo>
                <a:lnTo>
                  <a:pt x="124144" y="101693"/>
                </a:lnTo>
                <a:lnTo>
                  <a:pt x="144835" y="115665"/>
                </a:lnTo>
                <a:lnTo>
                  <a:pt x="165526" y="128786"/>
                </a:lnTo>
                <a:lnTo>
                  <a:pt x="186216" y="141057"/>
                </a:lnTo>
                <a:lnTo>
                  <a:pt x="206907" y="152478"/>
                </a:lnTo>
                <a:lnTo>
                  <a:pt x="227598" y="163048"/>
                </a:lnTo>
                <a:lnTo>
                  <a:pt x="248288" y="172768"/>
                </a:lnTo>
                <a:lnTo>
                  <a:pt x="268979" y="181637"/>
                </a:lnTo>
                <a:lnTo>
                  <a:pt x="289670" y="189656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85" name="knowledge-cross-edge">
            <a:extLst>
              <a:ext uri="{FF2B5EF4-FFF2-40B4-BE49-F238E27FC236}">
                <a16:creationId xmlns:a16="http://schemas.microsoft.com/office/drawing/2014/main" id="{A9A5C25F-1C65-4C94-A293-31204518A52E}"/>
              </a:ext>
            </a:extLst>
          </p:cNvPr>
          <p:cNvSpPr>
            <a:spLocks noGrp="1"/>
          </p:cNvSpPr>
          <p:nvPr/>
        </p:nvSpPr>
        <p:spPr>
          <a:xfrm>
            <a:off x="2180273" y="6233464"/>
            <a:ext cx="287555" cy="504081"/>
          </a:xfrm>
          <a:custGeom>
            <a:avLst/>
            <a:gdLst/>
            <a:ahLst/>
            <a:cxnLst/>
            <a:rect l="0" t="0" r="0" b="0"/>
            <a:pathLst>
              <a:path w="287555" h="504081">
                <a:moveTo>
                  <a:pt x="0" y="9048"/>
                </a:moveTo>
                <a:lnTo>
                  <a:pt x="38515" y="0"/>
                </a:lnTo>
                <a:lnTo>
                  <a:pt x="74384" y="97"/>
                </a:lnTo>
                <a:lnTo>
                  <a:pt x="107608" y="9340"/>
                </a:lnTo>
                <a:lnTo>
                  <a:pt x="138185" y="27729"/>
                </a:lnTo>
                <a:lnTo>
                  <a:pt x="166117" y="55263"/>
                </a:lnTo>
                <a:lnTo>
                  <a:pt x="191403" y="91943"/>
                </a:lnTo>
                <a:lnTo>
                  <a:pt x="214043" y="137768"/>
                </a:lnTo>
                <a:lnTo>
                  <a:pt x="234037" y="192739"/>
                </a:lnTo>
                <a:lnTo>
                  <a:pt x="251385" y="256856"/>
                </a:lnTo>
                <a:lnTo>
                  <a:pt x="266088" y="330119"/>
                </a:lnTo>
                <a:lnTo>
                  <a:pt x="278144" y="412527"/>
                </a:lnTo>
                <a:lnTo>
                  <a:pt x="287555" y="504081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86" name="knowledge-edge">
            <a:extLst>
              <a:ext uri="{FF2B5EF4-FFF2-40B4-BE49-F238E27FC236}">
                <a16:creationId xmlns:a16="http://schemas.microsoft.com/office/drawing/2014/main" id="{372E82EF-0008-44CD-855E-5A240B97ED3A}"/>
              </a:ext>
            </a:extLst>
          </p:cNvPr>
          <p:cNvSpPr>
            <a:spLocks noGrp="1"/>
          </p:cNvSpPr>
          <p:nvPr/>
        </p:nvSpPr>
        <p:spPr>
          <a:xfrm>
            <a:off x="2194487" y="6668125"/>
            <a:ext cx="273342" cy="81403"/>
          </a:xfrm>
          <a:custGeom>
            <a:avLst/>
            <a:gdLst/>
            <a:ahLst/>
            <a:cxnLst/>
            <a:rect l="0" t="0" r="0" b="0"/>
            <a:pathLst>
              <a:path w="273342" h="81403">
                <a:moveTo>
                  <a:pt x="0" y="0"/>
                </a:moveTo>
                <a:lnTo>
                  <a:pt x="19524" y="15299"/>
                </a:lnTo>
                <a:lnTo>
                  <a:pt x="39049" y="29008"/>
                </a:lnTo>
                <a:lnTo>
                  <a:pt x="58573" y="41125"/>
                </a:lnTo>
                <a:lnTo>
                  <a:pt x="78098" y="51652"/>
                </a:lnTo>
                <a:lnTo>
                  <a:pt x="97622" y="60587"/>
                </a:lnTo>
                <a:lnTo>
                  <a:pt x="117146" y="67932"/>
                </a:lnTo>
                <a:lnTo>
                  <a:pt x="136671" y="73686"/>
                </a:lnTo>
                <a:lnTo>
                  <a:pt x="156195" y="77849"/>
                </a:lnTo>
                <a:lnTo>
                  <a:pt x="175720" y="80421"/>
                </a:lnTo>
                <a:lnTo>
                  <a:pt x="195244" y="81403"/>
                </a:lnTo>
                <a:lnTo>
                  <a:pt x="214769" y="80793"/>
                </a:lnTo>
                <a:lnTo>
                  <a:pt x="234293" y="78593"/>
                </a:lnTo>
                <a:lnTo>
                  <a:pt x="253817" y="74801"/>
                </a:lnTo>
                <a:lnTo>
                  <a:pt x="273342" y="69419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87" name="knowledge-cross-edge">
            <a:extLst>
              <a:ext uri="{FF2B5EF4-FFF2-40B4-BE49-F238E27FC236}">
                <a16:creationId xmlns:a16="http://schemas.microsoft.com/office/drawing/2014/main" id="{A385DB86-A4BC-482F-8B83-4E140B31EA4D}"/>
              </a:ext>
            </a:extLst>
          </p:cNvPr>
          <p:cNvSpPr>
            <a:spLocks noGrp="1"/>
          </p:cNvSpPr>
          <p:nvPr/>
        </p:nvSpPr>
        <p:spPr>
          <a:xfrm>
            <a:off x="2194487" y="6641200"/>
            <a:ext cx="434237" cy="428851"/>
          </a:xfrm>
          <a:custGeom>
            <a:avLst/>
            <a:gdLst/>
            <a:ahLst/>
            <a:cxnLst/>
            <a:rect l="0" t="0" r="0" b="0"/>
            <a:pathLst>
              <a:path w="434237" h="428851">
                <a:moveTo>
                  <a:pt x="0" y="26926"/>
                </a:moveTo>
                <a:lnTo>
                  <a:pt x="50739" y="8767"/>
                </a:lnTo>
                <a:lnTo>
                  <a:pt x="98831" y="0"/>
                </a:lnTo>
                <a:lnTo>
                  <a:pt x="144278" y="624"/>
                </a:lnTo>
                <a:lnTo>
                  <a:pt x="187079" y="10640"/>
                </a:lnTo>
                <a:lnTo>
                  <a:pt x="227234" y="30046"/>
                </a:lnTo>
                <a:lnTo>
                  <a:pt x="264744" y="58845"/>
                </a:lnTo>
                <a:lnTo>
                  <a:pt x="299607" y="97034"/>
                </a:lnTo>
                <a:lnTo>
                  <a:pt x="331825" y="144615"/>
                </a:lnTo>
                <a:lnTo>
                  <a:pt x="361397" y="201587"/>
                </a:lnTo>
                <a:lnTo>
                  <a:pt x="388323" y="267950"/>
                </a:lnTo>
                <a:lnTo>
                  <a:pt x="412603" y="343705"/>
                </a:lnTo>
                <a:lnTo>
                  <a:pt x="434237" y="428851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88" name="knowledge-long-edge">
            <a:extLst>
              <a:ext uri="{FF2B5EF4-FFF2-40B4-BE49-F238E27FC236}">
                <a16:creationId xmlns:a16="http://schemas.microsoft.com/office/drawing/2014/main" id="{44128FF1-FF4F-4452-9DBD-016979CE2FE3}"/>
              </a:ext>
            </a:extLst>
          </p:cNvPr>
          <p:cNvSpPr>
            <a:spLocks noGrp="1"/>
          </p:cNvSpPr>
          <p:nvPr/>
        </p:nvSpPr>
        <p:spPr>
          <a:xfrm>
            <a:off x="2194487" y="6243466"/>
            <a:ext cx="810095" cy="424659"/>
          </a:xfrm>
          <a:custGeom>
            <a:avLst/>
            <a:gdLst/>
            <a:ahLst/>
            <a:cxnLst/>
            <a:rect l="0" t="0" r="0" b="0"/>
            <a:pathLst>
              <a:path w="810095" h="424659">
                <a:moveTo>
                  <a:pt x="0" y="424659"/>
                </a:moveTo>
                <a:lnTo>
                  <a:pt x="50631" y="340413"/>
                </a:lnTo>
                <a:lnTo>
                  <a:pt x="101262" y="265451"/>
                </a:lnTo>
                <a:lnTo>
                  <a:pt x="151893" y="199773"/>
                </a:lnTo>
                <a:lnTo>
                  <a:pt x="202524" y="143381"/>
                </a:lnTo>
                <a:lnTo>
                  <a:pt x="253155" y="96272"/>
                </a:lnTo>
                <a:lnTo>
                  <a:pt x="303786" y="58449"/>
                </a:lnTo>
                <a:lnTo>
                  <a:pt x="354417" y="29910"/>
                </a:lnTo>
                <a:lnTo>
                  <a:pt x="405048" y="10655"/>
                </a:lnTo>
                <a:lnTo>
                  <a:pt x="455679" y="685"/>
                </a:lnTo>
                <a:lnTo>
                  <a:pt x="506310" y="0"/>
                </a:lnTo>
                <a:lnTo>
                  <a:pt x="556940" y="8599"/>
                </a:lnTo>
                <a:lnTo>
                  <a:pt x="607571" y="26483"/>
                </a:lnTo>
                <a:lnTo>
                  <a:pt x="658202" y="53651"/>
                </a:lnTo>
                <a:lnTo>
                  <a:pt x="708833" y="90104"/>
                </a:lnTo>
                <a:lnTo>
                  <a:pt x="759464" y="135842"/>
                </a:lnTo>
                <a:lnTo>
                  <a:pt x="810095" y="190864"/>
                </a:lnTo>
              </a:path>
            </a:pathLst>
          </a:custGeom>
          <a:noFill/>
          <a:ln w="4286">
            <a:solidFill>
              <a:srgbClr val="534CAA">
                <a:alpha val="9000"/>
              </a:srgbClr>
            </a:solidFill>
            <a:prstDash val="solid"/>
          </a:ln>
        </p:spPr>
      </p:sp>
      <p:sp>
        <p:nvSpPr>
          <p:cNvPr id="89" name="knowledge-edge">
            <a:extLst>
              <a:ext uri="{FF2B5EF4-FFF2-40B4-BE49-F238E27FC236}">
                <a16:creationId xmlns:a16="http://schemas.microsoft.com/office/drawing/2014/main" id="{5EDF7087-C76D-4C39-867E-7879AD4AD15A}"/>
              </a:ext>
            </a:extLst>
          </p:cNvPr>
          <p:cNvSpPr>
            <a:spLocks noGrp="1"/>
          </p:cNvSpPr>
          <p:nvPr/>
        </p:nvSpPr>
        <p:spPr>
          <a:xfrm>
            <a:off x="2281329" y="6929508"/>
            <a:ext cx="347395" cy="145270"/>
          </a:xfrm>
          <a:custGeom>
            <a:avLst/>
            <a:gdLst/>
            <a:ahLst/>
            <a:cxnLst/>
            <a:rect l="0" t="0" r="0" b="0"/>
            <a:pathLst>
              <a:path w="347395" h="145270">
                <a:moveTo>
                  <a:pt x="0" y="0"/>
                </a:moveTo>
                <a:lnTo>
                  <a:pt x="24814" y="23475"/>
                </a:lnTo>
                <a:lnTo>
                  <a:pt x="49628" y="44883"/>
                </a:lnTo>
                <a:lnTo>
                  <a:pt x="74442" y="64224"/>
                </a:lnTo>
                <a:lnTo>
                  <a:pt x="99256" y="81497"/>
                </a:lnTo>
                <a:lnTo>
                  <a:pt x="124069" y="96704"/>
                </a:lnTo>
                <a:lnTo>
                  <a:pt x="148883" y="109843"/>
                </a:lnTo>
                <a:lnTo>
                  <a:pt x="173697" y="120916"/>
                </a:lnTo>
                <a:lnTo>
                  <a:pt x="198511" y="129921"/>
                </a:lnTo>
                <a:lnTo>
                  <a:pt x="223325" y="136859"/>
                </a:lnTo>
                <a:lnTo>
                  <a:pt x="248139" y="141730"/>
                </a:lnTo>
                <a:lnTo>
                  <a:pt x="272953" y="144534"/>
                </a:lnTo>
                <a:lnTo>
                  <a:pt x="297767" y="145270"/>
                </a:lnTo>
                <a:lnTo>
                  <a:pt x="322581" y="143940"/>
                </a:lnTo>
                <a:lnTo>
                  <a:pt x="347395" y="140542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90" name="knowledge-edge">
            <a:extLst>
              <a:ext uri="{FF2B5EF4-FFF2-40B4-BE49-F238E27FC236}">
                <a16:creationId xmlns:a16="http://schemas.microsoft.com/office/drawing/2014/main" id="{B56A463A-B342-4F84-8439-6DA2D50EA378}"/>
              </a:ext>
            </a:extLst>
          </p:cNvPr>
          <p:cNvSpPr>
            <a:spLocks noGrp="1"/>
          </p:cNvSpPr>
          <p:nvPr/>
        </p:nvSpPr>
        <p:spPr>
          <a:xfrm>
            <a:off x="2069085" y="7173152"/>
            <a:ext cx="506694" cy="126910"/>
          </a:xfrm>
          <a:custGeom>
            <a:avLst/>
            <a:gdLst/>
            <a:ahLst/>
            <a:cxnLst/>
            <a:rect l="0" t="0" r="0" b="0"/>
            <a:pathLst>
              <a:path w="506694" h="126910">
                <a:moveTo>
                  <a:pt x="0" y="0"/>
                </a:moveTo>
                <a:lnTo>
                  <a:pt x="36192" y="25750"/>
                </a:lnTo>
                <a:lnTo>
                  <a:pt x="72385" y="48588"/>
                </a:lnTo>
                <a:lnTo>
                  <a:pt x="108577" y="68514"/>
                </a:lnTo>
                <a:lnTo>
                  <a:pt x="144770" y="85528"/>
                </a:lnTo>
                <a:lnTo>
                  <a:pt x="180962" y="99629"/>
                </a:lnTo>
                <a:lnTo>
                  <a:pt x="217155" y="110817"/>
                </a:lnTo>
                <a:lnTo>
                  <a:pt x="253347" y="119094"/>
                </a:lnTo>
                <a:lnTo>
                  <a:pt x="289540" y="124458"/>
                </a:lnTo>
                <a:lnTo>
                  <a:pt x="325732" y="126910"/>
                </a:lnTo>
                <a:lnTo>
                  <a:pt x="361924" y="126449"/>
                </a:lnTo>
                <a:lnTo>
                  <a:pt x="398117" y="123076"/>
                </a:lnTo>
                <a:lnTo>
                  <a:pt x="434309" y="116791"/>
                </a:lnTo>
                <a:lnTo>
                  <a:pt x="470502" y="107593"/>
                </a:lnTo>
                <a:lnTo>
                  <a:pt x="506694" y="95483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91" name="knowledge-long-edge">
            <a:extLst>
              <a:ext uri="{FF2B5EF4-FFF2-40B4-BE49-F238E27FC236}">
                <a16:creationId xmlns:a16="http://schemas.microsoft.com/office/drawing/2014/main" id="{0E0E99DB-1720-4D10-B2FE-914BE7E98846}"/>
              </a:ext>
            </a:extLst>
          </p:cNvPr>
          <p:cNvSpPr>
            <a:spLocks noGrp="1"/>
          </p:cNvSpPr>
          <p:nvPr/>
        </p:nvSpPr>
        <p:spPr>
          <a:xfrm>
            <a:off x="2069085" y="6780291"/>
            <a:ext cx="886727" cy="392861"/>
          </a:xfrm>
          <a:custGeom>
            <a:avLst/>
            <a:gdLst/>
            <a:ahLst/>
            <a:cxnLst/>
            <a:rect l="0" t="0" r="0" b="0"/>
            <a:pathLst>
              <a:path w="886727" h="392861">
                <a:moveTo>
                  <a:pt x="0" y="392861"/>
                </a:moveTo>
                <a:lnTo>
                  <a:pt x="55420" y="309915"/>
                </a:lnTo>
                <a:lnTo>
                  <a:pt x="110841" y="236793"/>
                </a:lnTo>
                <a:lnTo>
                  <a:pt x="166261" y="173494"/>
                </a:lnTo>
                <a:lnTo>
                  <a:pt x="221682" y="120019"/>
                </a:lnTo>
                <a:lnTo>
                  <a:pt x="277102" y="76368"/>
                </a:lnTo>
                <a:lnTo>
                  <a:pt x="332523" y="42540"/>
                </a:lnTo>
                <a:lnTo>
                  <a:pt x="387943" y="18536"/>
                </a:lnTo>
                <a:lnTo>
                  <a:pt x="443364" y="4356"/>
                </a:lnTo>
                <a:lnTo>
                  <a:pt x="498784" y="0"/>
                </a:lnTo>
                <a:lnTo>
                  <a:pt x="554205" y="5467"/>
                </a:lnTo>
                <a:lnTo>
                  <a:pt x="609625" y="20759"/>
                </a:lnTo>
                <a:lnTo>
                  <a:pt x="665046" y="45873"/>
                </a:lnTo>
                <a:lnTo>
                  <a:pt x="720466" y="80812"/>
                </a:lnTo>
                <a:lnTo>
                  <a:pt x="775886" y="125574"/>
                </a:lnTo>
                <a:lnTo>
                  <a:pt x="831307" y="180160"/>
                </a:lnTo>
                <a:lnTo>
                  <a:pt x="886727" y="244570"/>
                </a:lnTo>
              </a:path>
            </a:pathLst>
          </a:custGeom>
          <a:noFill/>
          <a:ln w="4286">
            <a:solidFill>
              <a:srgbClr val="534CAA">
                <a:alpha val="9000"/>
              </a:srgbClr>
            </a:solidFill>
            <a:prstDash val="solid"/>
          </a:ln>
        </p:spPr>
      </p:sp>
      <p:sp>
        <p:nvSpPr>
          <p:cNvPr id="92" name="knowledge-edge">
            <a:extLst>
              <a:ext uri="{FF2B5EF4-FFF2-40B4-BE49-F238E27FC236}">
                <a16:creationId xmlns:a16="http://schemas.microsoft.com/office/drawing/2014/main" id="{3E5E4FAD-D863-451D-844F-9B4C65F17A83}"/>
              </a:ext>
            </a:extLst>
          </p:cNvPr>
          <p:cNvSpPr>
            <a:spLocks noGrp="1"/>
          </p:cNvSpPr>
          <p:nvPr/>
        </p:nvSpPr>
        <p:spPr>
          <a:xfrm>
            <a:off x="2651179" y="5996257"/>
            <a:ext cx="372990" cy="174486"/>
          </a:xfrm>
          <a:custGeom>
            <a:avLst/>
            <a:gdLst/>
            <a:ahLst/>
            <a:cxnLst/>
            <a:rect l="0" t="0" r="0" b="0"/>
            <a:pathLst>
              <a:path w="372990" h="174486">
                <a:moveTo>
                  <a:pt x="0" y="174486"/>
                </a:moveTo>
                <a:lnTo>
                  <a:pt x="26642" y="171766"/>
                </a:lnTo>
                <a:lnTo>
                  <a:pt x="53284" y="167547"/>
                </a:lnTo>
                <a:lnTo>
                  <a:pt x="79926" y="161829"/>
                </a:lnTo>
                <a:lnTo>
                  <a:pt x="106569" y="154612"/>
                </a:lnTo>
                <a:lnTo>
                  <a:pt x="133211" y="145896"/>
                </a:lnTo>
                <a:lnTo>
                  <a:pt x="159853" y="135682"/>
                </a:lnTo>
                <a:lnTo>
                  <a:pt x="186495" y="123968"/>
                </a:lnTo>
                <a:lnTo>
                  <a:pt x="213137" y="110755"/>
                </a:lnTo>
                <a:lnTo>
                  <a:pt x="239779" y="96043"/>
                </a:lnTo>
                <a:lnTo>
                  <a:pt x="266421" y="79833"/>
                </a:lnTo>
                <a:lnTo>
                  <a:pt x="293064" y="62123"/>
                </a:lnTo>
                <a:lnTo>
                  <a:pt x="319706" y="42914"/>
                </a:lnTo>
                <a:lnTo>
                  <a:pt x="346348" y="22207"/>
                </a:lnTo>
                <a:lnTo>
                  <a:pt x="372990" y="0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93" name="knowledge-edge">
            <a:extLst>
              <a:ext uri="{FF2B5EF4-FFF2-40B4-BE49-F238E27FC236}">
                <a16:creationId xmlns:a16="http://schemas.microsoft.com/office/drawing/2014/main" id="{DE28CD58-7D97-4A63-8431-F7DDA21767E6}"/>
              </a:ext>
            </a:extLst>
          </p:cNvPr>
          <p:cNvSpPr>
            <a:spLocks noGrp="1"/>
          </p:cNvSpPr>
          <p:nvPr/>
        </p:nvSpPr>
        <p:spPr>
          <a:xfrm>
            <a:off x="2459614" y="6004151"/>
            <a:ext cx="560814" cy="122663"/>
          </a:xfrm>
          <a:custGeom>
            <a:avLst/>
            <a:gdLst/>
            <a:ahLst/>
            <a:cxnLst/>
            <a:rect l="0" t="0" r="0" b="0"/>
            <a:pathLst>
              <a:path w="560814" h="122663">
                <a:moveTo>
                  <a:pt x="0" y="89595"/>
                </a:moveTo>
                <a:lnTo>
                  <a:pt x="40058" y="101992"/>
                </a:lnTo>
                <a:lnTo>
                  <a:pt x="80116" y="111498"/>
                </a:lnTo>
                <a:lnTo>
                  <a:pt x="120174" y="118111"/>
                </a:lnTo>
                <a:lnTo>
                  <a:pt x="160233" y="121833"/>
                </a:lnTo>
                <a:lnTo>
                  <a:pt x="200291" y="122663"/>
                </a:lnTo>
                <a:lnTo>
                  <a:pt x="240349" y="120601"/>
                </a:lnTo>
                <a:lnTo>
                  <a:pt x="280407" y="115647"/>
                </a:lnTo>
                <a:lnTo>
                  <a:pt x="320465" y="107802"/>
                </a:lnTo>
                <a:lnTo>
                  <a:pt x="360523" y="97064"/>
                </a:lnTo>
                <a:lnTo>
                  <a:pt x="400582" y="83435"/>
                </a:lnTo>
                <a:lnTo>
                  <a:pt x="440640" y="66914"/>
                </a:lnTo>
                <a:lnTo>
                  <a:pt x="480698" y="47501"/>
                </a:lnTo>
                <a:lnTo>
                  <a:pt x="520756" y="25196"/>
                </a:lnTo>
                <a:lnTo>
                  <a:pt x="560814" y="0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94" name="knowledge-edge">
            <a:extLst>
              <a:ext uri="{FF2B5EF4-FFF2-40B4-BE49-F238E27FC236}">
                <a16:creationId xmlns:a16="http://schemas.microsoft.com/office/drawing/2014/main" id="{37B0B55F-8482-4B27-A706-285B170E690E}"/>
              </a:ext>
            </a:extLst>
          </p:cNvPr>
          <p:cNvSpPr>
            <a:spLocks noGrp="1"/>
          </p:cNvSpPr>
          <p:nvPr/>
        </p:nvSpPr>
        <p:spPr>
          <a:xfrm>
            <a:off x="2642595" y="6181288"/>
            <a:ext cx="349577" cy="89805"/>
          </a:xfrm>
          <a:custGeom>
            <a:avLst/>
            <a:gdLst/>
            <a:ahLst/>
            <a:cxnLst/>
            <a:rect l="0" t="0" r="0" b="0"/>
            <a:pathLst>
              <a:path w="349577" h="89805">
                <a:moveTo>
                  <a:pt x="0" y="0"/>
                </a:moveTo>
                <a:lnTo>
                  <a:pt x="24970" y="19140"/>
                </a:lnTo>
                <a:lnTo>
                  <a:pt x="49940" y="35990"/>
                </a:lnTo>
                <a:lnTo>
                  <a:pt x="74909" y="50549"/>
                </a:lnTo>
                <a:lnTo>
                  <a:pt x="99879" y="62818"/>
                </a:lnTo>
                <a:lnTo>
                  <a:pt x="124849" y="72796"/>
                </a:lnTo>
                <a:lnTo>
                  <a:pt x="149819" y="80484"/>
                </a:lnTo>
                <a:lnTo>
                  <a:pt x="174789" y="85881"/>
                </a:lnTo>
                <a:lnTo>
                  <a:pt x="199758" y="88988"/>
                </a:lnTo>
                <a:lnTo>
                  <a:pt x="224728" y="89805"/>
                </a:lnTo>
                <a:lnTo>
                  <a:pt x="249698" y="88331"/>
                </a:lnTo>
                <a:lnTo>
                  <a:pt x="274668" y="84567"/>
                </a:lnTo>
                <a:lnTo>
                  <a:pt x="299638" y="78512"/>
                </a:lnTo>
                <a:lnTo>
                  <a:pt x="324607" y="70167"/>
                </a:lnTo>
                <a:lnTo>
                  <a:pt x="349577" y="59532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95" name="knowledge-cross-edge">
            <a:extLst>
              <a:ext uri="{FF2B5EF4-FFF2-40B4-BE49-F238E27FC236}">
                <a16:creationId xmlns:a16="http://schemas.microsoft.com/office/drawing/2014/main" id="{75AF328C-A346-4A80-B046-DC5FC11AFBD4}"/>
              </a:ext>
            </a:extLst>
          </p:cNvPr>
          <p:cNvSpPr>
            <a:spLocks noGrp="1"/>
          </p:cNvSpPr>
          <p:nvPr/>
        </p:nvSpPr>
        <p:spPr>
          <a:xfrm>
            <a:off x="2642595" y="6143601"/>
            <a:ext cx="361987" cy="290729"/>
          </a:xfrm>
          <a:custGeom>
            <a:avLst/>
            <a:gdLst/>
            <a:ahLst/>
            <a:cxnLst/>
            <a:rect l="0" t="0" r="0" b="0"/>
            <a:pathLst>
              <a:path w="361987" h="290729">
                <a:moveTo>
                  <a:pt x="0" y="37688"/>
                </a:moveTo>
                <a:lnTo>
                  <a:pt x="44718" y="17647"/>
                </a:lnTo>
                <a:lnTo>
                  <a:pt x="86789" y="5085"/>
                </a:lnTo>
                <a:lnTo>
                  <a:pt x="126215" y="0"/>
                </a:lnTo>
                <a:lnTo>
                  <a:pt x="162996" y="2393"/>
                </a:lnTo>
                <a:lnTo>
                  <a:pt x="197130" y="12263"/>
                </a:lnTo>
                <a:lnTo>
                  <a:pt x="228618" y="29611"/>
                </a:lnTo>
                <a:lnTo>
                  <a:pt x="257461" y="54437"/>
                </a:lnTo>
                <a:lnTo>
                  <a:pt x="283658" y="86740"/>
                </a:lnTo>
                <a:lnTo>
                  <a:pt x="307209" y="126521"/>
                </a:lnTo>
                <a:lnTo>
                  <a:pt x="328114" y="173779"/>
                </a:lnTo>
                <a:lnTo>
                  <a:pt x="346373" y="228516"/>
                </a:lnTo>
                <a:lnTo>
                  <a:pt x="361987" y="290729"/>
                </a:lnTo>
              </a:path>
            </a:pathLst>
          </a:custGeom>
          <a:noFill/>
          <a:ln w="5334">
            <a:solidFill>
              <a:srgbClr val="56429E">
                <a:alpha val="13000"/>
              </a:srgbClr>
            </a:solidFill>
            <a:prstDash val="solid"/>
          </a:ln>
        </p:spPr>
      </p:sp>
      <p:sp>
        <p:nvSpPr>
          <p:cNvPr id="96" name="knowledge-cross-edge">
            <a:extLst>
              <a:ext uri="{FF2B5EF4-FFF2-40B4-BE49-F238E27FC236}">
                <a16:creationId xmlns:a16="http://schemas.microsoft.com/office/drawing/2014/main" id="{1FA34564-D7EE-49C1-988D-85D8C1397C57}"/>
              </a:ext>
            </a:extLst>
          </p:cNvPr>
          <p:cNvSpPr>
            <a:spLocks noGrp="1"/>
          </p:cNvSpPr>
          <p:nvPr/>
        </p:nvSpPr>
        <p:spPr>
          <a:xfrm>
            <a:off x="2642595" y="5968991"/>
            <a:ext cx="377833" cy="212297"/>
          </a:xfrm>
          <a:custGeom>
            <a:avLst/>
            <a:gdLst/>
            <a:ahLst/>
            <a:cxnLst/>
            <a:rect l="0" t="0" r="0" b="0"/>
            <a:pathLst>
              <a:path w="377833" h="212297">
                <a:moveTo>
                  <a:pt x="0" y="212297"/>
                </a:moveTo>
                <a:lnTo>
                  <a:pt x="16934" y="165169"/>
                </a:lnTo>
                <a:lnTo>
                  <a:pt x="36514" y="123927"/>
                </a:lnTo>
                <a:lnTo>
                  <a:pt x="58739" y="88569"/>
                </a:lnTo>
                <a:lnTo>
                  <a:pt x="83611" y="59095"/>
                </a:lnTo>
                <a:lnTo>
                  <a:pt x="111128" y="35507"/>
                </a:lnTo>
                <a:lnTo>
                  <a:pt x="141291" y="17803"/>
                </a:lnTo>
                <a:lnTo>
                  <a:pt x="174100" y="5984"/>
                </a:lnTo>
                <a:lnTo>
                  <a:pt x="209555" y="50"/>
                </a:lnTo>
                <a:lnTo>
                  <a:pt x="247656" y="0"/>
                </a:lnTo>
                <a:lnTo>
                  <a:pt x="288402" y="5835"/>
                </a:lnTo>
                <a:lnTo>
                  <a:pt x="331795" y="17555"/>
                </a:lnTo>
                <a:lnTo>
                  <a:pt x="377833" y="35159"/>
                </a:lnTo>
              </a:path>
            </a:pathLst>
          </a:custGeom>
          <a:noFill/>
          <a:ln w="4953">
            <a:solidFill>
              <a:srgbClr val="56429E">
                <a:alpha val="12000"/>
              </a:srgbClr>
            </a:solidFill>
            <a:prstDash val="solid"/>
          </a:ln>
        </p:spPr>
      </p:sp>
      <p:sp>
        <p:nvSpPr>
          <p:cNvPr id="97" name="knowledge-edge">
            <a:extLst>
              <a:ext uri="{FF2B5EF4-FFF2-40B4-BE49-F238E27FC236}">
                <a16:creationId xmlns:a16="http://schemas.microsoft.com/office/drawing/2014/main" id="{D2A7168D-4EF3-48E9-AFB8-A2B3E72F693B}"/>
              </a:ext>
            </a:extLst>
          </p:cNvPr>
          <p:cNvSpPr>
            <a:spLocks noGrp="1"/>
          </p:cNvSpPr>
          <p:nvPr/>
        </p:nvSpPr>
        <p:spPr>
          <a:xfrm>
            <a:off x="2469943" y="6428349"/>
            <a:ext cx="534639" cy="9525"/>
          </a:xfrm>
          <a:custGeom>
            <a:avLst/>
            <a:gdLst/>
            <a:ahLst/>
            <a:cxnLst/>
            <a:rect l="0" t="0" r="0" b="0"/>
            <a:pathLst>
              <a:path w="534639" h="9525">
                <a:moveTo>
                  <a:pt x="0" y="3820"/>
                </a:moveTo>
                <a:lnTo>
                  <a:pt x="38188" y="2689"/>
                </a:lnTo>
                <a:lnTo>
                  <a:pt x="76377" y="1755"/>
                </a:lnTo>
                <a:lnTo>
                  <a:pt x="114565" y="1020"/>
                </a:lnTo>
                <a:lnTo>
                  <a:pt x="152754" y="482"/>
                </a:lnTo>
                <a:lnTo>
                  <a:pt x="190942" y="142"/>
                </a:lnTo>
                <a:lnTo>
                  <a:pt x="229131" y="0"/>
                </a:lnTo>
                <a:lnTo>
                  <a:pt x="267319" y="56"/>
                </a:lnTo>
                <a:lnTo>
                  <a:pt x="305508" y="309"/>
                </a:lnTo>
                <a:lnTo>
                  <a:pt x="343696" y="760"/>
                </a:lnTo>
                <a:lnTo>
                  <a:pt x="381885" y="1409"/>
                </a:lnTo>
                <a:lnTo>
                  <a:pt x="420073" y="2255"/>
                </a:lnTo>
                <a:lnTo>
                  <a:pt x="458262" y="3299"/>
                </a:lnTo>
                <a:lnTo>
                  <a:pt x="496450" y="4541"/>
                </a:lnTo>
                <a:lnTo>
                  <a:pt x="534639" y="5981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98" name="knowledge-cross-edge">
            <a:extLst>
              <a:ext uri="{FF2B5EF4-FFF2-40B4-BE49-F238E27FC236}">
                <a16:creationId xmlns:a16="http://schemas.microsoft.com/office/drawing/2014/main" id="{32D56044-4996-4B8C-98F6-594A08FE2FAF}"/>
              </a:ext>
            </a:extLst>
          </p:cNvPr>
          <p:cNvSpPr>
            <a:spLocks noGrp="1"/>
          </p:cNvSpPr>
          <p:nvPr/>
        </p:nvSpPr>
        <p:spPr>
          <a:xfrm>
            <a:off x="2469943" y="6403220"/>
            <a:ext cx="558223" cy="334671"/>
          </a:xfrm>
          <a:custGeom>
            <a:avLst/>
            <a:gdLst/>
            <a:ahLst/>
            <a:cxnLst/>
            <a:rect l="0" t="0" r="0" b="0"/>
            <a:pathLst>
              <a:path w="558223" h="334671">
                <a:moveTo>
                  <a:pt x="0" y="28948"/>
                </a:moveTo>
                <a:lnTo>
                  <a:pt x="61071" y="11493"/>
                </a:lnTo>
                <a:lnTo>
                  <a:pt x="119495" y="1844"/>
                </a:lnTo>
                <a:lnTo>
                  <a:pt x="175274" y="0"/>
                </a:lnTo>
                <a:lnTo>
                  <a:pt x="228408" y="5962"/>
                </a:lnTo>
                <a:lnTo>
                  <a:pt x="278895" y="19730"/>
                </a:lnTo>
                <a:lnTo>
                  <a:pt x="326736" y="41304"/>
                </a:lnTo>
                <a:lnTo>
                  <a:pt x="371932" y="70684"/>
                </a:lnTo>
                <a:lnTo>
                  <a:pt x="414482" y="107870"/>
                </a:lnTo>
                <a:lnTo>
                  <a:pt x="454386" y="152862"/>
                </a:lnTo>
                <a:lnTo>
                  <a:pt x="491644" y="205659"/>
                </a:lnTo>
                <a:lnTo>
                  <a:pt x="526256" y="266262"/>
                </a:lnTo>
                <a:lnTo>
                  <a:pt x="558223" y="334671"/>
                </a:lnTo>
              </a:path>
            </a:pathLst>
          </a:custGeom>
          <a:noFill/>
          <a:ln w="5334">
            <a:solidFill>
              <a:srgbClr val="56429E">
                <a:alpha val="13000"/>
              </a:srgbClr>
            </a:solidFill>
            <a:prstDash val="solid"/>
          </a:ln>
        </p:spPr>
      </p:sp>
      <p:sp>
        <p:nvSpPr>
          <p:cNvPr id="99" name="knowledge-cross-edge">
            <a:extLst>
              <a:ext uri="{FF2B5EF4-FFF2-40B4-BE49-F238E27FC236}">
                <a16:creationId xmlns:a16="http://schemas.microsoft.com/office/drawing/2014/main" id="{BF4414D1-7444-4E3A-8663-3A22B9C7A37C}"/>
              </a:ext>
            </a:extLst>
          </p:cNvPr>
          <p:cNvSpPr>
            <a:spLocks noGrp="1"/>
          </p:cNvSpPr>
          <p:nvPr/>
        </p:nvSpPr>
        <p:spPr>
          <a:xfrm>
            <a:off x="2469943" y="6202650"/>
            <a:ext cx="522229" cy="229518"/>
          </a:xfrm>
          <a:custGeom>
            <a:avLst/>
            <a:gdLst/>
            <a:ahLst/>
            <a:cxnLst/>
            <a:rect l="0" t="0" r="0" b="0"/>
            <a:pathLst>
              <a:path w="522229" h="229518">
                <a:moveTo>
                  <a:pt x="0" y="229518"/>
                </a:moveTo>
                <a:lnTo>
                  <a:pt x="28967" y="178533"/>
                </a:lnTo>
                <a:lnTo>
                  <a:pt x="60580" y="133918"/>
                </a:lnTo>
                <a:lnTo>
                  <a:pt x="94839" y="95674"/>
                </a:lnTo>
                <a:lnTo>
                  <a:pt x="131743" y="63801"/>
                </a:lnTo>
                <a:lnTo>
                  <a:pt x="171293" y="38299"/>
                </a:lnTo>
                <a:lnTo>
                  <a:pt x="213490" y="19168"/>
                </a:lnTo>
                <a:lnTo>
                  <a:pt x="258332" y="6408"/>
                </a:lnTo>
                <a:lnTo>
                  <a:pt x="305820" y="18"/>
                </a:lnTo>
                <a:lnTo>
                  <a:pt x="355953" y="0"/>
                </a:lnTo>
                <a:lnTo>
                  <a:pt x="408733" y="6352"/>
                </a:lnTo>
                <a:lnTo>
                  <a:pt x="464158" y="19076"/>
                </a:lnTo>
                <a:lnTo>
                  <a:pt x="522229" y="38170"/>
                </a:lnTo>
              </a:path>
            </a:pathLst>
          </a:custGeom>
          <a:noFill/>
          <a:ln w="4953">
            <a:solidFill>
              <a:srgbClr val="56429E">
                <a:alpha val="12000"/>
              </a:srgbClr>
            </a:solidFill>
            <a:prstDash val="solid"/>
          </a:ln>
        </p:spPr>
      </p:sp>
      <p:sp>
        <p:nvSpPr>
          <p:cNvPr id="100" name="knowledge-long-edge">
            <a:extLst>
              <a:ext uri="{FF2B5EF4-FFF2-40B4-BE49-F238E27FC236}">
                <a16:creationId xmlns:a16="http://schemas.microsoft.com/office/drawing/2014/main" id="{679F0DD7-5110-4413-B203-15F3B0572491}"/>
              </a:ext>
            </a:extLst>
          </p:cNvPr>
          <p:cNvSpPr>
            <a:spLocks noGrp="1"/>
          </p:cNvSpPr>
          <p:nvPr/>
        </p:nvSpPr>
        <p:spPr>
          <a:xfrm>
            <a:off x="2469943" y="6279408"/>
            <a:ext cx="895419" cy="496117"/>
          </a:xfrm>
          <a:custGeom>
            <a:avLst/>
            <a:gdLst/>
            <a:ahLst/>
            <a:cxnLst/>
            <a:rect l="0" t="0" r="0" b="0"/>
            <a:pathLst>
              <a:path w="895419" h="496117">
                <a:moveTo>
                  <a:pt x="0" y="152761"/>
                </a:moveTo>
                <a:lnTo>
                  <a:pt x="55964" y="103841"/>
                </a:lnTo>
                <a:lnTo>
                  <a:pt x="111927" y="64305"/>
                </a:lnTo>
                <a:lnTo>
                  <a:pt x="167891" y="34152"/>
                </a:lnTo>
                <a:lnTo>
                  <a:pt x="223855" y="13384"/>
                </a:lnTo>
                <a:lnTo>
                  <a:pt x="279818" y="2000"/>
                </a:lnTo>
                <a:lnTo>
                  <a:pt x="335782" y="0"/>
                </a:lnTo>
                <a:lnTo>
                  <a:pt x="391746" y="7384"/>
                </a:lnTo>
                <a:lnTo>
                  <a:pt x="447709" y="24152"/>
                </a:lnTo>
                <a:lnTo>
                  <a:pt x="503673" y="50303"/>
                </a:lnTo>
                <a:lnTo>
                  <a:pt x="559637" y="85839"/>
                </a:lnTo>
                <a:lnTo>
                  <a:pt x="615600" y="130759"/>
                </a:lnTo>
                <a:lnTo>
                  <a:pt x="671564" y="185062"/>
                </a:lnTo>
                <a:lnTo>
                  <a:pt x="727528" y="248750"/>
                </a:lnTo>
                <a:lnTo>
                  <a:pt x="783491" y="321822"/>
                </a:lnTo>
                <a:lnTo>
                  <a:pt x="839455" y="404277"/>
                </a:lnTo>
                <a:lnTo>
                  <a:pt x="895419" y="496117"/>
                </a:lnTo>
              </a:path>
            </a:pathLst>
          </a:custGeom>
          <a:noFill/>
          <a:ln w="4286">
            <a:solidFill>
              <a:srgbClr val="56429E">
                <a:alpha val="9000"/>
              </a:srgbClr>
            </a:solidFill>
            <a:prstDash val="solid"/>
          </a:ln>
        </p:spPr>
      </p:sp>
      <p:sp>
        <p:nvSpPr>
          <p:cNvPr id="101" name="knowledge-edge">
            <a:extLst>
              <a:ext uri="{FF2B5EF4-FFF2-40B4-BE49-F238E27FC236}">
                <a16:creationId xmlns:a16="http://schemas.microsoft.com/office/drawing/2014/main" id="{CD8D1412-6185-436B-91C0-D5B68A4ABC2D}"/>
              </a:ext>
            </a:extLst>
          </p:cNvPr>
          <p:cNvSpPr>
            <a:spLocks noGrp="1"/>
          </p:cNvSpPr>
          <p:nvPr/>
        </p:nvSpPr>
        <p:spPr>
          <a:xfrm>
            <a:off x="2467828" y="6737544"/>
            <a:ext cx="560338" cy="70279"/>
          </a:xfrm>
          <a:custGeom>
            <a:avLst/>
            <a:gdLst/>
            <a:ahLst/>
            <a:cxnLst/>
            <a:rect l="0" t="0" r="0" b="0"/>
            <a:pathLst>
              <a:path w="560338" h="70279">
                <a:moveTo>
                  <a:pt x="0" y="0"/>
                </a:moveTo>
                <a:lnTo>
                  <a:pt x="40024" y="18624"/>
                </a:lnTo>
                <a:lnTo>
                  <a:pt x="80048" y="34387"/>
                </a:lnTo>
                <a:lnTo>
                  <a:pt x="120072" y="47288"/>
                </a:lnTo>
                <a:lnTo>
                  <a:pt x="160097" y="57328"/>
                </a:lnTo>
                <a:lnTo>
                  <a:pt x="200121" y="64506"/>
                </a:lnTo>
                <a:lnTo>
                  <a:pt x="240145" y="68823"/>
                </a:lnTo>
                <a:lnTo>
                  <a:pt x="280169" y="70279"/>
                </a:lnTo>
                <a:lnTo>
                  <a:pt x="320193" y="68873"/>
                </a:lnTo>
                <a:lnTo>
                  <a:pt x="360217" y="64605"/>
                </a:lnTo>
                <a:lnTo>
                  <a:pt x="400241" y="57477"/>
                </a:lnTo>
                <a:lnTo>
                  <a:pt x="440265" y="47486"/>
                </a:lnTo>
                <a:lnTo>
                  <a:pt x="480290" y="34635"/>
                </a:lnTo>
                <a:lnTo>
                  <a:pt x="520314" y="18922"/>
                </a:lnTo>
                <a:lnTo>
                  <a:pt x="560338" y="347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02" name="knowledge-cross-edge">
            <a:extLst>
              <a:ext uri="{FF2B5EF4-FFF2-40B4-BE49-F238E27FC236}">
                <a16:creationId xmlns:a16="http://schemas.microsoft.com/office/drawing/2014/main" id="{CC439B3C-E8D7-4615-80DC-5CFA991A019A}"/>
              </a:ext>
            </a:extLst>
          </p:cNvPr>
          <p:cNvSpPr>
            <a:spLocks noGrp="1"/>
          </p:cNvSpPr>
          <p:nvPr/>
        </p:nvSpPr>
        <p:spPr>
          <a:xfrm>
            <a:off x="2467828" y="6737544"/>
            <a:ext cx="487984" cy="287317"/>
          </a:xfrm>
          <a:custGeom>
            <a:avLst/>
            <a:gdLst/>
            <a:ahLst/>
            <a:cxnLst/>
            <a:rect l="0" t="0" r="0" b="0"/>
            <a:pathLst>
              <a:path w="487984" h="287317">
                <a:moveTo>
                  <a:pt x="0" y="0"/>
                </a:moveTo>
                <a:lnTo>
                  <a:pt x="55217" y="7696"/>
                </a:lnTo>
                <a:lnTo>
                  <a:pt x="107789" y="18346"/>
                </a:lnTo>
                <a:lnTo>
                  <a:pt x="157715" y="31950"/>
                </a:lnTo>
                <a:lnTo>
                  <a:pt x="204995" y="48509"/>
                </a:lnTo>
                <a:lnTo>
                  <a:pt x="249629" y="68021"/>
                </a:lnTo>
                <a:lnTo>
                  <a:pt x="291617" y="90487"/>
                </a:lnTo>
                <a:lnTo>
                  <a:pt x="330959" y="115907"/>
                </a:lnTo>
                <a:lnTo>
                  <a:pt x="367656" y="144281"/>
                </a:lnTo>
                <a:lnTo>
                  <a:pt x="401707" y="175609"/>
                </a:lnTo>
                <a:lnTo>
                  <a:pt x="433112" y="209891"/>
                </a:lnTo>
                <a:lnTo>
                  <a:pt x="461871" y="247127"/>
                </a:lnTo>
                <a:lnTo>
                  <a:pt x="487984" y="287317"/>
                </a:lnTo>
              </a:path>
            </a:pathLst>
          </a:custGeom>
          <a:noFill/>
          <a:ln w="5334">
            <a:solidFill>
              <a:srgbClr val="56429E">
                <a:alpha val="13000"/>
              </a:srgbClr>
            </a:solidFill>
            <a:prstDash val="solid"/>
          </a:ln>
        </p:spPr>
      </p:sp>
      <p:sp>
        <p:nvSpPr>
          <p:cNvPr id="103" name="knowledge-cross-edge">
            <a:extLst>
              <a:ext uri="{FF2B5EF4-FFF2-40B4-BE49-F238E27FC236}">
                <a16:creationId xmlns:a16="http://schemas.microsoft.com/office/drawing/2014/main" id="{81246357-C559-4940-A3F6-030FA1C66C8E}"/>
              </a:ext>
            </a:extLst>
          </p:cNvPr>
          <p:cNvSpPr>
            <a:spLocks noGrp="1"/>
          </p:cNvSpPr>
          <p:nvPr/>
        </p:nvSpPr>
        <p:spPr>
          <a:xfrm>
            <a:off x="2467828" y="6434330"/>
            <a:ext cx="536753" cy="303214"/>
          </a:xfrm>
          <a:custGeom>
            <a:avLst/>
            <a:gdLst/>
            <a:ahLst/>
            <a:cxnLst/>
            <a:rect l="0" t="0" r="0" b="0"/>
            <a:pathLst>
              <a:path w="536753" h="303214">
                <a:moveTo>
                  <a:pt x="0" y="303214"/>
                </a:moveTo>
                <a:lnTo>
                  <a:pt x="30177" y="259022"/>
                </a:lnTo>
                <a:lnTo>
                  <a:pt x="63001" y="218270"/>
                </a:lnTo>
                <a:lnTo>
                  <a:pt x="98470" y="180959"/>
                </a:lnTo>
                <a:lnTo>
                  <a:pt x="136584" y="147089"/>
                </a:lnTo>
                <a:lnTo>
                  <a:pt x="177345" y="116660"/>
                </a:lnTo>
                <a:lnTo>
                  <a:pt x="220752" y="89671"/>
                </a:lnTo>
                <a:lnTo>
                  <a:pt x="266804" y="66124"/>
                </a:lnTo>
                <a:lnTo>
                  <a:pt x="315502" y="46017"/>
                </a:lnTo>
                <a:lnTo>
                  <a:pt x="366846" y="29352"/>
                </a:lnTo>
                <a:lnTo>
                  <a:pt x="420836" y="16127"/>
                </a:lnTo>
                <a:lnTo>
                  <a:pt x="477472" y="6343"/>
                </a:lnTo>
                <a:lnTo>
                  <a:pt x="536753" y="0"/>
                </a:lnTo>
              </a:path>
            </a:pathLst>
          </a:custGeom>
          <a:noFill/>
          <a:ln w="4953">
            <a:solidFill>
              <a:srgbClr val="56429E">
                <a:alpha val="12000"/>
              </a:srgbClr>
            </a:solidFill>
            <a:prstDash val="solid"/>
          </a:ln>
        </p:spPr>
      </p:sp>
      <p:sp>
        <p:nvSpPr>
          <p:cNvPr id="104" name="knowledge-edge">
            <a:extLst>
              <a:ext uri="{FF2B5EF4-FFF2-40B4-BE49-F238E27FC236}">
                <a16:creationId xmlns:a16="http://schemas.microsoft.com/office/drawing/2014/main" id="{3A9AC51A-AD13-459A-8CF7-9F669C49D394}"/>
              </a:ext>
            </a:extLst>
          </p:cNvPr>
          <p:cNvSpPr>
            <a:spLocks noGrp="1"/>
          </p:cNvSpPr>
          <p:nvPr/>
        </p:nvSpPr>
        <p:spPr>
          <a:xfrm>
            <a:off x="2628724" y="6978980"/>
            <a:ext cx="327089" cy="91070"/>
          </a:xfrm>
          <a:custGeom>
            <a:avLst/>
            <a:gdLst/>
            <a:ahLst/>
            <a:cxnLst/>
            <a:rect l="0" t="0" r="0" b="0"/>
            <a:pathLst>
              <a:path w="327089" h="91070">
                <a:moveTo>
                  <a:pt x="0" y="91070"/>
                </a:moveTo>
                <a:lnTo>
                  <a:pt x="23363" y="70171"/>
                </a:lnTo>
                <a:lnTo>
                  <a:pt x="46727" y="51990"/>
                </a:lnTo>
                <a:lnTo>
                  <a:pt x="70090" y="36529"/>
                </a:lnTo>
                <a:lnTo>
                  <a:pt x="93454" y="23786"/>
                </a:lnTo>
                <a:lnTo>
                  <a:pt x="116817" y="13761"/>
                </a:lnTo>
                <a:lnTo>
                  <a:pt x="140181" y="6456"/>
                </a:lnTo>
                <a:lnTo>
                  <a:pt x="163544" y="1868"/>
                </a:lnTo>
                <a:lnTo>
                  <a:pt x="186908" y="0"/>
                </a:lnTo>
                <a:lnTo>
                  <a:pt x="210271" y="850"/>
                </a:lnTo>
                <a:lnTo>
                  <a:pt x="233635" y="4419"/>
                </a:lnTo>
                <a:lnTo>
                  <a:pt x="256998" y="10706"/>
                </a:lnTo>
                <a:lnTo>
                  <a:pt x="280362" y="19713"/>
                </a:lnTo>
                <a:lnTo>
                  <a:pt x="303725" y="31437"/>
                </a:lnTo>
                <a:lnTo>
                  <a:pt x="327089" y="45881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05" name="knowledge-cross-edge">
            <a:extLst>
              <a:ext uri="{FF2B5EF4-FFF2-40B4-BE49-F238E27FC236}">
                <a16:creationId xmlns:a16="http://schemas.microsoft.com/office/drawing/2014/main" id="{3B52E921-BC60-4288-8470-DEB7C7AC80BE}"/>
              </a:ext>
            </a:extLst>
          </p:cNvPr>
          <p:cNvSpPr>
            <a:spLocks noGrp="1"/>
          </p:cNvSpPr>
          <p:nvPr/>
        </p:nvSpPr>
        <p:spPr>
          <a:xfrm>
            <a:off x="2628724" y="7070050"/>
            <a:ext cx="373644" cy="152616"/>
          </a:xfrm>
          <a:custGeom>
            <a:avLst/>
            <a:gdLst/>
            <a:ahLst/>
            <a:cxnLst/>
            <a:rect l="0" t="0" r="0" b="0"/>
            <a:pathLst>
              <a:path w="373644" h="152616">
                <a:moveTo>
                  <a:pt x="0" y="0"/>
                </a:moveTo>
                <a:lnTo>
                  <a:pt x="45689" y="789"/>
                </a:lnTo>
                <a:lnTo>
                  <a:pt x="88732" y="3748"/>
                </a:lnTo>
                <a:lnTo>
                  <a:pt x="129130" y="8875"/>
                </a:lnTo>
                <a:lnTo>
                  <a:pt x="166881" y="16171"/>
                </a:lnTo>
                <a:lnTo>
                  <a:pt x="201987" y="25636"/>
                </a:lnTo>
                <a:lnTo>
                  <a:pt x="234447" y="37269"/>
                </a:lnTo>
                <a:lnTo>
                  <a:pt x="264261" y="51072"/>
                </a:lnTo>
                <a:lnTo>
                  <a:pt x="291429" y="67043"/>
                </a:lnTo>
                <a:lnTo>
                  <a:pt x="315952" y="85183"/>
                </a:lnTo>
                <a:lnTo>
                  <a:pt x="337828" y="105492"/>
                </a:lnTo>
                <a:lnTo>
                  <a:pt x="357059" y="127970"/>
                </a:lnTo>
                <a:lnTo>
                  <a:pt x="373644" y="152616"/>
                </a:lnTo>
              </a:path>
            </a:pathLst>
          </a:custGeom>
          <a:noFill/>
          <a:ln w="5334">
            <a:solidFill>
              <a:srgbClr val="56429E">
                <a:alpha val="13000"/>
              </a:srgbClr>
            </a:solidFill>
            <a:prstDash val="solid"/>
          </a:ln>
        </p:spPr>
      </p:sp>
      <p:sp>
        <p:nvSpPr>
          <p:cNvPr id="106" name="knowledge-cross-edge">
            <a:extLst>
              <a:ext uri="{FF2B5EF4-FFF2-40B4-BE49-F238E27FC236}">
                <a16:creationId xmlns:a16="http://schemas.microsoft.com/office/drawing/2014/main" id="{4DBD3747-8E05-4F93-81F8-C8CD46B24C70}"/>
              </a:ext>
            </a:extLst>
          </p:cNvPr>
          <p:cNvSpPr>
            <a:spLocks noGrp="1"/>
          </p:cNvSpPr>
          <p:nvPr/>
        </p:nvSpPr>
        <p:spPr>
          <a:xfrm>
            <a:off x="2628724" y="6704388"/>
            <a:ext cx="399442" cy="365662"/>
          </a:xfrm>
          <a:custGeom>
            <a:avLst/>
            <a:gdLst/>
            <a:ahLst/>
            <a:cxnLst/>
            <a:rect l="0" t="0" r="0" b="0"/>
            <a:pathLst>
              <a:path w="399442" h="365662">
                <a:moveTo>
                  <a:pt x="0" y="365662"/>
                </a:moveTo>
                <a:lnTo>
                  <a:pt x="18735" y="290502"/>
                </a:lnTo>
                <a:lnTo>
                  <a:pt x="40115" y="223974"/>
                </a:lnTo>
                <a:lnTo>
                  <a:pt x="64142" y="166079"/>
                </a:lnTo>
                <a:lnTo>
                  <a:pt x="90814" y="116817"/>
                </a:lnTo>
                <a:lnTo>
                  <a:pt x="120132" y="76188"/>
                </a:lnTo>
                <a:lnTo>
                  <a:pt x="152096" y="44192"/>
                </a:lnTo>
                <a:lnTo>
                  <a:pt x="186706" y="20828"/>
                </a:lnTo>
                <a:lnTo>
                  <a:pt x="223962" y="6098"/>
                </a:lnTo>
                <a:lnTo>
                  <a:pt x="263863" y="0"/>
                </a:lnTo>
                <a:lnTo>
                  <a:pt x="306410" y="2535"/>
                </a:lnTo>
                <a:lnTo>
                  <a:pt x="351604" y="13703"/>
                </a:lnTo>
                <a:lnTo>
                  <a:pt x="399442" y="33503"/>
                </a:lnTo>
              </a:path>
            </a:pathLst>
          </a:custGeom>
          <a:noFill/>
          <a:ln w="4953">
            <a:solidFill>
              <a:srgbClr val="56429E">
                <a:alpha val="12000"/>
              </a:srgbClr>
            </a:solidFill>
            <a:prstDash val="solid"/>
          </a:ln>
        </p:spPr>
      </p:sp>
      <p:sp>
        <p:nvSpPr>
          <p:cNvPr id="107" name="knowledge-edge">
            <a:extLst>
              <a:ext uri="{FF2B5EF4-FFF2-40B4-BE49-F238E27FC236}">
                <a16:creationId xmlns:a16="http://schemas.microsoft.com/office/drawing/2014/main" id="{9A0066AE-5B60-4089-ADD1-E5F047899C68}"/>
              </a:ext>
            </a:extLst>
          </p:cNvPr>
          <p:cNvSpPr>
            <a:spLocks noGrp="1"/>
          </p:cNvSpPr>
          <p:nvPr/>
        </p:nvSpPr>
        <p:spPr>
          <a:xfrm>
            <a:off x="2575779" y="7222666"/>
            <a:ext cx="426588" cy="96190"/>
          </a:xfrm>
          <a:custGeom>
            <a:avLst/>
            <a:gdLst/>
            <a:ahLst/>
            <a:cxnLst/>
            <a:rect l="0" t="0" r="0" b="0"/>
            <a:pathLst>
              <a:path w="426588" h="96190">
                <a:moveTo>
                  <a:pt x="0" y="45969"/>
                </a:moveTo>
                <a:lnTo>
                  <a:pt x="30471" y="61623"/>
                </a:lnTo>
                <a:lnTo>
                  <a:pt x="60941" y="74363"/>
                </a:lnTo>
                <a:lnTo>
                  <a:pt x="91412" y="84190"/>
                </a:lnTo>
                <a:lnTo>
                  <a:pt x="121882" y="91103"/>
                </a:lnTo>
                <a:lnTo>
                  <a:pt x="152353" y="95104"/>
                </a:lnTo>
                <a:lnTo>
                  <a:pt x="182824" y="96190"/>
                </a:lnTo>
                <a:lnTo>
                  <a:pt x="213294" y="94363"/>
                </a:lnTo>
                <a:lnTo>
                  <a:pt x="243765" y="89623"/>
                </a:lnTo>
                <a:lnTo>
                  <a:pt x="274235" y="81970"/>
                </a:lnTo>
                <a:lnTo>
                  <a:pt x="304706" y="71403"/>
                </a:lnTo>
                <a:lnTo>
                  <a:pt x="335177" y="57922"/>
                </a:lnTo>
                <a:lnTo>
                  <a:pt x="365647" y="41528"/>
                </a:lnTo>
                <a:lnTo>
                  <a:pt x="396118" y="22221"/>
                </a:lnTo>
                <a:lnTo>
                  <a:pt x="426588" y="0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08" name="knowledge-edge">
            <a:extLst>
              <a:ext uri="{FF2B5EF4-FFF2-40B4-BE49-F238E27FC236}">
                <a16:creationId xmlns:a16="http://schemas.microsoft.com/office/drawing/2014/main" id="{FF8FA8AC-8B93-4F21-92A2-623FACE01899}"/>
              </a:ext>
            </a:extLst>
          </p:cNvPr>
          <p:cNvSpPr>
            <a:spLocks noGrp="1"/>
          </p:cNvSpPr>
          <p:nvPr/>
        </p:nvSpPr>
        <p:spPr>
          <a:xfrm>
            <a:off x="3024169" y="5993923"/>
            <a:ext cx="314577" cy="79132"/>
          </a:xfrm>
          <a:custGeom>
            <a:avLst/>
            <a:gdLst/>
            <a:ahLst/>
            <a:cxnLst/>
            <a:rect l="0" t="0" r="0" b="0"/>
            <a:pathLst>
              <a:path w="314577" h="79132">
                <a:moveTo>
                  <a:pt x="0" y="2334"/>
                </a:moveTo>
                <a:lnTo>
                  <a:pt x="22470" y="612"/>
                </a:lnTo>
                <a:lnTo>
                  <a:pt x="44940" y="0"/>
                </a:lnTo>
                <a:lnTo>
                  <a:pt x="67409" y="496"/>
                </a:lnTo>
                <a:lnTo>
                  <a:pt x="89879" y="2101"/>
                </a:lnTo>
                <a:lnTo>
                  <a:pt x="112349" y="4815"/>
                </a:lnTo>
                <a:lnTo>
                  <a:pt x="134819" y="8638"/>
                </a:lnTo>
                <a:lnTo>
                  <a:pt x="157289" y="13569"/>
                </a:lnTo>
                <a:lnTo>
                  <a:pt x="179758" y="19609"/>
                </a:lnTo>
                <a:lnTo>
                  <a:pt x="202228" y="26758"/>
                </a:lnTo>
                <a:lnTo>
                  <a:pt x="224698" y="35015"/>
                </a:lnTo>
                <a:lnTo>
                  <a:pt x="247168" y="44381"/>
                </a:lnTo>
                <a:lnTo>
                  <a:pt x="269638" y="54856"/>
                </a:lnTo>
                <a:lnTo>
                  <a:pt x="292107" y="66440"/>
                </a:lnTo>
                <a:lnTo>
                  <a:pt x="314577" y="79132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09" name="knowledge-cross-edge">
            <a:extLst>
              <a:ext uri="{FF2B5EF4-FFF2-40B4-BE49-F238E27FC236}">
                <a16:creationId xmlns:a16="http://schemas.microsoft.com/office/drawing/2014/main" id="{7B0E4CDD-BD20-4147-969E-038E5A14A1DC}"/>
              </a:ext>
            </a:extLst>
          </p:cNvPr>
          <p:cNvSpPr>
            <a:spLocks noGrp="1"/>
          </p:cNvSpPr>
          <p:nvPr/>
        </p:nvSpPr>
        <p:spPr>
          <a:xfrm>
            <a:off x="3024169" y="5996257"/>
            <a:ext cx="536660" cy="150469"/>
          </a:xfrm>
          <a:custGeom>
            <a:avLst/>
            <a:gdLst/>
            <a:ahLst/>
            <a:cxnLst/>
            <a:rect l="0" t="0" r="0" b="0"/>
            <a:pathLst>
              <a:path w="536660" h="150469">
                <a:moveTo>
                  <a:pt x="0" y="0"/>
                </a:moveTo>
                <a:lnTo>
                  <a:pt x="59274" y="15592"/>
                </a:lnTo>
                <a:lnTo>
                  <a:pt x="115902" y="30628"/>
                </a:lnTo>
                <a:lnTo>
                  <a:pt x="169884" y="45110"/>
                </a:lnTo>
                <a:lnTo>
                  <a:pt x="221220" y="59036"/>
                </a:lnTo>
                <a:lnTo>
                  <a:pt x="269911" y="72408"/>
                </a:lnTo>
                <a:lnTo>
                  <a:pt x="315955" y="85224"/>
                </a:lnTo>
                <a:lnTo>
                  <a:pt x="359354" y="97486"/>
                </a:lnTo>
                <a:lnTo>
                  <a:pt x="400107" y="109193"/>
                </a:lnTo>
                <a:lnTo>
                  <a:pt x="438214" y="120344"/>
                </a:lnTo>
                <a:lnTo>
                  <a:pt x="473675" y="130941"/>
                </a:lnTo>
                <a:lnTo>
                  <a:pt x="506491" y="140982"/>
                </a:lnTo>
                <a:lnTo>
                  <a:pt x="536660" y="150469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10" name="knowledge-edge">
            <a:extLst>
              <a:ext uri="{FF2B5EF4-FFF2-40B4-BE49-F238E27FC236}">
                <a16:creationId xmlns:a16="http://schemas.microsoft.com/office/drawing/2014/main" id="{DD485883-D6F5-46F1-AC59-CD3A13E9403F}"/>
              </a:ext>
            </a:extLst>
          </p:cNvPr>
          <p:cNvSpPr>
            <a:spLocks noGrp="1"/>
          </p:cNvSpPr>
          <p:nvPr/>
        </p:nvSpPr>
        <p:spPr>
          <a:xfrm>
            <a:off x="3020428" y="5985238"/>
            <a:ext cx="540401" cy="161488"/>
          </a:xfrm>
          <a:custGeom>
            <a:avLst/>
            <a:gdLst/>
            <a:ahLst/>
            <a:cxnLst/>
            <a:rect l="0" t="0" r="0" b="0"/>
            <a:pathLst>
              <a:path w="540401" h="161488">
                <a:moveTo>
                  <a:pt x="0" y="18913"/>
                </a:moveTo>
                <a:lnTo>
                  <a:pt x="38600" y="9711"/>
                </a:lnTo>
                <a:lnTo>
                  <a:pt x="77200" y="3492"/>
                </a:lnTo>
                <a:lnTo>
                  <a:pt x="115800" y="255"/>
                </a:lnTo>
                <a:lnTo>
                  <a:pt x="154400" y="0"/>
                </a:lnTo>
                <a:lnTo>
                  <a:pt x="193000" y="2728"/>
                </a:lnTo>
                <a:lnTo>
                  <a:pt x="231601" y="8438"/>
                </a:lnTo>
                <a:lnTo>
                  <a:pt x="270201" y="17131"/>
                </a:lnTo>
                <a:lnTo>
                  <a:pt x="308801" y="28806"/>
                </a:lnTo>
                <a:lnTo>
                  <a:pt x="347401" y="43463"/>
                </a:lnTo>
                <a:lnTo>
                  <a:pt x="386001" y="61103"/>
                </a:lnTo>
                <a:lnTo>
                  <a:pt x="424601" y="81726"/>
                </a:lnTo>
                <a:lnTo>
                  <a:pt x="463201" y="105331"/>
                </a:lnTo>
                <a:lnTo>
                  <a:pt x="501801" y="131918"/>
                </a:lnTo>
                <a:lnTo>
                  <a:pt x="540401" y="161488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11" name="knowledge-cross-edge">
            <a:extLst>
              <a:ext uri="{FF2B5EF4-FFF2-40B4-BE49-F238E27FC236}">
                <a16:creationId xmlns:a16="http://schemas.microsoft.com/office/drawing/2014/main" id="{D88E4869-D817-4027-BE5A-13B51FE427B5}"/>
              </a:ext>
            </a:extLst>
          </p:cNvPr>
          <p:cNvSpPr>
            <a:spLocks noGrp="1"/>
          </p:cNvSpPr>
          <p:nvPr/>
        </p:nvSpPr>
        <p:spPr>
          <a:xfrm>
            <a:off x="3020428" y="6004151"/>
            <a:ext cx="490273" cy="163455"/>
          </a:xfrm>
          <a:custGeom>
            <a:avLst/>
            <a:gdLst/>
            <a:ahLst/>
            <a:cxnLst/>
            <a:rect l="0" t="0" r="0" b="0"/>
            <a:pathLst>
              <a:path w="490273" h="163455">
                <a:moveTo>
                  <a:pt x="0" y="0"/>
                </a:moveTo>
                <a:lnTo>
                  <a:pt x="55408" y="4654"/>
                </a:lnTo>
                <a:lnTo>
                  <a:pt x="108171" y="10938"/>
                </a:lnTo>
                <a:lnTo>
                  <a:pt x="158287" y="18853"/>
                </a:lnTo>
                <a:lnTo>
                  <a:pt x="205758" y="28398"/>
                </a:lnTo>
                <a:lnTo>
                  <a:pt x="250583" y="39573"/>
                </a:lnTo>
                <a:lnTo>
                  <a:pt x="292762" y="52379"/>
                </a:lnTo>
                <a:lnTo>
                  <a:pt x="332295" y="66816"/>
                </a:lnTo>
                <a:lnTo>
                  <a:pt x="369182" y="82883"/>
                </a:lnTo>
                <a:lnTo>
                  <a:pt x="403424" y="100580"/>
                </a:lnTo>
                <a:lnTo>
                  <a:pt x="435019" y="119908"/>
                </a:lnTo>
                <a:lnTo>
                  <a:pt x="463969" y="140866"/>
                </a:lnTo>
                <a:lnTo>
                  <a:pt x="490273" y="163455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12" name="knowledge-cross-edge">
            <a:extLst>
              <a:ext uri="{FF2B5EF4-FFF2-40B4-BE49-F238E27FC236}">
                <a16:creationId xmlns:a16="http://schemas.microsoft.com/office/drawing/2014/main" id="{0186E700-8FC1-4B6E-931A-B6F2CA27DB86}"/>
              </a:ext>
            </a:extLst>
          </p:cNvPr>
          <p:cNvSpPr>
            <a:spLocks noGrp="1"/>
          </p:cNvSpPr>
          <p:nvPr/>
        </p:nvSpPr>
        <p:spPr>
          <a:xfrm>
            <a:off x="3020428" y="5991208"/>
            <a:ext cx="318318" cy="81847"/>
          </a:xfrm>
          <a:custGeom>
            <a:avLst/>
            <a:gdLst/>
            <a:ahLst/>
            <a:cxnLst/>
            <a:rect l="0" t="0" r="0" b="0"/>
            <a:pathLst>
              <a:path w="318318" h="81847">
                <a:moveTo>
                  <a:pt x="0" y="12943"/>
                </a:moveTo>
                <a:lnTo>
                  <a:pt x="11974" y="6394"/>
                </a:lnTo>
                <a:lnTo>
                  <a:pt x="26595" y="2080"/>
                </a:lnTo>
                <a:lnTo>
                  <a:pt x="43861" y="0"/>
                </a:lnTo>
                <a:lnTo>
                  <a:pt x="63773" y="155"/>
                </a:lnTo>
                <a:lnTo>
                  <a:pt x="86330" y="2545"/>
                </a:lnTo>
                <a:lnTo>
                  <a:pt x="111534" y="7170"/>
                </a:lnTo>
                <a:lnTo>
                  <a:pt x="139383" y="14029"/>
                </a:lnTo>
                <a:lnTo>
                  <a:pt x="169879" y="23123"/>
                </a:lnTo>
                <a:lnTo>
                  <a:pt x="203020" y="34452"/>
                </a:lnTo>
                <a:lnTo>
                  <a:pt x="238807" y="48016"/>
                </a:lnTo>
                <a:lnTo>
                  <a:pt x="277239" y="63814"/>
                </a:lnTo>
                <a:lnTo>
                  <a:pt x="318318" y="81847"/>
                </a:lnTo>
              </a:path>
            </a:pathLst>
          </a:custGeom>
          <a:noFill/>
          <a:ln w="4953">
            <a:solidFill>
              <a:srgbClr val="5D3B92">
                <a:alpha val="12000"/>
              </a:srgbClr>
            </a:solidFill>
            <a:prstDash val="solid"/>
          </a:ln>
        </p:spPr>
      </p:sp>
      <p:sp>
        <p:nvSpPr>
          <p:cNvPr id="113" name="knowledge-edge">
            <a:extLst>
              <a:ext uri="{FF2B5EF4-FFF2-40B4-BE49-F238E27FC236}">
                <a16:creationId xmlns:a16="http://schemas.microsoft.com/office/drawing/2014/main" id="{A40238EC-C69F-4442-AE83-D03DDE4E06D0}"/>
              </a:ext>
            </a:extLst>
          </p:cNvPr>
          <p:cNvSpPr>
            <a:spLocks noGrp="1"/>
          </p:cNvSpPr>
          <p:nvPr/>
        </p:nvSpPr>
        <p:spPr>
          <a:xfrm>
            <a:off x="2992172" y="6167606"/>
            <a:ext cx="518529" cy="73214"/>
          </a:xfrm>
          <a:custGeom>
            <a:avLst/>
            <a:gdLst/>
            <a:ahLst/>
            <a:cxnLst/>
            <a:rect l="0" t="0" r="0" b="0"/>
            <a:pathLst>
              <a:path w="518529" h="73214">
                <a:moveTo>
                  <a:pt x="0" y="73214"/>
                </a:moveTo>
                <a:lnTo>
                  <a:pt x="37038" y="70854"/>
                </a:lnTo>
                <a:lnTo>
                  <a:pt x="74076" y="68052"/>
                </a:lnTo>
                <a:lnTo>
                  <a:pt x="111113" y="64809"/>
                </a:lnTo>
                <a:lnTo>
                  <a:pt x="148151" y="61125"/>
                </a:lnTo>
                <a:lnTo>
                  <a:pt x="185189" y="56999"/>
                </a:lnTo>
                <a:lnTo>
                  <a:pt x="222227" y="52431"/>
                </a:lnTo>
                <a:lnTo>
                  <a:pt x="259264" y="47423"/>
                </a:lnTo>
                <a:lnTo>
                  <a:pt x="296302" y="41972"/>
                </a:lnTo>
                <a:lnTo>
                  <a:pt x="333340" y="36081"/>
                </a:lnTo>
                <a:lnTo>
                  <a:pt x="370378" y="29747"/>
                </a:lnTo>
                <a:lnTo>
                  <a:pt x="407415" y="22973"/>
                </a:lnTo>
                <a:lnTo>
                  <a:pt x="444453" y="15757"/>
                </a:lnTo>
                <a:lnTo>
                  <a:pt x="481491" y="8099"/>
                </a:lnTo>
                <a:lnTo>
                  <a:pt x="518529" y="0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14" name="knowledge-edge">
            <a:extLst>
              <a:ext uri="{FF2B5EF4-FFF2-40B4-BE49-F238E27FC236}">
                <a16:creationId xmlns:a16="http://schemas.microsoft.com/office/drawing/2014/main" id="{16973D9B-91EC-4F76-92E1-145ECA3A1975}"/>
              </a:ext>
            </a:extLst>
          </p:cNvPr>
          <p:cNvSpPr>
            <a:spLocks noGrp="1"/>
          </p:cNvSpPr>
          <p:nvPr/>
        </p:nvSpPr>
        <p:spPr>
          <a:xfrm>
            <a:off x="3004582" y="6434330"/>
            <a:ext cx="364807" cy="43145"/>
          </a:xfrm>
          <a:custGeom>
            <a:avLst/>
            <a:gdLst/>
            <a:ahLst/>
            <a:cxnLst/>
            <a:rect l="0" t="0" r="0" b="0"/>
            <a:pathLst>
              <a:path w="364807" h="43145">
                <a:moveTo>
                  <a:pt x="0" y="0"/>
                </a:moveTo>
                <a:lnTo>
                  <a:pt x="26058" y="11369"/>
                </a:lnTo>
                <a:lnTo>
                  <a:pt x="52115" y="21002"/>
                </a:lnTo>
                <a:lnTo>
                  <a:pt x="78173" y="28901"/>
                </a:lnTo>
                <a:lnTo>
                  <a:pt x="104231" y="35064"/>
                </a:lnTo>
                <a:lnTo>
                  <a:pt x="130288" y="39493"/>
                </a:lnTo>
                <a:lnTo>
                  <a:pt x="156346" y="42186"/>
                </a:lnTo>
                <a:lnTo>
                  <a:pt x="182403" y="43145"/>
                </a:lnTo>
                <a:lnTo>
                  <a:pt x="208461" y="42368"/>
                </a:lnTo>
                <a:lnTo>
                  <a:pt x="234519" y="39857"/>
                </a:lnTo>
                <a:lnTo>
                  <a:pt x="260576" y="35610"/>
                </a:lnTo>
                <a:lnTo>
                  <a:pt x="286634" y="29629"/>
                </a:lnTo>
                <a:lnTo>
                  <a:pt x="312692" y="21912"/>
                </a:lnTo>
                <a:lnTo>
                  <a:pt x="338749" y="12461"/>
                </a:lnTo>
                <a:lnTo>
                  <a:pt x="364807" y="1274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15" name="knowledge-cross-edge">
            <a:extLst>
              <a:ext uri="{FF2B5EF4-FFF2-40B4-BE49-F238E27FC236}">
                <a16:creationId xmlns:a16="http://schemas.microsoft.com/office/drawing/2014/main" id="{29A454FF-B343-4820-9EAB-19839B0321D5}"/>
              </a:ext>
            </a:extLst>
          </p:cNvPr>
          <p:cNvSpPr>
            <a:spLocks noGrp="1"/>
          </p:cNvSpPr>
          <p:nvPr/>
        </p:nvSpPr>
        <p:spPr>
          <a:xfrm>
            <a:off x="3004582" y="6433476"/>
            <a:ext cx="360780" cy="342049"/>
          </a:xfrm>
          <a:custGeom>
            <a:avLst/>
            <a:gdLst/>
            <a:ahLst/>
            <a:cxnLst/>
            <a:rect l="0" t="0" r="0" b="0"/>
            <a:pathLst>
              <a:path w="360780" h="342049">
                <a:moveTo>
                  <a:pt x="0" y="854"/>
                </a:moveTo>
                <a:lnTo>
                  <a:pt x="44617" y="0"/>
                </a:lnTo>
                <a:lnTo>
                  <a:pt x="86588" y="4470"/>
                </a:lnTo>
                <a:lnTo>
                  <a:pt x="125914" y="14266"/>
                </a:lnTo>
                <a:lnTo>
                  <a:pt x="162593" y="29386"/>
                </a:lnTo>
                <a:lnTo>
                  <a:pt x="196627" y="49832"/>
                </a:lnTo>
                <a:lnTo>
                  <a:pt x="228015" y="75602"/>
                </a:lnTo>
                <a:lnTo>
                  <a:pt x="256757" y="106698"/>
                </a:lnTo>
                <a:lnTo>
                  <a:pt x="282853" y="143118"/>
                </a:lnTo>
                <a:lnTo>
                  <a:pt x="306304" y="184863"/>
                </a:lnTo>
                <a:lnTo>
                  <a:pt x="327108" y="231934"/>
                </a:lnTo>
                <a:lnTo>
                  <a:pt x="345267" y="284329"/>
                </a:lnTo>
                <a:lnTo>
                  <a:pt x="360780" y="342049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16" name="knowledge-long-edge">
            <a:extLst>
              <a:ext uri="{FF2B5EF4-FFF2-40B4-BE49-F238E27FC236}">
                <a16:creationId xmlns:a16="http://schemas.microsoft.com/office/drawing/2014/main" id="{5715D23C-EA66-43D3-872E-219E4F726EF4}"/>
              </a:ext>
            </a:extLst>
          </p:cNvPr>
          <p:cNvSpPr>
            <a:spLocks noGrp="1"/>
          </p:cNvSpPr>
          <p:nvPr/>
        </p:nvSpPr>
        <p:spPr>
          <a:xfrm>
            <a:off x="3004582" y="6222322"/>
            <a:ext cx="897696" cy="739920"/>
          </a:xfrm>
          <a:custGeom>
            <a:avLst/>
            <a:gdLst/>
            <a:ahLst/>
            <a:cxnLst/>
            <a:rect l="0" t="0" r="0" b="0"/>
            <a:pathLst>
              <a:path w="897696" h="739920">
                <a:moveTo>
                  <a:pt x="0" y="212008"/>
                </a:moveTo>
                <a:lnTo>
                  <a:pt x="56106" y="142509"/>
                </a:lnTo>
                <a:lnTo>
                  <a:pt x="112212" y="86675"/>
                </a:lnTo>
                <a:lnTo>
                  <a:pt x="168318" y="44508"/>
                </a:lnTo>
                <a:lnTo>
                  <a:pt x="224424" y="16006"/>
                </a:lnTo>
                <a:lnTo>
                  <a:pt x="280530" y="1170"/>
                </a:lnTo>
                <a:lnTo>
                  <a:pt x="336636" y="0"/>
                </a:lnTo>
                <a:lnTo>
                  <a:pt x="392742" y="12496"/>
                </a:lnTo>
                <a:lnTo>
                  <a:pt x="448848" y="38657"/>
                </a:lnTo>
                <a:lnTo>
                  <a:pt x="504954" y="78485"/>
                </a:lnTo>
                <a:lnTo>
                  <a:pt x="561060" y="131978"/>
                </a:lnTo>
                <a:lnTo>
                  <a:pt x="617166" y="199137"/>
                </a:lnTo>
                <a:lnTo>
                  <a:pt x="673272" y="279962"/>
                </a:lnTo>
                <a:lnTo>
                  <a:pt x="729378" y="374453"/>
                </a:lnTo>
                <a:lnTo>
                  <a:pt x="785484" y="482610"/>
                </a:lnTo>
                <a:lnTo>
                  <a:pt x="841590" y="604432"/>
                </a:lnTo>
                <a:lnTo>
                  <a:pt x="897696" y="739920"/>
                </a:lnTo>
              </a:path>
            </a:pathLst>
          </a:custGeom>
          <a:noFill/>
          <a:ln w="4286">
            <a:solidFill>
              <a:srgbClr val="5D3B92">
                <a:alpha val="9000"/>
              </a:srgbClr>
            </a:solidFill>
            <a:prstDash val="solid"/>
          </a:ln>
        </p:spPr>
      </p:sp>
      <p:sp>
        <p:nvSpPr>
          <p:cNvPr id="117" name="knowledge-edge">
            <a:extLst>
              <a:ext uri="{FF2B5EF4-FFF2-40B4-BE49-F238E27FC236}">
                <a16:creationId xmlns:a16="http://schemas.microsoft.com/office/drawing/2014/main" id="{508C3CDA-F384-45F6-BF7D-8630BA2A150D}"/>
              </a:ext>
            </a:extLst>
          </p:cNvPr>
          <p:cNvSpPr>
            <a:spLocks noGrp="1"/>
          </p:cNvSpPr>
          <p:nvPr/>
        </p:nvSpPr>
        <p:spPr>
          <a:xfrm>
            <a:off x="3028166" y="6737892"/>
            <a:ext cx="337196" cy="55843"/>
          </a:xfrm>
          <a:custGeom>
            <a:avLst/>
            <a:gdLst/>
            <a:ahLst/>
            <a:cxnLst/>
            <a:rect l="0" t="0" r="0" b="0"/>
            <a:pathLst>
              <a:path w="337196" h="55843">
                <a:moveTo>
                  <a:pt x="0" y="0"/>
                </a:moveTo>
                <a:lnTo>
                  <a:pt x="24085" y="11831"/>
                </a:lnTo>
                <a:lnTo>
                  <a:pt x="48171" y="22256"/>
                </a:lnTo>
                <a:lnTo>
                  <a:pt x="72256" y="31274"/>
                </a:lnTo>
                <a:lnTo>
                  <a:pt x="96342" y="38886"/>
                </a:lnTo>
                <a:lnTo>
                  <a:pt x="120427" y="45091"/>
                </a:lnTo>
                <a:lnTo>
                  <a:pt x="144512" y="49889"/>
                </a:lnTo>
                <a:lnTo>
                  <a:pt x="168598" y="53280"/>
                </a:lnTo>
                <a:lnTo>
                  <a:pt x="192683" y="55265"/>
                </a:lnTo>
                <a:lnTo>
                  <a:pt x="216769" y="55843"/>
                </a:lnTo>
                <a:lnTo>
                  <a:pt x="240854" y="55014"/>
                </a:lnTo>
                <a:lnTo>
                  <a:pt x="264939" y="52779"/>
                </a:lnTo>
                <a:lnTo>
                  <a:pt x="289025" y="49137"/>
                </a:lnTo>
                <a:lnTo>
                  <a:pt x="313110" y="44088"/>
                </a:lnTo>
                <a:lnTo>
                  <a:pt x="337196" y="37633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18" name="knowledge-cross-edge">
            <a:extLst>
              <a:ext uri="{FF2B5EF4-FFF2-40B4-BE49-F238E27FC236}">
                <a16:creationId xmlns:a16="http://schemas.microsoft.com/office/drawing/2014/main" id="{57AEE5AE-9444-4A36-AB2F-38968D56CD67}"/>
              </a:ext>
            </a:extLst>
          </p:cNvPr>
          <p:cNvSpPr>
            <a:spLocks noGrp="1"/>
          </p:cNvSpPr>
          <p:nvPr/>
        </p:nvSpPr>
        <p:spPr>
          <a:xfrm>
            <a:off x="3028166" y="6710866"/>
            <a:ext cx="336903" cy="511696"/>
          </a:xfrm>
          <a:custGeom>
            <a:avLst/>
            <a:gdLst/>
            <a:ahLst/>
            <a:cxnLst/>
            <a:rect l="0" t="0" r="0" b="0"/>
            <a:pathLst>
              <a:path w="336903" h="511696">
                <a:moveTo>
                  <a:pt x="0" y="27026"/>
                </a:moveTo>
                <a:lnTo>
                  <a:pt x="42627" y="8123"/>
                </a:lnTo>
                <a:lnTo>
                  <a:pt x="82609" y="0"/>
                </a:lnTo>
                <a:lnTo>
                  <a:pt x="119944" y="2658"/>
                </a:lnTo>
                <a:lnTo>
                  <a:pt x="154634" y="16096"/>
                </a:lnTo>
                <a:lnTo>
                  <a:pt x="186678" y="40315"/>
                </a:lnTo>
                <a:lnTo>
                  <a:pt x="216076" y="75314"/>
                </a:lnTo>
                <a:lnTo>
                  <a:pt x="242829" y="121093"/>
                </a:lnTo>
                <a:lnTo>
                  <a:pt x="266935" y="177653"/>
                </a:lnTo>
                <a:lnTo>
                  <a:pt x="288396" y="244993"/>
                </a:lnTo>
                <a:lnTo>
                  <a:pt x="307210" y="323114"/>
                </a:lnTo>
                <a:lnTo>
                  <a:pt x="323379" y="412015"/>
                </a:lnTo>
                <a:lnTo>
                  <a:pt x="336903" y="511696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19" name="knowledge-cross-edge">
            <a:extLst>
              <a:ext uri="{FF2B5EF4-FFF2-40B4-BE49-F238E27FC236}">
                <a16:creationId xmlns:a16="http://schemas.microsoft.com/office/drawing/2014/main" id="{6AB51FAA-1757-4738-98A3-43E778C5C1C8}"/>
              </a:ext>
            </a:extLst>
          </p:cNvPr>
          <p:cNvSpPr>
            <a:spLocks noGrp="1"/>
          </p:cNvSpPr>
          <p:nvPr/>
        </p:nvSpPr>
        <p:spPr>
          <a:xfrm>
            <a:off x="3028166" y="6404472"/>
            <a:ext cx="341223" cy="333420"/>
          </a:xfrm>
          <a:custGeom>
            <a:avLst/>
            <a:gdLst/>
            <a:ahLst/>
            <a:cxnLst/>
            <a:rect l="0" t="0" r="0" b="0"/>
            <a:pathLst>
              <a:path w="341223" h="333420">
                <a:moveTo>
                  <a:pt x="0" y="333420"/>
                </a:moveTo>
                <a:lnTo>
                  <a:pt x="13883" y="264757"/>
                </a:lnTo>
                <a:lnTo>
                  <a:pt x="30412" y="203998"/>
                </a:lnTo>
                <a:lnTo>
                  <a:pt x="49587" y="151144"/>
                </a:lnTo>
                <a:lnTo>
                  <a:pt x="71408" y="106193"/>
                </a:lnTo>
                <a:lnTo>
                  <a:pt x="95874" y="69146"/>
                </a:lnTo>
                <a:lnTo>
                  <a:pt x="122986" y="40004"/>
                </a:lnTo>
                <a:lnTo>
                  <a:pt x="152744" y="18765"/>
                </a:lnTo>
                <a:lnTo>
                  <a:pt x="185148" y="5431"/>
                </a:lnTo>
                <a:lnTo>
                  <a:pt x="220198" y="0"/>
                </a:lnTo>
                <a:lnTo>
                  <a:pt x="257894" y="2474"/>
                </a:lnTo>
                <a:lnTo>
                  <a:pt x="298235" y="12851"/>
                </a:lnTo>
                <a:lnTo>
                  <a:pt x="341223" y="31133"/>
                </a:lnTo>
              </a:path>
            </a:pathLst>
          </a:custGeom>
          <a:noFill/>
          <a:ln w="4953">
            <a:solidFill>
              <a:srgbClr val="5D3B92">
                <a:alpha val="12000"/>
              </a:srgbClr>
            </a:solidFill>
            <a:prstDash val="solid"/>
          </a:ln>
        </p:spPr>
      </p:sp>
      <p:sp>
        <p:nvSpPr>
          <p:cNvPr id="120" name="knowledge-edge">
            <a:extLst>
              <a:ext uri="{FF2B5EF4-FFF2-40B4-BE49-F238E27FC236}">
                <a16:creationId xmlns:a16="http://schemas.microsoft.com/office/drawing/2014/main" id="{599DF918-035D-4A01-B484-140B5DDF53DA}"/>
              </a:ext>
            </a:extLst>
          </p:cNvPr>
          <p:cNvSpPr>
            <a:spLocks noGrp="1"/>
          </p:cNvSpPr>
          <p:nvPr/>
        </p:nvSpPr>
        <p:spPr>
          <a:xfrm>
            <a:off x="2955812" y="7024861"/>
            <a:ext cx="409256" cy="197701"/>
          </a:xfrm>
          <a:custGeom>
            <a:avLst/>
            <a:gdLst/>
            <a:ahLst/>
            <a:cxnLst/>
            <a:rect l="0" t="0" r="0" b="0"/>
            <a:pathLst>
              <a:path w="409256" h="197701">
                <a:moveTo>
                  <a:pt x="0" y="0"/>
                </a:moveTo>
                <a:lnTo>
                  <a:pt x="29233" y="24986"/>
                </a:lnTo>
                <a:lnTo>
                  <a:pt x="58465" y="48300"/>
                </a:lnTo>
                <a:lnTo>
                  <a:pt x="87698" y="69943"/>
                </a:lnTo>
                <a:lnTo>
                  <a:pt x="116930" y="89915"/>
                </a:lnTo>
                <a:lnTo>
                  <a:pt x="146163" y="108215"/>
                </a:lnTo>
                <a:lnTo>
                  <a:pt x="175396" y="124844"/>
                </a:lnTo>
                <a:lnTo>
                  <a:pt x="204628" y="139801"/>
                </a:lnTo>
                <a:lnTo>
                  <a:pt x="233861" y="153087"/>
                </a:lnTo>
                <a:lnTo>
                  <a:pt x="263093" y="164701"/>
                </a:lnTo>
                <a:lnTo>
                  <a:pt x="292326" y="174644"/>
                </a:lnTo>
                <a:lnTo>
                  <a:pt x="321559" y="182915"/>
                </a:lnTo>
                <a:lnTo>
                  <a:pt x="350791" y="189515"/>
                </a:lnTo>
                <a:lnTo>
                  <a:pt x="380024" y="194444"/>
                </a:lnTo>
                <a:lnTo>
                  <a:pt x="409256" y="197701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21" name="knowledge-cross-edge">
            <a:extLst>
              <a:ext uri="{FF2B5EF4-FFF2-40B4-BE49-F238E27FC236}">
                <a16:creationId xmlns:a16="http://schemas.microsoft.com/office/drawing/2014/main" id="{EB7D6066-0A75-402E-84FE-49F15A15076F}"/>
              </a:ext>
            </a:extLst>
          </p:cNvPr>
          <p:cNvSpPr>
            <a:spLocks noGrp="1"/>
          </p:cNvSpPr>
          <p:nvPr/>
        </p:nvSpPr>
        <p:spPr>
          <a:xfrm>
            <a:off x="2955812" y="7006306"/>
            <a:ext cx="628992" cy="371254"/>
          </a:xfrm>
          <a:custGeom>
            <a:avLst/>
            <a:gdLst/>
            <a:ahLst/>
            <a:cxnLst/>
            <a:rect l="0" t="0" r="0" b="0"/>
            <a:pathLst>
              <a:path w="628992" h="371254">
                <a:moveTo>
                  <a:pt x="0" y="18555"/>
                </a:moveTo>
                <a:lnTo>
                  <a:pt x="66968" y="5410"/>
                </a:lnTo>
                <a:lnTo>
                  <a:pt x="131290" y="0"/>
                </a:lnTo>
                <a:lnTo>
                  <a:pt x="192967" y="2323"/>
                </a:lnTo>
                <a:lnTo>
                  <a:pt x="251997" y="12380"/>
                </a:lnTo>
                <a:lnTo>
                  <a:pt x="308382" y="30171"/>
                </a:lnTo>
                <a:lnTo>
                  <a:pt x="362121" y="55696"/>
                </a:lnTo>
                <a:lnTo>
                  <a:pt x="413214" y="88955"/>
                </a:lnTo>
                <a:lnTo>
                  <a:pt x="461661" y="129947"/>
                </a:lnTo>
                <a:lnTo>
                  <a:pt x="507463" y="178673"/>
                </a:lnTo>
                <a:lnTo>
                  <a:pt x="550618" y="235133"/>
                </a:lnTo>
                <a:lnTo>
                  <a:pt x="591128" y="299326"/>
                </a:lnTo>
                <a:lnTo>
                  <a:pt x="628992" y="371254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22" name="knowledge-long-edge">
            <a:extLst>
              <a:ext uri="{FF2B5EF4-FFF2-40B4-BE49-F238E27FC236}">
                <a16:creationId xmlns:a16="http://schemas.microsoft.com/office/drawing/2014/main" id="{80F22A09-5266-4253-9FB6-A5D38598AFA5}"/>
              </a:ext>
            </a:extLst>
          </p:cNvPr>
          <p:cNvSpPr>
            <a:spLocks noGrp="1"/>
          </p:cNvSpPr>
          <p:nvPr/>
        </p:nvSpPr>
        <p:spPr>
          <a:xfrm>
            <a:off x="2955812" y="6858999"/>
            <a:ext cx="823989" cy="481509"/>
          </a:xfrm>
          <a:custGeom>
            <a:avLst/>
            <a:gdLst/>
            <a:ahLst/>
            <a:cxnLst/>
            <a:rect l="0" t="0" r="0" b="0"/>
            <a:pathLst>
              <a:path w="823989" h="481509">
                <a:moveTo>
                  <a:pt x="0" y="165862"/>
                </a:moveTo>
                <a:lnTo>
                  <a:pt x="51499" y="114533"/>
                </a:lnTo>
                <a:lnTo>
                  <a:pt x="102999" y="72678"/>
                </a:lnTo>
                <a:lnTo>
                  <a:pt x="154498" y="40297"/>
                </a:lnTo>
                <a:lnTo>
                  <a:pt x="205997" y="17390"/>
                </a:lnTo>
                <a:lnTo>
                  <a:pt x="257496" y="3958"/>
                </a:lnTo>
                <a:lnTo>
                  <a:pt x="308996" y="0"/>
                </a:lnTo>
                <a:lnTo>
                  <a:pt x="360495" y="5516"/>
                </a:lnTo>
                <a:lnTo>
                  <a:pt x="411994" y="20507"/>
                </a:lnTo>
                <a:lnTo>
                  <a:pt x="463494" y="44972"/>
                </a:lnTo>
                <a:lnTo>
                  <a:pt x="514993" y="78912"/>
                </a:lnTo>
                <a:lnTo>
                  <a:pt x="566492" y="122325"/>
                </a:lnTo>
                <a:lnTo>
                  <a:pt x="617991" y="175213"/>
                </a:lnTo>
                <a:lnTo>
                  <a:pt x="669491" y="237576"/>
                </a:lnTo>
                <a:lnTo>
                  <a:pt x="720990" y="309412"/>
                </a:lnTo>
                <a:lnTo>
                  <a:pt x="772489" y="390723"/>
                </a:lnTo>
                <a:lnTo>
                  <a:pt x="823989" y="481509"/>
                </a:lnTo>
              </a:path>
            </a:pathLst>
          </a:custGeom>
          <a:noFill/>
          <a:ln w="4286">
            <a:solidFill>
              <a:srgbClr val="5D3B92">
                <a:alpha val="9000"/>
              </a:srgbClr>
            </a:solidFill>
            <a:prstDash val="solid"/>
          </a:ln>
        </p:spPr>
      </p:sp>
      <p:sp>
        <p:nvSpPr>
          <p:cNvPr id="123" name="knowledge-edge">
            <a:extLst>
              <a:ext uri="{FF2B5EF4-FFF2-40B4-BE49-F238E27FC236}">
                <a16:creationId xmlns:a16="http://schemas.microsoft.com/office/drawing/2014/main" id="{5B2C2FB6-0033-457A-9918-DCE15250AA38}"/>
              </a:ext>
            </a:extLst>
          </p:cNvPr>
          <p:cNvSpPr>
            <a:spLocks noGrp="1"/>
          </p:cNvSpPr>
          <p:nvPr/>
        </p:nvSpPr>
        <p:spPr>
          <a:xfrm>
            <a:off x="3002368" y="7222666"/>
            <a:ext cx="582437" cy="154894"/>
          </a:xfrm>
          <a:custGeom>
            <a:avLst/>
            <a:gdLst/>
            <a:ahLst/>
            <a:cxnLst/>
            <a:rect l="0" t="0" r="0" b="0"/>
            <a:pathLst>
              <a:path w="582437" h="154894">
                <a:moveTo>
                  <a:pt x="0" y="0"/>
                </a:moveTo>
                <a:lnTo>
                  <a:pt x="41603" y="9091"/>
                </a:lnTo>
                <a:lnTo>
                  <a:pt x="83205" y="18486"/>
                </a:lnTo>
                <a:lnTo>
                  <a:pt x="124808" y="28184"/>
                </a:lnTo>
                <a:lnTo>
                  <a:pt x="166410" y="38185"/>
                </a:lnTo>
                <a:lnTo>
                  <a:pt x="208013" y="48490"/>
                </a:lnTo>
                <a:lnTo>
                  <a:pt x="249616" y="59099"/>
                </a:lnTo>
                <a:lnTo>
                  <a:pt x="291218" y="70011"/>
                </a:lnTo>
                <a:lnTo>
                  <a:pt x="332821" y="81227"/>
                </a:lnTo>
                <a:lnTo>
                  <a:pt x="374424" y="92746"/>
                </a:lnTo>
                <a:lnTo>
                  <a:pt x="416026" y="104568"/>
                </a:lnTo>
                <a:lnTo>
                  <a:pt x="457629" y="116694"/>
                </a:lnTo>
                <a:lnTo>
                  <a:pt x="499231" y="129124"/>
                </a:lnTo>
                <a:lnTo>
                  <a:pt x="540834" y="141857"/>
                </a:lnTo>
                <a:lnTo>
                  <a:pt x="582437" y="154894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24" name="knowledge-long-edge">
            <a:extLst>
              <a:ext uri="{FF2B5EF4-FFF2-40B4-BE49-F238E27FC236}">
                <a16:creationId xmlns:a16="http://schemas.microsoft.com/office/drawing/2014/main" id="{10DE35B5-D2CC-4FC1-A5C8-AF64D8FB5011}"/>
              </a:ext>
            </a:extLst>
          </p:cNvPr>
          <p:cNvSpPr>
            <a:spLocks noGrp="1"/>
          </p:cNvSpPr>
          <p:nvPr/>
        </p:nvSpPr>
        <p:spPr>
          <a:xfrm>
            <a:off x="3002368" y="7007767"/>
            <a:ext cx="777433" cy="332741"/>
          </a:xfrm>
          <a:custGeom>
            <a:avLst/>
            <a:gdLst/>
            <a:ahLst/>
            <a:cxnLst/>
            <a:rect l="0" t="0" r="0" b="0"/>
            <a:pathLst>
              <a:path w="777433" h="332741">
                <a:moveTo>
                  <a:pt x="0" y="214900"/>
                </a:moveTo>
                <a:lnTo>
                  <a:pt x="48590" y="158823"/>
                </a:lnTo>
                <a:lnTo>
                  <a:pt x="97179" y="111205"/>
                </a:lnTo>
                <a:lnTo>
                  <a:pt x="145769" y="72046"/>
                </a:lnTo>
                <a:lnTo>
                  <a:pt x="194358" y="41347"/>
                </a:lnTo>
                <a:lnTo>
                  <a:pt x="242948" y="19105"/>
                </a:lnTo>
                <a:lnTo>
                  <a:pt x="291538" y="5323"/>
                </a:lnTo>
                <a:lnTo>
                  <a:pt x="340127" y="0"/>
                </a:lnTo>
                <a:lnTo>
                  <a:pt x="388717" y="3136"/>
                </a:lnTo>
                <a:lnTo>
                  <a:pt x="437306" y="14730"/>
                </a:lnTo>
                <a:lnTo>
                  <a:pt x="485896" y="34784"/>
                </a:lnTo>
                <a:lnTo>
                  <a:pt x="534485" y="63296"/>
                </a:lnTo>
                <a:lnTo>
                  <a:pt x="583075" y="100267"/>
                </a:lnTo>
                <a:lnTo>
                  <a:pt x="631665" y="145697"/>
                </a:lnTo>
                <a:lnTo>
                  <a:pt x="680254" y="199586"/>
                </a:lnTo>
                <a:lnTo>
                  <a:pt x="728844" y="261934"/>
                </a:lnTo>
                <a:lnTo>
                  <a:pt x="777433" y="332741"/>
                </a:lnTo>
              </a:path>
            </a:pathLst>
          </a:custGeom>
          <a:noFill/>
          <a:ln w="4286">
            <a:solidFill>
              <a:srgbClr val="5D3B92">
                <a:alpha val="9000"/>
              </a:srgbClr>
            </a:solidFill>
            <a:prstDash val="solid"/>
          </a:ln>
        </p:spPr>
      </p:sp>
      <p:sp>
        <p:nvSpPr>
          <p:cNvPr id="125" name="knowledge-edge">
            <a:extLst>
              <a:ext uri="{FF2B5EF4-FFF2-40B4-BE49-F238E27FC236}">
                <a16:creationId xmlns:a16="http://schemas.microsoft.com/office/drawing/2014/main" id="{91DAE7C1-01BB-4DCB-A529-93F29A58286C}"/>
              </a:ext>
            </a:extLst>
          </p:cNvPr>
          <p:cNvSpPr>
            <a:spLocks noGrp="1"/>
          </p:cNvSpPr>
          <p:nvPr/>
        </p:nvSpPr>
        <p:spPr>
          <a:xfrm>
            <a:off x="3338746" y="6021371"/>
            <a:ext cx="550924" cy="51684"/>
          </a:xfrm>
          <a:custGeom>
            <a:avLst/>
            <a:gdLst/>
            <a:ahLst/>
            <a:cxnLst/>
            <a:rect l="0" t="0" r="0" b="0"/>
            <a:pathLst>
              <a:path w="550924" h="51684">
                <a:moveTo>
                  <a:pt x="0" y="51684"/>
                </a:moveTo>
                <a:lnTo>
                  <a:pt x="39352" y="49688"/>
                </a:lnTo>
                <a:lnTo>
                  <a:pt x="78703" y="47431"/>
                </a:lnTo>
                <a:lnTo>
                  <a:pt x="118055" y="44913"/>
                </a:lnTo>
                <a:lnTo>
                  <a:pt x="157407" y="42134"/>
                </a:lnTo>
                <a:lnTo>
                  <a:pt x="196759" y="39095"/>
                </a:lnTo>
                <a:lnTo>
                  <a:pt x="236110" y="35794"/>
                </a:lnTo>
                <a:lnTo>
                  <a:pt x="275462" y="32233"/>
                </a:lnTo>
                <a:lnTo>
                  <a:pt x="314814" y="28411"/>
                </a:lnTo>
                <a:lnTo>
                  <a:pt x="354166" y="24328"/>
                </a:lnTo>
                <a:lnTo>
                  <a:pt x="393517" y="19984"/>
                </a:lnTo>
                <a:lnTo>
                  <a:pt x="432869" y="15379"/>
                </a:lnTo>
                <a:lnTo>
                  <a:pt x="472221" y="10514"/>
                </a:lnTo>
                <a:lnTo>
                  <a:pt x="511572" y="5387"/>
                </a:lnTo>
                <a:lnTo>
                  <a:pt x="550924" y="0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26" name="knowledge-edge">
            <a:extLst>
              <a:ext uri="{FF2B5EF4-FFF2-40B4-BE49-F238E27FC236}">
                <a16:creationId xmlns:a16="http://schemas.microsoft.com/office/drawing/2014/main" id="{6831913F-90DE-4E12-83DB-A5E506CB05F8}"/>
              </a:ext>
            </a:extLst>
          </p:cNvPr>
          <p:cNvSpPr>
            <a:spLocks noGrp="1"/>
          </p:cNvSpPr>
          <p:nvPr/>
        </p:nvSpPr>
        <p:spPr>
          <a:xfrm>
            <a:off x="3560829" y="6146726"/>
            <a:ext cx="342384" cy="58719"/>
          </a:xfrm>
          <a:custGeom>
            <a:avLst/>
            <a:gdLst/>
            <a:ahLst/>
            <a:cxnLst/>
            <a:rect l="0" t="0" r="0" b="0"/>
            <a:pathLst>
              <a:path w="342384" h="58719">
                <a:moveTo>
                  <a:pt x="0" y="0"/>
                </a:moveTo>
                <a:lnTo>
                  <a:pt x="24456" y="14221"/>
                </a:lnTo>
                <a:lnTo>
                  <a:pt x="48912" y="26475"/>
                </a:lnTo>
                <a:lnTo>
                  <a:pt x="73368" y="36764"/>
                </a:lnTo>
                <a:lnTo>
                  <a:pt x="97824" y="45087"/>
                </a:lnTo>
                <a:lnTo>
                  <a:pt x="122280" y="51444"/>
                </a:lnTo>
                <a:lnTo>
                  <a:pt x="146736" y="55835"/>
                </a:lnTo>
                <a:lnTo>
                  <a:pt x="171192" y="58260"/>
                </a:lnTo>
                <a:lnTo>
                  <a:pt x="195648" y="58719"/>
                </a:lnTo>
                <a:lnTo>
                  <a:pt x="220104" y="57212"/>
                </a:lnTo>
                <a:lnTo>
                  <a:pt x="244560" y="53739"/>
                </a:lnTo>
                <a:lnTo>
                  <a:pt x="269016" y="48300"/>
                </a:lnTo>
                <a:lnTo>
                  <a:pt x="293472" y="40895"/>
                </a:lnTo>
                <a:lnTo>
                  <a:pt x="317928" y="31525"/>
                </a:lnTo>
                <a:lnTo>
                  <a:pt x="342384" y="20188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27" name="knowledge-cross-edge">
            <a:extLst>
              <a:ext uri="{FF2B5EF4-FFF2-40B4-BE49-F238E27FC236}">
                <a16:creationId xmlns:a16="http://schemas.microsoft.com/office/drawing/2014/main" id="{44963CCC-C2BF-49AF-A9BB-B1CC738F2553}"/>
              </a:ext>
            </a:extLst>
          </p:cNvPr>
          <p:cNvSpPr>
            <a:spLocks noGrp="1"/>
          </p:cNvSpPr>
          <p:nvPr/>
        </p:nvSpPr>
        <p:spPr>
          <a:xfrm>
            <a:off x="3560829" y="6124736"/>
            <a:ext cx="358626" cy="171354"/>
          </a:xfrm>
          <a:custGeom>
            <a:avLst/>
            <a:gdLst/>
            <a:ahLst/>
            <a:cxnLst/>
            <a:rect l="0" t="0" r="0" b="0"/>
            <a:pathLst>
              <a:path w="358626" h="171354">
                <a:moveTo>
                  <a:pt x="0" y="21990"/>
                </a:moveTo>
                <a:lnTo>
                  <a:pt x="44438" y="10265"/>
                </a:lnTo>
                <a:lnTo>
                  <a:pt x="86229" y="2935"/>
                </a:lnTo>
                <a:lnTo>
                  <a:pt x="125375" y="0"/>
                </a:lnTo>
                <a:lnTo>
                  <a:pt x="161875" y="1460"/>
                </a:lnTo>
                <a:lnTo>
                  <a:pt x="195729" y="7315"/>
                </a:lnTo>
                <a:lnTo>
                  <a:pt x="226938" y="17564"/>
                </a:lnTo>
                <a:lnTo>
                  <a:pt x="255500" y="32209"/>
                </a:lnTo>
                <a:lnTo>
                  <a:pt x="281417" y="51248"/>
                </a:lnTo>
                <a:lnTo>
                  <a:pt x="304688" y="74682"/>
                </a:lnTo>
                <a:lnTo>
                  <a:pt x="325313" y="102511"/>
                </a:lnTo>
                <a:lnTo>
                  <a:pt x="343292" y="134735"/>
                </a:lnTo>
                <a:lnTo>
                  <a:pt x="358626" y="171354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28" name="knowledge-edge">
            <a:extLst>
              <a:ext uri="{FF2B5EF4-FFF2-40B4-BE49-F238E27FC236}">
                <a16:creationId xmlns:a16="http://schemas.microsoft.com/office/drawing/2014/main" id="{D5CFD8AB-D337-45E2-A7D4-14E109E92836}"/>
              </a:ext>
            </a:extLst>
          </p:cNvPr>
          <p:cNvSpPr>
            <a:spLocks noGrp="1"/>
          </p:cNvSpPr>
          <p:nvPr/>
        </p:nvSpPr>
        <p:spPr>
          <a:xfrm>
            <a:off x="3510701" y="6167606"/>
            <a:ext cx="408754" cy="128484"/>
          </a:xfrm>
          <a:custGeom>
            <a:avLst/>
            <a:gdLst/>
            <a:ahLst/>
            <a:cxnLst/>
            <a:rect l="0" t="0" r="0" b="0"/>
            <a:pathLst>
              <a:path w="408754" h="128484">
                <a:moveTo>
                  <a:pt x="0" y="0"/>
                </a:moveTo>
                <a:lnTo>
                  <a:pt x="29197" y="11452"/>
                </a:lnTo>
                <a:lnTo>
                  <a:pt x="58393" y="22554"/>
                </a:lnTo>
                <a:lnTo>
                  <a:pt x="87590" y="33306"/>
                </a:lnTo>
                <a:lnTo>
                  <a:pt x="116787" y="43708"/>
                </a:lnTo>
                <a:lnTo>
                  <a:pt x="145983" y="53760"/>
                </a:lnTo>
                <a:lnTo>
                  <a:pt x="175180" y="63463"/>
                </a:lnTo>
                <a:lnTo>
                  <a:pt x="204377" y="72815"/>
                </a:lnTo>
                <a:lnTo>
                  <a:pt x="233574" y="81817"/>
                </a:lnTo>
                <a:lnTo>
                  <a:pt x="262770" y="90470"/>
                </a:lnTo>
                <a:lnTo>
                  <a:pt x="291967" y="98772"/>
                </a:lnTo>
                <a:lnTo>
                  <a:pt x="321164" y="106725"/>
                </a:lnTo>
                <a:lnTo>
                  <a:pt x="350360" y="114328"/>
                </a:lnTo>
                <a:lnTo>
                  <a:pt x="379557" y="121581"/>
                </a:lnTo>
                <a:lnTo>
                  <a:pt x="408754" y="128484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29" name="knowledge-cross-edge">
            <a:extLst>
              <a:ext uri="{FF2B5EF4-FFF2-40B4-BE49-F238E27FC236}">
                <a16:creationId xmlns:a16="http://schemas.microsoft.com/office/drawing/2014/main" id="{FA1E0131-C4F3-485D-96DC-48B45B3E724D}"/>
              </a:ext>
            </a:extLst>
          </p:cNvPr>
          <p:cNvSpPr>
            <a:spLocks noGrp="1"/>
          </p:cNvSpPr>
          <p:nvPr/>
        </p:nvSpPr>
        <p:spPr>
          <a:xfrm>
            <a:off x="3510701" y="6167606"/>
            <a:ext cx="307297" cy="406148"/>
          </a:xfrm>
          <a:custGeom>
            <a:avLst/>
            <a:gdLst/>
            <a:ahLst/>
            <a:cxnLst/>
            <a:rect l="0" t="0" r="0" b="0"/>
            <a:pathLst>
              <a:path w="307297" h="406148">
                <a:moveTo>
                  <a:pt x="0" y="0"/>
                </a:moveTo>
                <a:lnTo>
                  <a:pt x="40160" y="11019"/>
                </a:lnTo>
                <a:lnTo>
                  <a:pt x="77675" y="26188"/>
                </a:lnTo>
                <a:lnTo>
                  <a:pt x="112543" y="45508"/>
                </a:lnTo>
                <a:lnTo>
                  <a:pt x="144766" y="68978"/>
                </a:lnTo>
                <a:lnTo>
                  <a:pt x="174343" y="96598"/>
                </a:lnTo>
                <a:lnTo>
                  <a:pt x="201274" y="128369"/>
                </a:lnTo>
                <a:lnTo>
                  <a:pt x="225559" y="164289"/>
                </a:lnTo>
                <a:lnTo>
                  <a:pt x="247198" y="204360"/>
                </a:lnTo>
                <a:lnTo>
                  <a:pt x="266192" y="248582"/>
                </a:lnTo>
                <a:lnTo>
                  <a:pt x="282539" y="296953"/>
                </a:lnTo>
                <a:lnTo>
                  <a:pt x="296241" y="349475"/>
                </a:lnTo>
                <a:lnTo>
                  <a:pt x="307297" y="406148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30" name="knowledge-edge">
            <a:extLst>
              <a:ext uri="{FF2B5EF4-FFF2-40B4-BE49-F238E27FC236}">
                <a16:creationId xmlns:a16="http://schemas.microsoft.com/office/drawing/2014/main" id="{C5E22B84-D644-4EF0-AC57-47188F28FB97}"/>
              </a:ext>
            </a:extLst>
          </p:cNvPr>
          <p:cNvSpPr>
            <a:spLocks noGrp="1"/>
          </p:cNvSpPr>
          <p:nvPr/>
        </p:nvSpPr>
        <p:spPr>
          <a:xfrm>
            <a:off x="3369389" y="6435604"/>
            <a:ext cx="448610" cy="138149"/>
          </a:xfrm>
          <a:custGeom>
            <a:avLst/>
            <a:gdLst/>
            <a:ahLst/>
            <a:cxnLst/>
            <a:rect l="0" t="0" r="0" b="0"/>
            <a:pathLst>
              <a:path w="448610" h="138149">
                <a:moveTo>
                  <a:pt x="0" y="0"/>
                </a:moveTo>
                <a:lnTo>
                  <a:pt x="32044" y="5088"/>
                </a:lnTo>
                <a:lnTo>
                  <a:pt x="64087" y="10912"/>
                </a:lnTo>
                <a:lnTo>
                  <a:pt x="96131" y="17471"/>
                </a:lnTo>
                <a:lnTo>
                  <a:pt x="128174" y="24765"/>
                </a:lnTo>
                <a:lnTo>
                  <a:pt x="160218" y="32795"/>
                </a:lnTo>
                <a:lnTo>
                  <a:pt x="192261" y="41560"/>
                </a:lnTo>
                <a:lnTo>
                  <a:pt x="224305" y="51060"/>
                </a:lnTo>
                <a:lnTo>
                  <a:pt x="256348" y="61295"/>
                </a:lnTo>
                <a:lnTo>
                  <a:pt x="288392" y="72266"/>
                </a:lnTo>
                <a:lnTo>
                  <a:pt x="320436" y="83972"/>
                </a:lnTo>
                <a:lnTo>
                  <a:pt x="352479" y="96413"/>
                </a:lnTo>
                <a:lnTo>
                  <a:pt x="384523" y="109590"/>
                </a:lnTo>
                <a:lnTo>
                  <a:pt x="416566" y="123502"/>
                </a:lnTo>
                <a:lnTo>
                  <a:pt x="448610" y="138149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1" name="knowledge-cross-edge">
            <a:extLst>
              <a:ext uri="{FF2B5EF4-FFF2-40B4-BE49-F238E27FC236}">
                <a16:creationId xmlns:a16="http://schemas.microsoft.com/office/drawing/2014/main" id="{07AFAAC7-E271-4BBC-8809-F42F1508DFA3}"/>
              </a:ext>
            </a:extLst>
          </p:cNvPr>
          <p:cNvSpPr>
            <a:spLocks noGrp="1"/>
          </p:cNvSpPr>
          <p:nvPr/>
        </p:nvSpPr>
        <p:spPr>
          <a:xfrm>
            <a:off x="3369389" y="6423377"/>
            <a:ext cx="532889" cy="538865"/>
          </a:xfrm>
          <a:custGeom>
            <a:avLst/>
            <a:gdLst/>
            <a:ahLst/>
            <a:cxnLst/>
            <a:rect l="0" t="0" r="0" b="0"/>
            <a:pathLst>
              <a:path w="532889" h="538865">
                <a:moveTo>
                  <a:pt x="0" y="12227"/>
                </a:moveTo>
                <a:lnTo>
                  <a:pt x="58960" y="1114"/>
                </a:lnTo>
                <a:lnTo>
                  <a:pt x="115273" y="0"/>
                </a:lnTo>
                <a:lnTo>
                  <a:pt x="168941" y="8886"/>
                </a:lnTo>
                <a:lnTo>
                  <a:pt x="219963" y="27773"/>
                </a:lnTo>
                <a:lnTo>
                  <a:pt x="268339" y="56659"/>
                </a:lnTo>
                <a:lnTo>
                  <a:pt x="314070" y="95546"/>
                </a:lnTo>
                <a:lnTo>
                  <a:pt x="357154" y="144433"/>
                </a:lnTo>
                <a:lnTo>
                  <a:pt x="397593" y="203319"/>
                </a:lnTo>
                <a:lnTo>
                  <a:pt x="435386" y="272206"/>
                </a:lnTo>
                <a:lnTo>
                  <a:pt x="470533" y="351092"/>
                </a:lnTo>
                <a:lnTo>
                  <a:pt x="503034" y="439979"/>
                </a:lnTo>
                <a:lnTo>
                  <a:pt x="532889" y="538865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32" name="knowledge-edge">
            <a:extLst>
              <a:ext uri="{FF2B5EF4-FFF2-40B4-BE49-F238E27FC236}">
                <a16:creationId xmlns:a16="http://schemas.microsoft.com/office/drawing/2014/main" id="{0EAAD1DD-DC0D-45E0-ACA1-587220791D65}"/>
              </a:ext>
            </a:extLst>
          </p:cNvPr>
          <p:cNvSpPr>
            <a:spLocks noGrp="1"/>
          </p:cNvSpPr>
          <p:nvPr/>
        </p:nvSpPr>
        <p:spPr>
          <a:xfrm>
            <a:off x="3365362" y="6775525"/>
            <a:ext cx="536916" cy="186718"/>
          </a:xfrm>
          <a:custGeom>
            <a:avLst/>
            <a:gdLst/>
            <a:ahLst/>
            <a:cxnLst/>
            <a:rect l="0" t="0" r="0" b="0"/>
            <a:pathLst>
              <a:path w="536916" h="186718">
                <a:moveTo>
                  <a:pt x="0" y="0"/>
                </a:moveTo>
                <a:lnTo>
                  <a:pt x="38351" y="4180"/>
                </a:lnTo>
                <a:lnTo>
                  <a:pt x="76702" y="9769"/>
                </a:lnTo>
                <a:lnTo>
                  <a:pt x="115053" y="16767"/>
                </a:lnTo>
                <a:lnTo>
                  <a:pt x="153405" y="25174"/>
                </a:lnTo>
                <a:lnTo>
                  <a:pt x="191756" y="34989"/>
                </a:lnTo>
                <a:lnTo>
                  <a:pt x="230107" y="46213"/>
                </a:lnTo>
                <a:lnTo>
                  <a:pt x="268458" y="58845"/>
                </a:lnTo>
                <a:lnTo>
                  <a:pt x="306809" y="72887"/>
                </a:lnTo>
                <a:lnTo>
                  <a:pt x="345160" y="88337"/>
                </a:lnTo>
                <a:lnTo>
                  <a:pt x="383512" y="105196"/>
                </a:lnTo>
                <a:lnTo>
                  <a:pt x="421863" y="123463"/>
                </a:lnTo>
                <a:lnTo>
                  <a:pt x="460214" y="143139"/>
                </a:lnTo>
                <a:lnTo>
                  <a:pt x="498565" y="164224"/>
                </a:lnTo>
                <a:lnTo>
                  <a:pt x="536916" y="186718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3" name="knowledge-cross-edge">
            <a:extLst>
              <a:ext uri="{FF2B5EF4-FFF2-40B4-BE49-F238E27FC236}">
                <a16:creationId xmlns:a16="http://schemas.microsoft.com/office/drawing/2014/main" id="{8DA6618C-FE1F-49AA-AFCD-A5A8F65E9981}"/>
              </a:ext>
            </a:extLst>
          </p:cNvPr>
          <p:cNvSpPr>
            <a:spLocks noGrp="1"/>
          </p:cNvSpPr>
          <p:nvPr/>
        </p:nvSpPr>
        <p:spPr>
          <a:xfrm>
            <a:off x="3365362" y="6775525"/>
            <a:ext cx="486947" cy="344067"/>
          </a:xfrm>
          <a:custGeom>
            <a:avLst/>
            <a:gdLst/>
            <a:ahLst/>
            <a:cxnLst/>
            <a:rect l="0" t="0" r="0" b="0"/>
            <a:pathLst>
              <a:path w="486947" h="344067">
                <a:moveTo>
                  <a:pt x="0" y="0"/>
                </a:moveTo>
                <a:lnTo>
                  <a:pt x="55131" y="4068"/>
                </a:lnTo>
                <a:lnTo>
                  <a:pt x="107616" y="12610"/>
                </a:lnTo>
                <a:lnTo>
                  <a:pt x="157455" y="25625"/>
                </a:lnTo>
                <a:lnTo>
                  <a:pt x="204649" y="43114"/>
                </a:lnTo>
                <a:lnTo>
                  <a:pt x="249197" y="65076"/>
                </a:lnTo>
                <a:lnTo>
                  <a:pt x="291098" y="91512"/>
                </a:lnTo>
                <a:lnTo>
                  <a:pt x="330354" y="122421"/>
                </a:lnTo>
                <a:lnTo>
                  <a:pt x="366965" y="157803"/>
                </a:lnTo>
                <a:lnTo>
                  <a:pt x="400929" y="197659"/>
                </a:lnTo>
                <a:lnTo>
                  <a:pt x="432247" y="241988"/>
                </a:lnTo>
                <a:lnTo>
                  <a:pt x="460920" y="290791"/>
                </a:lnTo>
                <a:lnTo>
                  <a:pt x="486947" y="344067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34" name="knowledge-edge">
            <a:extLst>
              <a:ext uri="{FF2B5EF4-FFF2-40B4-BE49-F238E27FC236}">
                <a16:creationId xmlns:a16="http://schemas.microsoft.com/office/drawing/2014/main" id="{58D55FD8-19CF-4A7A-A0BE-914B7D0A6CCC}"/>
              </a:ext>
            </a:extLst>
          </p:cNvPr>
          <p:cNvSpPr>
            <a:spLocks noGrp="1"/>
          </p:cNvSpPr>
          <p:nvPr/>
        </p:nvSpPr>
        <p:spPr>
          <a:xfrm>
            <a:off x="3365069" y="7119592"/>
            <a:ext cx="487240" cy="102970"/>
          </a:xfrm>
          <a:custGeom>
            <a:avLst/>
            <a:gdLst/>
            <a:ahLst/>
            <a:cxnLst/>
            <a:rect l="0" t="0" r="0" b="0"/>
            <a:pathLst>
              <a:path w="487240" h="102970">
                <a:moveTo>
                  <a:pt x="0" y="102970"/>
                </a:moveTo>
                <a:lnTo>
                  <a:pt x="34803" y="96134"/>
                </a:lnTo>
                <a:lnTo>
                  <a:pt x="69606" y="89217"/>
                </a:lnTo>
                <a:lnTo>
                  <a:pt x="104409" y="82221"/>
                </a:lnTo>
                <a:lnTo>
                  <a:pt x="139211" y="75145"/>
                </a:lnTo>
                <a:lnTo>
                  <a:pt x="174014" y="67989"/>
                </a:lnTo>
                <a:lnTo>
                  <a:pt x="208817" y="60754"/>
                </a:lnTo>
                <a:lnTo>
                  <a:pt x="243620" y="53439"/>
                </a:lnTo>
                <a:lnTo>
                  <a:pt x="278423" y="46044"/>
                </a:lnTo>
                <a:lnTo>
                  <a:pt x="313226" y="38569"/>
                </a:lnTo>
                <a:lnTo>
                  <a:pt x="348029" y="31015"/>
                </a:lnTo>
                <a:lnTo>
                  <a:pt x="382831" y="23381"/>
                </a:lnTo>
                <a:lnTo>
                  <a:pt x="417634" y="15667"/>
                </a:lnTo>
                <a:lnTo>
                  <a:pt x="452437" y="7873"/>
                </a:lnTo>
                <a:lnTo>
                  <a:pt x="487240" y="0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5" name="knowledge-cross-edge">
            <a:extLst>
              <a:ext uri="{FF2B5EF4-FFF2-40B4-BE49-F238E27FC236}">
                <a16:creationId xmlns:a16="http://schemas.microsoft.com/office/drawing/2014/main" id="{170FA519-F02F-4202-A457-F330105F1438}"/>
              </a:ext>
            </a:extLst>
          </p:cNvPr>
          <p:cNvSpPr>
            <a:spLocks noGrp="1"/>
          </p:cNvSpPr>
          <p:nvPr/>
        </p:nvSpPr>
        <p:spPr>
          <a:xfrm>
            <a:off x="3365069" y="7183149"/>
            <a:ext cx="414732" cy="157359"/>
          </a:xfrm>
          <a:custGeom>
            <a:avLst/>
            <a:gdLst/>
            <a:ahLst/>
            <a:cxnLst/>
            <a:rect l="0" t="0" r="0" b="0"/>
            <a:pathLst>
              <a:path w="414732" h="157359">
                <a:moveTo>
                  <a:pt x="0" y="39413"/>
                </a:moveTo>
                <a:lnTo>
                  <a:pt x="49113" y="22179"/>
                </a:lnTo>
                <a:lnTo>
                  <a:pt x="95580" y="9866"/>
                </a:lnTo>
                <a:lnTo>
                  <a:pt x="139402" y="2473"/>
                </a:lnTo>
                <a:lnTo>
                  <a:pt x="180577" y="0"/>
                </a:lnTo>
                <a:lnTo>
                  <a:pt x="219107" y="2448"/>
                </a:lnTo>
                <a:lnTo>
                  <a:pt x="254991" y="9817"/>
                </a:lnTo>
                <a:lnTo>
                  <a:pt x="288229" y="22106"/>
                </a:lnTo>
                <a:lnTo>
                  <a:pt x="318822" y="39315"/>
                </a:lnTo>
                <a:lnTo>
                  <a:pt x="346768" y="61445"/>
                </a:lnTo>
                <a:lnTo>
                  <a:pt x="372069" y="88496"/>
                </a:lnTo>
                <a:lnTo>
                  <a:pt x="394723" y="120467"/>
                </a:lnTo>
                <a:lnTo>
                  <a:pt x="414732" y="157359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36" name="knowledge-long-edge">
            <a:extLst>
              <a:ext uri="{FF2B5EF4-FFF2-40B4-BE49-F238E27FC236}">
                <a16:creationId xmlns:a16="http://schemas.microsoft.com/office/drawing/2014/main" id="{37A0341B-F1B1-483C-ADC9-41E874448035}"/>
              </a:ext>
            </a:extLst>
          </p:cNvPr>
          <p:cNvSpPr>
            <a:spLocks noGrp="1"/>
          </p:cNvSpPr>
          <p:nvPr/>
        </p:nvSpPr>
        <p:spPr>
          <a:xfrm>
            <a:off x="3365069" y="6939249"/>
            <a:ext cx="938220" cy="283313"/>
          </a:xfrm>
          <a:custGeom>
            <a:avLst/>
            <a:gdLst/>
            <a:ahLst/>
            <a:cxnLst/>
            <a:rect l="0" t="0" r="0" b="0"/>
            <a:pathLst>
              <a:path w="938220" h="283313">
                <a:moveTo>
                  <a:pt x="0" y="283313"/>
                </a:moveTo>
                <a:lnTo>
                  <a:pt x="58639" y="219968"/>
                </a:lnTo>
                <a:lnTo>
                  <a:pt x="117278" y="164603"/>
                </a:lnTo>
                <a:lnTo>
                  <a:pt x="175916" y="117219"/>
                </a:lnTo>
                <a:lnTo>
                  <a:pt x="234555" y="77815"/>
                </a:lnTo>
                <a:lnTo>
                  <a:pt x="293194" y="46391"/>
                </a:lnTo>
                <a:lnTo>
                  <a:pt x="351833" y="22947"/>
                </a:lnTo>
                <a:lnTo>
                  <a:pt x="410471" y="7483"/>
                </a:lnTo>
                <a:lnTo>
                  <a:pt x="469110" y="0"/>
                </a:lnTo>
                <a:lnTo>
                  <a:pt x="527749" y="497"/>
                </a:lnTo>
                <a:lnTo>
                  <a:pt x="586388" y="8974"/>
                </a:lnTo>
                <a:lnTo>
                  <a:pt x="645027" y="25432"/>
                </a:lnTo>
                <a:lnTo>
                  <a:pt x="703665" y="49869"/>
                </a:lnTo>
                <a:lnTo>
                  <a:pt x="762304" y="82287"/>
                </a:lnTo>
                <a:lnTo>
                  <a:pt x="820943" y="122685"/>
                </a:lnTo>
                <a:lnTo>
                  <a:pt x="879582" y="171064"/>
                </a:lnTo>
                <a:lnTo>
                  <a:pt x="938220" y="227422"/>
                </a:lnTo>
              </a:path>
            </a:pathLst>
          </a:custGeom>
          <a:noFill/>
          <a:ln w="4286">
            <a:solidFill>
              <a:srgbClr val="703C86">
                <a:alpha val="9000"/>
              </a:srgbClr>
            </a:solidFill>
            <a:prstDash val="solid"/>
          </a:ln>
        </p:spPr>
      </p:sp>
      <p:sp>
        <p:nvSpPr>
          <p:cNvPr id="137" name="knowledge-edge">
            <a:extLst>
              <a:ext uri="{FF2B5EF4-FFF2-40B4-BE49-F238E27FC236}">
                <a16:creationId xmlns:a16="http://schemas.microsoft.com/office/drawing/2014/main" id="{20F7087F-587E-4278-907C-622C6ECAA7A7}"/>
              </a:ext>
            </a:extLst>
          </p:cNvPr>
          <p:cNvSpPr>
            <a:spLocks noGrp="1"/>
          </p:cNvSpPr>
          <p:nvPr/>
        </p:nvSpPr>
        <p:spPr>
          <a:xfrm>
            <a:off x="3584804" y="7340508"/>
            <a:ext cx="194997" cy="83033"/>
          </a:xfrm>
          <a:custGeom>
            <a:avLst/>
            <a:gdLst/>
            <a:ahLst/>
            <a:cxnLst/>
            <a:rect l="0" t="0" r="0" b="0"/>
            <a:pathLst>
              <a:path w="194997" h="83033">
                <a:moveTo>
                  <a:pt x="0" y="37052"/>
                </a:moveTo>
                <a:lnTo>
                  <a:pt x="13928" y="51160"/>
                </a:lnTo>
                <a:lnTo>
                  <a:pt x="27857" y="62689"/>
                </a:lnTo>
                <a:lnTo>
                  <a:pt x="41785" y="71641"/>
                </a:lnTo>
                <a:lnTo>
                  <a:pt x="55713" y="78016"/>
                </a:lnTo>
                <a:lnTo>
                  <a:pt x="69642" y="81813"/>
                </a:lnTo>
                <a:lnTo>
                  <a:pt x="83570" y="83033"/>
                </a:lnTo>
                <a:lnTo>
                  <a:pt x="97498" y="81675"/>
                </a:lnTo>
                <a:lnTo>
                  <a:pt x="111427" y="77740"/>
                </a:lnTo>
                <a:lnTo>
                  <a:pt x="125355" y="71227"/>
                </a:lnTo>
                <a:lnTo>
                  <a:pt x="139283" y="62137"/>
                </a:lnTo>
                <a:lnTo>
                  <a:pt x="153212" y="50469"/>
                </a:lnTo>
                <a:lnTo>
                  <a:pt x="167140" y="36223"/>
                </a:lnTo>
                <a:lnTo>
                  <a:pt x="181068" y="19400"/>
                </a:lnTo>
                <a:lnTo>
                  <a:pt x="194997" y="0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8" name="knowledge-edge">
            <a:extLst>
              <a:ext uri="{FF2B5EF4-FFF2-40B4-BE49-F238E27FC236}">
                <a16:creationId xmlns:a16="http://schemas.microsoft.com/office/drawing/2014/main" id="{8501BF25-25A3-4FDA-ADBB-95F2E54BDBE9}"/>
              </a:ext>
            </a:extLst>
          </p:cNvPr>
          <p:cNvSpPr>
            <a:spLocks noGrp="1"/>
          </p:cNvSpPr>
          <p:nvPr/>
        </p:nvSpPr>
        <p:spPr>
          <a:xfrm>
            <a:off x="3889670" y="5838458"/>
            <a:ext cx="222931" cy="182913"/>
          </a:xfrm>
          <a:custGeom>
            <a:avLst/>
            <a:gdLst/>
            <a:ahLst/>
            <a:cxnLst/>
            <a:rect l="0" t="0" r="0" b="0"/>
            <a:pathLst>
              <a:path w="222931" h="182913">
                <a:moveTo>
                  <a:pt x="0" y="182913"/>
                </a:moveTo>
                <a:lnTo>
                  <a:pt x="15924" y="158892"/>
                </a:lnTo>
                <a:lnTo>
                  <a:pt x="31847" y="136556"/>
                </a:lnTo>
                <a:lnTo>
                  <a:pt x="47771" y="115905"/>
                </a:lnTo>
                <a:lnTo>
                  <a:pt x="63695" y="96940"/>
                </a:lnTo>
                <a:lnTo>
                  <a:pt x="79618" y="79661"/>
                </a:lnTo>
                <a:lnTo>
                  <a:pt x="95542" y="64067"/>
                </a:lnTo>
                <a:lnTo>
                  <a:pt x="111466" y="50159"/>
                </a:lnTo>
                <a:lnTo>
                  <a:pt x="127389" y="37937"/>
                </a:lnTo>
                <a:lnTo>
                  <a:pt x="143313" y="27400"/>
                </a:lnTo>
                <a:lnTo>
                  <a:pt x="159237" y="18549"/>
                </a:lnTo>
                <a:lnTo>
                  <a:pt x="175160" y="11383"/>
                </a:lnTo>
                <a:lnTo>
                  <a:pt x="191084" y="5903"/>
                </a:lnTo>
                <a:lnTo>
                  <a:pt x="207008" y="2109"/>
                </a:lnTo>
                <a:lnTo>
                  <a:pt x="222931" y="0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39" name="knowledge-edge">
            <a:extLst>
              <a:ext uri="{FF2B5EF4-FFF2-40B4-BE49-F238E27FC236}">
                <a16:creationId xmlns:a16="http://schemas.microsoft.com/office/drawing/2014/main" id="{55BCA9AD-C4AF-47D8-8459-A07443B6BE95}"/>
              </a:ext>
            </a:extLst>
          </p:cNvPr>
          <p:cNvSpPr>
            <a:spLocks noGrp="1"/>
          </p:cNvSpPr>
          <p:nvPr/>
        </p:nvSpPr>
        <p:spPr>
          <a:xfrm>
            <a:off x="3903214" y="6066616"/>
            <a:ext cx="334566" cy="128248"/>
          </a:xfrm>
          <a:custGeom>
            <a:avLst/>
            <a:gdLst/>
            <a:ahLst/>
            <a:cxnLst/>
            <a:rect l="0" t="0" r="0" b="0"/>
            <a:pathLst>
              <a:path w="334566" h="128248">
                <a:moveTo>
                  <a:pt x="0" y="100298"/>
                </a:moveTo>
                <a:lnTo>
                  <a:pt x="23898" y="111531"/>
                </a:lnTo>
                <a:lnTo>
                  <a:pt x="47795" y="119933"/>
                </a:lnTo>
                <a:lnTo>
                  <a:pt x="71693" y="125506"/>
                </a:lnTo>
                <a:lnTo>
                  <a:pt x="95590" y="128248"/>
                </a:lnTo>
                <a:lnTo>
                  <a:pt x="119488" y="128159"/>
                </a:lnTo>
                <a:lnTo>
                  <a:pt x="143385" y="125241"/>
                </a:lnTo>
                <a:lnTo>
                  <a:pt x="167283" y="119492"/>
                </a:lnTo>
                <a:lnTo>
                  <a:pt x="191181" y="110913"/>
                </a:lnTo>
                <a:lnTo>
                  <a:pt x="215078" y="99503"/>
                </a:lnTo>
                <a:lnTo>
                  <a:pt x="238976" y="85263"/>
                </a:lnTo>
                <a:lnTo>
                  <a:pt x="262873" y="68193"/>
                </a:lnTo>
                <a:lnTo>
                  <a:pt x="286771" y="48292"/>
                </a:lnTo>
                <a:lnTo>
                  <a:pt x="310668" y="25561"/>
                </a:lnTo>
                <a:lnTo>
                  <a:pt x="334566" y="0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40" name="knowledge-cross-edge">
            <a:extLst>
              <a:ext uri="{FF2B5EF4-FFF2-40B4-BE49-F238E27FC236}">
                <a16:creationId xmlns:a16="http://schemas.microsoft.com/office/drawing/2014/main" id="{92335784-859D-424B-8843-923481AB83E1}"/>
              </a:ext>
            </a:extLst>
          </p:cNvPr>
          <p:cNvSpPr>
            <a:spLocks noGrp="1"/>
          </p:cNvSpPr>
          <p:nvPr/>
        </p:nvSpPr>
        <p:spPr>
          <a:xfrm>
            <a:off x="3903214" y="6146740"/>
            <a:ext cx="215356" cy="235941"/>
          </a:xfrm>
          <a:custGeom>
            <a:avLst/>
            <a:gdLst/>
            <a:ahLst/>
            <a:cxnLst/>
            <a:rect l="0" t="0" r="0" b="0"/>
            <a:pathLst>
              <a:path w="215356" h="235941">
                <a:moveTo>
                  <a:pt x="0" y="20173"/>
                </a:moveTo>
                <a:lnTo>
                  <a:pt x="32498" y="7959"/>
                </a:lnTo>
                <a:lnTo>
                  <a:pt x="62351" y="1234"/>
                </a:lnTo>
                <a:lnTo>
                  <a:pt x="89558" y="0"/>
                </a:lnTo>
                <a:lnTo>
                  <a:pt x="114119" y="4256"/>
                </a:lnTo>
                <a:lnTo>
                  <a:pt x="136034" y="14001"/>
                </a:lnTo>
                <a:lnTo>
                  <a:pt x="155303" y="29237"/>
                </a:lnTo>
                <a:lnTo>
                  <a:pt x="171927" y="49962"/>
                </a:lnTo>
                <a:lnTo>
                  <a:pt x="185904" y="76178"/>
                </a:lnTo>
                <a:lnTo>
                  <a:pt x="197236" y="107884"/>
                </a:lnTo>
                <a:lnTo>
                  <a:pt x="205922" y="145079"/>
                </a:lnTo>
                <a:lnTo>
                  <a:pt x="211962" y="187765"/>
                </a:lnTo>
                <a:lnTo>
                  <a:pt x="215356" y="235941"/>
                </a:lnTo>
              </a:path>
            </a:pathLst>
          </a:custGeom>
          <a:noFill/>
          <a:ln w="5334">
            <a:solidFill>
              <a:srgbClr val="823D79">
                <a:alpha val="13000"/>
              </a:srgbClr>
            </a:solidFill>
            <a:prstDash val="solid"/>
          </a:ln>
        </p:spPr>
      </p:sp>
      <p:sp>
        <p:nvSpPr>
          <p:cNvPr id="141" name="knowledge-long-edge">
            <a:extLst>
              <a:ext uri="{FF2B5EF4-FFF2-40B4-BE49-F238E27FC236}">
                <a16:creationId xmlns:a16="http://schemas.microsoft.com/office/drawing/2014/main" id="{FF1892EF-66EC-4B6C-96D9-18C8350D1626}"/>
              </a:ext>
            </a:extLst>
          </p:cNvPr>
          <p:cNvSpPr>
            <a:spLocks noGrp="1"/>
          </p:cNvSpPr>
          <p:nvPr/>
        </p:nvSpPr>
        <p:spPr>
          <a:xfrm>
            <a:off x="3903214" y="5920867"/>
            <a:ext cx="837166" cy="444250"/>
          </a:xfrm>
          <a:custGeom>
            <a:avLst/>
            <a:gdLst/>
            <a:ahLst/>
            <a:cxnLst/>
            <a:rect l="0" t="0" r="0" b="0"/>
            <a:pathLst>
              <a:path w="837166" h="444250">
                <a:moveTo>
                  <a:pt x="0" y="246046"/>
                </a:moveTo>
                <a:lnTo>
                  <a:pt x="52323" y="179205"/>
                </a:lnTo>
                <a:lnTo>
                  <a:pt x="104646" y="122928"/>
                </a:lnTo>
                <a:lnTo>
                  <a:pt x="156969" y="77215"/>
                </a:lnTo>
                <a:lnTo>
                  <a:pt x="209292" y="42065"/>
                </a:lnTo>
                <a:lnTo>
                  <a:pt x="261614" y="17480"/>
                </a:lnTo>
                <a:lnTo>
                  <a:pt x="313937" y="3458"/>
                </a:lnTo>
                <a:lnTo>
                  <a:pt x="366260" y="0"/>
                </a:lnTo>
                <a:lnTo>
                  <a:pt x="418583" y="7106"/>
                </a:lnTo>
                <a:lnTo>
                  <a:pt x="470906" y="24776"/>
                </a:lnTo>
                <a:lnTo>
                  <a:pt x="523229" y="53009"/>
                </a:lnTo>
                <a:lnTo>
                  <a:pt x="575552" y="91806"/>
                </a:lnTo>
                <a:lnTo>
                  <a:pt x="627875" y="141168"/>
                </a:lnTo>
                <a:lnTo>
                  <a:pt x="680198" y="201093"/>
                </a:lnTo>
                <a:lnTo>
                  <a:pt x="732521" y="271581"/>
                </a:lnTo>
                <a:lnTo>
                  <a:pt x="784843" y="352634"/>
                </a:lnTo>
                <a:lnTo>
                  <a:pt x="837166" y="444250"/>
                </a:lnTo>
              </a:path>
            </a:pathLst>
          </a:custGeom>
          <a:noFill/>
          <a:ln w="4286">
            <a:solidFill>
              <a:srgbClr val="823D79">
                <a:alpha val="9000"/>
              </a:srgbClr>
            </a:solidFill>
            <a:prstDash val="solid"/>
          </a:ln>
        </p:spPr>
      </p:sp>
      <p:sp>
        <p:nvSpPr>
          <p:cNvPr id="142" name="knowledge-edge">
            <a:extLst>
              <a:ext uri="{FF2B5EF4-FFF2-40B4-BE49-F238E27FC236}">
                <a16:creationId xmlns:a16="http://schemas.microsoft.com/office/drawing/2014/main" id="{DD1FA0E5-BECD-4932-A062-756664CB61EF}"/>
              </a:ext>
            </a:extLst>
          </p:cNvPr>
          <p:cNvSpPr>
            <a:spLocks noGrp="1"/>
          </p:cNvSpPr>
          <p:nvPr/>
        </p:nvSpPr>
        <p:spPr>
          <a:xfrm>
            <a:off x="3919455" y="6296090"/>
            <a:ext cx="199115" cy="97823"/>
          </a:xfrm>
          <a:custGeom>
            <a:avLst/>
            <a:gdLst/>
            <a:ahLst/>
            <a:cxnLst/>
            <a:rect l="0" t="0" r="0" b="0"/>
            <a:pathLst>
              <a:path w="199115" h="97823">
                <a:moveTo>
                  <a:pt x="0" y="0"/>
                </a:moveTo>
                <a:lnTo>
                  <a:pt x="14223" y="17876"/>
                </a:lnTo>
                <a:lnTo>
                  <a:pt x="28445" y="33954"/>
                </a:lnTo>
                <a:lnTo>
                  <a:pt x="42668" y="48233"/>
                </a:lnTo>
                <a:lnTo>
                  <a:pt x="56890" y="60713"/>
                </a:lnTo>
                <a:lnTo>
                  <a:pt x="71113" y="71394"/>
                </a:lnTo>
                <a:lnTo>
                  <a:pt x="85335" y="80277"/>
                </a:lnTo>
                <a:lnTo>
                  <a:pt x="99558" y="87362"/>
                </a:lnTo>
                <a:lnTo>
                  <a:pt x="113780" y="92648"/>
                </a:lnTo>
                <a:lnTo>
                  <a:pt x="128003" y="96135"/>
                </a:lnTo>
                <a:lnTo>
                  <a:pt x="142225" y="97823"/>
                </a:lnTo>
                <a:lnTo>
                  <a:pt x="156448" y="97713"/>
                </a:lnTo>
                <a:lnTo>
                  <a:pt x="170670" y="95804"/>
                </a:lnTo>
                <a:lnTo>
                  <a:pt x="184893" y="92097"/>
                </a:lnTo>
                <a:lnTo>
                  <a:pt x="199115" y="86591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43" name="knowledge-cross-edge">
            <a:extLst>
              <a:ext uri="{FF2B5EF4-FFF2-40B4-BE49-F238E27FC236}">
                <a16:creationId xmlns:a16="http://schemas.microsoft.com/office/drawing/2014/main" id="{3C0517AF-4049-4B0D-8A63-7F222C176839}"/>
              </a:ext>
            </a:extLst>
          </p:cNvPr>
          <p:cNvSpPr>
            <a:spLocks noGrp="1"/>
          </p:cNvSpPr>
          <p:nvPr/>
        </p:nvSpPr>
        <p:spPr>
          <a:xfrm>
            <a:off x="3919455" y="6066616"/>
            <a:ext cx="318325" cy="229474"/>
          </a:xfrm>
          <a:custGeom>
            <a:avLst/>
            <a:gdLst/>
            <a:ahLst/>
            <a:cxnLst/>
            <a:rect l="0" t="0" r="0" b="0"/>
            <a:pathLst>
              <a:path w="318325" h="229474">
                <a:moveTo>
                  <a:pt x="0" y="229474"/>
                </a:moveTo>
                <a:lnTo>
                  <a:pt x="11975" y="192490"/>
                </a:lnTo>
                <a:lnTo>
                  <a:pt x="26596" y="158753"/>
                </a:lnTo>
                <a:lnTo>
                  <a:pt x="43862" y="128264"/>
                </a:lnTo>
                <a:lnTo>
                  <a:pt x="63775" y="101022"/>
                </a:lnTo>
                <a:lnTo>
                  <a:pt x="86333" y="77028"/>
                </a:lnTo>
                <a:lnTo>
                  <a:pt x="111537" y="56281"/>
                </a:lnTo>
                <a:lnTo>
                  <a:pt x="139387" y="38782"/>
                </a:lnTo>
                <a:lnTo>
                  <a:pt x="169883" y="24531"/>
                </a:lnTo>
                <a:lnTo>
                  <a:pt x="203025" y="13527"/>
                </a:lnTo>
                <a:lnTo>
                  <a:pt x="238812" y="5770"/>
                </a:lnTo>
                <a:lnTo>
                  <a:pt x="277245" y="1261"/>
                </a:lnTo>
                <a:lnTo>
                  <a:pt x="318325" y="0"/>
                </a:lnTo>
              </a:path>
            </a:pathLst>
          </a:custGeom>
          <a:noFill/>
          <a:ln w="4953">
            <a:solidFill>
              <a:srgbClr val="823D79">
                <a:alpha val="12000"/>
              </a:srgbClr>
            </a:solidFill>
            <a:prstDash val="solid"/>
          </a:ln>
        </p:spPr>
      </p:sp>
      <p:sp>
        <p:nvSpPr>
          <p:cNvPr id="144" name="knowledge-long-edge">
            <a:extLst>
              <a:ext uri="{FF2B5EF4-FFF2-40B4-BE49-F238E27FC236}">
                <a16:creationId xmlns:a16="http://schemas.microsoft.com/office/drawing/2014/main" id="{CEF63485-1027-4FFB-A6CF-6FDCA1A61E47}"/>
              </a:ext>
            </a:extLst>
          </p:cNvPr>
          <p:cNvSpPr>
            <a:spLocks noGrp="1"/>
          </p:cNvSpPr>
          <p:nvPr/>
        </p:nvSpPr>
        <p:spPr>
          <a:xfrm>
            <a:off x="3919455" y="6084259"/>
            <a:ext cx="774421" cy="529665"/>
          </a:xfrm>
          <a:custGeom>
            <a:avLst/>
            <a:gdLst/>
            <a:ahLst/>
            <a:cxnLst/>
            <a:rect l="0" t="0" r="0" b="0"/>
            <a:pathLst>
              <a:path w="774421" h="529665">
                <a:moveTo>
                  <a:pt x="0" y="211831"/>
                </a:moveTo>
                <a:lnTo>
                  <a:pt x="48401" y="148941"/>
                </a:lnTo>
                <a:lnTo>
                  <a:pt x="96803" y="97085"/>
                </a:lnTo>
                <a:lnTo>
                  <a:pt x="145204" y="56263"/>
                </a:lnTo>
                <a:lnTo>
                  <a:pt x="193605" y="26475"/>
                </a:lnTo>
                <a:lnTo>
                  <a:pt x="242007" y="7720"/>
                </a:lnTo>
                <a:lnTo>
                  <a:pt x="290408" y="0"/>
                </a:lnTo>
                <a:lnTo>
                  <a:pt x="338809" y="3314"/>
                </a:lnTo>
                <a:lnTo>
                  <a:pt x="387210" y="17661"/>
                </a:lnTo>
                <a:lnTo>
                  <a:pt x="435612" y="43043"/>
                </a:lnTo>
                <a:lnTo>
                  <a:pt x="484013" y="79459"/>
                </a:lnTo>
                <a:lnTo>
                  <a:pt x="532414" y="126908"/>
                </a:lnTo>
                <a:lnTo>
                  <a:pt x="580816" y="185392"/>
                </a:lnTo>
                <a:lnTo>
                  <a:pt x="629217" y="254909"/>
                </a:lnTo>
                <a:lnTo>
                  <a:pt x="677618" y="335461"/>
                </a:lnTo>
                <a:lnTo>
                  <a:pt x="726020" y="427046"/>
                </a:lnTo>
                <a:lnTo>
                  <a:pt x="774421" y="529665"/>
                </a:lnTo>
              </a:path>
            </a:pathLst>
          </a:custGeom>
          <a:noFill/>
          <a:ln w="4286">
            <a:solidFill>
              <a:srgbClr val="823D79">
                <a:alpha val="9000"/>
              </a:srgbClr>
            </a:solidFill>
            <a:prstDash val="solid"/>
          </a:ln>
        </p:spPr>
      </p:sp>
      <p:sp>
        <p:nvSpPr>
          <p:cNvPr id="145" name="knowledge-edge">
            <a:extLst>
              <a:ext uri="{FF2B5EF4-FFF2-40B4-BE49-F238E27FC236}">
                <a16:creationId xmlns:a16="http://schemas.microsoft.com/office/drawing/2014/main" id="{614DC6E4-7046-4D00-AA16-490374D0A21B}"/>
              </a:ext>
            </a:extLst>
          </p:cNvPr>
          <p:cNvSpPr>
            <a:spLocks noGrp="1"/>
          </p:cNvSpPr>
          <p:nvPr/>
        </p:nvSpPr>
        <p:spPr>
          <a:xfrm>
            <a:off x="3817998" y="6529777"/>
            <a:ext cx="478447" cy="52166"/>
          </a:xfrm>
          <a:custGeom>
            <a:avLst/>
            <a:gdLst/>
            <a:ahLst/>
            <a:cxnLst/>
            <a:rect l="0" t="0" r="0" b="0"/>
            <a:pathLst>
              <a:path w="478447" h="52166">
                <a:moveTo>
                  <a:pt x="0" y="43976"/>
                </a:moveTo>
                <a:lnTo>
                  <a:pt x="34175" y="31808"/>
                </a:lnTo>
                <a:lnTo>
                  <a:pt x="68350" y="21601"/>
                </a:lnTo>
                <a:lnTo>
                  <a:pt x="102524" y="13357"/>
                </a:lnTo>
                <a:lnTo>
                  <a:pt x="136699" y="7074"/>
                </a:lnTo>
                <a:lnTo>
                  <a:pt x="170874" y="2754"/>
                </a:lnTo>
                <a:lnTo>
                  <a:pt x="205049" y="396"/>
                </a:lnTo>
                <a:lnTo>
                  <a:pt x="239223" y="0"/>
                </a:lnTo>
                <a:lnTo>
                  <a:pt x="273398" y="1566"/>
                </a:lnTo>
                <a:lnTo>
                  <a:pt x="307573" y="5094"/>
                </a:lnTo>
                <a:lnTo>
                  <a:pt x="341748" y="10584"/>
                </a:lnTo>
                <a:lnTo>
                  <a:pt x="375922" y="18037"/>
                </a:lnTo>
                <a:lnTo>
                  <a:pt x="410097" y="27451"/>
                </a:lnTo>
                <a:lnTo>
                  <a:pt x="444272" y="38828"/>
                </a:lnTo>
                <a:lnTo>
                  <a:pt x="478447" y="52166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46" name="knowledge-cross-edge">
            <a:extLst>
              <a:ext uri="{FF2B5EF4-FFF2-40B4-BE49-F238E27FC236}">
                <a16:creationId xmlns:a16="http://schemas.microsoft.com/office/drawing/2014/main" id="{36C0B706-30D7-4276-A322-018CB17175A1}"/>
              </a:ext>
            </a:extLst>
          </p:cNvPr>
          <p:cNvSpPr>
            <a:spLocks noGrp="1"/>
          </p:cNvSpPr>
          <p:nvPr/>
        </p:nvSpPr>
        <p:spPr>
          <a:xfrm>
            <a:off x="3817998" y="6560059"/>
            <a:ext cx="404937" cy="322623"/>
          </a:xfrm>
          <a:custGeom>
            <a:avLst/>
            <a:gdLst/>
            <a:ahLst/>
            <a:cxnLst/>
            <a:rect l="0" t="0" r="0" b="0"/>
            <a:pathLst>
              <a:path w="404937" h="322623">
                <a:moveTo>
                  <a:pt x="0" y="13694"/>
                </a:moveTo>
                <a:lnTo>
                  <a:pt x="48297" y="3588"/>
                </a:lnTo>
                <a:lnTo>
                  <a:pt x="93948" y="0"/>
                </a:lnTo>
                <a:lnTo>
                  <a:pt x="136953" y="2930"/>
                </a:lnTo>
                <a:lnTo>
                  <a:pt x="177312" y="12379"/>
                </a:lnTo>
                <a:lnTo>
                  <a:pt x="215026" y="28345"/>
                </a:lnTo>
                <a:lnTo>
                  <a:pt x="250094" y="50830"/>
                </a:lnTo>
                <a:lnTo>
                  <a:pt x="282516" y="79833"/>
                </a:lnTo>
                <a:lnTo>
                  <a:pt x="312292" y="115355"/>
                </a:lnTo>
                <a:lnTo>
                  <a:pt x="339422" y="157394"/>
                </a:lnTo>
                <a:lnTo>
                  <a:pt x="363906" y="205952"/>
                </a:lnTo>
                <a:lnTo>
                  <a:pt x="385745" y="261028"/>
                </a:lnTo>
                <a:lnTo>
                  <a:pt x="404937" y="322623"/>
                </a:lnTo>
              </a:path>
            </a:pathLst>
          </a:custGeom>
          <a:noFill/>
          <a:ln w="5334">
            <a:solidFill>
              <a:srgbClr val="823D79">
                <a:alpha val="13000"/>
              </a:srgbClr>
            </a:solidFill>
            <a:prstDash val="solid"/>
          </a:ln>
        </p:spPr>
      </p:sp>
      <p:sp>
        <p:nvSpPr>
          <p:cNvPr id="147" name="knowledge-edge">
            <a:extLst>
              <a:ext uri="{FF2B5EF4-FFF2-40B4-BE49-F238E27FC236}">
                <a16:creationId xmlns:a16="http://schemas.microsoft.com/office/drawing/2014/main" id="{9DC7B504-B939-40AB-8D7F-ED9701589BCC}"/>
              </a:ext>
            </a:extLst>
          </p:cNvPr>
          <p:cNvSpPr>
            <a:spLocks noGrp="1"/>
          </p:cNvSpPr>
          <p:nvPr/>
        </p:nvSpPr>
        <p:spPr>
          <a:xfrm>
            <a:off x="3902278" y="6882682"/>
            <a:ext cx="320658" cy="79561"/>
          </a:xfrm>
          <a:custGeom>
            <a:avLst/>
            <a:gdLst/>
            <a:ahLst/>
            <a:cxnLst/>
            <a:rect l="0" t="0" r="0" b="0"/>
            <a:pathLst>
              <a:path w="320658" h="79561">
                <a:moveTo>
                  <a:pt x="0" y="79561"/>
                </a:moveTo>
                <a:lnTo>
                  <a:pt x="22904" y="78954"/>
                </a:lnTo>
                <a:lnTo>
                  <a:pt x="45808" y="77567"/>
                </a:lnTo>
                <a:lnTo>
                  <a:pt x="68712" y="75399"/>
                </a:lnTo>
                <a:lnTo>
                  <a:pt x="91617" y="72449"/>
                </a:lnTo>
                <a:lnTo>
                  <a:pt x="114521" y="68719"/>
                </a:lnTo>
                <a:lnTo>
                  <a:pt x="137425" y="64207"/>
                </a:lnTo>
                <a:lnTo>
                  <a:pt x="160329" y="58915"/>
                </a:lnTo>
                <a:lnTo>
                  <a:pt x="183233" y="52842"/>
                </a:lnTo>
                <a:lnTo>
                  <a:pt x="206137" y="45987"/>
                </a:lnTo>
                <a:lnTo>
                  <a:pt x="229041" y="38352"/>
                </a:lnTo>
                <a:lnTo>
                  <a:pt x="251945" y="29935"/>
                </a:lnTo>
                <a:lnTo>
                  <a:pt x="274850" y="20738"/>
                </a:lnTo>
                <a:lnTo>
                  <a:pt x="297754" y="10759"/>
                </a:lnTo>
                <a:lnTo>
                  <a:pt x="320658" y="0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48" name="knowledge-cross-edge">
            <a:extLst>
              <a:ext uri="{FF2B5EF4-FFF2-40B4-BE49-F238E27FC236}">
                <a16:creationId xmlns:a16="http://schemas.microsoft.com/office/drawing/2014/main" id="{399614D4-6166-47E4-BBCC-1213FBE33597}"/>
              </a:ext>
            </a:extLst>
          </p:cNvPr>
          <p:cNvSpPr>
            <a:spLocks noGrp="1"/>
          </p:cNvSpPr>
          <p:nvPr/>
        </p:nvSpPr>
        <p:spPr>
          <a:xfrm>
            <a:off x="3902278" y="6581735"/>
            <a:ext cx="394167" cy="380508"/>
          </a:xfrm>
          <a:custGeom>
            <a:avLst/>
            <a:gdLst/>
            <a:ahLst/>
            <a:cxnLst/>
            <a:rect l="0" t="0" r="0" b="0"/>
            <a:pathLst>
              <a:path w="394167" h="380508">
                <a:moveTo>
                  <a:pt x="0" y="380508"/>
                </a:moveTo>
                <a:lnTo>
                  <a:pt x="18295" y="316916"/>
                </a:lnTo>
                <a:lnTo>
                  <a:pt x="39236" y="259124"/>
                </a:lnTo>
                <a:lnTo>
                  <a:pt x="62823" y="207133"/>
                </a:lnTo>
                <a:lnTo>
                  <a:pt x="89056" y="160941"/>
                </a:lnTo>
                <a:lnTo>
                  <a:pt x="117934" y="120550"/>
                </a:lnTo>
                <a:lnTo>
                  <a:pt x="149459" y="85958"/>
                </a:lnTo>
                <a:lnTo>
                  <a:pt x="183629" y="57166"/>
                </a:lnTo>
                <a:lnTo>
                  <a:pt x="220445" y="34175"/>
                </a:lnTo>
                <a:lnTo>
                  <a:pt x="259907" y="16983"/>
                </a:lnTo>
                <a:lnTo>
                  <a:pt x="302014" y="5592"/>
                </a:lnTo>
                <a:lnTo>
                  <a:pt x="346768" y="0"/>
                </a:lnTo>
                <a:lnTo>
                  <a:pt x="394167" y="208"/>
                </a:lnTo>
              </a:path>
            </a:pathLst>
          </a:custGeom>
          <a:noFill/>
          <a:ln w="4953">
            <a:solidFill>
              <a:srgbClr val="823D79">
                <a:alpha val="12000"/>
              </a:srgbClr>
            </a:solidFill>
            <a:prstDash val="solid"/>
          </a:ln>
        </p:spPr>
      </p:sp>
      <p:sp>
        <p:nvSpPr>
          <p:cNvPr id="149" name="knowledge-long-edge">
            <a:extLst>
              <a:ext uri="{FF2B5EF4-FFF2-40B4-BE49-F238E27FC236}">
                <a16:creationId xmlns:a16="http://schemas.microsoft.com/office/drawing/2014/main" id="{BF23C00D-A9BC-4010-B3D9-3556949F3918}"/>
              </a:ext>
            </a:extLst>
          </p:cNvPr>
          <p:cNvSpPr>
            <a:spLocks noGrp="1"/>
          </p:cNvSpPr>
          <p:nvPr/>
        </p:nvSpPr>
        <p:spPr>
          <a:xfrm>
            <a:off x="3902278" y="6785683"/>
            <a:ext cx="882371" cy="311393"/>
          </a:xfrm>
          <a:custGeom>
            <a:avLst/>
            <a:gdLst/>
            <a:ahLst/>
            <a:cxnLst/>
            <a:rect l="0" t="0" r="0" b="0"/>
            <a:pathLst>
              <a:path w="882371" h="311393">
                <a:moveTo>
                  <a:pt x="0" y="176559"/>
                </a:moveTo>
                <a:lnTo>
                  <a:pt x="55148" y="128903"/>
                </a:lnTo>
                <a:lnTo>
                  <a:pt x="110296" y="88725"/>
                </a:lnTo>
                <a:lnTo>
                  <a:pt x="165444" y="56025"/>
                </a:lnTo>
                <a:lnTo>
                  <a:pt x="220593" y="30802"/>
                </a:lnTo>
                <a:lnTo>
                  <a:pt x="275741" y="13057"/>
                </a:lnTo>
                <a:lnTo>
                  <a:pt x="330889" y="2790"/>
                </a:lnTo>
                <a:lnTo>
                  <a:pt x="386037" y="0"/>
                </a:lnTo>
                <a:lnTo>
                  <a:pt x="441185" y="4688"/>
                </a:lnTo>
                <a:lnTo>
                  <a:pt x="496333" y="16854"/>
                </a:lnTo>
                <a:lnTo>
                  <a:pt x="551482" y="36498"/>
                </a:lnTo>
                <a:lnTo>
                  <a:pt x="606630" y="63619"/>
                </a:lnTo>
                <a:lnTo>
                  <a:pt x="661778" y="98219"/>
                </a:lnTo>
                <a:lnTo>
                  <a:pt x="716926" y="140296"/>
                </a:lnTo>
                <a:lnTo>
                  <a:pt x="772074" y="189850"/>
                </a:lnTo>
                <a:lnTo>
                  <a:pt x="827222" y="246883"/>
                </a:lnTo>
                <a:lnTo>
                  <a:pt x="882371" y="311393"/>
                </a:lnTo>
              </a:path>
            </a:pathLst>
          </a:custGeom>
          <a:noFill/>
          <a:ln w="4286">
            <a:solidFill>
              <a:srgbClr val="823D79">
                <a:alpha val="9000"/>
              </a:srgbClr>
            </a:solidFill>
            <a:prstDash val="solid"/>
          </a:ln>
        </p:spPr>
      </p:sp>
      <p:sp>
        <p:nvSpPr>
          <p:cNvPr id="150" name="knowledge-edge">
            <a:extLst>
              <a:ext uri="{FF2B5EF4-FFF2-40B4-BE49-F238E27FC236}">
                <a16:creationId xmlns:a16="http://schemas.microsoft.com/office/drawing/2014/main" id="{242405BD-20F1-4FF7-8E23-C9989AC0AD85}"/>
              </a:ext>
            </a:extLst>
          </p:cNvPr>
          <p:cNvSpPr>
            <a:spLocks noGrp="1"/>
          </p:cNvSpPr>
          <p:nvPr/>
        </p:nvSpPr>
        <p:spPr>
          <a:xfrm>
            <a:off x="3852309" y="7119592"/>
            <a:ext cx="330750" cy="62463"/>
          </a:xfrm>
          <a:custGeom>
            <a:avLst/>
            <a:gdLst/>
            <a:ahLst/>
            <a:cxnLst/>
            <a:rect l="0" t="0" r="0" b="0"/>
            <a:pathLst>
              <a:path w="330750" h="62463">
                <a:moveTo>
                  <a:pt x="0" y="0"/>
                </a:moveTo>
                <a:lnTo>
                  <a:pt x="23625" y="110"/>
                </a:lnTo>
                <a:lnTo>
                  <a:pt x="47250" y="890"/>
                </a:lnTo>
                <a:lnTo>
                  <a:pt x="70875" y="2340"/>
                </a:lnTo>
                <a:lnTo>
                  <a:pt x="94500" y="4458"/>
                </a:lnTo>
                <a:lnTo>
                  <a:pt x="118125" y="7246"/>
                </a:lnTo>
                <a:lnTo>
                  <a:pt x="141750" y="10704"/>
                </a:lnTo>
                <a:lnTo>
                  <a:pt x="165375" y="14831"/>
                </a:lnTo>
                <a:lnTo>
                  <a:pt x="189000" y="19627"/>
                </a:lnTo>
                <a:lnTo>
                  <a:pt x="212625" y="25093"/>
                </a:lnTo>
                <a:lnTo>
                  <a:pt x="236250" y="31228"/>
                </a:lnTo>
                <a:lnTo>
                  <a:pt x="259875" y="38033"/>
                </a:lnTo>
                <a:lnTo>
                  <a:pt x="283500" y="45507"/>
                </a:lnTo>
                <a:lnTo>
                  <a:pt x="307125" y="53650"/>
                </a:lnTo>
                <a:lnTo>
                  <a:pt x="330750" y="62463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51" name="knowledge-long-edge">
            <a:extLst>
              <a:ext uri="{FF2B5EF4-FFF2-40B4-BE49-F238E27FC236}">
                <a16:creationId xmlns:a16="http://schemas.microsoft.com/office/drawing/2014/main" id="{AEE9EE00-C007-419B-9103-3D5AD7000ABF}"/>
              </a:ext>
            </a:extLst>
          </p:cNvPr>
          <p:cNvSpPr>
            <a:spLocks noGrp="1"/>
          </p:cNvSpPr>
          <p:nvPr/>
        </p:nvSpPr>
        <p:spPr>
          <a:xfrm>
            <a:off x="3852309" y="6936209"/>
            <a:ext cx="855042" cy="355414"/>
          </a:xfrm>
          <a:custGeom>
            <a:avLst/>
            <a:gdLst/>
            <a:ahLst/>
            <a:cxnLst/>
            <a:rect l="0" t="0" r="0" b="0"/>
            <a:pathLst>
              <a:path w="855042" h="355414">
                <a:moveTo>
                  <a:pt x="0" y="183383"/>
                </a:moveTo>
                <a:lnTo>
                  <a:pt x="53440" y="132552"/>
                </a:lnTo>
                <a:lnTo>
                  <a:pt x="106880" y="89933"/>
                </a:lnTo>
                <a:lnTo>
                  <a:pt x="160320" y="55524"/>
                </a:lnTo>
                <a:lnTo>
                  <a:pt x="213761" y="29327"/>
                </a:lnTo>
                <a:lnTo>
                  <a:pt x="267201" y="11340"/>
                </a:lnTo>
                <a:lnTo>
                  <a:pt x="320641" y="1565"/>
                </a:lnTo>
                <a:lnTo>
                  <a:pt x="374081" y="0"/>
                </a:lnTo>
                <a:lnTo>
                  <a:pt x="427521" y="6646"/>
                </a:lnTo>
                <a:lnTo>
                  <a:pt x="480961" y="21504"/>
                </a:lnTo>
                <a:lnTo>
                  <a:pt x="534401" y="44572"/>
                </a:lnTo>
                <a:lnTo>
                  <a:pt x="587841" y="75852"/>
                </a:lnTo>
                <a:lnTo>
                  <a:pt x="641282" y="115342"/>
                </a:lnTo>
                <a:lnTo>
                  <a:pt x="694722" y="163044"/>
                </a:lnTo>
                <a:lnTo>
                  <a:pt x="748162" y="218956"/>
                </a:lnTo>
                <a:lnTo>
                  <a:pt x="801602" y="283079"/>
                </a:lnTo>
                <a:lnTo>
                  <a:pt x="855042" y="355414"/>
                </a:lnTo>
              </a:path>
            </a:pathLst>
          </a:custGeom>
          <a:noFill/>
          <a:ln w="4286">
            <a:solidFill>
              <a:srgbClr val="823D79">
                <a:alpha val="9000"/>
              </a:srgbClr>
            </a:solidFill>
            <a:prstDash val="solid"/>
          </a:ln>
        </p:spPr>
      </p:sp>
      <p:sp>
        <p:nvSpPr>
          <p:cNvPr id="152" name="knowledge-edge">
            <a:extLst>
              <a:ext uri="{FF2B5EF4-FFF2-40B4-BE49-F238E27FC236}">
                <a16:creationId xmlns:a16="http://schemas.microsoft.com/office/drawing/2014/main" id="{2676252C-5FC6-4C2B-9288-A40B8318BA88}"/>
              </a:ext>
            </a:extLst>
          </p:cNvPr>
          <p:cNvSpPr>
            <a:spLocks noGrp="1"/>
          </p:cNvSpPr>
          <p:nvPr/>
        </p:nvSpPr>
        <p:spPr>
          <a:xfrm>
            <a:off x="3779801" y="7166671"/>
            <a:ext cx="523488" cy="173836"/>
          </a:xfrm>
          <a:custGeom>
            <a:avLst/>
            <a:gdLst/>
            <a:ahLst/>
            <a:cxnLst/>
            <a:rect l="0" t="0" r="0" b="0"/>
            <a:pathLst>
              <a:path w="523488" h="173836">
                <a:moveTo>
                  <a:pt x="0" y="173836"/>
                </a:moveTo>
                <a:lnTo>
                  <a:pt x="37392" y="150400"/>
                </a:lnTo>
                <a:lnTo>
                  <a:pt x="74784" y="128659"/>
                </a:lnTo>
                <a:lnTo>
                  <a:pt x="112176" y="108614"/>
                </a:lnTo>
                <a:lnTo>
                  <a:pt x="149568" y="90263"/>
                </a:lnTo>
                <a:lnTo>
                  <a:pt x="186960" y="73608"/>
                </a:lnTo>
                <a:lnTo>
                  <a:pt x="224352" y="58649"/>
                </a:lnTo>
                <a:lnTo>
                  <a:pt x="261744" y="45384"/>
                </a:lnTo>
                <a:lnTo>
                  <a:pt x="299136" y="33815"/>
                </a:lnTo>
                <a:lnTo>
                  <a:pt x="336528" y="23941"/>
                </a:lnTo>
                <a:lnTo>
                  <a:pt x="373920" y="15762"/>
                </a:lnTo>
                <a:lnTo>
                  <a:pt x="411312" y="9279"/>
                </a:lnTo>
                <a:lnTo>
                  <a:pt x="448704" y="4490"/>
                </a:lnTo>
                <a:lnTo>
                  <a:pt x="486096" y="1398"/>
                </a:lnTo>
                <a:lnTo>
                  <a:pt x="523488" y="0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53" name="knowledge-edge">
            <a:extLst>
              <a:ext uri="{FF2B5EF4-FFF2-40B4-BE49-F238E27FC236}">
                <a16:creationId xmlns:a16="http://schemas.microsoft.com/office/drawing/2014/main" id="{19D4DFB8-891A-4539-AD33-57C30B368E5D}"/>
              </a:ext>
            </a:extLst>
          </p:cNvPr>
          <p:cNvSpPr>
            <a:spLocks noGrp="1"/>
          </p:cNvSpPr>
          <p:nvPr/>
        </p:nvSpPr>
        <p:spPr>
          <a:xfrm>
            <a:off x="4112601" y="5789434"/>
            <a:ext cx="496213" cy="85807"/>
          </a:xfrm>
          <a:custGeom>
            <a:avLst/>
            <a:gdLst/>
            <a:ahLst/>
            <a:cxnLst/>
            <a:rect l="0" t="0" r="0" b="0"/>
            <a:pathLst>
              <a:path w="496213" h="85807">
                <a:moveTo>
                  <a:pt x="0" y="49024"/>
                </a:moveTo>
                <a:lnTo>
                  <a:pt x="35444" y="34104"/>
                </a:lnTo>
                <a:lnTo>
                  <a:pt x="70888" y="21884"/>
                </a:lnTo>
                <a:lnTo>
                  <a:pt x="106331" y="12364"/>
                </a:lnTo>
                <a:lnTo>
                  <a:pt x="141775" y="5543"/>
                </a:lnTo>
                <a:lnTo>
                  <a:pt x="177219" y="1422"/>
                </a:lnTo>
                <a:lnTo>
                  <a:pt x="212663" y="0"/>
                </a:lnTo>
                <a:lnTo>
                  <a:pt x="248106" y="1278"/>
                </a:lnTo>
                <a:lnTo>
                  <a:pt x="283550" y="5255"/>
                </a:lnTo>
                <a:lnTo>
                  <a:pt x="318994" y="11931"/>
                </a:lnTo>
                <a:lnTo>
                  <a:pt x="354438" y="21308"/>
                </a:lnTo>
                <a:lnTo>
                  <a:pt x="389882" y="33383"/>
                </a:lnTo>
                <a:lnTo>
                  <a:pt x="425325" y="48158"/>
                </a:lnTo>
                <a:lnTo>
                  <a:pt x="460769" y="65633"/>
                </a:lnTo>
                <a:lnTo>
                  <a:pt x="496213" y="85807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54" name="knowledge-cross-edge">
            <a:extLst>
              <a:ext uri="{FF2B5EF4-FFF2-40B4-BE49-F238E27FC236}">
                <a16:creationId xmlns:a16="http://schemas.microsoft.com/office/drawing/2014/main" id="{AF6AE9A5-942B-4B52-9F55-025653E50460}"/>
              </a:ext>
            </a:extLst>
          </p:cNvPr>
          <p:cNvSpPr>
            <a:spLocks noGrp="1"/>
          </p:cNvSpPr>
          <p:nvPr/>
        </p:nvSpPr>
        <p:spPr>
          <a:xfrm>
            <a:off x="4112601" y="5838458"/>
            <a:ext cx="434236" cy="236335"/>
          </a:xfrm>
          <a:custGeom>
            <a:avLst/>
            <a:gdLst/>
            <a:ahLst/>
            <a:cxnLst/>
            <a:rect l="0" t="0" r="0" b="0"/>
            <a:pathLst>
              <a:path w="434236" h="236335">
                <a:moveTo>
                  <a:pt x="0" y="0"/>
                </a:moveTo>
                <a:lnTo>
                  <a:pt x="50738" y="10899"/>
                </a:lnTo>
                <a:lnTo>
                  <a:pt x="98831" y="23398"/>
                </a:lnTo>
                <a:lnTo>
                  <a:pt x="144278" y="37496"/>
                </a:lnTo>
                <a:lnTo>
                  <a:pt x="187079" y="53192"/>
                </a:lnTo>
                <a:lnTo>
                  <a:pt x="227234" y="70488"/>
                </a:lnTo>
                <a:lnTo>
                  <a:pt x="264743" y="89383"/>
                </a:lnTo>
                <a:lnTo>
                  <a:pt x="299606" y="109877"/>
                </a:lnTo>
                <a:lnTo>
                  <a:pt x="331824" y="131971"/>
                </a:lnTo>
                <a:lnTo>
                  <a:pt x="361395" y="155663"/>
                </a:lnTo>
                <a:lnTo>
                  <a:pt x="388321" y="180955"/>
                </a:lnTo>
                <a:lnTo>
                  <a:pt x="412601" y="207845"/>
                </a:lnTo>
                <a:lnTo>
                  <a:pt x="434236" y="236335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55" name="knowledge-edge">
            <a:extLst>
              <a:ext uri="{FF2B5EF4-FFF2-40B4-BE49-F238E27FC236}">
                <a16:creationId xmlns:a16="http://schemas.microsoft.com/office/drawing/2014/main" id="{8ADC4C3C-8510-4F6A-B05D-4D69528CA560}"/>
              </a:ext>
            </a:extLst>
          </p:cNvPr>
          <p:cNvSpPr>
            <a:spLocks noGrp="1"/>
          </p:cNvSpPr>
          <p:nvPr/>
        </p:nvSpPr>
        <p:spPr>
          <a:xfrm>
            <a:off x="4237780" y="6066616"/>
            <a:ext cx="309057" cy="42471"/>
          </a:xfrm>
          <a:custGeom>
            <a:avLst/>
            <a:gdLst/>
            <a:ahLst/>
            <a:cxnLst/>
            <a:rect l="0" t="0" r="0" b="0"/>
            <a:pathLst>
              <a:path w="309057" h="42471">
                <a:moveTo>
                  <a:pt x="0" y="0"/>
                </a:moveTo>
                <a:lnTo>
                  <a:pt x="22076" y="10767"/>
                </a:lnTo>
                <a:lnTo>
                  <a:pt x="44151" y="19968"/>
                </a:lnTo>
                <a:lnTo>
                  <a:pt x="66227" y="27601"/>
                </a:lnTo>
                <a:lnTo>
                  <a:pt x="88302" y="33669"/>
                </a:lnTo>
                <a:lnTo>
                  <a:pt x="110378" y="38169"/>
                </a:lnTo>
                <a:lnTo>
                  <a:pt x="132453" y="41103"/>
                </a:lnTo>
                <a:lnTo>
                  <a:pt x="154529" y="42471"/>
                </a:lnTo>
                <a:lnTo>
                  <a:pt x="176604" y="42272"/>
                </a:lnTo>
                <a:lnTo>
                  <a:pt x="198680" y="40506"/>
                </a:lnTo>
                <a:lnTo>
                  <a:pt x="220755" y="37173"/>
                </a:lnTo>
                <a:lnTo>
                  <a:pt x="242831" y="32274"/>
                </a:lnTo>
                <a:lnTo>
                  <a:pt x="264906" y="25809"/>
                </a:lnTo>
                <a:lnTo>
                  <a:pt x="286982" y="17776"/>
                </a:lnTo>
                <a:lnTo>
                  <a:pt x="309057" y="8177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56" name="knowledge-cross-edge">
            <a:extLst>
              <a:ext uri="{FF2B5EF4-FFF2-40B4-BE49-F238E27FC236}">
                <a16:creationId xmlns:a16="http://schemas.microsoft.com/office/drawing/2014/main" id="{E38B7462-6D55-46DD-BE08-82BA134E41A6}"/>
              </a:ext>
            </a:extLst>
          </p:cNvPr>
          <p:cNvSpPr>
            <a:spLocks noGrp="1"/>
          </p:cNvSpPr>
          <p:nvPr/>
        </p:nvSpPr>
        <p:spPr>
          <a:xfrm>
            <a:off x="4237780" y="6049762"/>
            <a:ext cx="502600" cy="315356"/>
          </a:xfrm>
          <a:custGeom>
            <a:avLst/>
            <a:gdLst/>
            <a:ahLst/>
            <a:cxnLst/>
            <a:rect l="0" t="0" r="0" b="0"/>
            <a:pathLst>
              <a:path w="502600" h="315356">
                <a:moveTo>
                  <a:pt x="0" y="16854"/>
                </a:moveTo>
                <a:lnTo>
                  <a:pt x="56435" y="5097"/>
                </a:lnTo>
                <a:lnTo>
                  <a:pt x="110225" y="0"/>
                </a:lnTo>
                <a:lnTo>
                  <a:pt x="161369" y="1564"/>
                </a:lnTo>
                <a:lnTo>
                  <a:pt x="209867" y="9788"/>
                </a:lnTo>
                <a:lnTo>
                  <a:pt x="255719" y="24672"/>
                </a:lnTo>
                <a:lnTo>
                  <a:pt x="298925" y="46217"/>
                </a:lnTo>
                <a:lnTo>
                  <a:pt x="339486" y="74423"/>
                </a:lnTo>
                <a:lnTo>
                  <a:pt x="377400" y="109289"/>
                </a:lnTo>
                <a:lnTo>
                  <a:pt x="412669" y="150815"/>
                </a:lnTo>
                <a:lnTo>
                  <a:pt x="445292" y="199001"/>
                </a:lnTo>
                <a:lnTo>
                  <a:pt x="475269" y="253849"/>
                </a:lnTo>
                <a:lnTo>
                  <a:pt x="502600" y="315356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57" name="knowledge-edge">
            <a:extLst>
              <a:ext uri="{FF2B5EF4-FFF2-40B4-BE49-F238E27FC236}">
                <a16:creationId xmlns:a16="http://schemas.microsoft.com/office/drawing/2014/main" id="{88796998-2EB7-43F5-AA18-E8A825A815BD}"/>
              </a:ext>
            </a:extLst>
          </p:cNvPr>
          <p:cNvSpPr>
            <a:spLocks noGrp="1"/>
          </p:cNvSpPr>
          <p:nvPr/>
        </p:nvSpPr>
        <p:spPr>
          <a:xfrm>
            <a:off x="4118570" y="6334748"/>
            <a:ext cx="621810" cy="47933"/>
          </a:xfrm>
          <a:custGeom>
            <a:avLst/>
            <a:gdLst/>
            <a:ahLst/>
            <a:cxnLst/>
            <a:rect l="0" t="0" r="0" b="0"/>
            <a:pathLst>
              <a:path w="621810" h="47933">
                <a:moveTo>
                  <a:pt x="0" y="47933"/>
                </a:moveTo>
                <a:lnTo>
                  <a:pt x="44415" y="36415"/>
                </a:lnTo>
                <a:lnTo>
                  <a:pt x="88830" y="26475"/>
                </a:lnTo>
                <a:lnTo>
                  <a:pt x="133245" y="18115"/>
                </a:lnTo>
                <a:lnTo>
                  <a:pt x="177660" y="11334"/>
                </a:lnTo>
                <a:lnTo>
                  <a:pt x="222075" y="6132"/>
                </a:lnTo>
                <a:lnTo>
                  <a:pt x="266490" y="2509"/>
                </a:lnTo>
                <a:lnTo>
                  <a:pt x="310905" y="465"/>
                </a:lnTo>
                <a:lnTo>
                  <a:pt x="355320" y="0"/>
                </a:lnTo>
                <a:lnTo>
                  <a:pt x="399735" y="1114"/>
                </a:lnTo>
                <a:lnTo>
                  <a:pt x="444150" y="3807"/>
                </a:lnTo>
                <a:lnTo>
                  <a:pt x="488565" y="8079"/>
                </a:lnTo>
                <a:lnTo>
                  <a:pt x="532980" y="13930"/>
                </a:lnTo>
                <a:lnTo>
                  <a:pt x="577395" y="21361"/>
                </a:lnTo>
                <a:lnTo>
                  <a:pt x="621810" y="30370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58" name="knowledge-cross-edge">
            <a:extLst>
              <a:ext uri="{FF2B5EF4-FFF2-40B4-BE49-F238E27FC236}">
                <a16:creationId xmlns:a16="http://schemas.microsoft.com/office/drawing/2014/main" id="{4872B1B2-0580-47C6-A597-8FC9B76D9DC7}"/>
              </a:ext>
            </a:extLst>
          </p:cNvPr>
          <p:cNvSpPr>
            <a:spLocks noGrp="1"/>
          </p:cNvSpPr>
          <p:nvPr/>
        </p:nvSpPr>
        <p:spPr>
          <a:xfrm>
            <a:off x="4118570" y="6345981"/>
            <a:ext cx="575306" cy="267943"/>
          </a:xfrm>
          <a:custGeom>
            <a:avLst/>
            <a:gdLst/>
            <a:ahLst/>
            <a:cxnLst/>
            <a:rect l="0" t="0" r="0" b="0"/>
            <a:pathLst>
              <a:path w="575306" h="267943">
                <a:moveTo>
                  <a:pt x="0" y="36700"/>
                </a:moveTo>
                <a:lnTo>
                  <a:pt x="62494" y="17466"/>
                </a:lnTo>
                <a:lnTo>
                  <a:pt x="122343" y="5232"/>
                </a:lnTo>
                <a:lnTo>
                  <a:pt x="179545" y="0"/>
                </a:lnTo>
                <a:lnTo>
                  <a:pt x="234102" y="1768"/>
                </a:lnTo>
                <a:lnTo>
                  <a:pt x="286013" y="10537"/>
                </a:lnTo>
                <a:lnTo>
                  <a:pt x="335278" y="26307"/>
                </a:lnTo>
                <a:lnTo>
                  <a:pt x="381897" y="49078"/>
                </a:lnTo>
                <a:lnTo>
                  <a:pt x="425871" y="78849"/>
                </a:lnTo>
                <a:lnTo>
                  <a:pt x="467198" y="115622"/>
                </a:lnTo>
                <a:lnTo>
                  <a:pt x="505880" y="159395"/>
                </a:lnTo>
                <a:lnTo>
                  <a:pt x="541916" y="210168"/>
                </a:lnTo>
                <a:lnTo>
                  <a:pt x="575306" y="267943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59" name="knowledge-edge">
            <a:extLst>
              <a:ext uri="{FF2B5EF4-FFF2-40B4-BE49-F238E27FC236}">
                <a16:creationId xmlns:a16="http://schemas.microsoft.com/office/drawing/2014/main" id="{8A0D0FBF-21B9-4C59-AC84-49678464609D}"/>
              </a:ext>
            </a:extLst>
          </p:cNvPr>
          <p:cNvSpPr>
            <a:spLocks noGrp="1"/>
          </p:cNvSpPr>
          <p:nvPr/>
        </p:nvSpPr>
        <p:spPr>
          <a:xfrm>
            <a:off x="4296445" y="6581943"/>
            <a:ext cx="397431" cy="36431"/>
          </a:xfrm>
          <a:custGeom>
            <a:avLst/>
            <a:gdLst/>
            <a:ahLst/>
            <a:cxnLst/>
            <a:rect l="0" t="0" r="0" b="0"/>
            <a:pathLst>
              <a:path w="397431" h="36431">
                <a:moveTo>
                  <a:pt x="0" y="0"/>
                </a:moveTo>
                <a:lnTo>
                  <a:pt x="28388" y="6700"/>
                </a:lnTo>
                <a:lnTo>
                  <a:pt x="56776" y="12721"/>
                </a:lnTo>
                <a:lnTo>
                  <a:pt x="85164" y="18062"/>
                </a:lnTo>
                <a:lnTo>
                  <a:pt x="113552" y="22725"/>
                </a:lnTo>
                <a:lnTo>
                  <a:pt x="141940" y="26707"/>
                </a:lnTo>
                <a:lnTo>
                  <a:pt x="170327" y="30011"/>
                </a:lnTo>
                <a:lnTo>
                  <a:pt x="198715" y="32635"/>
                </a:lnTo>
                <a:lnTo>
                  <a:pt x="227103" y="34579"/>
                </a:lnTo>
                <a:lnTo>
                  <a:pt x="255491" y="35845"/>
                </a:lnTo>
                <a:lnTo>
                  <a:pt x="283879" y="36431"/>
                </a:lnTo>
                <a:lnTo>
                  <a:pt x="312267" y="36337"/>
                </a:lnTo>
                <a:lnTo>
                  <a:pt x="340655" y="35564"/>
                </a:lnTo>
                <a:lnTo>
                  <a:pt x="369043" y="34112"/>
                </a:lnTo>
                <a:lnTo>
                  <a:pt x="397431" y="31981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60" name="knowledge-cross-edge">
            <a:extLst>
              <a:ext uri="{FF2B5EF4-FFF2-40B4-BE49-F238E27FC236}">
                <a16:creationId xmlns:a16="http://schemas.microsoft.com/office/drawing/2014/main" id="{A00FF1C6-D071-4D17-941A-6F736704C47F}"/>
              </a:ext>
            </a:extLst>
          </p:cNvPr>
          <p:cNvSpPr>
            <a:spLocks noGrp="1"/>
          </p:cNvSpPr>
          <p:nvPr/>
        </p:nvSpPr>
        <p:spPr>
          <a:xfrm>
            <a:off x="4296445" y="6563966"/>
            <a:ext cx="431728" cy="401875"/>
          </a:xfrm>
          <a:custGeom>
            <a:avLst/>
            <a:gdLst/>
            <a:ahLst/>
            <a:cxnLst/>
            <a:rect l="0" t="0" r="0" b="0"/>
            <a:pathLst>
              <a:path w="431728" h="401875">
                <a:moveTo>
                  <a:pt x="0" y="17978"/>
                </a:moveTo>
                <a:lnTo>
                  <a:pt x="50529" y="4891"/>
                </a:lnTo>
                <a:lnTo>
                  <a:pt x="98413" y="0"/>
                </a:lnTo>
                <a:lnTo>
                  <a:pt x="143651" y="3305"/>
                </a:lnTo>
                <a:lnTo>
                  <a:pt x="186243" y="14806"/>
                </a:lnTo>
                <a:lnTo>
                  <a:pt x="226189" y="34504"/>
                </a:lnTo>
                <a:lnTo>
                  <a:pt x="263489" y="62397"/>
                </a:lnTo>
                <a:lnTo>
                  <a:pt x="298143" y="98487"/>
                </a:lnTo>
                <a:lnTo>
                  <a:pt x="330152" y="142772"/>
                </a:lnTo>
                <a:lnTo>
                  <a:pt x="359515" y="195254"/>
                </a:lnTo>
                <a:lnTo>
                  <a:pt x="386232" y="255932"/>
                </a:lnTo>
                <a:lnTo>
                  <a:pt x="410303" y="324806"/>
                </a:lnTo>
                <a:lnTo>
                  <a:pt x="431728" y="401875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61" name="knowledge-edge">
            <a:extLst>
              <a:ext uri="{FF2B5EF4-FFF2-40B4-BE49-F238E27FC236}">
                <a16:creationId xmlns:a16="http://schemas.microsoft.com/office/drawing/2014/main" id="{93880E3B-93A9-4F9C-819F-C6A758A16184}"/>
              </a:ext>
            </a:extLst>
          </p:cNvPr>
          <p:cNvSpPr>
            <a:spLocks noGrp="1"/>
          </p:cNvSpPr>
          <p:nvPr/>
        </p:nvSpPr>
        <p:spPr>
          <a:xfrm>
            <a:off x="4222936" y="6882682"/>
            <a:ext cx="505237" cy="83159"/>
          </a:xfrm>
          <a:custGeom>
            <a:avLst/>
            <a:gdLst/>
            <a:ahLst/>
            <a:cxnLst/>
            <a:rect l="0" t="0" r="0" b="0"/>
            <a:pathLst>
              <a:path w="505237" h="83159">
                <a:moveTo>
                  <a:pt x="0" y="0"/>
                </a:moveTo>
                <a:lnTo>
                  <a:pt x="36088" y="9249"/>
                </a:lnTo>
                <a:lnTo>
                  <a:pt x="72177" y="17990"/>
                </a:lnTo>
                <a:lnTo>
                  <a:pt x="108265" y="26221"/>
                </a:lnTo>
                <a:lnTo>
                  <a:pt x="144354" y="33943"/>
                </a:lnTo>
                <a:lnTo>
                  <a:pt x="180442" y="41156"/>
                </a:lnTo>
                <a:lnTo>
                  <a:pt x="216530" y="47859"/>
                </a:lnTo>
                <a:lnTo>
                  <a:pt x="252619" y="54054"/>
                </a:lnTo>
                <a:lnTo>
                  <a:pt x="288707" y="59739"/>
                </a:lnTo>
                <a:lnTo>
                  <a:pt x="324795" y="64916"/>
                </a:lnTo>
                <a:lnTo>
                  <a:pt x="360884" y="69583"/>
                </a:lnTo>
                <a:lnTo>
                  <a:pt x="396972" y="73740"/>
                </a:lnTo>
                <a:lnTo>
                  <a:pt x="433061" y="77389"/>
                </a:lnTo>
                <a:lnTo>
                  <a:pt x="469149" y="80529"/>
                </a:lnTo>
                <a:lnTo>
                  <a:pt x="505237" y="83159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62" name="knowledge-cross-edge">
            <a:extLst>
              <a:ext uri="{FF2B5EF4-FFF2-40B4-BE49-F238E27FC236}">
                <a16:creationId xmlns:a16="http://schemas.microsoft.com/office/drawing/2014/main" id="{5A1CEA12-D4CC-442A-A5BE-AA4CD5E1BFD2}"/>
              </a:ext>
            </a:extLst>
          </p:cNvPr>
          <p:cNvSpPr>
            <a:spLocks noGrp="1"/>
          </p:cNvSpPr>
          <p:nvPr/>
        </p:nvSpPr>
        <p:spPr>
          <a:xfrm>
            <a:off x="4222936" y="6882682"/>
            <a:ext cx="561713" cy="214394"/>
          </a:xfrm>
          <a:custGeom>
            <a:avLst/>
            <a:gdLst/>
            <a:ahLst/>
            <a:cxnLst/>
            <a:rect l="0" t="0" r="0" b="0"/>
            <a:pathLst>
              <a:path w="561713" h="214394">
                <a:moveTo>
                  <a:pt x="0" y="0"/>
                </a:moveTo>
                <a:lnTo>
                  <a:pt x="61361" y="9955"/>
                </a:lnTo>
                <a:lnTo>
                  <a:pt x="120077" y="21349"/>
                </a:lnTo>
                <a:lnTo>
                  <a:pt x="176147" y="34181"/>
                </a:lnTo>
                <a:lnTo>
                  <a:pt x="229571" y="48451"/>
                </a:lnTo>
                <a:lnTo>
                  <a:pt x="280349" y="64160"/>
                </a:lnTo>
                <a:lnTo>
                  <a:pt x="328481" y="81307"/>
                </a:lnTo>
                <a:lnTo>
                  <a:pt x="373968" y="99892"/>
                </a:lnTo>
                <a:lnTo>
                  <a:pt x="416809" y="119916"/>
                </a:lnTo>
                <a:lnTo>
                  <a:pt x="457003" y="141378"/>
                </a:lnTo>
                <a:lnTo>
                  <a:pt x="494552" y="164279"/>
                </a:lnTo>
                <a:lnTo>
                  <a:pt x="529455" y="188617"/>
                </a:lnTo>
                <a:lnTo>
                  <a:pt x="561713" y="214394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63" name="knowledge-cross-edge">
            <a:extLst>
              <a:ext uri="{FF2B5EF4-FFF2-40B4-BE49-F238E27FC236}">
                <a16:creationId xmlns:a16="http://schemas.microsoft.com/office/drawing/2014/main" id="{20512083-3948-4A0E-B147-473C0AF74A06}"/>
              </a:ext>
            </a:extLst>
          </p:cNvPr>
          <p:cNvSpPr>
            <a:spLocks noGrp="1"/>
          </p:cNvSpPr>
          <p:nvPr/>
        </p:nvSpPr>
        <p:spPr>
          <a:xfrm>
            <a:off x="4222936" y="6613924"/>
            <a:ext cx="470940" cy="268758"/>
          </a:xfrm>
          <a:custGeom>
            <a:avLst/>
            <a:gdLst/>
            <a:ahLst/>
            <a:cxnLst/>
            <a:rect l="0" t="0" r="0" b="0"/>
            <a:pathLst>
              <a:path w="470940" h="268758">
                <a:moveTo>
                  <a:pt x="0" y="268758"/>
                </a:moveTo>
                <a:lnTo>
                  <a:pt x="24693" y="232505"/>
                </a:lnTo>
                <a:lnTo>
                  <a:pt x="52032" y="198771"/>
                </a:lnTo>
                <a:lnTo>
                  <a:pt x="82016" y="167557"/>
                </a:lnTo>
                <a:lnTo>
                  <a:pt x="114647" y="138862"/>
                </a:lnTo>
                <a:lnTo>
                  <a:pt x="149923" y="112686"/>
                </a:lnTo>
                <a:lnTo>
                  <a:pt x="187845" y="89030"/>
                </a:lnTo>
                <a:lnTo>
                  <a:pt x="228413" y="67893"/>
                </a:lnTo>
                <a:lnTo>
                  <a:pt x="271627" y="49276"/>
                </a:lnTo>
                <a:lnTo>
                  <a:pt x="317486" y="33178"/>
                </a:lnTo>
                <a:lnTo>
                  <a:pt x="365992" y="19599"/>
                </a:lnTo>
                <a:lnTo>
                  <a:pt x="417143" y="8540"/>
                </a:lnTo>
                <a:lnTo>
                  <a:pt x="470940" y="0"/>
                </a:lnTo>
              </a:path>
            </a:pathLst>
          </a:custGeom>
          <a:noFill/>
          <a:ln w="4953">
            <a:solidFill>
              <a:srgbClr val="953E6D">
                <a:alpha val="12000"/>
              </a:srgbClr>
            </a:solidFill>
            <a:prstDash val="solid"/>
          </a:ln>
        </p:spPr>
      </p:sp>
      <p:sp>
        <p:nvSpPr>
          <p:cNvPr id="164" name="knowledge-edge">
            <a:extLst>
              <a:ext uri="{FF2B5EF4-FFF2-40B4-BE49-F238E27FC236}">
                <a16:creationId xmlns:a16="http://schemas.microsoft.com/office/drawing/2014/main" id="{1F3748F2-CC11-4094-99E1-2BCC254A0DBE}"/>
              </a:ext>
            </a:extLst>
          </p:cNvPr>
          <p:cNvSpPr>
            <a:spLocks noGrp="1"/>
          </p:cNvSpPr>
          <p:nvPr/>
        </p:nvSpPr>
        <p:spPr>
          <a:xfrm>
            <a:off x="4183059" y="7097076"/>
            <a:ext cx="601590" cy="84979"/>
          </a:xfrm>
          <a:custGeom>
            <a:avLst/>
            <a:gdLst/>
            <a:ahLst/>
            <a:cxnLst/>
            <a:rect l="0" t="0" r="0" b="0"/>
            <a:pathLst>
              <a:path w="601590" h="84979">
                <a:moveTo>
                  <a:pt x="0" y="84979"/>
                </a:moveTo>
                <a:lnTo>
                  <a:pt x="42971" y="82880"/>
                </a:lnTo>
                <a:lnTo>
                  <a:pt x="85941" y="80170"/>
                </a:lnTo>
                <a:lnTo>
                  <a:pt x="128912" y="76850"/>
                </a:lnTo>
                <a:lnTo>
                  <a:pt x="171883" y="72918"/>
                </a:lnTo>
                <a:lnTo>
                  <a:pt x="214853" y="68376"/>
                </a:lnTo>
                <a:lnTo>
                  <a:pt x="257824" y="63222"/>
                </a:lnTo>
                <a:lnTo>
                  <a:pt x="300795" y="57458"/>
                </a:lnTo>
                <a:lnTo>
                  <a:pt x="343766" y="51082"/>
                </a:lnTo>
                <a:lnTo>
                  <a:pt x="386736" y="44096"/>
                </a:lnTo>
                <a:lnTo>
                  <a:pt x="429707" y="36499"/>
                </a:lnTo>
                <a:lnTo>
                  <a:pt x="472678" y="28290"/>
                </a:lnTo>
                <a:lnTo>
                  <a:pt x="515648" y="19471"/>
                </a:lnTo>
                <a:lnTo>
                  <a:pt x="558619" y="10041"/>
                </a:lnTo>
                <a:lnTo>
                  <a:pt x="601590" y="0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65" name="knowledge-cross-edge">
            <a:extLst>
              <a:ext uri="{FF2B5EF4-FFF2-40B4-BE49-F238E27FC236}">
                <a16:creationId xmlns:a16="http://schemas.microsoft.com/office/drawing/2014/main" id="{206E07ED-19D3-4550-B0FB-D4A310A7B245}"/>
              </a:ext>
            </a:extLst>
          </p:cNvPr>
          <p:cNvSpPr>
            <a:spLocks noGrp="1"/>
          </p:cNvSpPr>
          <p:nvPr/>
        </p:nvSpPr>
        <p:spPr>
          <a:xfrm>
            <a:off x="4183059" y="7182055"/>
            <a:ext cx="524292" cy="109568"/>
          </a:xfrm>
          <a:custGeom>
            <a:avLst/>
            <a:gdLst/>
            <a:ahLst/>
            <a:cxnLst/>
            <a:rect l="0" t="0" r="0" b="0"/>
            <a:pathLst>
              <a:path w="524292" h="109568">
                <a:moveTo>
                  <a:pt x="0" y="0"/>
                </a:moveTo>
                <a:lnTo>
                  <a:pt x="58243" y="4314"/>
                </a:lnTo>
                <a:lnTo>
                  <a:pt x="113840" y="9505"/>
                </a:lnTo>
                <a:lnTo>
                  <a:pt x="166792" y="15570"/>
                </a:lnTo>
                <a:lnTo>
                  <a:pt x="217097" y="22512"/>
                </a:lnTo>
                <a:lnTo>
                  <a:pt x="264757" y="30329"/>
                </a:lnTo>
                <a:lnTo>
                  <a:pt x="309771" y="39022"/>
                </a:lnTo>
                <a:lnTo>
                  <a:pt x="352139" y="48590"/>
                </a:lnTo>
                <a:lnTo>
                  <a:pt x="391861" y="59035"/>
                </a:lnTo>
                <a:lnTo>
                  <a:pt x="428938" y="70354"/>
                </a:lnTo>
                <a:lnTo>
                  <a:pt x="463368" y="82550"/>
                </a:lnTo>
                <a:lnTo>
                  <a:pt x="495153" y="95621"/>
                </a:lnTo>
                <a:lnTo>
                  <a:pt x="524292" y="109568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66" name="knowledge-long-edge">
            <a:extLst>
              <a:ext uri="{FF2B5EF4-FFF2-40B4-BE49-F238E27FC236}">
                <a16:creationId xmlns:a16="http://schemas.microsoft.com/office/drawing/2014/main" id="{69F7CE23-79E9-4E44-9225-8E0D88E14CAF}"/>
              </a:ext>
            </a:extLst>
          </p:cNvPr>
          <p:cNvSpPr>
            <a:spLocks noGrp="1"/>
          </p:cNvSpPr>
          <p:nvPr/>
        </p:nvSpPr>
        <p:spPr>
          <a:xfrm>
            <a:off x="4183059" y="6794060"/>
            <a:ext cx="943210" cy="387995"/>
          </a:xfrm>
          <a:custGeom>
            <a:avLst/>
            <a:gdLst/>
            <a:ahLst/>
            <a:cxnLst/>
            <a:rect l="0" t="0" r="0" b="0"/>
            <a:pathLst>
              <a:path w="943210" h="387995">
                <a:moveTo>
                  <a:pt x="0" y="387995"/>
                </a:moveTo>
                <a:lnTo>
                  <a:pt x="58951" y="304180"/>
                </a:lnTo>
                <a:lnTo>
                  <a:pt x="117901" y="230542"/>
                </a:lnTo>
                <a:lnTo>
                  <a:pt x="176852" y="167079"/>
                </a:lnTo>
                <a:lnTo>
                  <a:pt x="235802" y="113792"/>
                </a:lnTo>
                <a:lnTo>
                  <a:pt x="294753" y="70682"/>
                </a:lnTo>
                <a:lnTo>
                  <a:pt x="353704" y="37747"/>
                </a:lnTo>
                <a:lnTo>
                  <a:pt x="412654" y="14989"/>
                </a:lnTo>
                <a:lnTo>
                  <a:pt x="471605" y="2406"/>
                </a:lnTo>
                <a:lnTo>
                  <a:pt x="530555" y="0"/>
                </a:lnTo>
                <a:lnTo>
                  <a:pt x="589506" y="7770"/>
                </a:lnTo>
                <a:lnTo>
                  <a:pt x="648457" y="25716"/>
                </a:lnTo>
                <a:lnTo>
                  <a:pt x="707407" y="53838"/>
                </a:lnTo>
                <a:lnTo>
                  <a:pt x="766358" y="92136"/>
                </a:lnTo>
                <a:lnTo>
                  <a:pt x="825308" y="140610"/>
                </a:lnTo>
                <a:lnTo>
                  <a:pt x="884259" y="199260"/>
                </a:lnTo>
                <a:lnTo>
                  <a:pt x="943210" y="268087"/>
                </a:lnTo>
              </a:path>
            </a:pathLst>
          </a:custGeom>
          <a:noFill/>
          <a:ln w="4286">
            <a:solidFill>
              <a:srgbClr val="953E6D">
                <a:alpha val="9000"/>
              </a:srgbClr>
            </a:solidFill>
            <a:prstDash val="solid"/>
          </a:ln>
        </p:spPr>
      </p:sp>
      <p:sp>
        <p:nvSpPr>
          <p:cNvPr id="167" name="knowledge-edge">
            <a:extLst>
              <a:ext uri="{FF2B5EF4-FFF2-40B4-BE49-F238E27FC236}">
                <a16:creationId xmlns:a16="http://schemas.microsoft.com/office/drawing/2014/main" id="{F7403F56-9C27-4BA6-9EEA-228D8A5DEBD3}"/>
              </a:ext>
            </a:extLst>
          </p:cNvPr>
          <p:cNvSpPr>
            <a:spLocks noGrp="1"/>
          </p:cNvSpPr>
          <p:nvPr/>
        </p:nvSpPr>
        <p:spPr>
          <a:xfrm>
            <a:off x="4303289" y="7166671"/>
            <a:ext cx="404062" cy="124952"/>
          </a:xfrm>
          <a:custGeom>
            <a:avLst/>
            <a:gdLst/>
            <a:ahLst/>
            <a:cxnLst/>
            <a:rect l="0" t="0" r="0" b="0"/>
            <a:pathLst>
              <a:path w="404062" h="124952">
                <a:moveTo>
                  <a:pt x="0" y="0"/>
                </a:moveTo>
                <a:lnTo>
                  <a:pt x="28862" y="4857"/>
                </a:lnTo>
                <a:lnTo>
                  <a:pt x="57723" y="10340"/>
                </a:lnTo>
                <a:lnTo>
                  <a:pt x="86585" y="16448"/>
                </a:lnTo>
                <a:lnTo>
                  <a:pt x="115446" y="23183"/>
                </a:lnTo>
                <a:lnTo>
                  <a:pt x="144308" y="30543"/>
                </a:lnTo>
                <a:lnTo>
                  <a:pt x="173169" y="38530"/>
                </a:lnTo>
                <a:lnTo>
                  <a:pt x="202031" y="47142"/>
                </a:lnTo>
                <a:lnTo>
                  <a:pt x="230892" y="56380"/>
                </a:lnTo>
                <a:lnTo>
                  <a:pt x="259754" y="66244"/>
                </a:lnTo>
                <a:lnTo>
                  <a:pt x="288615" y="76734"/>
                </a:lnTo>
                <a:lnTo>
                  <a:pt x="317477" y="87849"/>
                </a:lnTo>
                <a:lnTo>
                  <a:pt x="346339" y="99591"/>
                </a:lnTo>
                <a:lnTo>
                  <a:pt x="375200" y="111958"/>
                </a:lnTo>
                <a:lnTo>
                  <a:pt x="404062" y="124952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68" name="knowledge-cross-edge">
            <a:extLst>
              <a:ext uri="{FF2B5EF4-FFF2-40B4-BE49-F238E27FC236}">
                <a16:creationId xmlns:a16="http://schemas.microsoft.com/office/drawing/2014/main" id="{2A578253-62CD-48A3-AB04-05B5CFB5A4A2}"/>
              </a:ext>
            </a:extLst>
          </p:cNvPr>
          <p:cNvSpPr>
            <a:spLocks noGrp="1"/>
          </p:cNvSpPr>
          <p:nvPr/>
        </p:nvSpPr>
        <p:spPr>
          <a:xfrm>
            <a:off x="4303289" y="7049602"/>
            <a:ext cx="481360" cy="117069"/>
          </a:xfrm>
          <a:custGeom>
            <a:avLst/>
            <a:gdLst/>
            <a:ahLst/>
            <a:cxnLst/>
            <a:rect l="0" t="0" r="0" b="0"/>
            <a:pathLst>
              <a:path w="481360" h="117069">
                <a:moveTo>
                  <a:pt x="0" y="117069"/>
                </a:moveTo>
                <a:lnTo>
                  <a:pt x="25561" y="87235"/>
                </a:lnTo>
                <a:lnTo>
                  <a:pt x="53768" y="61772"/>
                </a:lnTo>
                <a:lnTo>
                  <a:pt x="84621" y="40678"/>
                </a:lnTo>
                <a:lnTo>
                  <a:pt x="118120" y="23953"/>
                </a:lnTo>
                <a:lnTo>
                  <a:pt x="154264" y="11599"/>
                </a:lnTo>
                <a:lnTo>
                  <a:pt x="193055" y="3615"/>
                </a:lnTo>
                <a:lnTo>
                  <a:pt x="234491" y="0"/>
                </a:lnTo>
                <a:lnTo>
                  <a:pt x="278573" y="755"/>
                </a:lnTo>
                <a:lnTo>
                  <a:pt x="325301" y="5880"/>
                </a:lnTo>
                <a:lnTo>
                  <a:pt x="374675" y="15375"/>
                </a:lnTo>
                <a:lnTo>
                  <a:pt x="426694" y="29240"/>
                </a:lnTo>
                <a:lnTo>
                  <a:pt x="481360" y="47474"/>
                </a:lnTo>
              </a:path>
            </a:pathLst>
          </a:custGeom>
          <a:noFill/>
          <a:ln w="4953">
            <a:solidFill>
              <a:srgbClr val="953E6D">
                <a:alpha val="12000"/>
              </a:srgbClr>
            </a:solidFill>
            <a:prstDash val="solid"/>
          </a:ln>
        </p:spPr>
      </p:sp>
      <p:sp>
        <p:nvSpPr>
          <p:cNvPr id="169" name="knowledge-edge">
            <a:extLst>
              <a:ext uri="{FF2B5EF4-FFF2-40B4-BE49-F238E27FC236}">
                <a16:creationId xmlns:a16="http://schemas.microsoft.com/office/drawing/2014/main" id="{CDC278F3-4340-46C9-A891-9EC9A574634F}"/>
              </a:ext>
            </a:extLst>
          </p:cNvPr>
          <p:cNvSpPr>
            <a:spLocks noGrp="1"/>
          </p:cNvSpPr>
          <p:nvPr/>
        </p:nvSpPr>
        <p:spPr>
          <a:xfrm>
            <a:off x="4608814" y="5875242"/>
            <a:ext cx="617663" cy="53020"/>
          </a:xfrm>
          <a:custGeom>
            <a:avLst/>
            <a:gdLst/>
            <a:ahLst/>
            <a:cxnLst/>
            <a:rect l="0" t="0" r="0" b="0"/>
            <a:pathLst>
              <a:path w="617663" h="53020">
                <a:moveTo>
                  <a:pt x="0" y="0"/>
                </a:moveTo>
                <a:lnTo>
                  <a:pt x="44119" y="11208"/>
                </a:lnTo>
                <a:lnTo>
                  <a:pt x="88238" y="21086"/>
                </a:lnTo>
                <a:lnTo>
                  <a:pt x="132356" y="29635"/>
                </a:lnTo>
                <a:lnTo>
                  <a:pt x="176475" y="36856"/>
                </a:lnTo>
                <a:lnTo>
                  <a:pt x="220594" y="42747"/>
                </a:lnTo>
                <a:lnTo>
                  <a:pt x="264713" y="47309"/>
                </a:lnTo>
                <a:lnTo>
                  <a:pt x="308832" y="50542"/>
                </a:lnTo>
                <a:lnTo>
                  <a:pt x="352950" y="52445"/>
                </a:lnTo>
                <a:lnTo>
                  <a:pt x="397069" y="53020"/>
                </a:lnTo>
                <a:lnTo>
                  <a:pt x="441188" y="52266"/>
                </a:lnTo>
                <a:lnTo>
                  <a:pt x="485307" y="50182"/>
                </a:lnTo>
                <a:lnTo>
                  <a:pt x="529425" y="46769"/>
                </a:lnTo>
                <a:lnTo>
                  <a:pt x="573544" y="42027"/>
                </a:lnTo>
                <a:lnTo>
                  <a:pt x="617663" y="35957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0" name="knowledge-edge">
            <a:extLst>
              <a:ext uri="{FF2B5EF4-FFF2-40B4-BE49-F238E27FC236}">
                <a16:creationId xmlns:a16="http://schemas.microsoft.com/office/drawing/2014/main" id="{37B6893B-FC15-46DD-8557-D59CE22ECC8C}"/>
              </a:ext>
            </a:extLst>
          </p:cNvPr>
          <p:cNvSpPr>
            <a:spLocks noGrp="1"/>
          </p:cNvSpPr>
          <p:nvPr/>
        </p:nvSpPr>
        <p:spPr>
          <a:xfrm>
            <a:off x="4546837" y="6074793"/>
            <a:ext cx="393206" cy="152840"/>
          </a:xfrm>
          <a:custGeom>
            <a:avLst/>
            <a:gdLst/>
            <a:ahLst/>
            <a:cxnLst/>
            <a:rect l="0" t="0" r="0" b="0"/>
            <a:pathLst>
              <a:path w="393206" h="152840">
                <a:moveTo>
                  <a:pt x="0" y="0"/>
                </a:moveTo>
                <a:lnTo>
                  <a:pt x="28086" y="2409"/>
                </a:lnTo>
                <a:lnTo>
                  <a:pt x="56172" y="6128"/>
                </a:lnTo>
                <a:lnTo>
                  <a:pt x="84259" y="11155"/>
                </a:lnTo>
                <a:lnTo>
                  <a:pt x="112345" y="17491"/>
                </a:lnTo>
                <a:lnTo>
                  <a:pt x="140431" y="25136"/>
                </a:lnTo>
                <a:lnTo>
                  <a:pt x="168517" y="34089"/>
                </a:lnTo>
                <a:lnTo>
                  <a:pt x="196603" y="44352"/>
                </a:lnTo>
                <a:lnTo>
                  <a:pt x="224689" y="55923"/>
                </a:lnTo>
                <a:lnTo>
                  <a:pt x="252776" y="68804"/>
                </a:lnTo>
                <a:lnTo>
                  <a:pt x="280862" y="82993"/>
                </a:lnTo>
                <a:lnTo>
                  <a:pt x="308948" y="98492"/>
                </a:lnTo>
                <a:lnTo>
                  <a:pt x="337034" y="115299"/>
                </a:lnTo>
                <a:lnTo>
                  <a:pt x="365120" y="133415"/>
                </a:lnTo>
                <a:lnTo>
                  <a:pt x="393206" y="152840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1" name="knowledge-cross-edge">
            <a:extLst>
              <a:ext uri="{FF2B5EF4-FFF2-40B4-BE49-F238E27FC236}">
                <a16:creationId xmlns:a16="http://schemas.microsoft.com/office/drawing/2014/main" id="{47C7005A-483A-4488-8442-0769FAF18C93}"/>
              </a:ext>
            </a:extLst>
          </p:cNvPr>
          <p:cNvSpPr>
            <a:spLocks noGrp="1"/>
          </p:cNvSpPr>
          <p:nvPr/>
        </p:nvSpPr>
        <p:spPr>
          <a:xfrm>
            <a:off x="4546837" y="6065424"/>
            <a:ext cx="663201" cy="417121"/>
          </a:xfrm>
          <a:custGeom>
            <a:avLst/>
            <a:gdLst/>
            <a:ahLst/>
            <a:cxnLst/>
            <a:rect l="0" t="0" r="0" b="0"/>
            <a:pathLst>
              <a:path w="663201" h="417121">
                <a:moveTo>
                  <a:pt x="0" y="9369"/>
                </a:moveTo>
                <a:lnTo>
                  <a:pt x="69819" y="818"/>
                </a:lnTo>
                <a:lnTo>
                  <a:pt x="136992" y="0"/>
                </a:lnTo>
                <a:lnTo>
                  <a:pt x="201519" y="6915"/>
                </a:lnTo>
                <a:lnTo>
                  <a:pt x="263400" y="21562"/>
                </a:lnTo>
                <a:lnTo>
                  <a:pt x="322636" y="43942"/>
                </a:lnTo>
                <a:lnTo>
                  <a:pt x="379225" y="74055"/>
                </a:lnTo>
                <a:lnTo>
                  <a:pt x="433169" y="111901"/>
                </a:lnTo>
                <a:lnTo>
                  <a:pt x="484467" y="157479"/>
                </a:lnTo>
                <a:lnTo>
                  <a:pt x="533119" y="210791"/>
                </a:lnTo>
                <a:lnTo>
                  <a:pt x="579125" y="271835"/>
                </a:lnTo>
                <a:lnTo>
                  <a:pt x="622486" y="340612"/>
                </a:lnTo>
                <a:lnTo>
                  <a:pt x="663201" y="417121"/>
                </a:lnTo>
              </a:path>
            </a:pathLst>
          </a:custGeom>
          <a:noFill/>
          <a:ln w="5334">
            <a:solidFill>
              <a:srgbClr val="A83F60">
                <a:alpha val="13000"/>
              </a:srgbClr>
            </a:solidFill>
            <a:prstDash val="solid"/>
          </a:ln>
        </p:spPr>
      </p:sp>
      <p:sp>
        <p:nvSpPr>
          <p:cNvPr id="172" name="knowledge-edge">
            <a:extLst>
              <a:ext uri="{FF2B5EF4-FFF2-40B4-BE49-F238E27FC236}">
                <a16:creationId xmlns:a16="http://schemas.microsoft.com/office/drawing/2014/main" id="{A077806D-C3FA-47E4-9F80-45758D70D5F8}"/>
              </a:ext>
            </a:extLst>
          </p:cNvPr>
          <p:cNvSpPr>
            <a:spLocks noGrp="1"/>
          </p:cNvSpPr>
          <p:nvPr/>
        </p:nvSpPr>
        <p:spPr>
          <a:xfrm>
            <a:off x="4740380" y="6365118"/>
            <a:ext cx="469657" cy="144865"/>
          </a:xfrm>
          <a:custGeom>
            <a:avLst/>
            <a:gdLst/>
            <a:ahLst/>
            <a:cxnLst/>
            <a:rect l="0" t="0" r="0" b="0"/>
            <a:pathLst>
              <a:path w="469657" h="144865">
                <a:moveTo>
                  <a:pt x="0" y="0"/>
                </a:moveTo>
                <a:lnTo>
                  <a:pt x="33547" y="28209"/>
                </a:lnTo>
                <a:lnTo>
                  <a:pt x="67094" y="53368"/>
                </a:lnTo>
                <a:lnTo>
                  <a:pt x="100641" y="75479"/>
                </a:lnTo>
                <a:lnTo>
                  <a:pt x="134188" y="94539"/>
                </a:lnTo>
                <a:lnTo>
                  <a:pt x="167735" y="110550"/>
                </a:lnTo>
                <a:lnTo>
                  <a:pt x="201282" y="123512"/>
                </a:lnTo>
                <a:lnTo>
                  <a:pt x="234829" y="133425"/>
                </a:lnTo>
                <a:lnTo>
                  <a:pt x="268376" y="140288"/>
                </a:lnTo>
                <a:lnTo>
                  <a:pt x="301923" y="144101"/>
                </a:lnTo>
                <a:lnTo>
                  <a:pt x="335470" y="144865"/>
                </a:lnTo>
                <a:lnTo>
                  <a:pt x="369017" y="142580"/>
                </a:lnTo>
                <a:lnTo>
                  <a:pt x="402564" y="137245"/>
                </a:lnTo>
                <a:lnTo>
                  <a:pt x="436110" y="128861"/>
                </a:lnTo>
                <a:lnTo>
                  <a:pt x="469657" y="117427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3" name="knowledge-cross-edge">
            <a:extLst>
              <a:ext uri="{FF2B5EF4-FFF2-40B4-BE49-F238E27FC236}">
                <a16:creationId xmlns:a16="http://schemas.microsoft.com/office/drawing/2014/main" id="{2AF05583-5A7A-4D05-8906-DD751965E730}"/>
              </a:ext>
            </a:extLst>
          </p:cNvPr>
          <p:cNvSpPr>
            <a:spLocks noGrp="1"/>
          </p:cNvSpPr>
          <p:nvPr/>
        </p:nvSpPr>
        <p:spPr>
          <a:xfrm>
            <a:off x="4740380" y="6343728"/>
            <a:ext cx="489760" cy="391253"/>
          </a:xfrm>
          <a:custGeom>
            <a:avLst/>
            <a:gdLst/>
            <a:ahLst/>
            <a:cxnLst/>
            <a:rect l="0" t="0" r="0" b="0"/>
            <a:pathLst>
              <a:path w="489760" h="391253">
                <a:moveTo>
                  <a:pt x="0" y="21390"/>
                </a:moveTo>
                <a:lnTo>
                  <a:pt x="55365" y="6543"/>
                </a:lnTo>
                <a:lnTo>
                  <a:pt x="108085" y="0"/>
                </a:lnTo>
                <a:lnTo>
                  <a:pt x="158159" y="1760"/>
                </a:lnTo>
                <a:lnTo>
                  <a:pt x="205587" y="11824"/>
                </a:lnTo>
                <a:lnTo>
                  <a:pt x="250369" y="30191"/>
                </a:lnTo>
                <a:lnTo>
                  <a:pt x="292505" y="56861"/>
                </a:lnTo>
                <a:lnTo>
                  <a:pt x="331995" y="91834"/>
                </a:lnTo>
                <a:lnTo>
                  <a:pt x="368840" y="135111"/>
                </a:lnTo>
                <a:lnTo>
                  <a:pt x="403039" y="186692"/>
                </a:lnTo>
                <a:lnTo>
                  <a:pt x="434591" y="246575"/>
                </a:lnTo>
                <a:lnTo>
                  <a:pt x="463499" y="314762"/>
                </a:lnTo>
                <a:lnTo>
                  <a:pt x="489760" y="391253"/>
                </a:lnTo>
              </a:path>
            </a:pathLst>
          </a:custGeom>
          <a:noFill/>
          <a:ln w="5334">
            <a:solidFill>
              <a:srgbClr val="A83F60">
                <a:alpha val="13000"/>
              </a:srgbClr>
            </a:solidFill>
            <a:prstDash val="solid"/>
          </a:ln>
        </p:spPr>
      </p:sp>
      <p:sp>
        <p:nvSpPr>
          <p:cNvPr id="174" name="knowledge-edge">
            <a:extLst>
              <a:ext uri="{FF2B5EF4-FFF2-40B4-BE49-F238E27FC236}">
                <a16:creationId xmlns:a16="http://schemas.microsoft.com/office/drawing/2014/main" id="{8A71F5B0-3509-4EE0-B6C1-8E11DEECA989}"/>
              </a:ext>
            </a:extLst>
          </p:cNvPr>
          <p:cNvSpPr>
            <a:spLocks noGrp="1"/>
          </p:cNvSpPr>
          <p:nvPr/>
        </p:nvSpPr>
        <p:spPr>
          <a:xfrm>
            <a:off x="4693876" y="6613924"/>
            <a:ext cx="536264" cy="121057"/>
          </a:xfrm>
          <a:custGeom>
            <a:avLst/>
            <a:gdLst/>
            <a:ahLst/>
            <a:cxnLst/>
            <a:rect l="0" t="0" r="0" b="0"/>
            <a:pathLst>
              <a:path w="536264" h="121057">
                <a:moveTo>
                  <a:pt x="0" y="0"/>
                </a:moveTo>
                <a:lnTo>
                  <a:pt x="38305" y="8727"/>
                </a:lnTo>
                <a:lnTo>
                  <a:pt x="76609" y="17442"/>
                </a:lnTo>
                <a:lnTo>
                  <a:pt x="114914" y="26144"/>
                </a:lnTo>
                <a:lnTo>
                  <a:pt x="153218" y="34835"/>
                </a:lnTo>
                <a:lnTo>
                  <a:pt x="191523" y="43512"/>
                </a:lnTo>
                <a:lnTo>
                  <a:pt x="229827" y="52178"/>
                </a:lnTo>
                <a:lnTo>
                  <a:pt x="268132" y="60831"/>
                </a:lnTo>
                <a:lnTo>
                  <a:pt x="306437" y="69472"/>
                </a:lnTo>
                <a:lnTo>
                  <a:pt x="344741" y="78100"/>
                </a:lnTo>
                <a:lnTo>
                  <a:pt x="383046" y="86716"/>
                </a:lnTo>
                <a:lnTo>
                  <a:pt x="421350" y="95320"/>
                </a:lnTo>
                <a:lnTo>
                  <a:pt x="459655" y="103911"/>
                </a:lnTo>
                <a:lnTo>
                  <a:pt x="497959" y="112490"/>
                </a:lnTo>
                <a:lnTo>
                  <a:pt x="536264" y="121057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5" name="knowledge-long-edge">
            <a:extLst>
              <a:ext uri="{FF2B5EF4-FFF2-40B4-BE49-F238E27FC236}">
                <a16:creationId xmlns:a16="http://schemas.microsoft.com/office/drawing/2014/main" id="{FC101088-0473-441D-A2F5-B8AB57AB6952}"/>
              </a:ext>
            </a:extLst>
          </p:cNvPr>
          <p:cNvSpPr>
            <a:spLocks noGrp="1"/>
          </p:cNvSpPr>
          <p:nvPr/>
        </p:nvSpPr>
        <p:spPr>
          <a:xfrm>
            <a:off x="4693876" y="6433203"/>
            <a:ext cx="801893" cy="500836"/>
          </a:xfrm>
          <a:custGeom>
            <a:avLst/>
            <a:gdLst/>
            <a:ahLst/>
            <a:cxnLst/>
            <a:rect l="0" t="0" r="0" b="0"/>
            <a:pathLst>
              <a:path w="801893" h="500836">
                <a:moveTo>
                  <a:pt x="0" y="180721"/>
                </a:moveTo>
                <a:lnTo>
                  <a:pt x="50118" y="125537"/>
                </a:lnTo>
                <a:lnTo>
                  <a:pt x="100237" y="80379"/>
                </a:lnTo>
                <a:lnTo>
                  <a:pt x="150355" y="45246"/>
                </a:lnTo>
                <a:lnTo>
                  <a:pt x="200473" y="20138"/>
                </a:lnTo>
                <a:lnTo>
                  <a:pt x="250592" y="5056"/>
                </a:lnTo>
                <a:lnTo>
                  <a:pt x="300710" y="0"/>
                </a:lnTo>
                <a:lnTo>
                  <a:pt x="350828" y="4969"/>
                </a:lnTo>
                <a:lnTo>
                  <a:pt x="400946" y="19963"/>
                </a:lnTo>
                <a:lnTo>
                  <a:pt x="451065" y="44983"/>
                </a:lnTo>
                <a:lnTo>
                  <a:pt x="501183" y="80029"/>
                </a:lnTo>
                <a:lnTo>
                  <a:pt x="551301" y="125100"/>
                </a:lnTo>
                <a:lnTo>
                  <a:pt x="601420" y="180196"/>
                </a:lnTo>
                <a:lnTo>
                  <a:pt x="651538" y="245318"/>
                </a:lnTo>
                <a:lnTo>
                  <a:pt x="701656" y="320465"/>
                </a:lnTo>
                <a:lnTo>
                  <a:pt x="751775" y="405638"/>
                </a:lnTo>
                <a:lnTo>
                  <a:pt x="801893" y="500836"/>
                </a:lnTo>
              </a:path>
            </a:pathLst>
          </a:custGeom>
          <a:noFill/>
          <a:ln w="4286">
            <a:solidFill>
              <a:srgbClr val="A83F60">
                <a:alpha val="9000"/>
              </a:srgbClr>
            </a:solidFill>
            <a:prstDash val="solid"/>
          </a:ln>
        </p:spPr>
      </p:sp>
      <p:sp>
        <p:nvSpPr>
          <p:cNvPr id="176" name="knowledge-edge">
            <a:extLst>
              <a:ext uri="{FF2B5EF4-FFF2-40B4-BE49-F238E27FC236}">
                <a16:creationId xmlns:a16="http://schemas.microsoft.com/office/drawing/2014/main" id="{8A6BEF25-795C-4BE2-85D2-78886E7E1A47}"/>
              </a:ext>
            </a:extLst>
          </p:cNvPr>
          <p:cNvSpPr>
            <a:spLocks noGrp="1"/>
          </p:cNvSpPr>
          <p:nvPr/>
        </p:nvSpPr>
        <p:spPr>
          <a:xfrm>
            <a:off x="4728173" y="6876381"/>
            <a:ext cx="402257" cy="109778"/>
          </a:xfrm>
          <a:custGeom>
            <a:avLst/>
            <a:gdLst/>
            <a:ahLst/>
            <a:cxnLst/>
            <a:rect l="0" t="0" r="0" b="0"/>
            <a:pathLst>
              <a:path w="402257" h="109778">
                <a:moveTo>
                  <a:pt x="0" y="89460"/>
                </a:moveTo>
                <a:lnTo>
                  <a:pt x="28733" y="97980"/>
                </a:lnTo>
                <a:lnTo>
                  <a:pt x="57465" y="104207"/>
                </a:lnTo>
                <a:lnTo>
                  <a:pt x="86198" y="108140"/>
                </a:lnTo>
                <a:lnTo>
                  <a:pt x="114931" y="109778"/>
                </a:lnTo>
                <a:lnTo>
                  <a:pt x="143663" y="109123"/>
                </a:lnTo>
                <a:lnTo>
                  <a:pt x="172396" y="106174"/>
                </a:lnTo>
                <a:lnTo>
                  <a:pt x="201129" y="100931"/>
                </a:lnTo>
                <a:lnTo>
                  <a:pt x="229861" y="93394"/>
                </a:lnTo>
                <a:lnTo>
                  <a:pt x="258594" y="83563"/>
                </a:lnTo>
                <a:lnTo>
                  <a:pt x="287326" y="71439"/>
                </a:lnTo>
                <a:lnTo>
                  <a:pt x="316059" y="57020"/>
                </a:lnTo>
                <a:lnTo>
                  <a:pt x="344792" y="40307"/>
                </a:lnTo>
                <a:lnTo>
                  <a:pt x="373524" y="21301"/>
                </a:lnTo>
                <a:lnTo>
                  <a:pt x="402257" y="0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7" name="knowledge-cross-edge">
            <a:extLst>
              <a:ext uri="{FF2B5EF4-FFF2-40B4-BE49-F238E27FC236}">
                <a16:creationId xmlns:a16="http://schemas.microsoft.com/office/drawing/2014/main" id="{17F97302-4666-449F-87F7-032806C260DE}"/>
              </a:ext>
            </a:extLst>
          </p:cNvPr>
          <p:cNvSpPr>
            <a:spLocks noGrp="1"/>
          </p:cNvSpPr>
          <p:nvPr/>
        </p:nvSpPr>
        <p:spPr>
          <a:xfrm>
            <a:off x="4728173" y="6725959"/>
            <a:ext cx="501967" cy="239882"/>
          </a:xfrm>
          <a:custGeom>
            <a:avLst/>
            <a:gdLst/>
            <a:ahLst/>
            <a:cxnLst/>
            <a:rect l="0" t="0" r="0" b="0"/>
            <a:pathLst>
              <a:path w="501967" h="239882">
                <a:moveTo>
                  <a:pt x="0" y="239882"/>
                </a:moveTo>
                <a:lnTo>
                  <a:pt x="27278" y="194519"/>
                </a:lnTo>
                <a:lnTo>
                  <a:pt x="57203" y="153907"/>
                </a:lnTo>
                <a:lnTo>
                  <a:pt x="89773" y="118044"/>
                </a:lnTo>
                <a:lnTo>
                  <a:pt x="124989" y="86931"/>
                </a:lnTo>
                <a:lnTo>
                  <a:pt x="162851" y="60568"/>
                </a:lnTo>
                <a:lnTo>
                  <a:pt x="203358" y="38955"/>
                </a:lnTo>
                <a:lnTo>
                  <a:pt x="246512" y="22091"/>
                </a:lnTo>
                <a:lnTo>
                  <a:pt x="292311" y="9978"/>
                </a:lnTo>
                <a:lnTo>
                  <a:pt x="340756" y="2614"/>
                </a:lnTo>
                <a:lnTo>
                  <a:pt x="391847" y="0"/>
                </a:lnTo>
                <a:lnTo>
                  <a:pt x="445584" y="2136"/>
                </a:lnTo>
                <a:lnTo>
                  <a:pt x="501967" y="9022"/>
                </a:lnTo>
              </a:path>
            </a:pathLst>
          </a:custGeom>
          <a:noFill/>
          <a:ln w="4953">
            <a:solidFill>
              <a:srgbClr val="A83F60">
                <a:alpha val="12000"/>
              </a:srgbClr>
            </a:solidFill>
            <a:prstDash val="solid"/>
          </a:ln>
        </p:spPr>
      </p:sp>
      <p:sp>
        <p:nvSpPr>
          <p:cNvPr id="178" name="knowledge-edge">
            <a:extLst>
              <a:ext uri="{FF2B5EF4-FFF2-40B4-BE49-F238E27FC236}">
                <a16:creationId xmlns:a16="http://schemas.microsoft.com/office/drawing/2014/main" id="{9F348797-D606-4F68-B100-BFD5577BB457}"/>
              </a:ext>
            </a:extLst>
          </p:cNvPr>
          <p:cNvSpPr>
            <a:spLocks noGrp="1"/>
          </p:cNvSpPr>
          <p:nvPr/>
        </p:nvSpPr>
        <p:spPr>
          <a:xfrm>
            <a:off x="4784649" y="7073511"/>
            <a:ext cx="349790" cy="82103"/>
          </a:xfrm>
          <a:custGeom>
            <a:avLst/>
            <a:gdLst/>
            <a:ahLst/>
            <a:cxnLst/>
            <a:rect l="0" t="0" r="0" b="0"/>
            <a:pathLst>
              <a:path w="349790" h="82103">
                <a:moveTo>
                  <a:pt x="0" y="23565"/>
                </a:moveTo>
                <a:lnTo>
                  <a:pt x="24985" y="14899"/>
                </a:lnTo>
                <a:lnTo>
                  <a:pt x="49970" y="8209"/>
                </a:lnTo>
                <a:lnTo>
                  <a:pt x="74955" y="3496"/>
                </a:lnTo>
                <a:lnTo>
                  <a:pt x="99940" y="760"/>
                </a:lnTo>
                <a:lnTo>
                  <a:pt x="124925" y="0"/>
                </a:lnTo>
                <a:lnTo>
                  <a:pt x="149910" y="1217"/>
                </a:lnTo>
                <a:lnTo>
                  <a:pt x="174895" y="4410"/>
                </a:lnTo>
                <a:lnTo>
                  <a:pt x="199880" y="9579"/>
                </a:lnTo>
                <a:lnTo>
                  <a:pt x="224865" y="16725"/>
                </a:lnTo>
                <a:lnTo>
                  <a:pt x="249850" y="25848"/>
                </a:lnTo>
                <a:lnTo>
                  <a:pt x="274835" y="36947"/>
                </a:lnTo>
                <a:lnTo>
                  <a:pt x="299820" y="50023"/>
                </a:lnTo>
                <a:lnTo>
                  <a:pt x="324805" y="65075"/>
                </a:lnTo>
                <a:lnTo>
                  <a:pt x="349790" y="82103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9" name="knowledge-edge">
            <a:extLst>
              <a:ext uri="{FF2B5EF4-FFF2-40B4-BE49-F238E27FC236}">
                <a16:creationId xmlns:a16="http://schemas.microsoft.com/office/drawing/2014/main" id="{D0C95B1B-5320-44C1-91F3-33BCD7B35841}"/>
              </a:ext>
            </a:extLst>
          </p:cNvPr>
          <p:cNvSpPr>
            <a:spLocks noGrp="1"/>
          </p:cNvSpPr>
          <p:nvPr/>
        </p:nvSpPr>
        <p:spPr>
          <a:xfrm>
            <a:off x="4707351" y="7059732"/>
            <a:ext cx="418918" cy="231891"/>
          </a:xfrm>
          <a:custGeom>
            <a:avLst/>
            <a:gdLst/>
            <a:ahLst/>
            <a:cxnLst/>
            <a:rect l="0" t="0" r="0" b="0"/>
            <a:pathLst>
              <a:path w="418918" h="231891">
                <a:moveTo>
                  <a:pt x="0" y="231891"/>
                </a:moveTo>
                <a:lnTo>
                  <a:pt x="29923" y="196694"/>
                </a:lnTo>
                <a:lnTo>
                  <a:pt x="59845" y="164391"/>
                </a:lnTo>
                <a:lnTo>
                  <a:pt x="89768" y="134980"/>
                </a:lnTo>
                <a:lnTo>
                  <a:pt x="119691" y="108462"/>
                </a:lnTo>
                <a:lnTo>
                  <a:pt x="149613" y="84838"/>
                </a:lnTo>
                <a:lnTo>
                  <a:pt x="179536" y="64107"/>
                </a:lnTo>
                <a:lnTo>
                  <a:pt x="209459" y="46269"/>
                </a:lnTo>
                <a:lnTo>
                  <a:pt x="239382" y="31325"/>
                </a:lnTo>
                <a:lnTo>
                  <a:pt x="269304" y="19273"/>
                </a:lnTo>
                <a:lnTo>
                  <a:pt x="299227" y="10115"/>
                </a:lnTo>
                <a:lnTo>
                  <a:pt x="329150" y="3850"/>
                </a:lnTo>
                <a:lnTo>
                  <a:pt x="359072" y="479"/>
                </a:lnTo>
                <a:lnTo>
                  <a:pt x="388995" y="0"/>
                </a:lnTo>
                <a:lnTo>
                  <a:pt x="418918" y="2415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80" name="knowledge-edge">
            <a:extLst>
              <a:ext uri="{FF2B5EF4-FFF2-40B4-BE49-F238E27FC236}">
                <a16:creationId xmlns:a16="http://schemas.microsoft.com/office/drawing/2014/main" id="{240CD1FF-FA41-4053-8C7F-AD9D728E6D43}"/>
              </a:ext>
            </a:extLst>
          </p:cNvPr>
          <p:cNvSpPr>
            <a:spLocks noGrp="1"/>
          </p:cNvSpPr>
          <p:nvPr/>
        </p:nvSpPr>
        <p:spPr>
          <a:xfrm>
            <a:off x="5226477" y="5860686"/>
            <a:ext cx="345020" cy="50512"/>
          </a:xfrm>
          <a:custGeom>
            <a:avLst/>
            <a:gdLst/>
            <a:ahLst/>
            <a:cxnLst/>
            <a:rect l="0" t="0" r="0" b="0"/>
            <a:pathLst>
              <a:path w="345020" h="50512">
                <a:moveTo>
                  <a:pt x="0" y="50512"/>
                </a:moveTo>
                <a:lnTo>
                  <a:pt x="24644" y="37254"/>
                </a:lnTo>
                <a:lnTo>
                  <a:pt x="49289" y="26010"/>
                </a:lnTo>
                <a:lnTo>
                  <a:pt x="73933" y="16780"/>
                </a:lnTo>
                <a:lnTo>
                  <a:pt x="98577" y="9564"/>
                </a:lnTo>
                <a:lnTo>
                  <a:pt x="123222" y="4362"/>
                </a:lnTo>
                <a:lnTo>
                  <a:pt x="147866" y="1174"/>
                </a:lnTo>
                <a:lnTo>
                  <a:pt x="172510" y="0"/>
                </a:lnTo>
                <a:lnTo>
                  <a:pt x="197154" y="840"/>
                </a:lnTo>
                <a:lnTo>
                  <a:pt x="221799" y="3694"/>
                </a:lnTo>
                <a:lnTo>
                  <a:pt x="246443" y="8563"/>
                </a:lnTo>
                <a:lnTo>
                  <a:pt x="271087" y="15445"/>
                </a:lnTo>
                <a:lnTo>
                  <a:pt x="295732" y="24341"/>
                </a:lnTo>
                <a:lnTo>
                  <a:pt x="320376" y="35252"/>
                </a:lnTo>
                <a:lnTo>
                  <a:pt x="345020" y="48176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81" name="knowledge-cross-edge">
            <a:extLst>
              <a:ext uri="{FF2B5EF4-FFF2-40B4-BE49-F238E27FC236}">
                <a16:creationId xmlns:a16="http://schemas.microsoft.com/office/drawing/2014/main" id="{17AC7E06-CF8A-4870-BB00-3D784C9B6606}"/>
              </a:ext>
            </a:extLst>
          </p:cNvPr>
          <p:cNvSpPr>
            <a:spLocks noGrp="1"/>
          </p:cNvSpPr>
          <p:nvPr/>
        </p:nvSpPr>
        <p:spPr>
          <a:xfrm>
            <a:off x="5226477" y="5898122"/>
            <a:ext cx="148497" cy="265595"/>
          </a:xfrm>
          <a:custGeom>
            <a:avLst/>
            <a:gdLst/>
            <a:ahLst/>
            <a:cxnLst/>
            <a:rect l="0" t="0" r="0" b="0"/>
            <a:pathLst>
              <a:path w="148497" h="265595">
                <a:moveTo>
                  <a:pt x="0" y="13076"/>
                </a:moveTo>
                <a:lnTo>
                  <a:pt x="26729" y="3780"/>
                </a:lnTo>
                <a:lnTo>
                  <a:pt x="50812" y="0"/>
                </a:lnTo>
                <a:lnTo>
                  <a:pt x="72249" y="1736"/>
                </a:lnTo>
                <a:lnTo>
                  <a:pt x="91040" y="8989"/>
                </a:lnTo>
                <a:lnTo>
                  <a:pt x="107186" y="21758"/>
                </a:lnTo>
                <a:lnTo>
                  <a:pt x="120686" y="40043"/>
                </a:lnTo>
                <a:lnTo>
                  <a:pt x="131540" y="63844"/>
                </a:lnTo>
                <a:lnTo>
                  <a:pt x="139748" y="93162"/>
                </a:lnTo>
                <a:lnTo>
                  <a:pt x="145310" y="127996"/>
                </a:lnTo>
                <a:lnTo>
                  <a:pt x="148226" y="168346"/>
                </a:lnTo>
                <a:lnTo>
                  <a:pt x="148497" y="214212"/>
                </a:lnTo>
                <a:lnTo>
                  <a:pt x="146121" y="265595"/>
                </a:lnTo>
              </a:path>
            </a:pathLst>
          </a:custGeom>
          <a:noFill/>
          <a:ln w="5334">
            <a:solidFill>
              <a:srgbClr val="BB4054">
                <a:alpha val="13000"/>
              </a:srgbClr>
            </a:solidFill>
            <a:prstDash val="solid"/>
          </a:ln>
        </p:spPr>
      </p:sp>
      <p:sp>
        <p:nvSpPr>
          <p:cNvPr id="182" name="knowledge-edge">
            <a:extLst>
              <a:ext uri="{FF2B5EF4-FFF2-40B4-BE49-F238E27FC236}">
                <a16:creationId xmlns:a16="http://schemas.microsoft.com/office/drawing/2014/main" id="{19D2112F-234B-4533-9585-C32C88871549}"/>
              </a:ext>
            </a:extLst>
          </p:cNvPr>
          <p:cNvSpPr>
            <a:spLocks noGrp="1"/>
          </p:cNvSpPr>
          <p:nvPr/>
        </p:nvSpPr>
        <p:spPr>
          <a:xfrm>
            <a:off x="4940043" y="6163717"/>
            <a:ext cx="432555" cy="63915"/>
          </a:xfrm>
          <a:custGeom>
            <a:avLst/>
            <a:gdLst/>
            <a:ahLst/>
            <a:cxnLst/>
            <a:rect l="0" t="0" r="0" b="0"/>
            <a:pathLst>
              <a:path w="432555" h="63915">
                <a:moveTo>
                  <a:pt x="0" y="63915"/>
                </a:moveTo>
                <a:lnTo>
                  <a:pt x="30897" y="61935"/>
                </a:lnTo>
                <a:lnTo>
                  <a:pt x="61794" y="59556"/>
                </a:lnTo>
                <a:lnTo>
                  <a:pt x="92690" y="56780"/>
                </a:lnTo>
                <a:lnTo>
                  <a:pt x="123587" y="53607"/>
                </a:lnTo>
                <a:lnTo>
                  <a:pt x="154484" y="50036"/>
                </a:lnTo>
                <a:lnTo>
                  <a:pt x="185381" y="46067"/>
                </a:lnTo>
                <a:lnTo>
                  <a:pt x="216278" y="41700"/>
                </a:lnTo>
                <a:lnTo>
                  <a:pt x="247174" y="36936"/>
                </a:lnTo>
                <a:lnTo>
                  <a:pt x="278071" y="31774"/>
                </a:lnTo>
                <a:lnTo>
                  <a:pt x="308968" y="26214"/>
                </a:lnTo>
                <a:lnTo>
                  <a:pt x="339865" y="20257"/>
                </a:lnTo>
                <a:lnTo>
                  <a:pt x="370762" y="13903"/>
                </a:lnTo>
                <a:lnTo>
                  <a:pt x="401658" y="7150"/>
                </a:lnTo>
                <a:lnTo>
                  <a:pt x="432555" y="0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83" name="knowledge-edge">
            <a:extLst>
              <a:ext uri="{FF2B5EF4-FFF2-40B4-BE49-F238E27FC236}">
                <a16:creationId xmlns:a16="http://schemas.microsoft.com/office/drawing/2014/main" id="{A11FA065-5401-45D7-B8C1-4F988B1CBFB0}"/>
              </a:ext>
            </a:extLst>
          </p:cNvPr>
          <p:cNvSpPr>
            <a:spLocks noGrp="1"/>
          </p:cNvSpPr>
          <p:nvPr/>
        </p:nvSpPr>
        <p:spPr>
          <a:xfrm>
            <a:off x="5210037" y="6463781"/>
            <a:ext cx="230320" cy="18764"/>
          </a:xfrm>
          <a:custGeom>
            <a:avLst/>
            <a:gdLst/>
            <a:ahLst/>
            <a:cxnLst/>
            <a:rect l="0" t="0" r="0" b="0"/>
            <a:pathLst>
              <a:path w="230320" h="18764">
                <a:moveTo>
                  <a:pt x="0" y="18764"/>
                </a:moveTo>
                <a:lnTo>
                  <a:pt x="16451" y="17496"/>
                </a:lnTo>
                <a:lnTo>
                  <a:pt x="32903" y="16217"/>
                </a:lnTo>
                <a:lnTo>
                  <a:pt x="49354" y="14926"/>
                </a:lnTo>
                <a:lnTo>
                  <a:pt x="65806" y="13625"/>
                </a:lnTo>
                <a:lnTo>
                  <a:pt x="82257" y="12312"/>
                </a:lnTo>
                <a:lnTo>
                  <a:pt x="98709" y="10989"/>
                </a:lnTo>
                <a:lnTo>
                  <a:pt x="115160" y="9654"/>
                </a:lnTo>
                <a:lnTo>
                  <a:pt x="131611" y="8308"/>
                </a:lnTo>
                <a:lnTo>
                  <a:pt x="148063" y="6951"/>
                </a:lnTo>
                <a:lnTo>
                  <a:pt x="164514" y="5583"/>
                </a:lnTo>
                <a:lnTo>
                  <a:pt x="180966" y="4204"/>
                </a:lnTo>
                <a:lnTo>
                  <a:pt x="197417" y="2814"/>
                </a:lnTo>
                <a:lnTo>
                  <a:pt x="213869" y="1412"/>
                </a:lnTo>
                <a:lnTo>
                  <a:pt x="230320" y="0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84" name="knowledge-cross-edge">
            <a:extLst>
              <a:ext uri="{FF2B5EF4-FFF2-40B4-BE49-F238E27FC236}">
                <a16:creationId xmlns:a16="http://schemas.microsoft.com/office/drawing/2014/main" id="{AF647EB2-D97C-4816-8440-6DEA117938C0}"/>
              </a:ext>
            </a:extLst>
          </p:cNvPr>
          <p:cNvSpPr>
            <a:spLocks noGrp="1"/>
          </p:cNvSpPr>
          <p:nvPr/>
        </p:nvSpPr>
        <p:spPr>
          <a:xfrm>
            <a:off x="5210037" y="6466845"/>
            <a:ext cx="434934" cy="369014"/>
          </a:xfrm>
          <a:custGeom>
            <a:avLst/>
            <a:gdLst/>
            <a:ahLst/>
            <a:cxnLst/>
            <a:rect l="0" t="0" r="0" b="0"/>
            <a:pathLst>
              <a:path w="434934" h="369014">
                <a:moveTo>
                  <a:pt x="0" y="15700"/>
                </a:moveTo>
                <a:lnTo>
                  <a:pt x="50797" y="4121"/>
                </a:lnTo>
                <a:lnTo>
                  <a:pt x="98947" y="0"/>
                </a:lnTo>
                <a:lnTo>
                  <a:pt x="144452" y="3338"/>
                </a:lnTo>
                <a:lnTo>
                  <a:pt x="187311" y="14134"/>
                </a:lnTo>
                <a:lnTo>
                  <a:pt x="227525" y="32389"/>
                </a:lnTo>
                <a:lnTo>
                  <a:pt x="265092" y="58103"/>
                </a:lnTo>
                <a:lnTo>
                  <a:pt x="300014" y="91275"/>
                </a:lnTo>
                <a:lnTo>
                  <a:pt x="332289" y="131906"/>
                </a:lnTo>
                <a:lnTo>
                  <a:pt x="361919" y="179995"/>
                </a:lnTo>
                <a:lnTo>
                  <a:pt x="388903" y="235543"/>
                </a:lnTo>
                <a:lnTo>
                  <a:pt x="413242" y="298549"/>
                </a:lnTo>
                <a:lnTo>
                  <a:pt x="434934" y="369014"/>
                </a:lnTo>
              </a:path>
            </a:pathLst>
          </a:custGeom>
          <a:noFill/>
          <a:ln w="5334">
            <a:solidFill>
              <a:srgbClr val="BB4054">
                <a:alpha val="13000"/>
              </a:srgbClr>
            </a:solidFill>
            <a:prstDash val="solid"/>
          </a:ln>
        </p:spPr>
      </p:sp>
      <p:sp>
        <p:nvSpPr>
          <p:cNvPr id="185" name="knowledge-edge">
            <a:extLst>
              <a:ext uri="{FF2B5EF4-FFF2-40B4-BE49-F238E27FC236}">
                <a16:creationId xmlns:a16="http://schemas.microsoft.com/office/drawing/2014/main" id="{E3E83808-7F5F-4CD3-86A5-25BD26072482}"/>
              </a:ext>
            </a:extLst>
          </p:cNvPr>
          <p:cNvSpPr>
            <a:spLocks noGrp="1"/>
          </p:cNvSpPr>
          <p:nvPr/>
        </p:nvSpPr>
        <p:spPr>
          <a:xfrm>
            <a:off x="5230140" y="6734981"/>
            <a:ext cx="414832" cy="100878"/>
          </a:xfrm>
          <a:custGeom>
            <a:avLst/>
            <a:gdLst/>
            <a:ahLst/>
            <a:cxnLst/>
            <a:rect l="0" t="0" r="0" b="0"/>
            <a:pathLst>
              <a:path w="414832" h="100878">
                <a:moveTo>
                  <a:pt x="0" y="0"/>
                </a:moveTo>
                <a:lnTo>
                  <a:pt x="29631" y="2768"/>
                </a:lnTo>
                <a:lnTo>
                  <a:pt x="59262" y="6219"/>
                </a:lnTo>
                <a:lnTo>
                  <a:pt x="88893" y="10353"/>
                </a:lnTo>
                <a:lnTo>
                  <a:pt x="118523" y="15169"/>
                </a:lnTo>
                <a:lnTo>
                  <a:pt x="148154" y="20668"/>
                </a:lnTo>
                <a:lnTo>
                  <a:pt x="177785" y="26850"/>
                </a:lnTo>
                <a:lnTo>
                  <a:pt x="207416" y="33714"/>
                </a:lnTo>
                <a:lnTo>
                  <a:pt x="237047" y="41261"/>
                </a:lnTo>
                <a:lnTo>
                  <a:pt x="266678" y="49490"/>
                </a:lnTo>
                <a:lnTo>
                  <a:pt x="296308" y="58403"/>
                </a:lnTo>
                <a:lnTo>
                  <a:pt x="325939" y="67998"/>
                </a:lnTo>
                <a:lnTo>
                  <a:pt x="355570" y="78275"/>
                </a:lnTo>
                <a:lnTo>
                  <a:pt x="385201" y="89235"/>
                </a:lnTo>
                <a:lnTo>
                  <a:pt x="414832" y="100878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86" name="knowledge-cross-edge">
            <a:extLst>
              <a:ext uri="{FF2B5EF4-FFF2-40B4-BE49-F238E27FC236}">
                <a16:creationId xmlns:a16="http://schemas.microsoft.com/office/drawing/2014/main" id="{C07A4548-0ADF-4B5C-A99C-6F8E0C17B952}"/>
              </a:ext>
            </a:extLst>
          </p:cNvPr>
          <p:cNvSpPr>
            <a:spLocks noGrp="1"/>
          </p:cNvSpPr>
          <p:nvPr/>
        </p:nvSpPr>
        <p:spPr>
          <a:xfrm>
            <a:off x="5230140" y="6730572"/>
            <a:ext cx="265629" cy="203467"/>
          </a:xfrm>
          <a:custGeom>
            <a:avLst/>
            <a:gdLst/>
            <a:ahLst/>
            <a:cxnLst/>
            <a:rect l="0" t="0" r="0" b="0"/>
            <a:pathLst>
              <a:path w="265629" h="203467">
                <a:moveTo>
                  <a:pt x="0" y="4409"/>
                </a:moveTo>
                <a:lnTo>
                  <a:pt x="36688" y="325"/>
                </a:lnTo>
                <a:lnTo>
                  <a:pt x="70730" y="0"/>
                </a:lnTo>
                <a:lnTo>
                  <a:pt x="102126" y="3433"/>
                </a:lnTo>
                <a:lnTo>
                  <a:pt x="130876" y="10625"/>
                </a:lnTo>
                <a:lnTo>
                  <a:pt x="156981" y="21575"/>
                </a:lnTo>
                <a:lnTo>
                  <a:pt x="180439" y="36284"/>
                </a:lnTo>
                <a:lnTo>
                  <a:pt x="201252" y="54752"/>
                </a:lnTo>
                <a:lnTo>
                  <a:pt x="219419" y="76978"/>
                </a:lnTo>
                <a:lnTo>
                  <a:pt x="234940" y="102962"/>
                </a:lnTo>
                <a:lnTo>
                  <a:pt x="247816" y="132706"/>
                </a:lnTo>
                <a:lnTo>
                  <a:pt x="258045" y="166207"/>
                </a:lnTo>
                <a:lnTo>
                  <a:pt x="265629" y="203467"/>
                </a:lnTo>
              </a:path>
            </a:pathLst>
          </a:custGeom>
          <a:noFill/>
          <a:ln w="5334">
            <a:solidFill>
              <a:srgbClr val="BB4054">
                <a:alpha val="13000"/>
              </a:srgbClr>
            </a:solidFill>
            <a:prstDash val="solid"/>
          </a:ln>
        </p:spPr>
      </p:sp>
      <p:sp>
        <p:nvSpPr>
          <p:cNvPr id="187" name="knowledge-cross-edge">
            <a:extLst>
              <a:ext uri="{FF2B5EF4-FFF2-40B4-BE49-F238E27FC236}">
                <a16:creationId xmlns:a16="http://schemas.microsoft.com/office/drawing/2014/main" id="{9F5B01FA-2C7A-49DE-9A74-BF867071072E}"/>
              </a:ext>
            </a:extLst>
          </p:cNvPr>
          <p:cNvSpPr>
            <a:spLocks noGrp="1"/>
          </p:cNvSpPr>
          <p:nvPr/>
        </p:nvSpPr>
        <p:spPr>
          <a:xfrm>
            <a:off x="5230140" y="6430470"/>
            <a:ext cx="210218" cy="304511"/>
          </a:xfrm>
          <a:custGeom>
            <a:avLst/>
            <a:gdLst/>
            <a:ahLst/>
            <a:cxnLst/>
            <a:rect l="0" t="0" r="0" b="0"/>
            <a:pathLst>
              <a:path w="210218" h="304511">
                <a:moveTo>
                  <a:pt x="0" y="304511"/>
                </a:moveTo>
                <a:lnTo>
                  <a:pt x="2966" y="240718"/>
                </a:lnTo>
                <a:lnTo>
                  <a:pt x="8578" y="184414"/>
                </a:lnTo>
                <a:lnTo>
                  <a:pt x="16836" y="135600"/>
                </a:lnTo>
                <a:lnTo>
                  <a:pt x="27739" y="94276"/>
                </a:lnTo>
                <a:lnTo>
                  <a:pt x="41289" y="60441"/>
                </a:lnTo>
                <a:lnTo>
                  <a:pt x="57484" y="34096"/>
                </a:lnTo>
                <a:lnTo>
                  <a:pt x="76325" y="15241"/>
                </a:lnTo>
                <a:lnTo>
                  <a:pt x="97812" y="3876"/>
                </a:lnTo>
                <a:lnTo>
                  <a:pt x="121944" y="0"/>
                </a:lnTo>
                <a:lnTo>
                  <a:pt x="148723" y="3614"/>
                </a:lnTo>
                <a:lnTo>
                  <a:pt x="178147" y="14717"/>
                </a:lnTo>
                <a:lnTo>
                  <a:pt x="210218" y="33311"/>
                </a:lnTo>
              </a:path>
            </a:pathLst>
          </a:custGeom>
          <a:noFill/>
          <a:ln w="4953">
            <a:solidFill>
              <a:srgbClr val="BB4054">
                <a:alpha val="12000"/>
              </a:srgbClr>
            </a:solidFill>
            <a:prstDash val="solid"/>
          </a:ln>
        </p:spPr>
      </p:sp>
      <p:sp>
        <p:nvSpPr>
          <p:cNvPr id="188" name="knowledge-edge">
            <a:extLst>
              <a:ext uri="{FF2B5EF4-FFF2-40B4-BE49-F238E27FC236}">
                <a16:creationId xmlns:a16="http://schemas.microsoft.com/office/drawing/2014/main" id="{EB32313A-3245-4B00-9090-C56B165865D0}"/>
              </a:ext>
            </a:extLst>
          </p:cNvPr>
          <p:cNvSpPr>
            <a:spLocks noGrp="1"/>
          </p:cNvSpPr>
          <p:nvPr/>
        </p:nvSpPr>
        <p:spPr>
          <a:xfrm>
            <a:off x="5130430" y="6876381"/>
            <a:ext cx="365338" cy="95466"/>
          </a:xfrm>
          <a:custGeom>
            <a:avLst/>
            <a:gdLst/>
            <a:ahLst/>
            <a:cxnLst/>
            <a:rect l="0" t="0" r="0" b="0"/>
            <a:pathLst>
              <a:path w="365338" h="95466">
                <a:moveTo>
                  <a:pt x="0" y="0"/>
                </a:moveTo>
                <a:lnTo>
                  <a:pt x="26096" y="20990"/>
                </a:lnTo>
                <a:lnTo>
                  <a:pt x="52191" y="39383"/>
                </a:lnTo>
                <a:lnTo>
                  <a:pt x="78287" y="55182"/>
                </a:lnTo>
                <a:lnTo>
                  <a:pt x="104382" y="68385"/>
                </a:lnTo>
                <a:lnTo>
                  <a:pt x="130478" y="78992"/>
                </a:lnTo>
                <a:lnTo>
                  <a:pt x="156574" y="87004"/>
                </a:lnTo>
                <a:lnTo>
                  <a:pt x="182669" y="92420"/>
                </a:lnTo>
                <a:lnTo>
                  <a:pt x="208765" y="95241"/>
                </a:lnTo>
                <a:lnTo>
                  <a:pt x="234860" y="95466"/>
                </a:lnTo>
                <a:lnTo>
                  <a:pt x="260956" y="93095"/>
                </a:lnTo>
                <a:lnTo>
                  <a:pt x="287052" y="88129"/>
                </a:lnTo>
                <a:lnTo>
                  <a:pt x="313147" y="80568"/>
                </a:lnTo>
                <a:lnTo>
                  <a:pt x="339243" y="70411"/>
                </a:lnTo>
                <a:lnTo>
                  <a:pt x="365338" y="57658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89" name="knowledge-edge">
            <a:extLst>
              <a:ext uri="{FF2B5EF4-FFF2-40B4-BE49-F238E27FC236}">
                <a16:creationId xmlns:a16="http://schemas.microsoft.com/office/drawing/2014/main" id="{356C6D3B-16BD-4266-AD8E-5010AF1BE020}"/>
              </a:ext>
            </a:extLst>
          </p:cNvPr>
          <p:cNvSpPr>
            <a:spLocks noGrp="1"/>
          </p:cNvSpPr>
          <p:nvPr/>
        </p:nvSpPr>
        <p:spPr>
          <a:xfrm>
            <a:off x="5134438" y="6921923"/>
            <a:ext cx="386863" cy="233691"/>
          </a:xfrm>
          <a:custGeom>
            <a:avLst/>
            <a:gdLst/>
            <a:ahLst/>
            <a:cxnLst/>
            <a:rect l="0" t="0" r="0" b="0"/>
            <a:pathLst>
              <a:path w="386863" h="233691">
                <a:moveTo>
                  <a:pt x="0" y="233691"/>
                </a:moveTo>
                <a:lnTo>
                  <a:pt x="27633" y="214731"/>
                </a:lnTo>
                <a:lnTo>
                  <a:pt x="55266" y="196119"/>
                </a:lnTo>
                <a:lnTo>
                  <a:pt x="82899" y="177857"/>
                </a:lnTo>
                <a:lnTo>
                  <a:pt x="110532" y="159943"/>
                </a:lnTo>
                <a:lnTo>
                  <a:pt x="138165" y="142379"/>
                </a:lnTo>
                <a:lnTo>
                  <a:pt x="165798" y="125163"/>
                </a:lnTo>
                <a:lnTo>
                  <a:pt x="193432" y="108296"/>
                </a:lnTo>
                <a:lnTo>
                  <a:pt x="221065" y="91779"/>
                </a:lnTo>
                <a:lnTo>
                  <a:pt x="248698" y="75610"/>
                </a:lnTo>
                <a:lnTo>
                  <a:pt x="276331" y="59790"/>
                </a:lnTo>
                <a:lnTo>
                  <a:pt x="303964" y="44319"/>
                </a:lnTo>
                <a:lnTo>
                  <a:pt x="331597" y="29197"/>
                </a:lnTo>
                <a:lnTo>
                  <a:pt x="359230" y="14424"/>
                </a:lnTo>
                <a:lnTo>
                  <a:pt x="386863" y="0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90" name="knowledge-cross-edge">
            <a:extLst>
              <a:ext uri="{FF2B5EF4-FFF2-40B4-BE49-F238E27FC236}">
                <a16:creationId xmlns:a16="http://schemas.microsoft.com/office/drawing/2014/main" id="{F14A75A7-A167-4C7F-AA5F-154D438D7F50}"/>
              </a:ext>
            </a:extLst>
          </p:cNvPr>
          <p:cNvSpPr>
            <a:spLocks noGrp="1"/>
          </p:cNvSpPr>
          <p:nvPr/>
        </p:nvSpPr>
        <p:spPr>
          <a:xfrm>
            <a:off x="5134438" y="7155615"/>
            <a:ext cx="423053" cy="30119"/>
          </a:xfrm>
          <a:custGeom>
            <a:avLst/>
            <a:gdLst/>
            <a:ahLst/>
            <a:cxnLst/>
            <a:rect l="0" t="0" r="0" b="0"/>
            <a:pathLst>
              <a:path w="423053" h="30119">
                <a:moveTo>
                  <a:pt x="0" y="0"/>
                </a:moveTo>
                <a:lnTo>
                  <a:pt x="49807" y="7219"/>
                </a:lnTo>
                <a:lnTo>
                  <a:pt x="96967" y="13451"/>
                </a:lnTo>
                <a:lnTo>
                  <a:pt x="141482" y="18697"/>
                </a:lnTo>
                <a:lnTo>
                  <a:pt x="183351" y="22955"/>
                </a:lnTo>
                <a:lnTo>
                  <a:pt x="222574" y="26227"/>
                </a:lnTo>
                <a:lnTo>
                  <a:pt x="259152" y="28511"/>
                </a:lnTo>
                <a:lnTo>
                  <a:pt x="293083" y="29808"/>
                </a:lnTo>
                <a:lnTo>
                  <a:pt x="324369" y="30119"/>
                </a:lnTo>
                <a:lnTo>
                  <a:pt x="353009" y="29443"/>
                </a:lnTo>
                <a:lnTo>
                  <a:pt x="379003" y="27779"/>
                </a:lnTo>
                <a:lnTo>
                  <a:pt x="402351" y="25129"/>
                </a:lnTo>
                <a:lnTo>
                  <a:pt x="423053" y="21492"/>
                </a:lnTo>
              </a:path>
            </a:pathLst>
          </a:custGeom>
          <a:noFill/>
          <a:ln w="5334">
            <a:solidFill>
              <a:srgbClr val="BB4054">
                <a:alpha val="13000"/>
              </a:srgbClr>
            </a:solidFill>
            <a:prstDash val="solid"/>
          </a:ln>
        </p:spPr>
      </p:sp>
      <p:sp>
        <p:nvSpPr>
          <p:cNvPr id="191" name="knowledge-edge">
            <a:extLst>
              <a:ext uri="{FF2B5EF4-FFF2-40B4-BE49-F238E27FC236}">
                <a16:creationId xmlns:a16="http://schemas.microsoft.com/office/drawing/2014/main" id="{6186B77B-4836-4D96-B91A-903D27768135}"/>
              </a:ext>
            </a:extLst>
          </p:cNvPr>
          <p:cNvSpPr>
            <a:spLocks noGrp="1"/>
          </p:cNvSpPr>
          <p:nvPr/>
        </p:nvSpPr>
        <p:spPr>
          <a:xfrm>
            <a:off x="5126269" y="7062146"/>
            <a:ext cx="431223" cy="114960"/>
          </a:xfrm>
          <a:custGeom>
            <a:avLst/>
            <a:gdLst/>
            <a:ahLst/>
            <a:cxnLst/>
            <a:rect l="0" t="0" r="0" b="0"/>
            <a:pathLst>
              <a:path w="431223" h="114960">
                <a:moveTo>
                  <a:pt x="0" y="0"/>
                </a:moveTo>
                <a:lnTo>
                  <a:pt x="30802" y="4272"/>
                </a:lnTo>
                <a:lnTo>
                  <a:pt x="61603" y="9150"/>
                </a:lnTo>
                <a:lnTo>
                  <a:pt x="92405" y="14634"/>
                </a:lnTo>
                <a:lnTo>
                  <a:pt x="123207" y="20724"/>
                </a:lnTo>
                <a:lnTo>
                  <a:pt x="154008" y="27420"/>
                </a:lnTo>
                <a:lnTo>
                  <a:pt x="184810" y="34722"/>
                </a:lnTo>
                <a:lnTo>
                  <a:pt x="215612" y="42631"/>
                </a:lnTo>
                <a:lnTo>
                  <a:pt x="246413" y="51145"/>
                </a:lnTo>
                <a:lnTo>
                  <a:pt x="277215" y="60266"/>
                </a:lnTo>
                <a:lnTo>
                  <a:pt x="308017" y="69992"/>
                </a:lnTo>
                <a:lnTo>
                  <a:pt x="338818" y="80325"/>
                </a:lnTo>
                <a:lnTo>
                  <a:pt x="369620" y="91264"/>
                </a:lnTo>
                <a:lnTo>
                  <a:pt x="400421" y="102809"/>
                </a:lnTo>
                <a:lnTo>
                  <a:pt x="431223" y="114960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92" name="knowledge-cross-edge">
            <a:extLst>
              <a:ext uri="{FF2B5EF4-FFF2-40B4-BE49-F238E27FC236}">
                <a16:creationId xmlns:a16="http://schemas.microsoft.com/office/drawing/2014/main" id="{04B0BA64-B098-4CF8-9357-3376FC09E608}"/>
              </a:ext>
            </a:extLst>
          </p:cNvPr>
          <p:cNvSpPr>
            <a:spLocks noGrp="1"/>
          </p:cNvSpPr>
          <p:nvPr/>
        </p:nvSpPr>
        <p:spPr>
          <a:xfrm>
            <a:off x="5126269" y="6875532"/>
            <a:ext cx="395033" cy="186614"/>
          </a:xfrm>
          <a:custGeom>
            <a:avLst/>
            <a:gdLst/>
            <a:ahLst/>
            <a:cxnLst/>
            <a:rect l="0" t="0" r="0" b="0"/>
            <a:pathLst>
              <a:path w="395033" h="186614">
                <a:moveTo>
                  <a:pt x="0" y="186614"/>
                </a:moveTo>
                <a:lnTo>
                  <a:pt x="18367" y="142914"/>
                </a:lnTo>
                <a:lnTo>
                  <a:pt x="39380" y="105036"/>
                </a:lnTo>
                <a:lnTo>
                  <a:pt x="63039" y="72978"/>
                </a:lnTo>
                <a:lnTo>
                  <a:pt x="89344" y="46741"/>
                </a:lnTo>
                <a:lnTo>
                  <a:pt x="118295" y="26325"/>
                </a:lnTo>
                <a:lnTo>
                  <a:pt x="149891" y="11729"/>
                </a:lnTo>
                <a:lnTo>
                  <a:pt x="184134" y="2954"/>
                </a:lnTo>
                <a:lnTo>
                  <a:pt x="221022" y="0"/>
                </a:lnTo>
                <a:lnTo>
                  <a:pt x="260556" y="2867"/>
                </a:lnTo>
                <a:lnTo>
                  <a:pt x="302736" y="11554"/>
                </a:lnTo>
                <a:lnTo>
                  <a:pt x="347561" y="26062"/>
                </a:lnTo>
                <a:lnTo>
                  <a:pt x="395033" y="46391"/>
                </a:lnTo>
              </a:path>
            </a:pathLst>
          </a:custGeom>
          <a:noFill/>
          <a:ln w="4953">
            <a:solidFill>
              <a:srgbClr val="BB4054">
                <a:alpha val="12000"/>
              </a:srgbClr>
            </a:solidFill>
            <a:prstDash val="solid"/>
          </a:ln>
        </p:spPr>
      </p:sp>
      <p:sp>
        <p:nvSpPr>
          <p:cNvPr id="193" name="knowledge-long-edge">
            <a:extLst>
              <a:ext uri="{FF2B5EF4-FFF2-40B4-BE49-F238E27FC236}">
                <a16:creationId xmlns:a16="http://schemas.microsoft.com/office/drawing/2014/main" id="{1841CF38-6ABB-4D43-BFBC-9FE3CC493E9D}"/>
              </a:ext>
            </a:extLst>
          </p:cNvPr>
          <p:cNvSpPr>
            <a:spLocks noGrp="1"/>
          </p:cNvSpPr>
          <p:nvPr/>
        </p:nvSpPr>
        <p:spPr>
          <a:xfrm>
            <a:off x="5126269" y="6845580"/>
            <a:ext cx="743476" cy="216566"/>
          </a:xfrm>
          <a:custGeom>
            <a:avLst/>
            <a:gdLst/>
            <a:ahLst/>
            <a:cxnLst/>
            <a:rect l="0" t="0" r="0" b="0"/>
            <a:pathLst>
              <a:path w="743476" h="216566">
                <a:moveTo>
                  <a:pt x="0" y="216566"/>
                </a:moveTo>
                <a:lnTo>
                  <a:pt x="46467" y="166595"/>
                </a:lnTo>
                <a:lnTo>
                  <a:pt x="92934" y="123166"/>
                </a:lnTo>
                <a:lnTo>
                  <a:pt x="139402" y="86281"/>
                </a:lnTo>
                <a:lnTo>
                  <a:pt x="185869" y="55939"/>
                </a:lnTo>
                <a:lnTo>
                  <a:pt x="232336" y="32140"/>
                </a:lnTo>
                <a:lnTo>
                  <a:pt x="278803" y="14884"/>
                </a:lnTo>
                <a:lnTo>
                  <a:pt x="325271" y="4170"/>
                </a:lnTo>
                <a:lnTo>
                  <a:pt x="371738" y="0"/>
                </a:lnTo>
                <a:lnTo>
                  <a:pt x="418205" y="2373"/>
                </a:lnTo>
                <a:lnTo>
                  <a:pt x="464672" y="11288"/>
                </a:lnTo>
                <a:lnTo>
                  <a:pt x="511139" y="26747"/>
                </a:lnTo>
                <a:lnTo>
                  <a:pt x="557607" y="48749"/>
                </a:lnTo>
                <a:lnTo>
                  <a:pt x="604074" y="77293"/>
                </a:lnTo>
                <a:lnTo>
                  <a:pt x="650541" y="112381"/>
                </a:lnTo>
                <a:lnTo>
                  <a:pt x="697008" y="154011"/>
                </a:lnTo>
                <a:lnTo>
                  <a:pt x="743476" y="202185"/>
                </a:lnTo>
              </a:path>
            </a:pathLst>
          </a:custGeom>
          <a:noFill/>
          <a:ln w="4286">
            <a:solidFill>
              <a:srgbClr val="BB4054">
                <a:alpha val="9000"/>
              </a:srgbClr>
            </a:solidFill>
            <a:prstDash val="solid"/>
          </a:ln>
        </p:spPr>
      </p:sp>
      <p:sp>
        <p:nvSpPr>
          <p:cNvPr id="194" name="knowledge-edge">
            <a:extLst>
              <a:ext uri="{FF2B5EF4-FFF2-40B4-BE49-F238E27FC236}">
                <a16:creationId xmlns:a16="http://schemas.microsoft.com/office/drawing/2014/main" id="{ADAD17D6-21D6-49ED-8DDA-C10151D7D41D}"/>
              </a:ext>
            </a:extLst>
          </p:cNvPr>
          <p:cNvSpPr>
            <a:spLocks noGrp="1"/>
          </p:cNvSpPr>
          <p:nvPr/>
        </p:nvSpPr>
        <p:spPr>
          <a:xfrm>
            <a:off x="5571498" y="5869392"/>
            <a:ext cx="406734" cy="58977"/>
          </a:xfrm>
          <a:custGeom>
            <a:avLst/>
            <a:gdLst/>
            <a:ahLst/>
            <a:cxnLst/>
            <a:rect l="0" t="0" r="0" b="0"/>
            <a:pathLst>
              <a:path w="406734" h="58977">
                <a:moveTo>
                  <a:pt x="0" y="39471"/>
                </a:moveTo>
                <a:lnTo>
                  <a:pt x="29052" y="46359"/>
                </a:lnTo>
                <a:lnTo>
                  <a:pt x="58105" y="51754"/>
                </a:lnTo>
                <a:lnTo>
                  <a:pt x="87157" y="55655"/>
                </a:lnTo>
                <a:lnTo>
                  <a:pt x="116210" y="58063"/>
                </a:lnTo>
                <a:lnTo>
                  <a:pt x="145262" y="58977"/>
                </a:lnTo>
                <a:lnTo>
                  <a:pt x="174315" y="58398"/>
                </a:lnTo>
                <a:lnTo>
                  <a:pt x="203367" y="56325"/>
                </a:lnTo>
                <a:lnTo>
                  <a:pt x="232420" y="52759"/>
                </a:lnTo>
                <a:lnTo>
                  <a:pt x="261472" y="47700"/>
                </a:lnTo>
                <a:lnTo>
                  <a:pt x="290524" y="41147"/>
                </a:lnTo>
                <a:lnTo>
                  <a:pt x="319577" y="33100"/>
                </a:lnTo>
                <a:lnTo>
                  <a:pt x="348629" y="23560"/>
                </a:lnTo>
                <a:lnTo>
                  <a:pt x="377682" y="12527"/>
                </a:lnTo>
                <a:lnTo>
                  <a:pt x="406734" y="0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195" name="knowledge-cross-edge">
            <a:extLst>
              <a:ext uri="{FF2B5EF4-FFF2-40B4-BE49-F238E27FC236}">
                <a16:creationId xmlns:a16="http://schemas.microsoft.com/office/drawing/2014/main" id="{0E0DE68A-A240-4087-A78B-014017C96897}"/>
              </a:ext>
            </a:extLst>
          </p:cNvPr>
          <p:cNvSpPr>
            <a:spLocks noGrp="1"/>
          </p:cNvSpPr>
          <p:nvPr/>
        </p:nvSpPr>
        <p:spPr>
          <a:xfrm>
            <a:off x="5571498" y="5908863"/>
            <a:ext cx="376308" cy="236940"/>
          </a:xfrm>
          <a:custGeom>
            <a:avLst/>
            <a:gdLst/>
            <a:ahLst/>
            <a:cxnLst/>
            <a:rect l="0" t="0" r="0" b="0"/>
            <a:pathLst>
              <a:path w="376308" h="236940">
                <a:moveTo>
                  <a:pt x="0" y="0"/>
                </a:moveTo>
                <a:lnTo>
                  <a:pt x="45911" y="6665"/>
                </a:lnTo>
                <a:lnTo>
                  <a:pt x="89176" y="15709"/>
                </a:lnTo>
                <a:lnTo>
                  <a:pt x="129796" y="27130"/>
                </a:lnTo>
                <a:lnTo>
                  <a:pt x="167769" y="40930"/>
                </a:lnTo>
                <a:lnTo>
                  <a:pt x="203097" y="57108"/>
                </a:lnTo>
                <a:lnTo>
                  <a:pt x="235779" y="75664"/>
                </a:lnTo>
                <a:lnTo>
                  <a:pt x="265815" y="96598"/>
                </a:lnTo>
                <a:lnTo>
                  <a:pt x="293205" y="119910"/>
                </a:lnTo>
                <a:lnTo>
                  <a:pt x="317950" y="145601"/>
                </a:lnTo>
                <a:lnTo>
                  <a:pt x="340048" y="173669"/>
                </a:lnTo>
                <a:lnTo>
                  <a:pt x="359501" y="204116"/>
                </a:lnTo>
                <a:lnTo>
                  <a:pt x="376308" y="236940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196" name="knowledge-edge">
            <a:extLst>
              <a:ext uri="{FF2B5EF4-FFF2-40B4-BE49-F238E27FC236}">
                <a16:creationId xmlns:a16="http://schemas.microsoft.com/office/drawing/2014/main" id="{874C32C7-979B-4DAE-87ED-FA832C64995D}"/>
              </a:ext>
            </a:extLst>
          </p:cNvPr>
          <p:cNvSpPr>
            <a:spLocks noGrp="1"/>
          </p:cNvSpPr>
          <p:nvPr/>
        </p:nvSpPr>
        <p:spPr>
          <a:xfrm>
            <a:off x="5372599" y="6145803"/>
            <a:ext cx="575207" cy="35376"/>
          </a:xfrm>
          <a:custGeom>
            <a:avLst/>
            <a:gdLst/>
            <a:ahLst/>
            <a:cxnLst/>
            <a:rect l="0" t="0" r="0" b="0"/>
            <a:pathLst>
              <a:path w="575207" h="35376">
                <a:moveTo>
                  <a:pt x="0" y="17914"/>
                </a:moveTo>
                <a:lnTo>
                  <a:pt x="41086" y="23443"/>
                </a:lnTo>
                <a:lnTo>
                  <a:pt x="82172" y="27925"/>
                </a:lnTo>
                <a:lnTo>
                  <a:pt x="123259" y="31359"/>
                </a:lnTo>
                <a:lnTo>
                  <a:pt x="164345" y="33745"/>
                </a:lnTo>
                <a:lnTo>
                  <a:pt x="205431" y="35084"/>
                </a:lnTo>
                <a:lnTo>
                  <a:pt x="246517" y="35376"/>
                </a:lnTo>
                <a:lnTo>
                  <a:pt x="287603" y="34620"/>
                </a:lnTo>
                <a:lnTo>
                  <a:pt x="328690" y="32817"/>
                </a:lnTo>
                <a:lnTo>
                  <a:pt x="369776" y="29966"/>
                </a:lnTo>
                <a:lnTo>
                  <a:pt x="410862" y="26068"/>
                </a:lnTo>
                <a:lnTo>
                  <a:pt x="451948" y="21122"/>
                </a:lnTo>
                <a:lnTo>
                  <a:pt x="493035" y="15129"/>
                </a:lnTo>
                <a:lnTo>
                  <a:pt x="534121" y="8088"/>
                </a:lnTo>
                <a:lnTo>
                  <a:pt x="575207" y="0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197" name="knowledge-cross-edge">
            <a:extLst>
              <a:ext uri="{FF2B5EF4-FFF2-40B4-BE49-F238E27FC236}">
                <a16:creationId xmlns:a16="http://schemas.microsoft.com/office/drawing/2014/main" id="{3DE43C32-3BD3-497F-93ED-8EC5CE53BA50}"/>
              </a:ext>
            </a:extLst>
          </p:cNvPr>
          <p:cNvSpPr>
            <a:spLocks noGrp="1"/>
          </p:cNvSpPr>
          <p:nvPr/>
        </p:nvSpPr>
        <p:spPr>
          <a:xfrm>
            <a:off x="5372599" y="6163717"/>
            <a:ext cx="483945" cy="328897"/>
          </a:xfrm>
          <a:custGeom>
            <a:avLst/>
            <a:gdLst/>
            <a:ahLst/>
            <a:cxnLst/>
            <a:rect l="0" t="0" r="0" b="0"/>
            <a:pathLst>
              <a:path w="483945" h="328897">
                <a:moveTo>
                  <a:pt x="0" y="0"/>
                </a:moveTo>
                <a:lnTo>
                  <a:pt x="54881" y="2743"/>
                </a:lnTo>
                <a:lnTo>
                  <a:pt x="107116" y="9971"/>
                </a:lnTo>
                <a:lnTo>
                  <a:pt x="156705" y="21683"/>
                </a:lnTo>
                <a:lnTo>
                  <a:pt x="203648" y="37880"/>
                </a:lnTo>
                <a:lnTo>
                  <a:pt x="247946" y="58561"/>
                </a:lnTo>
                <a:lnTo>
                  <a:pt x="289597" y="83727"/>
                </a:lnTo>
                <a:lnTo>
                  <a:pt x="328603" y="113378"/>
                </a:lnTo>
                <a:lnTo>
                  <a:pt x="364963" y="147512"/>
                </a:lnTo>
                <a:lnTo>
                  <a:pt x="398677" y="186132"/>
                </a:lnTo>
                <a:lnTo>
                  <a:pt x="429746" y="229236"/>
                </a:lnTo>
                <a:lnTo>
                  <a:pt x="458168" y="276824"/>
                </a:lnTo>
                <a:lnTo>
                  <a:pt x="483945" y="328897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198" name="knowledge-edge">
            <a:extLst>
              <a:ext uri="{FF2B5EF4-FFF2-40B4-BE49-F238E27FC236}">
                <a16:creationId xmlns:a16="http://schemas.microsoft.com/office/drawing/2014/main" id="{89C593B7-0C3D-48BE-B7B4-15B0ABF23544}"/>
              </a:ext>
            </a:extLst>
          </p:cNvPr>
          <p:cNvSpPr>
            <a:spLocks noGrp="1"/>
          </p:cNvSpPr>
          <p:nvPr/>
        </p:nvSpPr>
        <p:spPr>
          <a:xfrm>
            <a:off x="5440357" y="6463781"/>
            <a:ext cx="416186" cy="31983"/>
          </a:xfrm>
          <a:custGeom>
            <a:avLst/>
            <a:gdLst/>
            <a:ahLst/>
            <a:cxnLst/>
            <a:rect l="0" t="0" r="0" b="0"/>
            <a:pathLst>
              <a:path w="416186" h="31983">
                <a:moveTo>
                  <a:pt x="0" y="0"/>
                </a:moveTo>
                <a:lnTo>
                  <a:pt x="29728" y="5734"/>
                </a:lnTo>
                <a:lnTo>
                  <a:pt x="59455" y="10903"/>
                </a:lnTo>
                <a:lnTo>
                  <a:pt x="89183" y="15507"/>
                </a:lnTo>
                <a:lnTo>
                  <a:pt x="118910" y="19545"/>
                </a:lnTo>
                <a:lnTo>
                  <a:pt x="148638" y="23018"/>
                </a:lnTo>
                <a:lnTo>
                  <a:pt x="178365" y="25926"/>
                </a:lnTo>
                <a:lnTo>
                  <a:pt x="208093" y="28268"/>
                </a:lnTo>
                <a:lnTo>
                  <a:pt x="237821" y="30045"/>
                </a:lnTo>
                <a:lnTo>
                  <a:pt x="267548" y="31256"/>
                </a:lnTo>
                <a:lnTo>
                  <a:pt x="297276" y="31902"/>
                </a:lnTo>
                <a:lnTo>
                  <a:pt x="327003" y="31983"/>
                </a:lnTo>
                <a:lnTo>
                  <a:pt x="356731" y="31498"/>
                </a:lnTo>
                <a:lnTo>
                  <a:pt x="386459" y="30448"/>
                </a:lnTo>
                <a:lnTo>
                  <a:pt x="416186" y="28833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199" name="knowledge-cross-edge">
            <a:extLst>
              <a:ext uri="{FF2B5EF4-FFF2-40B4-BE49-F238E27FC236}">
                <a16:creationId xmlns:a16="http://schemas.microsoft.com/office/drawing/2014/main" id="{281FB378-3D37-4025-B44A-09CC26E31F01}"/>
              </a:ext>
            </a:extLst>
          </p:cNvPr>
          <p:cNvSpPr>
            <a:spLocks noGrp="1"/>
          </p:cNvSpPr>
          <p:nvPr/>
        </p:nvSpPr>
        <p:spPr>
          <a:xfrm>
            <a:off x="5440357" y="6122240"/>
            <a:ext cx="507448" cy="341541"/>
          </a:xfrm>
          <a:custGeom>
            <a:avLst/>
            <a:gdLst/>
            <a:ahLst/>
            <a:cxnLst/>
            <a:rect l="0" t="0" r="0" b="0"/>
            <a:pathLst>
              <a:path w="507448" h="341541">
                <a:moveTo>
                  <a:pt x="0" y="341541"/>
                </a:moveTo>
                <a:lnTo>
                  <a:pt x="27735" y="273056"/>
                </a:lnTo>
                <a:lnTo>
                  <a:pt x="58116" y="212206"/>
                </a:lnTo>
                <a:lnTo>
                  <a:pt x="91143" y="158989"/>
                </a:lnTo>
                <a:lnTo>
                  <a:pt x="126816" y="113406"/>
                </a:lnTo>
                <a:lnTo>
                  <a:pt x="165135" y="75457"/>
                </a:lnTo>
                <a:lnTo>
                  <a:pt x="206099" y="45142"/>
                </a:lnTo>
                <a:lnTo>
                  <a:pt x="249709" y="22461"/>
                </a:lnTo>
                <a:lnTo>
                  <a:pt x="295965" y="7413"/>
                </a:lnTo>
                <a:lnTo>
                  <a:pt x="344867" y="0"/>
                </a:lnTo>
                <a:lnTo>
                  <a:pt x="396415" y="220"/>
                </a:lnTo>
                <a:lnTo>
                  <a:pt x="450609" y="8075"/>
                </a:lnTo>
                <a:lnTo>
                  <a:pt x="507448" y="23563"/>
                </a:lnTo>
              </a:path>
            </a:pathLst>
          </a:custGeom>
          <a:noFill/>
          <a:ln w="4953">
            <a:solidFill>
              <a:srgbClr val="CE4148">
                <a:alpha val="12000"/>
              </a:srgbClr>
            </a:solidFill>
            <a:prstDash val="solid"/>
          </a:ln>
        </p:spPr>
      </p:sp>
      <p:sp>
        <p:nvSpPr>
          <p:cNvPr id="200" name="knowledge-edge">
            <a:extLst>
              <a:ext uri="{FF2B5EF4-FFF2-40B4-BE49-F238E27FC236}">
                <a16:creationId xmlns:a16="http://schemas.microsoft.com/office/drawing/2014/main" id="{78589289-86A4-443C-91C3-2D23A82158F4}"/>
              </a:ext>
            </a:extLst>
          </p:cNvPr>
          <p:cNvSpPr>
            <a:spLocks noGrp="1"/>
          </p:cNvSpPr>
          <p:nvPr/>
        </p:nvSpPr>
        <p:spPr>
          <a:xfrm>
            <a:off x="5644972" y="6709782"/>
            <a:ext cx="444996" cy="126077"/>
          </a:xfrm>
          <a:custGeom>
            <a:avLst/>
            <a:gdLst/>
            <a:ahLst/>
            <a:cxnLst/>
            <a:rect l="0" t="0" r="0" b="0"/>
            <a:pathLst>
              <a:path w="444996" h="126077">
                <a:moveTo>
                  <a:pt x="0" y="126077"/>
                </a:moveTo>
                <a:lnTo>
                  <a:pt x="31785" y="107698"/>
                </a:lnTo>
                <a:lnTo>
                  <a:pt x="63571" y="90766"/>
                </a:lnTo>
                <a:lnTo>
                  <a:pt x="95356" y="75281"/>
                </a:lnTo>
                <a:lnTo>
                  <a:pt x="127142" y="61242"/>
                </a:lnTo>
                <a:lnTo>
                  <a:pt x="158927" y="48650"/>
                </a:lnTo>
                <a:lnTo>
                  <a:pt x="190713" y="37505"/>
                </a:lnTo>
                <a:lnTo>
                  <a:pt x="222498" y="27807"/>
                </a:lnTo>
                <a:lnTo>
                  <a:pt x="254283" y="19556"/>
                </a:lnTo>
                <a:lnTo>
                  <a:pt x="286069" y="12751"/>
                </a:lnTo>
                <a:lnTo>
                  <a:pt x="317854" y="7393"/>
                </a:lnTo>
                <a:lnTo>
                  <a:pt x="349640" y="3482"/>
                </a:lnTo>
                <a:lnTo>
                  <a:pt x="381425" y="1018"/>
                </a:lnTo>
                <a:lnTo>
                  <a:pt x="413211" y="0"/>
                </a:lnTo>
                <a:lnTo>
                  <a:pt x="444996" y="429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1" name="knowledge-cross-edge">
            <a:extLst>
              <a:ext uri="{FF2B5EF4-FFF2-40B4-BE49-F238E27FC236}">
                <a16:creationId xmlns:a16="http://schemas.microsoft.com/office/drawing/2014/main" id="{E4BFA78F-1D7C-49BB-B49A-7EC20169B502}"/>
              </a:ext>
            </a:extLst>
          </p:cNvPr>
          <p:cNvSpPr>
            <a:spLocks noGrp="1"/>
          </p:cNvSpPr>
          <p:nvPr/>
        </p:nvSpPr>
        <p:spPr>
          <a:xfrm>
            <a:off x="5644972" y="6835859"/>
            <a:ext cx="190948" cy="16553"/>
          </a:xfrm>
          <a:custGeom>
            <a:avLst/>
            <a:gdLst/>
            <a:ahLst/>
            <a:cxnLst/>
            <a:rect l="0" t="0" r="0" b="0"/>
            <a:pathLst>
              <a:path w="190948" h="16553">
                <a:moveTo>
                  <a:pt x="0" y="0"/>
                </a:moveTo>
                <a:lnTo>
                  <a:pt x="30464" y="3282"/>
                </a:lnTo>
                <a:lnTo>
                  <a:pt x="58283" y="6202"/>
                </a:lnTo>
                <a:lnTo>
                  <a:pt x="83456" y="8762"/>
                </a:lnTo>
                <a:lnTo>
                  <a:pt x="105983" y="10959"/>
                </a:lnTo>
                <a:lnTo>
                  <a:pt x="125864" y="12795"/>
                </a:lnTo>
                <a:lnTo>
                  <a:pt x="143099" y="14270"/>
                </a:lnTo>
                <a:lnTo>
                  <a:pt x="157688" y="15383"/>
                </a:lnTo>
                <a:lnTo>
                  <a:pt x="169632" y="16134"/>
                </a:lnTo>
                <a:lnTo>
                  <a:pt x="178929" y="16524"/>
                </a:lnTo>
                <a:lnTo>
                  <a:pt x="185581" y="16553"/>
                </a:lnTo>
                <a:lnTo>
                  <a:pt x="189587" y="16220"/>
                </a:lnTo>
                <a:lnTo>
                  <a:pt x="190948" y="15525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202" name="knowledge-edge">
            <a:extLst>
              <a:ext uri="{FF2B5EF4-FFF2-40B4-BE49-F238E27FC236}">
                <a16:creationId xmlns:a16="http://schemas.microsoft.com/office/drawing/2014/main" id="{21EC46F4-EAC2-4D78-86C3-511B69328973}"/>
              </a:ext>
            </a:extLst>
          </p:cNvPr>
          <p:cNvSpPr>
            <a:spLocks noGrp="1"/>
          </p:cNvSpPr>
          <p:nvPr/>
        </p:nvSpPr>
        <p:spPr>
          <a:xfrm>
            <a:off x="5495769" y="6851385"/>
            <a:ext cx="340150" cy="82655"/>
          </a:xfrm>
          <a:custGeom>
            <a:avLst/>
            <a:gdLst/>
            <a:ahLst/>
            <a:cxnLst/>
            <a:rect l="0" t="0" r="0" b="0"/>
            <a:pathLst>
              <a:path w="340150" h="82655">
                <a:moveTo>
                  <a:pt x="0" y="82655"/>
                </a:moveTo>
                <a:lnTo>
                  <a:pt x="24296" y="80108"/>
                </a:lnTo>
                <a:lnTo>
                  <a:pt x="48593" y="77046"/>
                </a:lnTo>
                <a:lnTo>
                  <a:pt x="72889" y="73466"/>
                </a:lnTo>
                <a:lnTo>
                  <a:pt x="97186" y="69370"/>
                </a:lnTo>
                <a:lnTo>
                  <a:pt x="121482" y="64758"/>
                </a:lnTo>
                <a:lnTo>
                  <a:pt x="145779" y="59629"/>
                </a:lnTo>
                <a:lnTo>
                  <a:pt x="170075" y="53983"/>
                </a:lnTo>
                <a:lnTo>
                  <a:pt x="194372" y="47821"/>
                </a:lnTo>
                <a:lnTo>
                  <a:pt x="218668" y="41142"/>
                </a:lnTo>
                <a:lnTo>
                  <a:pt x="242965" y="33947"/>
                </a:lnTo>
                <a:lnTo>
                  <a:pt x="267261" y="26235"/>
                </a:lnTo>
                <a:lnTo>
                  <a:pt x="291557" y="18007"/>
                </a:lnTo>
                <a:lnTo>
                  <a:pt x="315854" y="9262"/>
                </a:lnTo>
                <a:lnTo>
                  <a:pt x="340150" y="0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3" name="knowledge-cross-edge">
            <a:extLst>
              <a:ext uri="{FF2B5EF4-FFF2-40B4-BE49-F238E27FC236}">
                <a16:creationId xmlns:a16="http://schemas.microsoft.com/office/drawing/2014/main" id="{03872824-FA44-4998-9EE4-63B86CE11A83}"/>
              </a:ext>
            </a:extLst>
          </p:cNvPr>
          <p:cNvSpPr>
            <a:spLocks noGrp="1"/>
          </p:cNvSpPr>
          <p:nvPr/>
        </p:nvSpPr>
        <p:spPr>
          <a:xfrm>
            <a:off x="5495769" y="6878208"/>
            <a:ext cx="372179" cy="71800"/>
          </a:xfrm>
          <a:custGeom>
            <a:avLst/>
            <a:gdLst/>
            <a:ahLst/>
            <a:cxnLst/>
            <a:rect l="0" t="0" r="0" b="0"/>
            <a:pathLst>
              <a:path w="372179" h="71800">
                <a:moveTo>
                  <a:pt x="0" y="55831"/>
                </a:moveTo>
                <a:lnTo>
                  <a:pt x="45567" y="37663"/>
                </a:lnTo>
                <a:lnTo>
                  <a:pt x="88488" y="23039"/>
                </a:lnTo>
                <a:lnTo>
                  <a:pt x="128763" y="11962"/>
                </a:lnTo>
                <a:lnTo>
                  <a:pt x="166393" y="4429"/>
                </a:lnTo>
                <a:lnTo>
                  <a:pt x="201377" y="442"/>
                </a:lnTo>
                <a:lnTo>
                  <a:pt x="233714" y="0"/>
                </a:lnTo>
                <a:lnTo>
                  <a:pt x="263406" y="3103"/>
                </a:lnTo>
                <a:lnTo>
                  <a:pt x="290453" y="9752"/>
                </a:lnTo>
                <a:lnTo>
                  <a:pt x="314853" y="19946"/>
                </a:lnTo>
                <a:lnTo>
                  <a:pt x="336607" y="33685"/>
                </a:lnTo>
                <a:lnTo>
                  <a:pt x="355716" y="50970"/>
                </a:lnTo>
                <a:lnTo>
                  <a:pt x="372179" y="71800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204" name="knowledge-edge">
            <a:extLst>
              <a:ext uri="{FF2B5EF4-FFF2-40B4-BE49-F238E27FC236}">
                <a16:creationId xmlns:a16="http://schemas.microsoft.com/office/drawing/2014/main" id="{0A4A207A-D630-449B-A52A-E4907777D4AF}"/>
              </a:ext>
            </a:extLst>
          </p:cNvPr>
          <p:cNvSpPr>
            <a:spLocks noGrp="1"/>
          </p:cNvSpPr>
          <p:nvPr/>
        </p:nvSpPr>
        <p:spPr>
          <a:xfrm>
            <a:off x="5521301" y="6921923"/>
            <a:ext cx="346646" cy="34500"/>
          </a:xfrm>
          <a:custGeom>
            <a:avLst/>
            <a:gdLst/>
            <a:ahLst/>
            <a:cxnLst/>
            <a:rect l="0" t="0" r="0" b="0"/>
            <a:pathLst>
              <a:path w="346646" h="34500">
                <a:moveTo>
                  <a:pt x="0" y="0"/>
                </a:moveTo>
                <a:lnTo>
                  <a:pt x="24760" y="6699"/>
                </a:lnTo>
                <a:lnTo>
                  <a:pt x="49521" y="12676"/>
                </a:lnTo>
                <a:lnTo>
                  <a:pt x="74281" y="17931"/>
                </a:lnTo>
                <a:lnTo>
                  <a:pt x="99042" y="22464"/>
                </a:lnTo>
                <a:lnTo>
                  <a:pt x="123802" y="26275"/>
                </a:lnTo>
                <a:lnTo>
                  <a:pt x="148563" y="29364"/>
                </a:lnTo>
                <a:lnTo>
                  <a:pt x="173323" y="31731"/>
                </a:lnTo>
                <a:lnTo>
                  <a:pt x="198084" y="33376"/>
                </a:lnTo>
                <a:lnTo>
                  <a:pt x="222844" y="34299"/>
                </a:lnTo>
                <a:lnTo>
                  <a:pt x="247605" y="34500"/>
                </a:lnTo>
                <a:lnTo>
                  <a:pt x="272365" y="33979"/>
                </a:lnTo>
                <a:lnTo>
                  <a:pt x="297125" y="32736"/>
                </a:lnTo>
                <a:lnTo>
                  <a:pt x="321886" y="30771"/>
                </a:lnTo>
                <a:lnTo>
                  <a:pt x="346646" y="28084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5" name="knowledge-cross-edge">
            <a:extLst>
              <a:ext uri="{FF2B5EF4-FFF2-40B4-BE49-F238E27FC236}">
                <a16:creationId xmlns:a16="http://schemas.microsoft.com/office/drawing/2014/main" id="{D02A6238-B220-49E0-B5F0-F0A55E63D723}"/>
              </a:ext>
            </a:extLst>
          </p:cNvPr>
          <p:cNvSpPr>
            <a:spLocks noGrp="1"/>
          </p:cNvSpPr>
          <p:nvPr/>
        </p:nvSpPr>
        <p:spPr>
          <a:xfrm>
            <a:off x="5521301" y="6921923"/>
            <a:ext cx="348443" cy="125842"/>
          </a:xfrm>
          <a:custGeom>
            <a:avLst/>
            <a:gdLst/>
            <a:ahLst/>
            <a:cxnLst/>
            <a:rect l="0" t="0" r="0" b="0"/>
            <a:pathLst>
              <a:path w="348443" h="125842">
                <a:moveTo>
                  <a:pt x="0" y="0"/>
                </a:moveTo>
                <a:lnTo>
                  <a:pt x="43589" y="2907"/>
                </a:lnTo>
                <a:lnTo>
                  <a:pt x="84532" y="7192"/>
                </a:lnTo>
                <a:lnTo>
                  <a:pt x="122829" y="12856"/>
                </a:lnTo>
                <a:lnTo>
                  <a:pt x="158481" y="19897"/>
                </a:lnTo>
                <a:lnTo>
                  <a:pt x="191487" y="28317"/>
                </a:lnTo>
                <a:lnTo>
                  <a:pt x="221846" y="38115"/>
                </a:lnTo>
                <a:lnTo>
                  <a:pt x="249560" y="49291"/>
                </a:lnTo>
                <a:lnTo>
                  <a:pt x="274629" y="61845"/>
                </a:lnTo>
                <a:lnTo>
                  <a:pt x="297051" y="75777"/>
                </a:lnTo>
                <a:lnTo>
                  <a:pt x="316827" y="91087"/>
                </a:lnTo>
                <a:lnTo>
                  <a:pt x="333958" y="107775"/>
                </a:lnTo>
                <a:lnTo>
                  <a:pt x="348443" y="125842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206" name="knowledge-cross-edge">
            <a:extLst>
              <a:ext uri="{FF2B5EF4-FFF2-40B4-BE49-F238E27FC236}">
                <a16:creationId xmlns:a16="http://schemas.microsoft.com/office/drawing/2014/main" id="{2B6B3B61-FECF-4CA2-8DD3-953ACBBD69FE}"/>
              </a:ext>
            </a:extLst>
          </p:cNvPr>
          <p:cNvSpPr>
            <a:spLocks noGrp="1"/>
          </p:cNvSpPr>
          <p:nvPr/>
        </p:nvSpPr>
        <p:spPr>
          <a:xfrm>
            <a:off x="5521301" y="6851385"/>
            <a:ext cx="314618" cy="72563"/>
          </a:xfrm>
          <a:custGeom>
            <a:avLst/>
            <a:gdLst/>
            <a:ahLst/>
            <a:cxnLst/>
            <a:rect l="0" t="0" r="0" b="0"/>
            <a:pathLst>
              <a:path w="314618" h="72563">
                <a:moveTo>
                  <a:pt x="0" y="70539"/>
                </a:moveTo>
                <a:lnTo>
                  <a:pt x="11666" y="72240"/>
                </a:lnTo>
                <a:lnTo>
                  <a:pt x="25978" y="72563"/>
                </a:lnTo>
                <a:lnTo>
                  <a:pt x="42936" y="71508"/>
                </a:lnTo>
                <a:lnTo>
                  <a:pt x="62539" y="69075"/>
                </a:lnTo>
                <a:lnTo>
                  <a:pt x="84789" y="65264"/>
                </a:lnTo>
                <a:lnTo>
                  <a:pt x="109684" y="60075"/>
                </a:lnTo>
                <a:lnTo>
                  <a:pt x="137225" y="53508"/>
                </a:lnTo>
                <a:lnTo>
                  <a:pt x="167412" y="45562"/>
                </a:lnTo>
                <a:lnTo>
                  <a:pt x="200245" y="36239"/>
                </a:lnTo>
                <a:lnTo>
                  <a:pt x="235723" y="25537"/>
                </a:lnTo>
                <a:lnTo>
                  <a:pt x="273848" y="13458"/>
                </a:lnTo>
                <a:lnTo>
                  <a:pt x="314618" y="0"/>
                </a:lnTo>
              </a:path>
            </a:pathLst>
          </a:custGeom>
          <a:noFill/>
          <a:ln w="4953">
            <a:solidFill>
              <a:srgbClr val="CE4148">
                <a:alpha val="12000"/>
              </a:srgbClr>
            </a:solidFill>
            <a:prstDash val="solid"/>
          </a:ln>
        </p:spPr>
      </p:sp>
      <p:sp>
        <p:nvSpPr>
          <p:cNvPr id="207" name="knowledge-long-edge">
            <a:extLst>
              <a:ext uri="{FF2B5EF4-FFF2-40B4-BE49-F238E27FC236}">
                <a16:creationId xmlns:a16="http://schemas.microsoft.com/office/drawing/2014/main" id="{E16F7F45-E955-40C8-A2BB-912C77AE5DBF}"/>
              </a:ext>
            </a:extLst>
          </p:cNvPr>
          <p:cNvSpPr>
            <a:spLocks noGrp="1"/>
          </p:cNvSpPr>
          <p:nvPr/>
        </p:nvSpPr>
        <p:spPr>
          <a:xfrm>
            <a:off x="5521301" y="6587128"/>
            <a:ext cx="958488" cy="334795"/>
          </a:xfrm>
          <a:custGeom>
            <a:avLst/>
            <a:gdLst/>
            <a:ahLst/>
            <a:cxnLst/>
            <a:rect l="0" t="0" r="0" b="0"/>
            <a:pathLst>
              <a:path w="958488" h="334795">
                <a:moveTo>
                  <a:pt x="0" y="334795"/>
                </a:moveTo>
                <a:lnTo>
                  <a:pt x="59905" y="264065"/>
                </a:lnTo>
                <a:lnTo>
                  <a:pt x="119811" y="201717"/>
                </a:lnTo>
                <a:lnTo>
                  <a:pt x="179716" y="147753"/>
                </a:lnTo>
                <a:lnTo>
                  <a:pt x="239622" y="102170"/>
                </a:lnTo>
                <a:lnTo>
                  <a:pt x="299527" y="64971"/>
                </a:lnTo>
                <a:lnTo>
                  <a:pt x="359433" y="36154"/>
                </a:lnTo>
                <a:lnTo>
                  <a:pt x="419338" y="15720"/>
                </a:lnTo>
                <a:lnTo>
                  <a:pt x="479244" y="3669"/>
                </a:lnTo>
                <a:lnTo>
                  <a:pt x="539149" y="0"/>
                </a:lnTo>
                <a:lnTo>
                  <a:pt x="599055" y="4714"/>
                </a:lnTo>
                <a:lnTo>
                  <a:pt x="658960" y="17811"/>
                </a:lnTo>
                <a:lnTo>
                  <a:pt x="718866" y="39290"/>
                </a:lnTo>
                <a:lnTo>
                  <a:pt x="778771" y="69152"/>
                </a:lnTo>
                <a:lnTo>
                  <a:pt x="838677" y="107396"/>
                </a:lnTo>
                <a:lnTo>
                  <a:pt x="898582" y="154024"/>
                </a:lnTo>
                <a:lnTo>
                  <a:pt x="958488" y="209034"/>
                </a:lnTo>
              </a:path>
            </a:pathLst>
          </a:custGeom>
          <a:noFill/>
          <a:ln w="4286">
            <a:solidFill>
              <a:srgbClr val="CE4148">
                <a:alpha val="9000"/>
              </a:srgbClr>
            </a:solidFill>
            <a:prstDash val="solid"/>
          </a:ln>
        </p:spPr>
      </p:sp>
      <p:sp>
        <p:nvSpPr>
          <p:cNvPr id="208" name="knowledge-edge">
            <a:extLst>
              <a:ext uri="{FF2B5EF4-FFF2-40B4-BE49-F238E27FC236}">
                <a16:creationId xmlns:a16="http://schemas.microsoft.com/office/drawing/2014/main" id="{E3AE9A9B-251D-4AB6-A835-C9AFEFD10337}"/>
              </a:ext>
            </a:extLst>
          </p:cNvPr>
          <p:cNvSpPr>
            <a:spLocks noGrp="1"/>
          </p:cNvSpPr>
          <p:nvPr/>
        </p:nvSpPr>
        <p:spPr>
          <a:xfrm>
            <a:off x="5557492" y="7026059"/>
            <a:ext cx="312252" cy="151047"/>
          </a:xfrm>
          <a:custGeom>
            <a:avLst/>
            <a:gdLst/>
            <a:ahLst/>
            <a:cxnLst/>
            <a:rect l="0" t="0" r="0" b="0"/>
            <a:pathLst>
              <a:path w="312252" h="151047">
                <a:moveTo>
                  <a:pt x="0" y="151047"/>
                </a:moveTo>
                <a:lnTo>
                  <a:pt x="22304" y="122744"/>
                </a:lnTo>
                <a:lnTo>
                  <a:pt x="44607" y="97373"/>
                </a:lnTo>
                <a:lnTo>
                  <a:pt x="66911" y="74936"/>
                </a:lnTo>
                <a:lnTo>
                  <a:pt x="89215" y="55432"/>
                </a:lnTo>
                <a:lnTo>
                  <a:pt x="111519" y="38860"/>
                </a:lnTo>
                <a:lnTo>
                  <a:pt x="133822" y="25222"/>
                </a:lnTo>
                <a:lnTo>
                  <a:pt x="156126" y="14517"/>
                </a:lnTo>
                <a:lnTo>
                  <a:pt x="178430" y="6745"/>
                </a:lnTo>
                <a:lnTo>
                  <a:pt x="200734" y="1906"/>
                </a:lnTo>
                <a:lnTo>
                  <a:pt x="223037" y="0"/>
                </a:lnTo>
                <a:lnTo>
                  <a:pt x="245341" y="1027"/>
                </a:lnTo>
                <a:lnTo>
                  <a:pt x="267645" y="4987"/>
                </a:lnTo>
                <a:lnTo>
                  <a:pt x="289949" y="11880"/>
                </a:lnTo>
                <a:lnTo>
                  <a:pt x="312252" y="21707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9" name="knowledge-edge">
            <a:extLst>
              <a:ext uri="{FF2B5EF4-FFF2-40B4-BE49-F238E27FC236}">
                <a16:creationId xmlns:a16="http://schemas.microsoft.com/office/drawing/2014/main" id="{5AB663D8-CDD1-4709-B4DB-4162F2D1712F}"/>
              </a:ext>
            </a:extLst>
          </p:cNvPr>
          <p:cNvSpPr>
            <a:spLocks noGrp="1"/>
          </p:cNvSpPr>
          <p:nvPr/>
        </p:nvSpPr>
        <p:spPr>
          <a:xfrm>
            <a:off x="5978232" y="5869392"/>
            <a:ext cx="265434" cy="91151"/>
          </a:xfrm>
          <a:custGeom>
            <a:avLst/>
            <a:gdLst/>
            <a:ahLst/>
            <a:cxnLst/>
            <a:rect l="0" t="0" r="0" b="0"/>
            <a:pathLst>
              <a:path w="265434" h="91151">
                <a:moveTo>
                  <a:pt x="0" y="0"/>
                </a:moveTo>
                <a:lnTo>
                  <a:pt x="18960" y="10799"/>
                </a:lnTo>
                <a:lnTo>
                  <a:pt x="37919" y="20938"/>
                </a:lnTo>
                <a:lnTo>
                  <a:pt x="56879" y="30417"/>
                </a:lnTo>
                <a:lnTo>
                  <a:pt x="75838" y="39237"/>
                </a:lnTo>
                <a:lnTo>
                  <a:pt x="94798" y="47397"/>
                </a:lnTo>
                <a:lnTo>
                  <a:pt x="113757" y="54897"/>
                </a:lnTo>
                <a:lnTo>
                  <a:pt x="132717" y="61738"/>
                </a:lnTo>
                <a:lnTo>
                  <a:pt x="151677" y="67919"/>
                </a:lnTo>
                <a:lnTo>
                  <a:pt x="170636" y="73440"/>
                </a:lnTo>
                <a:lnTo>
                  <a:pt x="189596" y="78301"/>
                </a:lnTo>
                <a:lnTo>
                  <a:pt x="208555" y="82503"/>
                </a:lnTo>
                <a:lnTo>
                  <a:pt x="227515" y="86046"/>
                </a:lnTo>
                <a:lnTo>
                  <a:pt x="246474" y="88928"/>
                </a:lnTo>
                <a:lnTo>
                  <a:pt x="265434" y="91151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0" name="knowledge-cross-edge">
            <a:extLst>
              <a:ext uri="{FF2B5EF4-FFF2-40B4-BE49-F238E27FC236}">
                <a16:creationId xmlns:a16="http://schemas.microsoft.com/office/drawing/2014/main" id="{48FAA373-4DBE-4B61-A10D-8543E21A750C}"/>
              </a:ext>
            </a:extLst>
          </p:cNvPr>
          <p:cNvSpPr>
            <a:spLocks noGrp="1"/>
          </p:cNvSpPr>
          <p:nvPr/>
        </p:nvSpPr>
        <p:spPr>
          <a:xfrm>
            <a:off x="5978232" y="5857048"/>
            <a:ext cx="421206" cy="297261"/>
          </a:xfrm>
          <a:custGeom>
            <a:avLst/>
            <a:gdLst/>
            <a:ahLst/>
            <a:cxnLst/>
            <a:rect l="0" t="0" r="0" b="0"/>
            <a:pathLst>
              <a:path w="421206" h="297261">
                <a:moveTo>
                  <a:pt x="0" y="12343"/>
                </a:moveTo>
                <a:lnTo>
                  <a:pt x="49653" y="3180"/>
                </a:lnTo>
                <a:lnTo>
                  <a:pt x="96659" y="0"/>
                </a:lnTo>
                <a:lnTo>
                  <a:pt x="141020" y="2803"/>
                </a:lnTo>
                <a:lnTo>
                  <a:pt x="182735" y="11588"/>
                </a:lnTo>
                <a:lnTo>
                  <a:pt x="221805" y="26357"/>
                </a:lnTo>
                <a:lnTo>
                  <a:pt x="258228" y="47109"/>
                </a:lnTo>
                <a:lnTo>
                  <a:pt x="292005" y="73843"/>
                </a:lnTo>
                <a:lnTo>
                  <a:pt x="323137" y="106561"/>
                </a:lnTo>
                <a:lnTo>
                  <a:pt x="351623" y="145261"/>
                </a:lnTo>
                <a:lnTo>
                  <a:pt x="377463" y="189945"/>
                </a:lnTo>
                <a:lnTo>
                  <a:pt x="400657" y="240611"/>
                </a:lnTo>
                <a:lnTo>
                  <a:pt x="421206" y="297261"/>
                </a:lnTo>
              </a:path>
            </a:pathLst>
          </a:custGeom>
          <a:noFill/>
          <a:ln w="5334">
            <a:solidFill>
              <a:srgbClr val="E1423B">
                <a:alpha val="13000"/>
              </a:srgbClr>
            </a:solidFill>
            <a:prstDash val="solid"/>
          </a:ln>
        </p:spPr>
      </p:sp>
      <p:sp>
        <p:nvSpPr>
          <p:cNvPr id="211" name="knowledge-long-edge">
            <a:extLst>
              <a:ext uri="{FF2B5EF4-FFF2-40B4-BE49-F238E27FC236}">
                <a16:creationId xmlns:a16="http://schemas.microsoft.com/office/drawing/2014/main" id="{662D9378-1908-4B24-B383-03979881EDF9}"/>
              </a:ext>
            </a:extLst>
          </p:cNvPr>
          <p:cNvSpPr>
            <a:spLocks noGrp="1"/>
          </p:cNvSpPr>
          <p:nvPr/>
        </p:nvSpPr>
        <p:spPr>
          <a:xfrm>
            <a:off x="5978232" y="5724936"/>
            <a:ext cx="874895" cy="627129"/>
          </a:xfrm>
          <a:custGeom>
            <a:avLst/>
            <a:gdLst/>
            <a:ahLst/>
            <a:cxnLst/>
            <a:rect l="0" t="0" r="0" b="0"/>
            <a:pathLst>
              <a:path w="874895" h="627129">
                <a:moveTo>
                  <a:pt x="0" y="144456"/>
                </a:moveTo>
                <a:lnTo>
                  <a:pt x="54681" y="94089"/>
                </a:lnTo>
                <a:lnTo>
                  <a:pt x="109362" y="54460"/>
                </a:lnTo>
                <a:lnTo>
                  <a:pt x="164043" y="25569"/>
                </a:lnTo>
                <a:lnTo>
                  <a:pt x="218724" y="7415"/>
                </a:lnTo>
                <a:lnTo>
                  <a:pt x="273405" y="0"/>
                </a:lnTo>
                <a:lnTo>
                  <a:pt x="328086" y="3322"/>
                </a:lnTo>
                <a:lnTo>
                  <a:pt x="382767" y="17383"/>
                </a:lnTo>
                <a:lnTo>
                  <a:pt x="437448" y="42181"/>
                </a:lnTo>
                <a:lnTo>
                  <a:pt x="492128" y="77717"/>
                </a:lnTo>
                <a:lnTo>
                  <a:pt x="546809" y="123991"/>
                </a:lnTo>
                <a:lnTo>
                  <a:pt x="601490" y="181002"/>
                </a:lnTo>
                <a:lnTo>
                  <a:pt x="656171" y="248752"/>
                </a:lnTo>
                <a:lnTo>
                  <a:pt x="710852" y="327240"/>
                </a:lnTo>
                <a:lnTo>
                  <a:pt x="765533" y="416465"/>
                </a:lnTo>
                <a:lnTo>
                  <a:pt x="820214" y="516428"/>
                </a:lnTo>
                <a:lnTo>
                  <a:pt x="874895" y="627129"/>
                </a:lnTo>
              </a:path>
            </a:pathLst>
          </a:custGeom>
          <a:noFill/>
          <a:ln w="4286">
            <a:solidFill>
              <a:srgbClr val="E1423B">
                <a:alpha val="9000"/>
              </a:srgbClr>
            </a:solidFill>
            <a:prstDash val="solid"/>
          </a:ln>
        </p:spPr>
      </p:sp>
      <p:sp>
        <p:nvSpPr>
          <p:cNvPr id="212" name="knowledge-edge">
            <a:extLst>
              <a:ext uri="{FF2B5EF4-FFF2-40B4-BE49-F238E27FC236}">
                <a16:creationId xmlns:a16="http://schemas.microsoft.com/office/drawing/2014/main" id="{3DFD11ED-2204-4675-8BDD-5362BB4AC546}"/>
              </a:ext>
            </a:extLst>
          </p:cNvPr>
          <p:cNvSpPr>
            <a:spLocks noGrp="1"/>
          </p:cNvSpPr>
          <p:nvPr/>
        </p:nvSpPr>
        <p:spPr>
          <a:xfrm>
            <a:off x="5947806" y="6145803"/>
            <a:ext cx="451632" cy="20261"/>
          </a:xfrm>
          <a:custGeom>
            <a:avLst/>
            <a:gdLst/>
            <a:ahLst/>
            <a:cxnLst/>
            <a:rect l="0" t="0" r="0" b="0"/>
            <a:pathLst>
              <a:path w="451632" h="20261">
                <a:moveTo>
                  <a:pt x="0" y="0"/>
                </a:moveTo>
                <a:lnTo>
                  <a:pt x="32259" y="4778"/>
                </a:lnTo>
                <a:lnTo>
                  <a:pt x="64519" y="8915"/>
                </a:lnTo>
                <a:lnTo>
                  <a:pt x="96778" y="12410"/>
                </a:lnTo>
                <a:lnTo>
                  <a:pt x="129038" y="15264"/>
                </a:lnTo>
                <a:lnTo>
                  <a:pt x="161297" y="17476"/>
                </a:lnTo>
                <a:lnTo>
                  <a:pt x="193557" y="19046"/>
                </a:lnTo>
                <a:lnTo>
                  <a:pt x="225816" y="19974"/>
                </a:lnTo>
                <a:lnTo>
                  <a:pt x="258075" y="20261"/>
                </a:lnTo>
                <a:lnTo>
                  <a:pt x="290335" y="19906"/>
                </a:lnTo>
                <a:lnTo>
                  <a:pt x="322594" y="18909"/>
                </a:lnTo>
                <a:lnTo>
                  <a:pt x="354854" y="17271"/>
                </a:lnTo>
                <a:lnTo>
                  <a:pt x="387113" y="14991"/>
                </a:lnTo>
                <a:lnTo>
                  <a:pt x="419373" y="12070"/>
                </a:lnTo>
                <a:lnTo>
                  <a:pt x="451632" y="8506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3" name="knowledge-cross-edge">
            <a:extLst>
              <a:ext uri="{FF2B5EF4-FFF2-40B4-BE49-F238E27FC236}">
                <a16:creationId xmlns:a16="http://schemas.microsoft.com/office/drawing/2014/main" id="{23CB2661-4D9D-4920-93A6-73E4D1FDFD96}"/>
              </a:ext>
            </a:extLst>
          </p:cNvPr>
          <p:cNvSpPr>
            <a:spLocks noGrp="1"/>
          </p:cNvSpPr>
          <p:nvPr/>
        </p:nvSpPr>
        <p:spPr>
          <a:xfrm>
            <a:off x="5947806" y="6145803"/>
            <a:ext cx="334554" cy="387314"/>
          </a:xfrm>
          <a:custGeom>
            <a:avLst/>
            <a:gdLst/>
            <a:ahLst/>
            <a:cxnLst/>
            <a:rect l="0" t="0" r="0" b="0"/>
            <a:pathLst>
              <a:path w="334554" h="387314">
                <a:moveTo>
                  <a:pt x="0" y="0"/>
                </a:moveTo>
                <a:lnTo>
                  <a:pt x="42432" y="10779"/>
                </a:lnTo>
                <a:lnTo>
                  <a:pt x="82217" y="25467"/>
                </a:lnTo>
                <a:lnTo>
                  <a:pt x="119357" y="44064"/>
                </a:lnTo>
                <a:lnTo>
                  <a:pt x="153851" y="66569"/>
                </a:lnTo>
                <a:lnTo>
                  <a:pt x="185700" y="92982"/>
                </a:lnTo>
                <a:lnTo>
                  <a:pt x="214902" y="123304"/>
                </a:lnTo>
                <a:lnTo>
                  <a:pt x="241459" y="157535"/>
                </a:lnTo>
                <a:lnTo>
                  <a:pt x="265369" y="195673"/>
                </a:lnTo>
                <a:lnTo>
                  <a:pt x="286634" y="237721"/>
                </a:lnTo>
                <a:lnTo>
                  <a:pt x="305253" y="283677"/>
                </a:lnTo>
                <a:lnTo>
                  <a:pt x="321227" y="333541"/>
                </a:lnTo>
                <a:lnTo>
                  <a:pt x="334554" y="387314"/>
                </a:lnTo>
              </a:path>
            </a:pathLst>
          </a:custGeom>
          <a:noFill/>
          <a:ln w="5334">
            <a:solidFill>
              <a:srgbClr val="E1423B">
                <a:alpha val="13000"/>
              </a:srgbClr>
            </a:solidFill>
            <a:prstDash val="solid"/>
          </a:ln>
        </p:spPr>
      </p:sp>
      <p:sp>
        <p:nvSpPr>
          <p:cNvPr id="214" name="knowledge-edge">
            <a:extLst>
              <a:ext uri="{FF2B5EF4-FFF2-40B4-BE49-F238E27FC236}">
                <a16:creationId xmlns:a16="http://schemas.microsoft.com/office/drawing/2014/main" id="{0203A4DA-C809-48A7-9768-6D67D22E0D8E}"/>
              </a:ext>
            </a:extLst>
          </p:cNvPr>
          <p:cNvSpPr>
            <a:spLocks noGrp="1"/>
          </p:cNvSpPr>
          <p:nvPr/>
        </p:nvSpPr>
        <p:spPr>
          <a:xfrm>
            <a:off x="5856544" y="6492614"/>
            <a:ext cx="425816" cy="59870"/>
          </a:xfrm>
          <a:custGeom>
            <a:avLst/>
            <a:gdLst/>
            <a:ahLst/>
            <a:cxnLst/>
            <a:rect l="0" t="0" r="0" b="0"/>
            <a:pathLst>
              <a:path w="425816" h="59870">
                <a:moveTo>
                  <a:pt x="0" y="0"/>
                </a:moveTo>
                <a:lnTo>
                  <a:pt x="30415" y="12667"/>
                </a:lnTo>
                <a:lnTo>
                  <a:pt x="60831" y="23830"/>
                </a:lnTo>
                <a:lnTo>
                  <a:pt x="91246" y="33489"/>
                </a:lnTo>
                <a:lnTo>
                  <a:pt x="121662" y="41645"/>
                </a:lnTo>
                <a:lnTo>
                  <a:pt x="152077" y="48297"/>
                </a:lnTo>
                <a:lnTo>
                  <a:pt x="182493" y="53446"/>
                </a:lnTo>
                <a:lnTo>
                  <a:pt x="212908" y="57091"/>
                </a:lnTo>
                <a:lnTo>
                  <a:pt x="243324" y="59232"/>
                </a:lnTo>
                <a:lnTo>
                  <a:pt x="273739" y="59870"/>
                </a:lnTo>
                <a:lnTo>
                  <a:pt x="304154" y="59004"/>
                </a:lnTo>
                <a:lnTo>
                  <a:pt x="334570" y="56634"/>
                </a:lnTo>
                <a:lnTo>
                  <a:pt x="364985" y="52760"/>
                </a:lnTo>
                <a:lnTo>
                  <a:pt x="395401" y="47383"/>
                </a:lnTo>
                <a:lnTo>
                  <a:pt x="425816" y="40503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5" name="knowledge-edge">
            <a:extLst>
              <a:ext uri="{FF2B5EF4-FFF2-40B4-BE49-F238E27FC236}">
                <a16:creationId xmlns:a16="http://schemas.microsoft.com/office/drawing/2014/main" id="{58387B91-D89C-4E4B-AF36-D35FEA6A2B83}"/>
              </a:ext>
            </a:extLst>
          </p:cNvPr>
          <p:cNvSpPr>
            <a:spLocks noGrp="1"/>
          </p:cNvSpPr>
          <p:nvPr/>
        </p:nvSpPr>
        <p:spPr>
          <a:xfrm>
            <a:off x="6089968" y="6683892"/>
            <a:ext cx="209444" cy="39939"/>
          </a:xfrm>
          <a:custGeom>
            <a:avLst/>
            <a:gdLst/>
            <a:ahLst/>
            <a:cxnLst/>
            <a:rect l="0" t="0" r="0" b="0"/>
            <a:pathLst>
              <a:path w="209444" h="39939">
                <a:moveTo>
                  <a:pt x="0" y="26319"/>
                </a:moveTo>
                <a:lnTo>
                  <a:pt x="14960" y="31089"/>
                </a:lnTo>
                <a:lnTo>
                  <a:pt x="29921" y="34836"/>
                </a:lnTo>
                <a:lnTo>
                  <a:pt x="44881" y="37560"/>
                </a:lnTo>
                <a:lnTo>
                  <a:pt x="59841" y="39261"/>
                </a:lnTo>
                <a:lnTo>
                  <a:pt x="74802" y="39939"/>
                </a:lnTo>
                <a:lnTo>
                  <a:pt x="89762" y="39594"/>
                </a:lnTo>
                <a:lnTo>
                  <a:pt x="104722" y="38226"/>
                </a:lnTo>
                <a:lnTo>
                  <a:pt x="119683" y="35834"/>
                </a:lnTo>
                <a:lnTo>
                  <a:pt x="134643" y="32420"/>
                </a:lnTo>
                <a:lnTo>
                  <a:pt x="149603" y="27982"/>
                </a:lnTo>
                <a:lnTo>
                  <a:pt x="164563" y="22521"/>
                </a:lnTo>
                <a:lnTo>
                  <a:pt x="179524" y="16037"/>
                </a:lnTo>
                <a:lnTo>
                  <a:pt x="194484" y="8530"/>
                </a:lnTo>
                <a:lnTo>
                  <a:pt x="209444" y="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6" name="knowledge-edge">
            <a:extLst>
              <a:ext uri="{FF2B5EF4-FFF2-40B4-BE49-F238E27FC236}">
                <a16:creationId xmlns:a16="http://schemas.microsoft.com/office/drawing/2014/main" id="{C1D5D93A-7FCA-4FD6-B678-0EF3F7054E14}"/>
              </a:ext>
            </a:extLst>
          </p:cNvPr>
          <p:cNvSpPr>
            <a:spLocks noGrp="1"/>
          </p:cNvSpPr>
          <p:nvPr/>
        </p:nvSpPr>
        <p:spPr>
          <a:xfrm>
            <a:off x="5835919" y="6753519"/>
            <a:ext cx="643870" cy="97866"/>
          </a:xfrm>
          <a:custGeom>
            <a:avLst/>
            <a:gdLst/>
            <a:ahLst/>
            <a:cxnLst/>
            <a:rect l="0" t="0" r="0" b="0"/>
            <a:pathLst>
              <a:path w="643870" h="97866">
                <a:moveTo>
                  <a:pt x="0" y="97866"/>
                </a:moveTo>
                <a:lnTo>
                  <a:pt x="45991" y="75962"/>
                </a:lnTo>
                <a:lnTo>
                  <a:pt x="91981" y="56822"/>
                </a:lnTo>
                <a:lnTo>
                  <a:pt x="137972" y="40444"/>
                </a:lnTo>
                <a:lnTo>
                  <a:pt x="183963" y="26830"/>
                </a:lnTo>
                <a:lnTo>
                  <a:pt x="229953" y="15978"/>
                </a:lnTo>
                <a:lnTo>
                  <a:pt x="275944" y="7889"/>
                </a:lnTo>
                <a:lnTo>
                  <a:pt x="321935" y="2563"/>
                </a:lnTo>
                <a:lnTo>
                  <a:pt x="367926" y="0"/>
                </a:lnTo>
                <a:lnTo>
                  <a:pt x="413916" y="200"/>
                </a:lnTo>
                <a:lnTo>
                  <a:pt x="459907" y="3163"/>
                </a:lnTo>
                <a:lnTo>
                  <a:pt x="505898" y="8889"/>
                </a:lnTo>
                <a:lnTo>
                  <a:pt x="551888" y="17377"/>
                </a:lnTo>
                <a:lnTo>
                  <a:pt x="597879" y="28629"/>
                </a:lnTo>
                <a:lnTo>
                  <a:pt x="643870" y="42643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7" name="knowledge-cross-edge">
            <a:extLst>
              <a:ext uri="{FF2B5EF4-FFF2-40B4-BE49-F238E27FC236}">
                <a16:creationId xmlns:a16="http://schemas.microsoft.com/office/drawing/2014/main" id="{DA11E36C-C0BB-4787-AC5A-A5483D0750FA}"/>
              </a:ext>
            </a:extLst>
          </p:cNvPr>
          <p:cNvSpPr>
            <a:spLocks noGrp="1"/>
          </p:cNvSpPr>
          <p:nvPr/>
        </p:nvSpPr>
        <p:spPr>
          <a:xfrm>
            <a:off x="5835919" y="6683892"/>
            <a:ext cx="463493" cy="167492"/>
          </a:xfrm>
          <a:custGeom>
            <a:avLst/>
            <a:gdLst/>
            <a:ahLst/>
            <a:cxnLst/>
            <a:rect l="0" t="0" r="0" b="0"/>
            <a:pathLst>
              <a:path w="463493" h="167492">
                <a:moveTo>
                  <a:pt x="0" y="167492"/>
                </a:moveTo>
                <a:lnTo>
                  <a:pt x="24072" y="153139"/>
                </a:lnTo>
                <a:lnTo>
                  <a:pt x="50790" y="138859"/>
                </a:lnTo>
                <a:lnTo>
                  <a:pt x="80154" y="124650"/>
                </a:lnTo>
                <a:lnTo>
                  <a:pt x="112164" y="110512"/>
                </a:lnTo>
                <a:lnTo>
                  <a:pt x="146820" y="96447"/>
                </a:lnTo>
                <a:lnTo>
                  <a:pt x="184121" y="82454"/>
                </a:lnTo>
                <a:lnTo>
                  <a:pt x="224069" y="68532"/>
                </a:lnTo>
                <a:lnTo>
                  <a:pt x="266662" y="54682"/>
                </a:lnTo>
                <a:lnTo>
                  <a:pt x="311901" y="40904"/>
                </a:lnTo>
                <a:lnTo>
                  <a:pt x="359786" y="27197"/>
                </a:lnTo>
                <a:lnTo>
                  <a:pt x="410316" y="13563"/>
                </a:lnTo>
                <a:lnTo>
                  <a:pt x="463493" y="0"/>
                </a:lnTo>
              </a:path>
            </a:pathLst>
          </a:custGeom>
          <a:noFill/>
          <a:ln w="4953">
            <a:solidFill>
              <a:srgbClr val="E1423B">
                <a:alpha val="12000"/>
              </a:srgbClr>
            </a:solidFill>
            <a:prstDash val="solid"/>
          </a:ln>
        </p:spPr>
      </p:sp>
      <p:sp>
        <p:nvSpPr>
          <p:cNvPr id="218" name="knowledge-edge">
            <a:extLst>
              <a:ext uri="{FF2B5EF4-FFF2-40B4-BE49-F238E27FC236}">
                <a16:creationId xmlns:a16="http://schemas.microsoft.com/office/drawing/2014/main" id="{AAA90B28-0342-44F6-A630-F55F56DA97F9}"/>
              </a:ext>
            </a:extLst>
          </p:cNvPr>
          <p:cNvSpPr>
            <a:spLocks noGrp="1"/>
          </p:cNvSpPr>
          <p:nvPr/>
        </p:nvSpPr>
        <p:spPr>
          <a:xfrm>
            <a:off x="5867948" y="6792521"/>
            <a:ext cx="548613" cy="173272"/>
          </a:xfrm>
          <a:custGeom>
            <a:avLst/>
            <a:gdLst/>
            <a:ahLst/>
            <a:cxnLst/>
            <a:rect l="0" t="0" r="0" b="0"/>
            <a:pathLst>
              <a:path w="548613" h="173272">
                <a:moveTo>
                  <a:pt x="0" y="157487"/>
                </a:moveTo>
                <a:lnTo>
                  <a:pt x="39187" y="165751"/>
                </a:lnTo>
                <a:lnTo>
                  <a:pt x="78373" y="171012"/>
                </a:lnTo>
                <a:lnTo>
                  <a:pt x="117560" y="173272"/>
                </a:lnTo>
                <a:lnTo>
                  <a:pt x="156747" y="172530"/>
                </a:lnTo>
                <a:lnTo>
                  <a:pt x="195933" y="168785"/>
                </a:lnTo>
                <a:lnTo>
                  <a:pt x="235120" y="162039"/>
                </a:lnTo>
                <a:lnTo>
                  <a:pt x="274306" y="152291"/>
                </a:lnTo>
                <a:lnTo>
                  <a:pt x="313493" y="139541"/>
                </a:lnTo>
                <a:lnTo>
                  <a:pt x="352680" y="123789"/>
                </a:lnTo>
                <a:lnTo>
                  <a:pt x="391866" y="105035"/>
                </a:lnTo>
                <a:lnTo>
                  <a:pt x="431053" y="83279"/>
                </a:lnTo>
                <a:lnTo>
                  <a:pt x="470240" y="58521"/>
                </a:lnTo>
                <a:lnTo>
                  <a:pt x="509426" y="30762"/>
                </a:lnTo>
                <a:lnTo>
                  <a:pt x="548613" y="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9" name="knowledge-cross-edge">
            <a:extLst>
              <a:ext uri="{FF2B5EF4-FFF2-40B4-BE49-F238E27FC236}">
                <a16:creationId xmlns:a16="http://schemas.microsoft.com/office/drawing/2014/main" id="{A0A893EB-555B-4098-8565-7610A0186007}"/>
              </a:ext>
            </a:extLst>
          </p:cNvPr>
          <p:cNvSpPr>
            <a:spLocks noGrp="1"/>
          </p:cNvSpPr>
          <p:nvPr/>
        </p:nvSpPr>
        <p:spPr>
          <a:xfrm>
            <a:off x="5867948" y="6950008"/>
            <a:ext cx="482085" cy="70261"/>
          </a:xfrm>
          <a:custGeom>
            <a:avLst/>
            <a:gdLst/>
            <a:ahLst/>
            <a:cxnLst/>
            <a:rect l="0" t="0" r="0" b="0"/>
            <a:pathLst>
              <a:path w="482085" h="70261">
                <a:moveTo>
                  <a:pt x="0" y="0"/>
                </a:moveTo>
                <a:lnTo>
                  <a:pt x="54726" y="4392"/>
                </a:lnTo>
                <a:lnTo>
                  <a:pt x="106806" y="9051"/>
                </a:lnTo>
                <a:lnTo>
                  <a:pt x="156240" y="13975"/>
                </a:lnTo>
                <a:lnTo>
                  <a:pt x="203028" y="19165"/>
                </a:lnTo>
                <a:lnTo>
                  <a:pt x="247171" y="24621"/>
                </a:lnTo>
                <a:lnTo>
                  <a:pt x="288667" y="30343"/>
                </a:lnTo>
                <a:lnTo>
                  <a:pt x="327518" y="36331"/>
                </a:lnTo>
                <a:lnTo>
                  <a:pt x="363723" y="42585"/>
                </a:lnTo>
                <a:lnTo>
                  <a:pt x="397282" y="49105"/>
                </a:lnTo>
                <a:lnTo>
                  <a:pt x="428195" y="55891"/>
                </a:lnTo>
                <a:lnTo>
                  <a:pt x="456463" y="62943"/>
                </a:lnTo>
                <a:lnTo>
                  <a:pt x="482085" y="70261"/>
                </a:lnTo>
              </a:path>
            </a:pathLst>
          </a:custGeom>
          <a:noFill/>
          <a:ln w="5334">
            <a:solidFill>
              <a:srgbClr val="E1423B">
                <a:alpha val="13000"/>
              </a:srgbClr>
            </a:solidFill>
            <a:prstDash val="solid"/>
          </a:ln>
        </p:spPr>
      </p:sp>
      <p:sp>
        <p:nvSpPr>
          <p:cNvPr id="220" name="knowledge-edge">
            <a:extLst>
              <a:ext uri="{FF2B5EF4-FFF2-40B4-BE49-F238E27FC236}">
                <a16:creationId xmlns:a16="http://schemas.microsoft.com/office/drawing/2014/main" id="{22697ECE-E6F2-4BD1-9C96-33BA5106262A}"/>
              </a:ext>
            </a:extLst>
          </p:cNvPr>
          <p:cNvSpPr>
            <a:spLocks noGrp="1"/>
          </p:cNvSpPr>
          <p:nvPr/>
        </p:nvSpPr>
        <p:spPr>
          <a:xfrm>
            <a:off x="5869744" y="7020268"/>
            <a:ext cx="480288" cy="69113"/>
          </a:xfrm>
          <a:custGeom>
            <a:avLst/>
            <a:gdLst/>
            <a:ahLst/>
            <a:cxnLst/>
            <a:rect l="0" t="0" r="0" b="0"/>
            <a:pathLst>
              <a:path w="480288" h="69113">
                <a:moveTo>
                  <a:pt x="0" y="27497"/>
                </a:moveTo>
                <a:lnTo>
                  <a:pt x="34306" y="39995"/>
                </a:lnTo>
                <a:lnTo>
                  <a:pt x="68613" y="50269"/>
                </a:lnTo>
                <a:lnTo>
                  <a:pt x="102919" y="58317"/>
                </a:lnTo>
                <a:lnTo>
                  <a:pt x="137225" y="64141"/>
                </a:lnTo>
                <a:lnTo>
                  <a:pt x="171531" y="67739"/>
                </a:lnTo>
                <a:lnTo>
                  <a:pt x="205838" y="69113"/>
                </a:lnTo>
                <a:lnTo>
                  <a:pt x="240144" y="68261"/>
                </a:lnTo>
                <a:lnTo>
                  <a:pt x="274450" y="65185"/>
                </a:lnTo>
                <a:lnTo>
                  <a:pt x="308757" y="59883"/>
                </a:lnTo>
                <a:lnTo>
                  <a:pt x="343063" y="52356"/>
                </a:lnTo>
                <a:lnTo>
                  <a:pt x="377369" y="42605"/>
                </a:lnTo>
                <a:lnTo>
                  <a:pt x="411676" y="30628"/>
                </a:lnTo>
                <a:lnTo>
                  <a:pt x="445982" y="16427"/>
                </a:lnTo>
                <a:lnTo>
                  <a:pt x="480288" y="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21" name="knowledge-long-edge">
            <a:extLst>
              <a:ext uri="{FF2B5EF4-FFF2-40B4-BE49-F238E27FC236}">
                <a16:creationId xmlns:a16="http://schemas.microsoft.com/office/drawing/2014/main" id="{8B061415-E402-4E00-BA07-C7BFB03E2FB0}"/>
              </a:ext>
            </a:extLst>
          </p:cNvPr>
          <p:cNvSpPr>
            <a:spLocks noGrp="1"/>
          </p:cNvSpPr>
          <p:nvPr/>
        </p:nvSpPr>
        <p:spPr>
          <a:xfrm>
            <a:off x="5869744" y="6668501"/>
            <a:ext cx="986074" cy="379265"/>
          </a:xfrm>
          <a:custGeom>
            <a:avLst/>
            <a:gdLst/>
            <a:ahLst/>
            <a:cxnLst/>
            <a:rect l="0" t="0" r="0" b="0"/>
            <a:pathLst>
              <a:path w="986074" h="379265">
                <a:moveTo>
                  <a:pt x="0" y="379265"/>
                </a:moveTo>
                <a:lnTo>
                  <a:pt x="61630" y="297133"/>
                </a:lnTo>
                <a:lnTo>
                  <a:pt x="123259" y="224999"/>
                </a:lnTo>
                <a:lnTo>
                  <a:pt x="184889" y="162862"/>
                </a:lnTo>
                <a:lnTo>
                  <a:pt x="246519" y="110724"/>
                </a:lnTo>
                <a:lnTo>
                  <a:pt x="308148" y="68583"/>
                </a:lnTo>
                <a:lnTo>
                  <a:pt x="369778" y="36441"/>
                </a:lnTo>
                <a:lnTo>
                  <a:pt x="431407" y="14296"/>
                </a:lnTo>
                <a:lnTo>
                  <a:pt x="493037" y="2149"/>
                </a:lnTo>
                <a:lnTo>
                  <a:pt x="554667" y="0"/>
                </a:lnTo>
                <a:lnTo>
                  <a:pt x="616296" y="7849"/>
                </a:lnTo>
                <a:lnTo>
                  <a:pt x="677926" y="25696"/>
                </a:lnTo>
                <a:lnTo>
                  <a:pt x="739556" y="53540"/>
                </a:lnTo>
                <a:lnTo>
                  <a:pt x="801185" y="91383"/>
                </a:lnTo>
                <a:lnTo>
                  <a:pt x="862815" y="139223"/>
                </a:lnTo>
                <a:lnTo>
                  <a:pt x="924444" y="197062"/>
                </a:lnTo>
                <a:lnTo>
                  <a:pt x="986074" y="264898"/>
                </a:lnTo>
              </a:path>
            </a:pathLst>
          </a:custGeom>
          <a:noFill/>
          <a:ln w="4286">
            <a:solidFill>
              <a:srgbClr val="E1423B">
                <a:alpha val="9000"/>
              </a:srgbClr>
            </a:solidFill>
            <a:prstDash val="solid"/>
          </a:ln>
        </p:spPr>
      </p:sp>
      <p:sp>
        <p:nvSpPr>
          <p:cNvPr id="222" name="knowledge-edge">
            <a:extLst>
              <a:ext uri="{FF2B5EF4-FFF2-40B4-BE49-F238E27FC236}">
                <a16:creationId xmlns:a16="http://schemas.microsoft.com/office/drawing/2014/main" id="{CECC6C71-7A89-4998-8344-486D0BD0F4D5}"/>
              </a:ext>
            </a:extLst>
          </p:cNvPr>
          <p:cNvSpPr>
            <a:spLocks noGrp="1"/>
          </p:cNvSpPr>
          <p:nvPr/>
        </p:nvSpPr>
        <p:spPr>
          <a:xfrm>
            <a:off x="6243666" y="5960543"/>
            <a:ext cx="507830" cy="83334"/>
          </a:xfrm>
          <a:custGeom>
            <a:avLst/>
            <a:gdLst/>
            <a:ahLst/>
            <a:cxnLst/>
            <a:rect l="0" t="0" r="0" b="0"/>
            <a:pathLst>
              <a:path w="507830" h="83334">
                <a:moveTo>
                  <a:pt x="0" y="0"/>
                </a:moveTo>
                <a:lnTo>
                  <a:pt x="36274" y="19232"/>
                </a:lnTo>
                <a:lnTo>
                  <a:pt x="72547" y="35945"/>
                </a:lnTo>
                <a:lnTo>
                  <a:pt x="108821" y="50140"/>
                </a:lnTo>
                <a:lnTo>
                  <a:pt x="145094" y="61816"/>
                </a:lnTo>
                <a:lnTo>
                  <a:pt x="181368" y="70973"/>
                </a:lnTo>
                <a:lnTo>
                  <a:pt x="217641" y="77612"/>
                </a:lnTo>
                <a:lnTo>
                  <a:pt x="253915" y="81733"/>
                </a:lnTo>
                <a:lnTo>
                  <a:pt x="290188" y="83334"/>
                </a:lnTo>
                <a:lnTo>
                  <a:pt x="326462" y="82418"/>
                </a:lnTo>
                <a:lnTo>
                  <a:pt x="362735" y="78983"/>
                </a:lnTo>
                <a:lnTo>
                  <a:pt x="399009" y="73029"/>
                </a:lnTo>
                <a:lnTo>
                  <a:pt x="435282" y="64557"/>
                </a:lnTo>
                <a:lnTo>
                  <a:pt x="471556" y="53566"/>
                </a:lnTo>
                <a:lnTo>
                  <a:pt x="507830" y="40056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23" name="knowledge-edge">
            <a:extLst>
              <a:ext uri="{FF2B5EF4-FFF2-40B4-BE49-F238E27FC236}">
                <a16:creationId xmlns:a16="http://schemas.microsoft.com/office/drawing/2014/main" id="{E2A3C487-591D-4773-86C7-8E413C5CCD84}"/>
              </a:ext>
            </a:extLst>
          </p:cNvPr>
          <p:cNvSpPr>
            <a:spLocks noGrp="1"/>
          </p:cNvSpPr>
          <p:nvPr/>
        </p:nvSpPr>
        <p:spPr>
          <a:xfrm>
            <a:off x="6399438" y="6151387"/>
            <a:ext cx="453689" cy="200678"/>
          </a:xfrm>
          <a:custGeom>
            <a:avLst/>
            <a:gdLst/>
            <a:ahLst/>
            <a:cxnLst/>
            <a:rect l="0" t="0" r="0" b="0"/>
            <a:pathLst>
              <a:path w="453689" h="200678">
                <a:moveTo>
                  <a:pt x="0" y="2923"/>
                </a:moveTo>
                <a:lnTo>
                  <a:pt x="32406" y="162"/>
                </a:lnTo>
                <a:lnTo>
                  <a:pt x="64813" y="0"/>
                </a:lnTo>
                <a:lnTo>
                  <a:pt x="97219" y="2435"/>
                </a:lnTo>
                <a:lnTo>
                  <a:pt x="129625" y="7469"/>
                </a:lnTo>
                <a:lnTo>
                  <a:pt x="162032" y="15099"/>
                </a:lnTo>
                <a:lnTo>
                  <a:pt x="194438" y="25328"/>
                </a:lnTo>
                <a:lnTo>
                  <a:pt x="226845" y="38155"/>
                </a:lnTo>
                <a:lnTo>
                  <a:pt x="259251" y="53579"/>
                </a:lnTo>
                <a:lnTo>
                  <a:pt x="291657" y="71601"/>
                </a:lnTo>
                <a:lnTo>
                  <a:pt x="324064" y="92221"/>
                </a:lnTo>
                <a:lnTo>
                  <a:pt x="356470" y="115439"/>
                </a:lnTo>
                <a:lnTo>
                  <a:pt x="388876" y="141254"/>
                </a:lnTo>
                <a:lnTo>
                  <a:pt x="421283" y="169667"/>
                </a:lnTo>
                <a:lnTo>
                  <a:pt x="453689" y="200678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24" name="knowledge-cross-edge">
            <a:extLst>
              <a:ext uri="{FF2B5EF4-FFF2-40B4-BE49-F238E27FC236}">
                <a16:creationId xmlns:a16="http://schemas.microsoft.com/office/drawing/2014/main" id="{3DBCD699-7BBC-409C-88CE-B660F6CDE138}"/>
              </a:ext>
            </a:extLst>
          </p:cNvPr>
          <p:cNvSpPr>
            <a:spLocks noGrp="1"/>
          </p:cNvSpPr>
          <p:nvPr/>
        </p:nvSpPr>
        <p:spPr>
          <a:xfrm>
            <a:off x="6399438" y="6154309"/>
            <a:ext cx="462646" cy="347739"/>
          </a:xfrm>
          <a:custGeom>
            <a:avLst/>
            <a:gdLst/>
            <a:ahLst/>
            <a:cxnLst/>
            <a:rect l="0" t="0" r="0" b="0"/>
            <a:pathLst>
              <a:path w="462646" h="347739">
                <a:moveTo>
                  <a:pt x="0" y="0"/>
                </a:moveTo>
                <a:lnTo>
                  <a:pt x="53106" y="3249"/>
                </a:lnTo>
                <a:lnTo>
                  <a:pt x="103566" y="11176"/>
                </a:lnTo>
                <a:lnTo>
                  <a:pt x="151380" y="23781"/>
                </a:lnTo>
                <a:lnTo>
                  <a:pt x="196549" y="41064"/>
                </a:lnTo>
                <a:lnTo>
                  <a:pt x="239071" y="63025"/>
                </a:lnTo>
                <a:lnTo>
                  <a:pt x="278948" y="89664"/>
                </a:lnTo>
                <a:lnTo>
                  <a:pt x="316179" y="120981"/>
                </a:lnTo>
                <a:lnTo>
                  <a:pt x="350764" y="156977"/>
                </a:lnTo>
                <a:lnTo>
                  <a:pt x="382703" y="197650"/>
                </a:lnTo>
                <a:lnTo>
                  <a:pt x="411997" y="243002"/>
                </a:lnTo>
                <a:lnTo>
                  <a:pt x="438644" y="293032"/>
                </a:lnTo>
                <a:lnTo>
                  <a:pt x="462646" y="347739"/>
                </a:lnTo>
              </a:path>
            </a:pathLst>
          </a:custGeom>
          <a:noFill/>
          <a:ln w="5334">
            <a:solidFill>
              <a:srgbClr val="EB4B32">
                <a:alpha val="13000"/>
              </a:srgbClr>
            </a:solidFill>
            <a:prstDash val="solid"/>
          </a:ln>
        </p:spPr>
      </p:sp>
      <p:sp>
        <p:nvSpPr>
          <p:cNvPr id="225" name="knowledge-edge">
            <a:extLst>
              <a:ext uri="{FF2B5EF4-FFF2-40B4-BE49-F238E27FC236}">
                <a16:creationId xmlns:a16="http://schemas.microsoft.com/office/drawing/2014/main" id="{0627B226-16BD-47DB-ADFC-15A4E8DC0CBA}"/>
              </a:ext>
            </a:extLst>
          </p:cNvPr>
          <p:cNvSpPr>
            <a:spLocks noGrp="1"/>
          </p:cNvSpPr>
          <p:nvPr/>
        </p:nvSpPr>
        <p:spPr>
          <a:xfrm>
            <a:off x="6282360" y="6502049"/>
            <a:ext cx="579724" cy="34745"/>
          </a:xfrm>
          <a:custGeom>
            <a:avLst/>
            <a:gdLst/>
            <a:ahLst/>
            <a:cxnLst/>
            <a:rect l="0" t="0" r="0" b="0"/>
            <a:pathLst>
              <a:path w="579724" h="34745">
                <a:moveTo>
                  <a:pt x="0" y="31068"/>
                </a:moveTo>
                <a:lnTo>
                  <a:pt x="41409" y="32920"/>
                </a:lnTo>
                <a:lnTo>
                  <a:pt x="82818" y="34145"/>
                </a:lnTo>
                <a:lnTo>
                  <a:pt x="124227" y="34745"/>
                </a:lnTo>
                <a:lnTo>
                  <a:pt x="165635" y="34718"/>
                </a:lnTo>
                <a:lnTo>
                  <a:pt x="207044" y="34064"/>
                </a:lnTo>
                <a:lnTo>
                  <a:pt x="248453" y="32785"/>
                </a:lnTo>
                <a:lnTo>
                  <a:pt x="289862" y="30879"/>
                </a:lnTo>
                <a:lnTo>
                  <a:pt x="331271" y="28346"/>
                </a:lnTo>
                <a:lnTo>
                  <a:pt x="372680" y="25188"/>
                </a:lnTo>
                <a:lnTo>
                  <a:pt x="414089" y="21403"/>
                </a:lnTo>
                <a:lnTo>
                  <a:pt x="455498" y="16991"/>
                </a:lnTo>
                <a:lnTo>
                  <a:pt x="496906" y="11954"/>
                </a:lnTo>
                <a:lnTo>
                  <a:pt x="538315" y="6290"/>
                </a:lnTo>
                <a:lnTo>
                  <a:pt x="579724" y="0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26" name="knowledge-edge">
            <a:extLst>
              <a:ext uri="{FF2B5EF4-FFF2-40B4-BE49-F238E27FC236}">
                <a16:creationId xmlns:a16="http://schemas.microsoft.com/office/drawing/2014/main" id="{3810B87A-E529-4868-ABBA-4D8F3DD4CFA4}"/>
              </a:ext>
            </a:extLst>
          </p:cNvPr>
          <p:cNvSpPr>
            <a:spLocks noGrp="1"/>
          </p:cNvSpPr>
          <p:nvPr/>
        </p:nvSpPr>
        <p:spPr>
          <a:xfrm>
            <a:off x="6299412" y="6565047"/>
            <a:ext cx="396487" cy="118846"/>
          </a:xfrm>
          <a:custGeom>
            <a:avLst/>
            <a:gdLst/>
            <a:ahLst/>
            <a:cxnLst/>
            <a:rect l="0" t="0" r="0" b="0"/>
            <a:pathLst>
              <a:path w="396487" h="118846">
                <a:moveTo>
                  <a:pt x="0" y="118846"/>
                </a:moveTo>
                <a:lnTo>
                  <a:pt x="28320" y="94031"/>
                </a:lnTo>
                <a:lnTo>
                  <a:pt x="56641" y="72118"/>
                </a:lnTo>
                <a:lnTo>
                  <a:pt x="84961" y="53108"/>
                </a:lnTo>
                <a:lnTo>
                  <a:pt x="113282" y="37001"/>
                </a:lnTo>
                <a:lnTo>
                  <a:pt x="141602" y="23796"/>
                </a:lnTo>
                <a:lnTo>
                  <a:pt x="169923" y="13493"/>
                </a:lnTo>
                <a:lnTo>
                  <a:pt x="198243" y="6093"/>
                </a:lnTo>
                <a:lnTo>
                  <a:pt x="226564" y="1595"/>
                </a:lnTo>
                <a:lnTo>
                  <a:pt x="254884" y="0"/>
                </a:lnTo>
                <a:lnTo>
                  <a:pt x="283205" y="1307"/>
                </a:lnTo>
                <a:lnTo>
                  <a:pt x="311525" y="5517"/>
                </a:lnTo>
                <a:lnTo>
                  <a:pt x="339846" y="12629"/>
                </a:lnTo>
                <a:lnTo>
                  <a:pt x="368166" y="22644"/>
                </a:lnTo>
                <a:lnTo>
                  <a:pt x="396487" y="35561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27" name="knowledge-edge">
            <a:extLst>
              <a:ext uri="{FF2B5EF4-FFF2-40B4-BE49-F238E27FC236}">
                <a16:creationId xmlns:a16="http://schemas.microsoft.com/office/drawing/2014/main" id="{44ED18A4-42E9-49A1-B6CD-8818894BC88C}"/>
              </a:ext>
            </a:extLst>
          </p:cNvPr>
          <p:cNvSpPr>
            <a:spLocks noGrp="1"/>
          </p:cNvSpPr>
          <p:nvPr/>
        </p:nvSpPr>
        <p:spPr>
          <a:xfrm>
            <a:off x="6479789" y="6745797"/>
            <a:ext cx="280523" cy="96992"/>
          </a:xfrm>
          <a:custGeom>
            <a:avLst/>
            <a:gdLst/>
            <a:ahLst/>
            <a:cxnLst/>
            <a:rect l="0" t="0" r="0" b="0"/>
            <a:pathLst>
              <a:path w="280523" h="96992">
                <a:moveTo>
                  <a:pt x="0" y="50365"/>
                </a:moveTo>
                <a:lnTo>
                  <a:pt x="20037" y="65242"/>
                </a:lnTo>
                <a:lnTo>
                  <a:pt x="40075" y="77276"/>
                </a:lnTo>
                <a:lnTo>
                  <a:pt x="60112" y="86468"/>
                </a:lnTo>
                <a:lnTo>
                  <a:pt x="80149" y="92818"/>
                </a:lnTo>
                <a:lnTo>
                  <a:pt x="100187" y="96326"/>
                </a:lnTo>
                <a:lnTo>
                  <a:pt x="120224" y="96992"/>
                </a:lnTo>
                <a:lnTo>
                  <a:pt x="140261" y="94816"/>
                </a:lnTo>
                <a:lnTo>
                  <a:pt x="160299" y="89797"/>
                </a:lnTo>
                <a:lnTo>
                  <a:pt x="180336" y="81936"/>
                </a:lnTo>
                <a:lnTo>
                  <a:pt x="200374" y="71233"/>
                </a:lnTo>
                <a:lnTo>
                  <a:pt x="220411" y="57688"/>
                </a:lnTo>
                <a:lnTo>
                  <a:pt x="240448" y="41301"/>
                </a:lnTo>
                <a:lnTo>
                  <a:pt x="260486" y="22072"/>
                </a:lnTo>
                <a:lnTo>
                  <a:pt x="280523" y="0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28" name="knowledge-cross-edge">
            <a:extLst>
              <a:ext uri="{FF2B5EF4-FFF2-40B4-BE49-F238E27FC236}">
                <a16:creationId xmlns:a16="http://schemas.microsoft.com/office/drawing/2014/main" id="{95EB4259-F6CD-4645-B8E7-5281F9C5785E}"/>
              </a:ext>
            </a:extLst>
          </p:cNvPr>
          <p:cNvSpPr>
            <a:spLocks noGrp="1"/>
          </p:cNvSpPr>
          <p:nvPr/>
        </p:nvSpPr>
        <p:spPr>
          <a:xfrm>
            <a:off x="6479789" y="6703611"/>
            <a:ext cx="259803" cy="92551"/>
          </a:xfrm>
          <a:custGeom>
            <a:avLst/>
            <a:gdLst/>
            <a:ahLst/>
            <a:cxnLst/>
            <a:rect l="0" t="0" r="0" b="0"/>
            <a:pathLst>
              <a:path w="259803" h="92551">
                <a:moveTo>
                  <a:pt x="0" y="92551"/>
                </a:moveTo>
                <a:lnTo>
                  <a:pt x="36202" y="68823"/>
                </a:lnTo>
                <a:lnTo>
                  <a:pt x="69759" y="48596"/>
                </a:lnTo>
                <a:lnTo>
                  <a:pt x="100669" y="31873"/>
                </a:lnTo>
                <a:lnTo>
                  <a:pt x="128934" y="18651"/>
                </a:lnTo>
                <a:lnTo>
                  <a:pt x="154553" y="8932"/>
                </a:lnTo>
                <a:lnTo>
                  <a:pt x="177526" y="2715"/>
                </a:lnTo>
                <a:lnTo>
                  <a:pt x="197854" y="0"/>
                </a:lnTo>
                <a:lnTo>
                  <a:pt x="215535" y="788"/>
                </a:lnTo>
                <a:lnTo>
                  <a:pt x="230571" y="5078"/>
                </a:lnTo>
                <a:lnTo>
                  <a:pt x="242960" y="12870"/>
                </a:lnTo>
                <a:lnTo>
                  <a:pt x="252704" y="24165"/>
                </a:lnTo>
                <a:lnTo>
                  <a:pt x="259803" y="38962"/>
                </a:lnTo>
              </a:path>
            </a:pathLst>
          </a:custGeom>
          <a:noFill/>
          <a:ln w="5334">
            <a:solidFill>
              <a:srgbClr val="EB4B32">
                <a:alpha val="13000"/>
              </a:srgbClr>
            </a:solidFill>
            <a:prstDash val="solid"/>
          </a:ln>
        </p:spPr>
      </p:sp>
      <p:sp>
        <p:nvSpPr>
          <p:cNvPr id="229" name="knowledge-edge">
            <a:extLst>
              <a:ext uri="{FF2B5EF4-FFF2-40B4-BE49-F238E27FC236}">
                <a16:creationId xmlns:a16="http://schemas.microsoft.com/office/drawing/2014/main" id="{ABB0B4E4-D1E7-4213-8025-A5C54BE5BCEA}"/>
              </a:ext>
            </a:extLst>
          </p:cNvPr>
          <p:cNvSpPr>
            <a:spLocks noGrp="1"/>
          </p:cNvSpPr>
          <p:nvPr/>
        </p:nvSpPr>
        <p:spPr>
          <a:xfrm>
            <a:off x="6416561" y="6690734"/>
            <a:ext cx="323031" cy="101787"/>
          </a:xfrm>
          <a:custGeom>
            <a:avLst/>
            <a:gdLst/>
            <a:ahLst/>
            <a:cxnLst/>
            <a:rect l="0" t="0" r="0" b="0"/>
            <a:pathLst>
              <a:path w="323031" h="101787">
                <a:moveTo>
                  <a:pt x="0" y="101787"/>
                </a:moveTo>
                <a:lnTo>
                  <a:pt x="23074" y="78382"/>
                </a:lnTo>
                <a:lnTo>
                  <a:pt x="46147" y="58029"/>
                </a:lnTo>
                <a:lnTo>
                  <a:pt x="69221" y="40728"/>
                </a:lnTo>
                <a:lnTo>
                  <a:pt x="92295" y="26478"/>
                </a:lnTo>
                <a:lnTo>
                  <a:pt x="115368" y="15281"/>
                </a:lnTo>
                <a:lnTo>
                  <a:pt x="138442" y="7135"/>
                </a:lnTo>
                <a:lnTo>
                  <a:pt x="161515" y="2042"/>
                </a:lnTo>
                <a:lnTo>
                  <a:pt x="184589" y="0"/>
                </a:lnTo>
                <a:lnTo>
                  <a:pt x="207663" y="1010"/>
                </a:lnTo>
                <a:lnTo>
                  <a:pt x="230736" y="5072"/>
                </a:lnTo>
                <a:lnTo>
                  <a:pt x="253810" y="12186"/>
                </a:lnTo>
                <a:lnTo>
                  <a:pt x="276884" y="22352"/>
                </a:lnTo>
                <a:lnTo>
                  <a:pt x="299957" y="35569"/>
                </a:lnTo>
                <a:lnTo>
                  <a:pt x="323031" y="51839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30" name="knowledge-cross-edge">
            <a:extLst>
              <a:ext uri="{FF2B5EF4-FFF2-40B4-BE49-F238E27FC236}">
                <a16:creationId xmlns:a16="http://schemas.microsoft.com/office/drawing/2014/main" id="{720DABE0-736D-4505-8F4C-DFFB3E3A81EC}"/>
              </a:ext>
            </a:extLst>
          </p:cNvPr>
          <p:cNvSpPr>
            <a:spLocks noGrp="1"/>
          </p:cNvSpPr>
          <p:nvPr/>
        </p:nvSpPr>
        <p:spPr>
          <a:xfrm>
            <a:off x="6416561" y="6752431"/>
            <a:ext cx="439258" cy="180967"/>
          </a:xfrm>
          <a:custGeom>
            <a:avLst/>
            <a:gdLst/>
            <a:ahLst/>
            <a:cxnLst/>
            <a:rect l="0" t="0" r="0" b="0"/>
            <a:pathLst>
              <a:path w="439258" h="180967">
                <a:moveTo>
                  <a:pt x="0" y="40089"/>
                </a:moveTo>
                <a:lnTo>
                  <a:pt x="51157" y="21906"/>
                </a:lnTo>
                <a:lnTo>
                  <a:pt x="99668" y="9164"/>
                </a:lnTo>
                <a:lnTo>
                  <a:pt x="145533" y="1862"/>
                </a:lnTo>
                <a:lnTo>
                  <a:pt x="188753" y="0"/>
                </a:lnTo>
                <a:lnTo>
                  <a:pt x="229326" y="3579"/>
                </a:lnTo>
                <a:lnTo>
                  <a:pt x="267254" y="12599"/>
                </a:lnTo>
                <a:lnTo>
                  <a:pt x="302536" y="27059"/>
                </a:lnTo>
                <a:lnTo>
                  <a:pt x="335172" y="46959"/>
                </a:lnTo>
                <a:lnTo>
                  <a:pt x="365162" y="72300"/>
                </a:lnTo>
                <a:lnTo>
                  <a:pt x="392506" y="103082"/>
                </a:lnTo>
                <a:lnTo>
                  <a:pt x="417205" y="139304"/>
                </a:lnTo>
                <a:lnTo>
                  <a:pt x="439258" y="180967"/>
                </a:lnTo>
              </a:path>
            </a:pathLst>
          </a:custGeom>
          <a:noFill/>
          <a:ln w="5334">
            <a:solidFill>
              <a:srgbClr val="EB4B32">
                <a:alpha val="13000"/>
              </a:srgbClr>
            </a:solidFill>
            <a:prstDash val="solid"/>
          </a:ln>
        </p:spPr>
      </p:sp>
      <p:sp>
        <p:nvSpPr>
          <p:cNvPr id="231" name="knowledge-edge">
            <a:extLst>
              <a:ext uri="{FF2B5EF4-FFF2-40B4-BE49-F238E27FC236}">
                <a16:creationId xmlns:a16="http://schemas.microsoft.com/office/drawing/2014/main" id="{B100B3C4-49C3-4AB8-B692-92F6914A84C9}"/>
              </a:ext>
            </a:extLst>
          </p:cNvPr>
          <p:cNvSpPr>
            <a:spLocks noGrp="1"/>
          </p:cNvSpPr>
          <p:nvPr/>
        </p:nvSpPr>
        <p:spPr>
          <a:xfrm>
            <a:off x="6350032" y="6907923"/>
            <a:ext cx="505786" cy="112345"/>
          </a:xfrm>
          <a:custGeom>
            <a:avLst/>
            <a:gdLst/>
            <a:ahLst/>
            <a:cxnLst/>
            <a:rect l="0" t="0" r="0" b="0"/>
            <a:pathLst>
              <a:path w="505786" h="112345">
                <a:moveTo>
                  <a:pt x="0" y="112345"/>
                </a:moveTo>
                <a:lnTo>
                  <a:pt x="36128" y="89818"/>
                </a:lnTo>
                <a:lnTo>
                  <a:pt x="72255" y="69802"/>
                </a:lnTo>
                <a:lnTo>
                  <a:pt x="108383" y="52297"/>
                </a:lnTo>
                <a:lnTo>
                  <a:pt x="144510" y="37303"/>
                </a:lnTo>
                <a:lnTo>
                  <a:pt x="180638" y="24820"/>
                </a:lnTo>
                <a:lnTo>
                  <a:pt x="216765" y="14848"/>
                </a:lnTo>
                <a:lnTo>
                  <a:pt x="252893" y="7388"/>
                </a:lnTo>
                <a:lnTo>
                  <a:pt x="289021" y="2438"/>
                </a:lnTo>
                <a:lnTo>
                  <a:pt x="325148" y="0"/>
                </a:lnTo>
                <a:lnTo>
                  <a:pt x="361276" y="73"/>
                </a:lnTo>
                <a:lnTo>
                  <a:pt x="397403" y="2657"/>
                </a:lnTo>
                <a:lnTo>
                  <a:pt x="433531" y="7752"/>
                </a:lnTo>
                <a:lnTo>
                  <a:pt x="469658" y="15358"/>
                </a:lnTo>
                <a:lnTo>
                  <a:pt x="505786" y="25475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32" name="knowledge-long-edge">
            <a:extLst>
              <a:ext uri="{FF2B5EF4-FFF2-40B4-BE49-F238E27FC236}">
                <a16:creationId xmlns:a16="http://schemas.microsoft.com/office/drawing/2014/main" id="{85F2D246-6357-4FB9-8455-DD42C9638925}"/>
              </a:ext>
            </a:extLst>
          </p:cNvPr>
          <p:cNvSpPr>
            <a:spLocks noGrp="1"/>
          </p:cNvSpPr>
          <p:nvPr/>
        </p:nvSpPr>
        <p:spPr>
          <a:xfrm>
            <a:off x="6350032" y="6542166"/>
            <a:ext cx="829009" cy="478102"/>
          </a:xfrm>
          <a:custGeom>
            <a:avLst/>
            <a:gdLst/>
            <a:ahLst/>
            <a:cxnLst/>
            <a:rect l="0" t="0" r="0" b="0"/>
            <a:pathLst>
              <a:path w="829009" h="478102">
                <a:moveTo>
                  <a:pt x="0" y="478102"/>
                </a:moveTo>
                <a:lnTo>
                  <a:pt x="51813" y="380822"/>
                </a:lnTo>
                <a:lnTo>
                  <a:pt x="103626" y="294582"/>
                </a:lnTo>
                <a:lnTo>
                  <a:pt x="155439" y="219381"/>
                </a:lnTo>
                <a:lnTo>
                  <a:pt x="207252" y="155219"/>
                </a:lnTo>
                <a:lnTo>
                  <a:pt x="259065" y="102097"/>
                </a:lnTo>
                <a:lnTo>
                  <a:pt x="310878" y="60013"/>
                </a:lnTo>
                <a:lnTo>
                  <a:pt x="362691" y="28970"/>
                </a:lnTo>
                <a:lnTo>
                  <a:pt x="414504" y="8965"/>
                </a:lnTo>
                <a:lnTo>
                  <a:pt x="466317" y="0"/>
                </a:lnTo>
                <a:lnTo>
                  <a:pt x="518130" y="2074"/>
                </a:lnTo>
                <a:lnTo>
                  <a:pt x="569943" y="15188"/>
                </a:lnTo>
                <a:lnTo>
                  <a:pt x="621756" y="39341"/>
                </a:lnTo>
                <a:lnTo>
                  <a:pt x="673569" y="74533"/>
                </a:lnTo>
                <a:lnTo>
                  <a:pt x="725382" y="120764"/>
                </a:lnTo>
                <a:lnTo>
                  <a:pt x="777196" y="178035"/>
                </a:lnTo>
                <a:lnTo>
                  <a:pt x="829009" y="246345"/>
                </a:lnTo>
              </a:path>
            </a:pathLst>
          </a:custGeom>
          <a:noFill/>
          <a:ln w="4286">
            <a:solidFill>
              <a:srgbClr val="EB4B32">
                <a:alpha val="9000"/>
              </a:srgbClr>
            </a:solidFill>
            <a:prstDash val="solid"/>
          </a:ln>
        </p:spPr>
      </p:sp>
      <p:sp>
        <p:nvSpPr>
          <p:cNvPr id="233" name="knowledge-edge">
            <a:extLst>
              <a:ext uri="{FF2B5EF4-FFF2-40B4-BE49-F238E27FC236}">
                <a16:creationId xmlns:a16="http://schemas.microsoft.com/office/drawing/2014/main" id="{1FF629C5-29B4-4C39-B6C9-872E47AE8CAD}"/>
              </a:ext>
            </a:extLst>
          </p:cNvPr>
          <p:cNvSpPr>
            <a:spLocks noGrp="1"/>
          </p:cNvSpPr>
          <p:nvPr/>
        </p:nvSpPr>
        <p:spPr>
          <a:xfrm>
            <a:off x="6751495" y="5948433"/>
            <a:ext cx="352302" cy="73292"/>
          </a:xfrm>
          <a:custGeom>
            <a:avLst/>
            <a:gdLst/>
            <a:ahLst/>
            <a:cxnLst/>
            <a:rect l="0" t="0" r="0" b="0"/>
            <a:pathLst>
              <a:path w="352302" h="73292">
                <a:moveTo>
                  <a:pt x="0" y="52166"/>
                </a:moveTo>
                <a:lnTo>
                  <a:pt x="25164" y="59925"/>
                </a:lnTo>
                <a:lnTo>
                  <a:pt x="50329" y="65917"/>
                </a:lnTo>
                <a:lnTo>
                  <a:pt x="75493" y="70143"/>
                </a:lnTo>
                <a:lnTo>
                  <a:pt x="100658" y="72601"/>
                </a:lnTo>
                <a:lnTo>
                  <a:pt x="125822" y="73292"/>
                </a:lnTo>
                <a:lnTo>
                  <a:pt x="150986" y="72216"/>
                </a:lnTo>
                <a:lnTo>
                  <a:pt x="176151" y="69374"/>
                </a:lnTo>
                <a:lnTo>
                  <a:pt x="201315" y="64764"/>
                </a:lnTo>
                <a:lnTo>
                  <a:pt x="226480" y="58388"/>
                </a:lnTo>
                <a:lnTo>
                  <a:pt x="251644" y="50244"/>
                </a:lnTo>
                <a:lnTo>
                  <a:pt x="276808" y="40334"/>
                </a:lnTo>
                <a:lnTo>
                  <a:pt x="301973" y="28656"/>
                </a:lnTo>
                <a:lnTo>
                  <a:pt x="327137" y="15211"/>
                </a:lnTo>
                <a:lnTo>
                  <a:pt x="352302" y="0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34" name="knowledge-edge">
            <a:extLst>
              <a:ext uri="{FF2B5EF4-FFF2-40B4-BE49-F238E27FC236}">
                <a16:creationId xmlns:a16="http://schemas.microsoft.com/office/drawing/2014/main" id="{4CFCD104-A17A-4FF0-ADBF-1776D3121EAF}"/>
              </a:ext>
            </a:extLst>
          </p:cNvPr>
          <p:cNvSpPr>
            <a:spLocks noGrp="1"/>
          </p:cNvSpPr>
          <p:nvPr/>
        </p:nvSpPr>
        <p:spPr>
          <a:xfrm>
            <a:off x="6853127" y="6237271"/>
            <a:ext cx="469359" cy="114794"/>
          </a:xfrm>
          <a:custGeom>
            <a:avLst/>
            <a:gdLst/>
            <a:ahLst/>
            <a:cxnLst/>
            <a:rect l="0" t="0" r="0" b="0"/>
            <a:pathLst>
              <a:path w="469359" h="114794">
                <a:moveTo>
                  <a:pt x="0" y="114794"/>
                </a:moveTo>
                <a:lnTo>
                  <a:pt x="33526" y="96570"/>
                </a:lnTo>
                <a:lnTo>
                  <a:pt x="67051" y="79921"/>
                </a:lnTo>
                <a:lnTo>
                  <a:pt x="100577" y="64845"/>
                </a:lnTo>
                <a:lnTo>
                  <a:pt x="134102" y="51343"/>
                </a:lnTo>
                <a:lnTo>
                  <a:pt x="167628" y="39416"/>
                </a:lnTo>
                <a:lnTo>
                  <a:pt x="201154" y="29063"/>
                </a:lnTo>
                <a:lnTo>
                  <a:pt x="234679" y="20284"/>
                </a:lnTo>
                <a:lnTo>
                  <a:pt x="268205" y="13079"/>
                </a:lnTo>
                <a:lnTo>
                  <a:pt x="301731" y="7448"/>
                </a:lnTo>
                <a:lnTo>
                  <a:pt x="335256" y="3391"/>
                </a:lnTo>
                <a:lnTo>
                  <a:pt x="368782" y="908"/>
                </a:lnTo>
                <a:lnTo>
                  <a:pt x="402307" y="0"/>
                </a:lnTo>
                <a:lnTo>
                  <a:pt x="435833" y="666"/>
                </a:lnTo>
                <a:lnTo>
                  <a:pt x="469359" y="2905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35" name="knowledge-edge">
            <a:extLst>
              <a:ext uri="{FF2B5EF4-FFF2-40B4-BE49-F238E27FC236}">
                <a16:creationId xmlns:a16="http://schemas.microsoft.com/office/drawing/2014/main" id="{16A15DDE-0B1B-4558-8C24-6968E030019A}"/>
              </a:ext>
            </a:extLst>
          </p:cNvPr>
          <p:cNvSpPr>
            <a:spLocks noGrp="1"/>
          </p:cNvSpPr>
          <p:nvPr/>
        </p:nvSpPr>
        <p:spPr>
          <a:xfrm>
            <a:off x="6862084" y="6485188"/>
            <a:ext cx="290934" cy="58149"/>
          </a:xfrm>
          <a:custGeom>
            <a:avLst/>
            <a:gdLst/>
            <a:ahLst/>
            <a:cxnLst/>
            <a:rect l="0" t="0" r="0" b="0"/>
            <a:pathLst>
              <a:path w="290934" h="58149">
                <a:moveTo>
                  <a:pt x="0" y="16860"/>
                </a:moveTo>
                <a:lnTo>
                  <a:pt x="20781" y="28795"/>
                </a:lnTo>
                <a:lnTo>
                  <a:pt x="41562" y="38709"/>
                </a:lnTo>
                <a:lnTo>
                  <a:pt x="62343" y="46601"/>
                </a:lnTo>
                <a:lnTo>
                  <a:pt x="83124" y="52472"/>
                </a:lnTo>
                <a:lnTo>
                  <a:pt x="103905" y="56321"/>
                </a:lnTo>
                <a:lnTo>
                  <a:pt x="124686" y="58149"/>
                </a:lnTo>
                <a:lnTo>
                  <a:pt x="145467" y="57955"/>
                </a:lnTo>
                <a:lnTo>
                  <a:pt x="166248" y="55740"/>
                </a:lnTo>
                <a:lnTo>
                  <a:pt x="187029" y="51503"/>
                </a:lnTo>
                <a:lnTo>
                  <a:pt x="207810" y="45246"/>
                </a:lnTo>
                <a:lnTo>
                  <a:pt x="228591" y="36966"/>
                </a:lnTo>
                <a:lnTo>
                  <a:pt x="249372" y="26666"/>
                </a:lnTo>
                <a:lnTo>
                  <a:pt x="270153" y="14344"/>
                </a:lnTo>
                <a:lnTo>
                  <a:pt x="290934" y="0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36" name="knowledge-cross-edge">
            <a:extLst>
              <a:ext uri="{FF2B5EF4-FFF2-40B4-BE49-F238E27FC236}">
                <a16:creationId xmlns:a16="http://schemas.microsoft.com/office/drawing/2014/main" id="{BABD2B4E-3DCC-416C-AFAA-1581AE2073D6}"/>
              </a:ext>
            </a:extLst>
          </p:cNvPr>
          <p:cNvSpPr>
            <a:spLocks noGrp="1"/>
          </p:cNvSpPr>
          <p:nvPr/>
        </p:nvSpPr>
        <p:spPr>
          <a:xfrm>
            <a:off x="6862084" y="6502049"/>
            <a:ext cx="179089" cy="38074"/>
          </a:xfrm>
          <a:custGeom>
            <a:avLst/>
            <a:gdLst/>
            <a:ahLst/>
            <a:cxnLst/>
            <a:rect l="0" t="0" r="0" b="0"/>
            <a:pathLst>
              <a:path w="179089" h="38074">
                <a:moveTo>
                  <a:pt x="0" y="0"/>
                </a:moveTo>
                <a:lnTo>
                  <a:pt x="29476" y="4616"/>
                </a:lnTo>
                <a:lnTo>
                  <a:pt x="56307" y="8970"/>
                </a:lnTo>
                <a:lnTo>
                  <a:pt x="80491" y="13061"/>
                </a:lnTo>
                <a:lnTo>
                  <a:pt x="102030" y="16890"/>
                </a:lnTo>
                <a:lnTo>
                  <a:pt x="120923" y="20456"/>
                </a:lnTo>
                <a:lnTo>
                  <a:pt x="137170" y="23760"/>
                </a:lnTo>
                <a:lnTo>
                  <a:pt x="150771" y="26802"/>
                </a:lnTo>
                <a:lnTo>
                  <a:pt x="161726" y="29581"/>
                </a:lnTo>
                <a:lnTo>
                  <a:pt x="170036" y="32098"/>
                </a:lnTo>
                <a:lnTo>
                  <a:pt x="175699" y="34353"/>
                </a:lnTo>
                <a:lnTo>
                  <a:pt x="178717" y="36345"/>
                </a:lnTo>
                <a:lnTo>
                  <a:pt x="179089" y="38074"/>
                </a:lnTo>
              </a:path>
            </a:pathLst>
          </a:custGeom>
          <a:noFill/>
          <a:ln w="5334">
            <a:solidFill>
              <a:srgbClr val="ED5A2C">
                <a:alpha val="13000"/>
              </a:srgbClr>
            </a:solidFill>
            <a:prstDash val="solid"/>
          </a:ln>
        </p:spPr>
      </p:sp>
      <p:sp>
        <p:nvSpPr>
          <p:cNvPr id="237" name="knowledge-cross-edge">
            <a:extLst>
              <a:ext uri="{FF2B5EF4-FFF2-40B4-BE49-F238E27FC236}">
                <a16:creationId xmlns:a16="http://schemas.microsoft.com/office/drawing/2014/main" id="{CD0FCF06-F743-483C-A2FB-119B17A1ECA8}"/>
              </a:ext>
            </a:extLst>
          </p:cNvPr>
          <p:cNvSpPr>
            <a:spLocks noGrp="1"/>
          </p:cNvSpPr>
          <p:nvPr/>
        </p:nvSpPr>
        <p:spPr>
          <a:xfrm>
            <a:off x="6862084" y="6210856"/>
            <a:ext cx="460402" cy="291193"/>
          </a:xfrm>
          <a:custGeom>
            <a:avLst/>
            <a:gdLst/>
            <a:ahLst/>
            <a:cxnLst/>
            <a:rect l="0" t="0" r="0" b="0"/>
            <a:pathLst>
              <a:path w="460402" h="291193">
                <a:moveTo>
                  <a:pt x="0" y="291193"/>
                </a:moveTo>
                <a:lnTo>
                  <a:pt x="23815" y="230753"/>
                </a:lnTo>
                <a:lnTo>
                  <a:pt x="50275" y="177334"/>
                </a:lnTo>
                <a:lnTo>
                  <a:pt x="79382" y="130936"/>
                </a:lnTo>
                <a:lnTo>
                  <a:pt x="111134" y="91560"/>
                </a:lnTo>
                <a:lnTo>
                  <a:pt x="145532" y="59205"/>
                </a:lnTo>
                <a:lnTo>
                  <a:pt x="182576" y="33872"/>
                </a:lnTo>
                <a:lnTo>
                  <a:pt x="222266" y="15560"/>
                </a:lnTo>
                <a:lnTo>
                  <a:pt x="264601" y="4269"/>
                </a:lnTo>
                <a:lnTo>
                  <a:pt x="309583" y="0"/>
                </a:lnTo>
                <a:lnTo>
                  <a:pt x="357210" y="2752"/>
                </a:lnTo>
                <a:lnTo>
                  <a:pt x="407483" y="12526"/>
                </a:lnTo>
                <a:lnTo>
                  <a:pt x="460402" y="29320"/>
                </a:lnTo>
              </a:path>
            </a:pathLst>
          </a:custGeom>
          <a:noFill/>
          <a:ln w="4953">
            <a:solidFill>
              <a:srgbClr val="ED5A2C">
                <a:alpha val="12000"/>
              </a:srgbClr>
            </a:solidFill>
            <a:prstDash val="solid"/>
          </a:ln>
        </p:spPr>
      </p:sp>
      <p:sp>
        <p:nvSpPr>
          <p:cNvPr id="238" name="knowledge-edge">
            <a:extLst>
              <a:ext uri="{FF2B5EF4-FFF2-40B4-BE49-F238E27FC236}">
                <a16:creationId xmlns:a16="http://schemas.microsoft.com/office/drawing/2014/main" id="{06D0963D-14ED-4F32-A2B4-02CB63B1A517}"/>
              </a:ext>
            </a:extLst>
          </p:cNvPr>
          <p:cNvSpPr>
            <a:spLocks noGrp="1"/>
          </p:cNvSpPr>
          <p:nvPr/>
        </p:nvSpPr>
        <p:spPr>
          <a:xfrm>
            <a:off x="6695899" y="6537325"/>
            <a:ext cx="345274" cy="63282"/>
          </a:xfrm>
          <a:custGeom>
            <a:avLst/>
            <a:gdLst/>
            <a:ahLst/>
            <a:cxnLst/>
            <a:rect l="0" t="0" r="0" b="0"/>
            <a:pathLst>
              <a:path w="345274" h="63282">
                <a:moveTo>
                  <a:pt x="0" y="63282"/>
                </a:moveTo>
                <a:lnTo>
                  <a:pt x="24662" y="52766"/>
                </a:lnTo>
                <a:lnTo>
                  <a:pt x="49325" y="43203"/>
                </a:lnTo>
                <a:lnTo>
                  <a:pt x="73987" y="34594"/>
                </a:lnTo>
                <a:lnTo>
                  <a:pt x="98650" y="26937"/>
                </a:lnTo>
                <a:lnTo>
                  <a:pt x="123312" y="20234"/>
                </a:lnTo>
                <a:lnTo>
                  <a:pt x="147975" y="14484"/>
                </a:lnTo>
                <a:lnTo>
                  <a:pt x="172637" y="9687"/>
                </a:lnTo>
                <a:lnTo>
                  <a:pt x="197300" y="5843"/>
                </a:lnTo>
                <a:lnTo>
                  <a:pt x="221962" y="2953"/>
                </a:lnTo>
                <a:lnTo>
                  <a:pt x="246624" y="1015"/>
                </a:lnTo>
                <a:lnTo>
                  <a:pt x="271287" y="31"/>
                </a:lnTo>
                <a:lnTo>
                  <a:pt x="295949" y="0"/>
                </a:lnTo>
                <a:lnTo>
                  <a:pt x="320612" y="922"/>
                </a:lnTo>
                <a:lnTo>
                  <a:pt x="345274" y="2798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39" name="knowledge-cross-edge">
            <a:extLst>
              <a:ext uri="{FF2B5EF4-FFF2-40B4-BE49-F238E27FC236}">
                <a16:creationId xmlns:a16="http://schemas.microsoft.com/office/drawing/2014/main" id="{F73D5634-71BC-49DD-BBB6-7F598D35C569}"/>
              </a:ext>
            </a:extLst>
          </p:cNvPr>
          <p:cNvSpPr>
            <a:spLocks noGrp="1"/>
          </p:cNvSpPr>
          <p:nvPr/>
        </p:nvSpPr>
        <p:spPr>
          <a:xfrm>
            <a:off x="6695899" y="6561185"/>
            <a:ext cx="473743" cy="108577"/>
          </a:xfrm>
          <a:custGeom>
            <a:avLst/>
            <a:gdLst/>
            <a:ahLst/>
            <a:cxnLst/>
            <a:rect l="0" t="0" r="0" b="0"/>
            <a:pathLst>
              <a:path w="473743" h="108577">
                <a:moveTo>
                  <a:pt x="0" y="39422"/>
                </a:moveTo>
                <a:lnTo>
                  <a:pt x="54031" y="23739"/>
                </a:lnTo>
                <a:lnTo>
                  <a:pt x="105416" y="11956"/>
                </a:lnTo>
                <a:lnTo>
                  <a:pt x="154155" y="4071"/>
                </a:lnTo>
                <a:lnTo>
                  <a:pt x="200248" y="86"/>
                </a:lnTo>
                <a:lnTo>
                  <a:pt x="243695" y="0"/>
                </a:lnTo>
                <a:lnTo>
                  <a:pt x="284497" y="3813"/>
                </a:lnTo>
                <a:lnTo>
                  <a:pt x="322652" y="11526"/>
                </a:lnTo>
                <a:lnTo>
                  <a:pt x="358162" y="23138"/>
                </a:lnTo>
                <a:lnTo>
                  <a:pt x="391026" y="38648"/>
                </a:lnTo>
                <a:lnTo>
                  <a:pt x="421244" y="58059"/>
                </a:lnTo>
                <a:lnTo>
                  <a:pt x="448817" y="81368"/>
                </a:lnTo>
                <a:lnTo>
                  <a:pt x="473743" y="108577"/>
                </a:lnTo>
              </a:path>
            </a:pathLst>
          </a:custGeom>
          <a:noFill/>
          <a:ln w="5334">
            <a:solidFill>
              <a:srgbClr val="ED5A2C">
                <a:alpha val="13000"/>
              </a:srgbClr>
            </a:solidFill>
            <a:prstDash val="solid"/>
          </a:ln>
        </p:spPr>
      </p:sp>
      <p:sp>
        <p:nvSpPr>
          <p:cNvPr id="240" name="knowledge-long-edge">
            <a:extLst>
              <a:ext uri="{FF2B5EF4-FFF2-40B4-BE49-F238E27FC236}">
                <a16:creationId xmlns:a16="http://schemas.microsoft.com/office/drawing/2014/main" id="{3E09FB66-7CF5-4B83-B14E-8D2AC25C9A24}"/>
              </a:ext>
            </a:extLst>
          </p:cNvPr>
          <p:cNvSpPr>
            <a:spLocks noGrp="1"/>
          </p:cNvSpPr>
          <p:nvPr/>
        </p:nvSpPr>
        <p:spPr>
          <a:xfrm>
            <a:off x="6695899" y="6239468"/>
            <a:ext cx="861404" cy="361140"/>
          </a:xfrm>
          <a:custGeom>
            <a:avLst/>
            <a:gdLst/>
            <a:ahLst/>
            <a:cxnLst/>
            <a:rect l="0" t="0" r="0" b="0"/>
            <a:pathLst>
              <a:path w="861404" h="361140">
                <a:moveTo>
                  <a:pt x="0" y="361140"/>
                </a:moveTo>
                <a:lnTo>
                  <a:pt x="53838" y="280863"/>
                </a:lnTo>
                <a:lnTo>
                  <a:pt x="107675" y="210625"/>
                </a:lnTo>
                <a:lnTo>
                  <a:pt x="161513" y="150425"/>
                </a:lnTo>
                <a:lnTo>
                  <a:pt x="215351" y="100263"/>
                </a:lnTo>
                <a:lnTo>
                  <a:pt x="269189" y="60140"/>
                </a:lnTo>
                <a:lnTo>
                  <a:pt x="323026" y="30055"/>
                </a:lnTo>
                <a:lnTo>
                  <a:pt x="376864" y="10008"/>
                </a:lnTo>
                <a:lnTo>
                  <a:pt x="430702" y="0"/>
                </a:lnTo>
                <a:lnTo>
                  <a:pt x="484540" y="30"/>
                </a:lnTo>
                <a:lnTo>
                  <a:pt x="538377" y="10098"/>
                </a:lnTo>
                <a:lnTo>
                  <a:pt x="592215" y="30205"/>
                </a:lnTo>
                <a:lnTo>
                  <a:pt x="646053" y="60350"/>
                </a:lnTo>
                <a:lnTo>
                  <a:pt x="699891" y="100533"/>
                </a:lnTo>
                <a:lnTo>
                  <a:pt x="753728" y="150754"/>
                </a:lnTo>
                <a:lnTo>
                  <a:pt x="807566" y="211014"/>
                </a:lnTo>
                <a:lnTo>
                  <a:pt x="861404" y="281312"/>
                </a:lnTo>
              </a:path>
            </a:pathLst>
          </a:custGeom>
          <a:noFill/>
          <a:ln w="4286">
            <a:solidFill>
              <a:srgbClr val="ED5A2C">
                <a:alpha val="9000"/>
              </a:srgbClr>
            </a:solidFill>
            <a:prstDash val="solid"/>
          </a:ln>
        </p:spPr>
      </p:sp>
      <p:sp>
        <p:nvSpPr>
          <p:cNvPr id="241" name="knowledge-edge">
            <a:extLst>
              <a:ext uri="{FF2B5EF4-FFF2-40B4-BE49-F238E27FC236}">
                <a16:creationId xmlns:a16="http://schemas.microsoft.com/office/drawing/2014/main" id="{9197A090-A241-4CE0-B4A9-E081040B35EA}"/>
              </a:ext>
            </a:extLst>
          </p:cNvPr>
          <p:cNvSpPr>
            <a:spLocks noGrp="1"/>
          </p:cNvSpPr>
          <p:nvPr/>
        </p:nvSpPr>
        <p:spPr>
          <a:xfrm>
            <a:off x="6760312" y="6669762"/>
            <a:ext cx="409331" cy="108384"/>
          </a:xfrm>
          <a:custGeom>
            <a:avLst/>
            <a:gdLst/>
            <a:ahLst/>
            <a:cxnLst/>
            <a:rect l="0" t="0" r="0" b="0"/>
            <a:pathLst>
              <a:path w="409331" h="108384">
                <a:moveTo>
                  <a:pt x="0" y="76035"/>
                </a:moveTo>
                <a:lnTo>
                  <a:pt x="29238" y="87794"/>
                </a:lnTo>
                <a:lnTo>
                  <a:pt x="58476" y="96908"/>
                </a:lnTo>
                <a:lnTo>
                  <a:pt x="87714" y="103378"/>
                </a:lnTo>
                <a:lnTo>
                  <a:pt x="116952" y="107203"/>
                </a:lnTo>
                <a:lnTo>
                  <a:pt x="146189" y="108384"/>
                </a:lnTo>
                <a:lnTo>
                  <a:pt x="175427" y="106920"/>
                </a:lnTo>
                <a:lnTo>
                  <a:pt x="204665" y="102811"/>
                </a:lnTo>
                <a:lnTo>
                  <a:pt x="233903" y="96058"/>
                </a:lnTo>
                <a:lnTo>
                  <a:pt x="263141" y="86660"/>
                </a:lnTo>
                <a:lnTo>
                  <a:pt x="292379" y="74617"/>
                </a:lnTo>
                <a:lnTo>
                  <a:pt x="321617" y="59930"/>
                </a:lnTo>
                <a:lnTo>
                  <a:pt x="350855" y="42598"/>
                </a:lnTo>
                <a:lnTo>
                  <a:pt x="380093" y="22621"/>
                </a:lnTo>
                <a:lnTo>
                  <a:pt x="409331" y="0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42" name="knowledge-cross-edge">
            <a:extLst>
              <a:ext uri="{FF2B5EF4-FFF2-40B4-BE49-F238E27FC236}">
                <a16:creationId xmlns:a16="http://schemas.microsoft.com/office/drawing/2014/main" id="{500B43EE-C219-4B07-B6C6-0E699F92B13C}"/>
              </a:ext>
            </a:extLst>
          </p:cNvPr>
          <p:cNvSpPr>
            <a:spLocks noGrp="1"/>
          </p:cNvSpPr>
          <p:nvPr/>
        </p:nvSpPr>
        <p:spPr>
          <a:xfrm>
            <a:off x="6760312" y="6732092"/>
            <a:ext cx="418729" cy="56419"/>
          </a:xfrm>
          <a:custGeom>
            <a:avLst/>
            <a:gdLst/>
            <a:ahLst/>
            <a:cxnLst/>
            <a:rect l="0" t="0" r="0" b="0"/>
            <a:pathLst>
              <a:path w="418729" h="56419">
                <a:moveTo>
                  <a:pt x="0" y="13704"/>
                </a:moveTo>
                <a:lnTo>
                  <a:pt x="49446" y="7659"/>
                </a:lnTo>
                <a:lnTo>
                  <a:pt x="96247" y="3359"/>
                </a:lnTo>
                <a:lnTo>
                  <a:pt x="140401" y="806"/>
                </a:lnTo>
                <a:lnTo>
                  <a:pt x="181910" y="0"/>
                </a:lnTo>
                <a:lnTo>
                  <a:pt x="220773" y="940"/>
                </a:lnTo>
                <a:lnTo>
                  <a:pt x="256990" y="3626"/>
                </a:lnTo>
                <a:lnTo>
                  <a:pt x="290561" y="8059"/>
                </a:lnTo>
                <a:lnTo>
                  <a:pt x="321486" y="14238"/>
                </a:lnTo>
                <a:lnTo>
                  <a:pt x="349766" y="22164"/>
                </a:lnTo>
                <a:lnTo>
                  <a:pt x="375399" y="31836"/>
                </a:lnTo>
                <a:lnTo>
                  <a:pt x="398387" y="43254"/>
                </a:lnTo>
                <a:lnTo>
                  <a:pt x="418729" y="56419"/>
                </a:lnTo>
              </a:path>
            </a:pathLst>
          </a:custGeom>
          <a:noFill/>
          <a:ln w="5334">
            <a:solidFill>
              <a:srgbClr val="ED5A2C">
                <a:alpha val="13000"/>
              </a:srgbClr>
            </a:solidFill>
            <a:prstDash val="solid"/>
          </a:ln>
        </p:spPr>
      </p:sp>
      <p:sp>
        <p:nvSpPr>
          <p:cNvPr id="243" name="knowledge-edge">
            <a:extLst>
              <a:ext uri="{FF2B5EF4-FFF2-40B4-BE49-F238E27FC236}">
                <a16:creationId xmlns:a16="http://schemas.microsoft.com/office/drawing/2014/main" id="{59B21128-CD0E-406A-974E-803289A8C53F}"/>
              </a:ext>
            </a:extLst>
          </p:cNvPr>
          <p:cNvSpPr>
            <a:spLocks noGrp="1"/>
          </p:cNvSpPr>
          <p:nvPr/>
        </p:nvSpPr>
        <p:spPr>
          <a:xfrm>
            <a:off x="6739591" y="6696946"/>
            <a:ext cx="439449" cy="91566"/>
          </a:xfrm>
          <a:custGeom>
            <a:avLst/>
            <a:gdLst/>
            <a:ahLst/>
            <a:cxnLst/>
            <a:rect l="0" t="0" r="0" b="0"/>
            <a:pathLst>
              <a:path w="439449" h="91566">
                <a:moveTo>
                  <a:pt x="0" y="45627"/>
                </a:moveTo>
                <a:lnTo>
                  <a:pt x="31389" y="31219"/>
                </a:lnTo>
                <a:lnTo>
                  <a:pt x="62778" y="19532"/>
                </a:lnTo>
                <a:lnTo>
                  <a:pt x="94168" y="10567"/>
                </a:lnTo>
                <a:lnTo>
                  <a:pt x="125557" y="4323"/>
                </a:lnTo>
                <a:lnTo>
                  <a:pt x="156946" y="801"/>
                </a:lnTo>
                <a:lnTo>
                  <a:pt x="188335" y="0"/>
                </a:lnTo>
                <a:lnTo>
                  <a:pt x="219725" y="1921"/>
                </a:lnTo>
                <a:lnTo>
                  <a:pt x="251114" y="6563"/>
                </a:lnTo>
                <a:lnTo>
                  <a:pt x="282503" y="13926"/>
                </a:lnTo>
                <a:lnTo>
                  <a:pt x="313892" y="24011"/>
                </a:lnTo>
                <a:lnTo>
                  <a:pt x="345282" y="36818"/>
                </a:lnTo>
                <a:lnTo>
                  <a:pt x="376671" y="52346"/>
                </a:lnTo>
                <a:lnTo>
                  <a:pt x="408060" y="70595"/>
                </a:lnTo>
                <a:lnTo>
                  <a:pt x="439449" y="91566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44" name="knowledge-edge">
            <a:extLst>
              <a:ext uri="{FF2B5EF4-FFF2-40B4-BE49-F238E27FC236}">
                <a16:creationId xmlns:a16="http://schemas.microsoft.com/office/drawing/2014/main" id="{DFE75953-268B-4240-AD20-C24D207A4683}"/>
              </a:ext>
            </a:extLst>
          </p:cNvPr>
          <p:cNvSpPr>
            <a:spLocks noGrp="1"/>
          </p:cNvSpPr>
          <p:nvPr/>
        </p:nvSpPr>
        <p:spPr>
          <a:xfrm>
            <a:off x="6855818" y="6933398"/>
            <a:ext cx="259681" cy="104313"/>
          </a:xfrm>
          <a:custGeom>
            <a:avLst/>
            <a:gdLst/>
            <a:ahLst/>
            <a:cxnLst/>
            <a:rect l="0" t="0" r="0" b="0"/>
            <a:pathLst>
              <a:path w="259681" h="104313">
                <a:moveTo>
                  <a:pt x="0" y="0"/>
                </a:moveTo>
                <a:lnTo>
                  <a:pt x="18549" y="23654"/>
                </a:lnTo>
                <a:lnTo>
                  <a:pt x="37097" y="44276"/>
                </a:lnTo>
                <a:lnTo>
                  <a:pt x="55646" y="61864"/>
                </a:lnTo>
                <a:lnTo>
                  <a:pt x="74195" y="76420"/>
                </a:lnTo>
                <a:lnTo>
                  <a:pt x="92743" y="87942"/>
                </a:lnTo>
                <a:lnTo>
                  <a:pt x="111292" y="96432"/>
                </a:lnTo>
                <a:lnTo>
                  <a:pt x="129840" y="101889"/>
                </a:lnTo>
                <a:lnTo>
                  <a:pt x="148389" y="104313"/>
                </a:lnTo>
                <a:lnTo>
                  <a:pt x="166938" y="103704"/>
                </a:lnTo>
                <a:lnTo>
                  <a:pt x="185486" y="100063"/>
                </a:lnTo>
                <a:lnTo>
                  <a:pt x="204035" y="93388"/>
                </a:lnTo>
                <a:lnTo>
                  <a:pt x="222584" y="83681"/>
                </a:lnTo>
                <a:lnTo>
                  <a:pt x="241132" y="70940"/>
                </a:lnTo>
                <a:lnTo>
                  <a:pt x="259681" y="55167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45" name="knowledge-edge">
            <a:extLst>
              <a:ext uri="{FF2B5EF4-FFF2-40B4-BE49-F238E27FC236}">
                <a16:creationId xmlns:a16="http://schemas.microsoft.com/office/drawing/2014/main" id="{33D9E759-AA11-4941-B9DB-129A507AC1F3}"/>
              </a:ext>
            </a:extLst>
          </p:cNvPr>
          <p:cNvSpPr>
            <a:spLocks noGrp="1"/>
          </p:cNvSpPr>
          <p:nvPr/>
        </p:nvSpPr>
        <p:spPr>
          <a:xfrm>
            <a:off x="7103797" y="5947401"/>
            <a:ext cx="555202" cy="21511"/>
          </a:xfrm>
          <a:custGeom>
            <a:avLst/>
            <a:gdLst/>
            <a:ahLst/>
            <a:cxnLst/>
            <a:rect l="0" t="0" r="0" b="0"/>
            <a:pathLst>
              <a:path w="555202" h="21511">
                <a:moveTo>
                  <a:pt x="0" y="1032"/>
                </a:moveTo>
                <a:lnTo>
                  <a:pt x="39657" y="6528"/>
                </a:lnTo>
                <a:lnTo>
                  <a:pt x="79315" y="11168"/>
                </a:lnTo>
                <a:lnTo>
                  <a:pt x="118972" y="14950"/>
                </a:lnTo>
                <a:lnTo>
                  <a:pt x="158629" y="17876"/>
                </a:lnTo>
                <a:lnTo>
                  <a:pt x="198286" y="19944"/>
                </a:lnTo>
                <a:lnTo>
                  <a:pt x="237944" y="21156"/>
                </a:lnTo>
                <a:lnTo>
                  <a:pt x="277601" y="21511"/>
                </a:lnTo>
                <a:lnTo>
                  <a:pt x="317258" y="21008"/>
                </a:lnTo>
                <a:lnTo>
                  <a:pt x="356916" y="19649"/>
                </a:lnTo>
                <a:lnTo>
                  <a:pt x="396573" y="17433"/>
                </a:lnTo>
                <a:lnTo>
                  <a:pt x="436230" y="14360"/>
                </a:lnTo>
                <a:lnTo>
                  <a:pt x="475888" y="10430"/>
                </a:lnTo>
                <a:lnTo>
                  <a:pt x="515545" y="5644"/>
                </a:lnTo>
                <a:lnTo>
                  <a:pt x="555202" y="0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46" name="knowledge-cross-edge">
            <a:extLst>
              <a:ext uri="{FF2B5EF4-FFF2-40B4-BE49-F238E27FC236}">
                <a16:creationId xmlns:a16="http://schemas.microsoft.com/office/drawing/2014/main" id="{F902FECF-4BE9-42C2-B59E-A8F0BE752719}"/>
              </a:ext>
            </a:extLst>
          </p:cNvPr>
          <p:cNvSpPr>
            <a:spLocks noGrp="1"/>
          </p:cNvSpPr>
          <p:nvPr/>
        </p:nvSpPr>
        <p:spPr>
          <a:xfrm>
            <a:off x="7103797" y="5948433"/>
            <a:ext cx="617732" cy="251687"/>
          </a:xfrm>
          <a:custGeom>
            <a:avLst/>
            <a:gdLst/>
            <a:ahLst/>
            <a:cxnLst/>
            <a:rect l="0" t="0" r="0" b="0"/>
            <a:pathLst>
              <a:path w="617732" h="251687">
                <a:moveTo>
                  <a:pt x="0" y="0"/>
                </a:moveTo>
                <a:lnTo>
                  <a:pt x="66030" y="1549"/>
                </a:lnTo>
                <a:lnTo>
                  <a:pt x="129414" y="6630"/>
                </a:lnTo>
                <a:lnTo>
                  <a:pt x="190152" y="15242"/>
                </a:lnTo>
                <a:lnTo>
                  <a:pt x="248244" y="27387"/>
                </a:lnTo>
                <a:lnTo>
                  <a:pt x="303690" y="43063"/>
                </a:lnTo>
                <a:lnTo>
                  <a:pt x="356491" y="62271"/>
                </a:lnTo>
                <a:lnTo>
                  <a:pt x="406646" y="85011"/>
                </a:lnTo>
                <a:lnTo>
                  <a:pt x="454155" y="111282"/>
                </a:lnTo>
                <a:lnTo>
                  <a:pt x="499018" y="141086"/>
                </a:lnTo>
                <a:lnTo>
                  <a:pt x="541235" y="174421"/>
                </a:lnTo>
                <a:lnTo>
                  <a:pt x="580806" y="211288"/>
                </a:lnTo>
                <a:lnTo>
                  <a:pt x="617732" y="251687"/>
                </a:lnTo>
              </a:path>
            </a:pathLst>
          </a:custGeom>
          <a:noFill/>
          <a:ln w="5334">
            <a:solidFill>
              <a:srgbClr val="EF6A26">
                <a:alpha val="13000"/>
              </a:srgbClr>
            </a:solidFill>
            <a:prstDash val="solid"/>
          </a:ln>
        </p:spPr>
      </p:sp>
      <p:sp>
        <p:nvSpPr>
          <p:cNvPr id="247" name="knowledge-edge">
            <a:extLst>
              <a:ext uri="{FF2B5EF4-FFF2-40B4-BE49-F238E27FC236}">
                <a16:creationId xmlns:a16="http://schemas.microsoft.com/office/drawing/2014/main" id="{751A804B-43FC-4F02-84CF-D3F04F31FB54}"/>
              </a:ext>
            </a:extLst>
          </p:cNvPr>
          <p:cNvSpPr>
            <a:spLocks noGrp="1"/>
          </p:cNvSpPr>
          <p:nvPr/>
        </p:nvSpPr>
        <p:spPr>
          <a:xfrm>
            <a:off x="7322486" y="6198661"/>
            <a:ext cx="399043" cy="41515"/>
          </a:xfrm>
          <a:custGeom>
            <a:avLst/>
            <a:gdLst/>
            <a:ahLst/>
            <a:cxnLst/>
            <a:rect l="0" t="0" r="0" b="0"/>
            <a:pathLst>
              <a:path w="399043" h="41515">
                <a:moveTo>
                  <a:pt x="0" y="41515"/>
                </a:moveTo>
                <a:lnTo>
                  <a:pt x="28503" y="34764"/>
                </a:lnTo>
                <a:lnTo>
                  <a:pt x="57006" y="28611"/>
                </a:lnTo>
                <a:lnTo>
                  <a:pt x="85509" y="23057"/>
                </a:lnTo>
                <a:lnTo>
                  <a:pt x="114012" y="18101"/>
                </a:lnTo>
                <a:lnTo>
                  <a:pt x="142515" y="13744"/>
                </a:lnTo>
                <a:lnTo>
                  <a:pt x="171019" y="9985"/>
                </a:lnTo>
                <a:lnTo>
                  <a:pt x="199522" y="6825"/>
                </a:lnTo>
                <a:lnTo>
                  <a:pt x="228025" y="4263"/>
                </a:lnTo>
                <a:lnTo>
                  <a:pt x="256528" y="2300"/>
                </a:lnTo>
                <a:lnTo>
                  <a:pt x="285031" y="935"/>
                </a:lnTo>
                <a:lnTo>
                  <a:pt x="313534" y="168"/>
                </a:lnTo>
                <a:lnTo>
                  <a:pt x="342037" y="0"/>
                </a:lnTo>
                <a:lnTo>
                  <a:pt x="370540" y="430"/>
                </a:lnTo>
                <a:lnTo>
                  <a:pt x="399043" y="1459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48" name="knowledge-edge">
            <a:extLst>
              <a:ext uri="{FF2B5EF4-FFF2-40B4-BE49-F238E27FC236}">
                <a16:creationId xmlns:a16="http://schemas.microsoft.com/office/drawing/2014/main" id="{164F17DD-B98C-440E-AFC5-0E06FB7FFC9F}"/>
              </a:ext>
            </a:extLst>
          </p:cNvPr>
          <p:cNvSpPr>
            <a:spLocks noGrp="1"/>
          </p:cNvSpPr>
          <p:nvPr/>
        </p:nvSpPr>
        <p:spPr>
          <a:xfrm>
            <a:off x="7153018" y="6485188"/>
            <a:ext cx="404285" cy="85482"/>
          </a:xfrm>
          <a:custGeom>
            <a:avLst/>
            <a:gdLst/>
            <a:ahLst/>
            <a:cxnLst/>
            <a:rect l="0" t="0" r="0" b="0"/>
            <a:pathLst>
              <a:path w="404285" h="85482">
                <a:moveTo>
                  <a:pt x="0" y="0"/>
                </a:moveTo>
                <a:lnTo>
                  <a:pt x="28877" y="20185"/>
                </a:lnTo>
                <a:lnTo>
                  <a:pt x="57755" y="37656"/>
                </a:lnTo>
                <a:lnTo>
                  <a:pt x="86632" y="52413"/>
                </a:lnTo>
                <a:lnTo>
                  <a:pt x="115510" y="64456"/>
                </a:lnTo>
                <a:lnTo>
                  <a:pt x="144387" y="73784"/>
                </a:lnTo>
                <a:lnTo>
                  <a:pt x="173265" y="80398"/>
                </a:lnTo>
                <a:lnTo>
                  <a:pt x="202142" y="84297"/>
                </a:lnTo>
                <a:lnTo>
                  <a:pt x="231020" y="85482"/>
                </a:lnTo>
                <a:lnTo>
                  <a:pt x="259897" y="83953"/>
                </a:lnTo>
                <a:lnTo>
                  <a:pt x="288775" y="79709"/>
                </a:lnTo>
                <a:lnTo>
                  <a:pt x="317652" y="72751"/>
                </a:lnTo>
                <a:lnTo>
                  <a:pt x="346530" y="63079"/>
                </a:lnTo>
                <a:lnTo>
                  <a:pt x="375407" y="50693"/>
                </a:lnTo>
                <a:lnTo>
                  <a:pt x="404285" y="35592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49" name="knowledge-cross-edge">
            <a:extLst>
              <a:ext uri="{FF2B5EF4-FFF2-40B4-BE49-F238E27FC236}">
                <a16:creationId xmlns:a16="http://schemas.microsoft.com/office/drawing/2014/main" id="{42E4115D-77E9-439A-A088-41B052048B9A}"/>
              </a:ext>
            </a:extLst>
          </p:cNvPr>
          <p:cNvSpPr>
            <a:spLocks noGrp="1"/>
          </p:cNvSpPr>
          <p:nvPr/>
        </p:nvSpPr>
        <p:spPr>
          <a:xfrm>
            <a:off x="7153018" y="6485188"/>
            <a:ext cx="493001" cy="112156"/>
          </a:xfrm>
          <a:custGeom>
            <a:avLst/>
            <a:gdLst/>
            <a:ahLst/>
            <a:cxnLst/>
            <a:rect l="0" t="0" r="0" b="0"/>
            <a:pathLst>
              <a:path w="493001" h="112156">
                <a:moveTo>
                  <a:pt x="0" y="0"/>
                </a:moveTo>
                <a:lnTo>
                  <a:pt x="55635" y="477"/>
                </a:lnTo>
                <a:lnTo>
                  <a:pt x="108625" y="2566"/>
                </a:lnTo>
                <a:lnTo>
                  <a:pt x="158969" y="6268"/>
                </a:lnTo>
                <a:lnTo>
                  <a:pt x="206667" y="11582"/>
                </a:lnTo>
                <a:lnTo>
                  <a:pt x="251719" y="18510"/>
                </a:lnTo>
                <a:lnTo>
                  <a:pt x="294125" y="27049"/>
                </a:lnTo>
                <a:lnTo>
                  <a:pt x="333886" y="37202"/>
                </a:lnTo>
                <a:lnTo>
                  <a:pt x="371000" y="48968"/>
                </a:lnTo>
                <a:lnTo>
                  <a:pt x="405469" y="62346"/>
                </a:lnTo>
                <a:lnTo>
                  <a:pt x="437292" y="77336"/>
                </a:lnTo>
                <a:lnTo>
                  <a:pt x="466469" y="93940"/>
                </a:lnTo>
                <a:lnTo>
                  <a:pt x="493001" y="112156"/>
                </a:lnTo>
              </a:path>
            </a:pathLst>
          </a:custGeom>
          <a:noFill/>
          <a:ln w="5334">
            <a:solidFill>
              <a:srgbClr val="EF6A26">
                <a:alpha val="13000"/>
              </a:srgbClr>
            </a:solidFill>
            <a:prstDash val="solid"/>
          </a:ln>
        </p:spPr>
      </p:sp>
      <p:sp>
        <p:nvSpPr>
          <p:cNvPr id="250" name="knowledge-cross-edge">
            <a:extLst>
              <a:ext uri="{FF2B5EF4-FFF2-40B4-BE49-F238E27FC236}">
                <a16:creationId xmlns:a16="http://schemas.microsoft.com/office/drawing/2014/main" id="{16245C97-1831-4BE4-9873-312EAC8DA39E}"/>
              </a:ext>
            </a:extLst>
          </p:cNvPr>
          <p:cNvSpPr>
            <a:spLocks noGrp="1"/>
          </p:cNvSpPr>
          <p:nvPr/>
        </p:nvSpPr>
        <p:spPr>
          <a:xfrm>
            <a:off x="7153018" y="6174251"/>
            <a:ext cx="568511" cy="310937"/>
          </a:xfrm>
          <a:custGeom>
            <a:avLst/>
            <a:gdLst/>
            <a:ahLst/>
            <a:cxnLst/>
            <a:rect l="0" t="0" r="0" b="0"/>
            <a:pathLst>
              <a:path w="568511" h="310937">
                <a:moveTo>
                  <a:pt x="0" y="310937"/>
                </a:moveTo>
                <a:lnTo>
                  <a:pt x="32824" y="247608"/>
                </a:lnTo>
                <a:lnTo>
                  <a:pt x="68294" y="191473"/>
                </a:lnTo>
                <a:lnTo>
                  <a:pt x="106409" y="142534"/>
                </a:lnTo>
                <a:lnTo>
                  <a:pt x="147170" y="100790"/>
                </a:lnTo>
                <a:lnTo>
                  <a:pt x="190578" y="66241"/>
                </a:lnTo>
                <a:lnTo>
                  <a:pt x="236631" y="38888"/>
                </a:lnTo>
                <a:lnTo>
                  <a:pt x="285329" y="18730"/>
                </a:lnTo>
                <a:lnTo>
                  <a:pt x="336674" y="5767"/>
                </a:lnTo>
                <a:lnTo>
                  <a:pt x="390665" y="0"/>
                </a:lnTo>
                <a:lnTo>
                  <a:pt x="447301" y="1428"/>
                </a:lnTo>
                <a:lnTo>
                  <a:pt x="506583" y="10051"/>
                </a:lnTo>
                <a:lnTo>
                  <a:pt x="568511" y="25869"/>
                </a:lnTo>
              </a:path>
            </a:pathLst>
          </a:custGeom>
          <a:noFill/>
          <a:ln w="4953">
            <a:solidFill>
              <a:srgbClr val="EF6A26">
                <a:alpha val="12000"/>
              </a:srgbClr>
            </a:solidFill>
            <a:prstDash val="solid"/>
          </a:ln>
        </p:spPr>
      </p:sp>
      <p:sp>
        <p:nvSpPr>
          <p:cNvPr id="251" name="knowledge-edge">
            <a:extLst>
              <a:ext uri="{FF2B5EF4-FFF2-40B4-BE49-F238E27FC236}">
                <a16:creationId xmlns:a16="http://schemas.microsoft.com/office/drawing/2014/main" id="{67262030-538B-4C4D-A887-86E700B9BC26}"/>
              </a:ext>
            </a:extLst>
          </p:cNvPr>
          <p:cNvSpPr>
            <a:spLocks noGrp="1"/>
          </p:cNvSpPr>
          <p:nvPr/>
        </p:nvSpPr>
        <p:spPr>
          <a:xfrm>
            <a:off x="7041173" y="6540123"/>
            <a:ext cx="604845" cy="57221"/>
          </a:xfrm>
          <a:custGeom>
            <a:avLst/>
            <a:gdLst/>
            <a:ahLst/>
            <a:cxnLst/>
            <a:rect l="0" t="0" r="0" b="0"/>
            <a:pathLst>
              <a:path w="604845" h="57221">
                <a:moveTo>
                  <a:pt x="0" y="0"/>
                </a:moveTo>
                <a:lnTo>
                  <a:pt x="43203" y="1737"/>
                </a:lnTo>
                <a:lnTo>
                  <a:pt x="86406" y="3836"/>
                </a:lnTo>
                <a:lnTo>
                  <a:pt x="129610" y="6296"/>
                </a:lnTo>
                <a:lnTo>
                  <a:pt x="172813" y="9118"/>
                </a:lnTo>
                <a:lnTo>
                  <a:pt x="216016" y="12301"/>
                </a:lnTo>
                <a:lnTo>
                  <a:pt x="259219" y="15846"/>
                </a:lnTo>
                <a:lnTo>
                  <a:pt x="302423" y="19753"/>
                </a:lnTo>
                <a:lnTo>
                  <a:pt x="345626" y="24021"/>
                </a:lnTo>
                <a:lnTo>
                  <a:pt x="388829" y="28650"/>
                </a:lnTo>
                <a:lnTo>
                  <a:pt x="432032" y="33641"/>
                </a:lnTo>
                <a:lnTo>
                  <a:pt x="475236" y="38994"/>
                </a:lnTo>
                <a:lnTo>
                  <a:pt x="518439" y="44708"/>
                </a:lnTo>
                <a:lnTo>
                  <a:pt x="561642" y="50784"/>
                </a:lnTo>
                <a:lnTo>
                  <a:pt x="604845" y="57221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52" name="knowledge-edge">
            <a:extLst>
              <a:ext uri="{FF2B5EF4-FFF2-40B4-BE49-F238E27FC236}">
                <a16:creationId xmlns:a16="http://schemas.microsoft.com/office/drawing/2014/main" id="{A08CC623-DEFE-48BB-AE25-A1BC6909FA8D}"/>
              </a:ext>
            </a:extLst>
          </p:cNvPr>
          <p:cNvSpPr>
            <a:spLocks noGrp="1"/>
          </p:cNvSpPr>
          <p:nvPr/>
        </p:nvSpPr>
        <p:spPr>
          <a:xfrm>
            <a:off x="7169642" y="6606426"/>
            <a:ext cx="491917" cy="63336"/>
          </a:xfrm>
          <a:custGeom>
            <a:avLst/>
            <a:gdLst/>
            <a:ahLst/>
            <a:cxnLst/>
            <a:rect l="0" t="0" r="0" b="0"/>
            <a:pathLst>
              <a:path w="491917" h="63336">
                <a:moveTo>
                  <a:pt x="0" y="63336"/>
                </a:moveTo>
                <a:lnTo>
                  <a:pt x="35137" y="60501"/>
                </a:lnTo>
                <a:lnTo>
                  <a:pt x="70274" y="57406"/>
                </a:lnTo>
                <a:lnTo>
                  <a:pt x="105411" y="54052"/>
                </a:lnTo>
                <a:lnTo>
                  <a:pt x="140548" y="50437"/>
                </a:lnTo>
                <a:lnTo>
                  <a:pt x="175685" y="46563"/>
                </a:lnTo>
                <a:lnTo>
                  <a:pt x="210822" y="42428"/>
                </a:lnTo>
                <a:lnTo>
                  <a:pt x="245959" y="38034"/>
                </a:lnTo>
                <a:lnTo>
                  <a:pt x="281096" y="33380"/>
                </a:lnTo>
                <a:lnTo>
                  <a:pt x="316233" y="28467"/>
                </a:lnTo>
                <a:lnTo>
                  <a:pt x="351370" y="23293"/>
                </a:lnTo>
                <a:lnTo>
                  <a:pt x="386507" y="17859"/>
                </a:lnTo>
                <a:lnTo>
                  <a:pt x="421644" y="12166"/>
                </a:lnTo>
                <a:lnTo>
                  <a:pt x="456780" y="6213"/>
                </a:lnTo>
                <a:lnTo>
                  <a:pt x="491917" y="0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53" name="knowledge-cross-edge">
            <a:extLst>
              <a:ext uri="{FF2B5EF4-FFF2-40B4-BE49-F238E27FC236}">
                <a16:creationId xmlns:a16="http://schemas.microsoft.com/office/drawing/2014/main" id="{2D7E763D-6185-4AB3-94CD-9D32E3882312}"/>
              </a:ext>
            </a:extLst>
          </p:cNvPr>
          <p:cNvSpPr>
            <a:spLocks noGrp="1"/>
          </p:cNvSpPr>
          <p:nvPr/>
        </p:nvSpPr>
        <p:spPr>
          <a:xfrm>
            <a:off x="7169642" y="6648359"/>
            <a:ext cx="381663" cy="47052"/>
          </a:xfrm>
          <a:custGeom>
            <a:avLst/>
            <a:gdLst/>
            <a:ahLst/>
            <a:cxnLst/>
            <a:rect l="0" t="0" r="0" b="0"/>
            <a:pathLst>
              <a:path w="381663" h="47052">
                <a:moveTo>
                  <a:pt x="0" y="21403"/>
                </a:moveTo>
                <a:lnTo>
                  <a:pt x="46357" y="13455"/>
                </a:lnTo>
                <a:lnTo>
                  <a:pt x="90069" y="7340"/>
                </a:lnTo>
                <a:lnTo>
                  <a:pt x="131134" y="3060"/>
                </a:lnTo>
                <a:lnTo>
                  <a:pt x="169554" y="613"/>
                </a:lnTo>
                <a:lnTo>
                  <a:pt x="205328" y="0"/>
                </a:lnTo>
                <a:lnTo>
                  <a:pt x="238456" y="1221"/>
                </a:lnTo>
                <a:lnTo>
                  <a:pt x="268939" y="4275"/>
                </a:lnTo>
                <a:lnTo>
                  <a:pt x="296775" y="9163"/>
                </a:lnTo>
                <a:lnTo>
                  <a:pt x="321966" y="15884"/>
                </a:lnTo>
                <a:lnTo>
                  <a:pt x="344511" y="24440"/>
                </a:lnTo>
                <a:lnTo>
                  <a:pt x="364410" y="34829"/>
                </a:lnTo>
                <a:lnTo>
                  <a:pt x="381663" y="47052"/>
                </a:lnTo>
              </a:path>
            </a:pathLst>
          </a:custGeom>
          <a:noFill/>
          <a:ln w="5334">
            <a:solidFill>
              <a:srgbClr val="EF6A26">
                <a:alpha val="13000"/>
              </a:srgbClr>
            </a:solidFill>
            <a:prstDash val="solid"/>
          </a:ln>
        </p:spPr>
      </p:sp>
      <p:sp>
        <p:nvSpPr>
          <p:cNvPr id="254" name="knowledge-edge">
            <a:extLst>
              <a:ext uri="{FF2B5EF4-FFF2-40B4-BE49-F238E27FC236}">
                <a16:creationId xmlns:a16="http://schemas.microsoft.com/office/drawing/2014/main" id="{532CD5EF-A8A5-4761-83AF-718F233C93BA}"/>
              </a:ext>
            </a:extLst>
          </p:cNvPr>
          <p:cNvSpPr>
            <a:spLocks noGrp="1"/>
          </p:cNvSpPr>
          <p:nvPr/>
        </p:nvSpPr>
        <p:spPr>
          <a:xfrm>
            <a:off x="7179041" y="6684417"/>
            <a:ext cx="372264" cy="104095"/>
          </a:xfrm>
          <a:custGeom>
            <a:avLst/>
            <a:gdLst/>
            <a:ahLst/>
            <a:cxnLst/>
            <a:rect l="0" t="0" r="0" b="0"/>
            <a:pathLst>
              <a:path w="372264" h="104095">
                <a:moveTo>
                  <a:pt x="0" y="104095"/>
                </a:moveTo>
                <a:lnTo>
                  <a:pt x="26590" y="85255"/>
                </a:lnTo>
                <a:lnTo>
                  <a:pt x="53181" y="68290"/>
                </a:lnTo>
                <a:lnTo>
                  <a:pt x="79771" y="53200"/>
                </a:lnTo>
                <a:lnTo>
                  <a:pt x="106361" y="39986"/>
                </a:lnTo>
                <a:lnTo>
                  <a:pt x="132952" y="28648"/>
                </a:lnTo>
                <a:lnTo>
                  <a:pt x="159542" y="19184"/>
                </a:lnTo>
                <a:lnTo>
                  <a:pt x="186132" y="11597"/>
                </a:lnTo>
                <a:lnTo>
                  <a:pt x="212722" y="5884"/>
                </a:lnTo>
                <a:lnTo>
                  <a:pt x="239313" y="2048"/>
                </a:lnTo>
                <a:lnTo>
                  <a:pt x="265903" y="86"/>
                </a:lnTo>
                <a:lnTo>
                  <a:pt x="292493" y="0"/>
                </a:lnTo>
                <a:lnTo>
                  <a:pt x="319084" y="1789"/>
                </a:lnTo>
                <a:lnTo>
                  <a:pt x="345674" y="5454"/>
                </a:lnTo>
                <a:lnTo>
                  <a:pt x="372264" y="10994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55" name="knowledge-edge">
            <a:extLst>
              <a:ext uri="{FF2B5EF4-FFF2-40B4-BE49-F238E27FC236}">
                <a16:creationId xmlns:a16="http://schemas.microsoft.com/office/drawing/2014/main" id="{00BF3842-B7A4-44B7-9599-3027777AE06C}"/>
              </a:ext>
            </a:extLst>
          </p:cNvPr>
          <p:cNvSpPr>
            <a:spLocks noGrp="1"/>
          </p:cNvSpPr>
          <p:nvPr/>
        </p:nvSpPr>
        <p:spPr>
          <a:xfrm>
            <a:off x="7115499" y="6983466"/>
            <a:ext cx="478110" cy="34967"/>
          </a:xfrm>
          <a:custGeom>
            <a:avLst/>
            <a:gdLst/>
            <a:ahLst/>
            <a:cxnLst/>
            <a:rect l="0" t="0" r="0" b="0"/>
            <a:pathLst>
              <a:path w="478110" h="34967">
                <a:moveTo>
                  <a:pt x="0" y="5099"/>
                </a:moveTo>
                <a:lnTo>
                  <a:pt x="34151" y="13335"/>
                </a:lnTo>
                <a:lnTo>
                  <a:pt x="68301" y="20249"/>
                </a:lnTo>
                <a:lnTo>
                  <a:pt x="102452" y="25839"/>
                </a:lnTo>
                <a:lnTo>
                  <a:pt x="136603" y="30106"/>
                </a:lnTo>
                <a:lnTo>
                  <a:pt x="170753" y="33049"/>
                </a:lnTo>
                <a:lnTo>
                  <a:pt x="204904" y="34670"/>
                </a:lnTo>
                <a:lnTo>
                  <a:pt x="239055" y="34967"/>
                </a:lnTo>
                <a:lnTo>
                  <a:pt x="273205" y="33941"/>
                </a:lnTo>
                <a:lnTo>
                  <a:pt x="307356" y="31592"/>
                </a:lnTo>
                <a:lnTo>
                  <a:pt x="341507" y="27920"/>
                </a:lnTo>
                <a:lnTo>
                  <a:pt x="375658" y="22925"/>
                </a:lnTo>
                <a:lnTo>
                  <a:pt x="409808" y="16607"/>
                </a:lnTo>
                <a:lnTo>
                  <a:pt x="443959" y="8965"/>
                </a:lnTo>
                <a:lnTo>
                  <a:pt x="478110" y="0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56" name="knowledge-cross-edge">
            <a:extLst>
              <a:ext uri="{FF2B5EF4-FFF2-40B4-BE49-F238E27FC236}">
                <a16:creationId xmlns:a16="http://schemas.microsoft.com/office/drawing/2014/main" id="{6345DE83-807D-4046-9814-220926F65F2C}"/>
              </a:ext>
            </a:extLst>
          </p:cNvPr>
          <p:cNvSpPr>
            <a:spLocks noGrp="1"/>
          </p:cNvSpPr>
          <p:nvPr/>
        </p:nvSpPr>
        <p:spPr>
          <a:xfrm>
            <a:off x="7115499" y="6695411"/>
            <a:ext cx="435806" cy="293155"/>
          </a:xfrm>
          <a:custGeom>
            <a:avLst/>
            <a:gdLst/>
            <a:ahLst/>
            <a:cxnLst/>
            <a:rect l="0" t="0" r="0" b="0"/>
            <a:pathLst>
              <a:path w="435806" h="293155">
                <a:moveTo>
                  <a:pt x="0" y="293155"/>
                </a:moveTo>
                <a:lnTo>
                  <a:pt x="21765" y="253464"/>
                </a:lnTo>
                <a:lnTo>
                  <a:pt x="46176" y="216549"/>
                </a:lnTo>
                <a:lnTo>
                  <a:pt x="73233" y="182408"/>
                </a:lnTo>
                <a:lnTo>
                  <a:pt x="102935" y="151042"/>
                </a:lnTo>
                <a:lnTo>
                  <a:pt x="135284" y="122450"/>
                </a:lnTo>
                <a:lnTo>
                  <a:pt x="170278" y="96633"/>
                </a:lnTo>
                <a:lnTo>
                  <a:pt x="207918" y="73591"/>
                </a:lnTo>
                <a:lnTo>
                  <a:pt x="248204" y="53324"/>
                </a:lnTo>
                <a:lnTo>
                  <a:pt x="291136" y="35831"/>
                </a:lnTo>
                <a:lnTo>
                  <a:pt x="336713" y="21112"/>
                </a:lnTo>
                <a:lnTo>
                  <a:pt x="384937" y="9169"/>
                </a:lnTo>
                <a:lnTo>
                  <a:pt x="435806" y="0"/>
                </a:lnTo>
              </a:path>
            </a:pathLst>
          </a:custGeom>
          <a:noFill/>
          <a:ln w="4953">
            <a:solidFill>
              <a:srgbClr val="EF6A26">
                <a:alpha val="12000"/>
              </a:srgbClr>
            </a:solidFill>
            <a:prstDash val="solid"/>
          </a:ln>
        </p:spPr>
      </p:sp>
      <p:sp>
        <p:nvSpPr>
          <p:cNvPr id="257" name="knowledge-edge">
            <a:extLst>
              <a:ext uri="{FF2B5EF4-FFF2-40B4-BE49-F238E27FC236}">
                <a16:creationId xmlns:a16="http://schemas.microsoft.com/office/drawing/2014/main" id="{CD172328-61FD-4F78-85F7-F3BD54DC5C24}"/>
              </a:ext>
            </a:extLst>
          </p:cNvPr>
          <p:cNvSpPr>
            <a:spLocks noGrp="1"/>
          </p:cNvSpPr>
          <p:nvPr/>
        </p:nvSpPr>
        <p:spPr>
          <a:xfrm>
            <a:off x="7658999" y="5947401"/>
            <a:ext cx="225546" cy="156668"/>
          </a:xfrm>
          <a:custGeom>
            <a:avLst/>
            <a:gdLst/>
            <a:ahLst/>
            <a:cxnLst/>
            <a:rect l="0" t="0" r="0" b="0"/>
            <a:pathLst>
              <a:path w="225546" h="156668">
                <a:moveTo>
                  <a:pt x="0" y="0"/>
                </a:moveTo>
                <a:lnTo>
                  <a:pt x="16110" y="1835"/>
                </a:lnTo>
                <a:lnTo>
                  <a:pt x="32221" y="5110"/>
                </a:lnTo>
                <a:lnTo>
                  <a:pt x="48331" y="9823"/>
                </a:lnTo>
                <a:lnTo>
                  <a:pt x="64442" y="15976"/>
                </a:lnTo>
                <a:lnTo>
                  <a:pt x="80552" y="23569"/>
                </a:lnTo>
                <a:lnTo>
                  <a:pt x="96663" y="32600"/>
                </a:lnTo>
                <a:lnTo>
                  <a:pt x="112773" y="43071"/>
                </a:lnTo>
                <a:lnTo>
                  <a:pt x="128883" y="54981"/>
                </a:lnTo>
                <a:lnTo>
                  <a:pt x="144994" y="68331"/>
                </a:lnTo>
                <a:lnTo>
                  <a:pt x="161104" y="83120"/>
                </a:lnTo>
                <a:lnTo>
                  <a:pt x="177215" y="99348"/>
                </a:lnTo>
                <a:lnTo>
                  <a:pt x="193325" y="117015"/>
                </a:lnTo>
                <a:lnTo>
                  <a:pt x="209436" y="136122"/>
                </a:lnTo>
                <a:lnTo>
                  <a:pt x="225546" y="156668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58" name="knowledge-cross-edge">
            <a:extLst>
              <a:ext uri="{FF2B5EF4-FFF2-40B4-BE49-F238E27FC236}">
                <a16:creationId xmlns:a16="http://schemas.microsoft.com/office/drawing/2014/main" id="{CBFE3A89-103C-4000-85A2-0F0A0D3DD89D}"/>
              </a:ext>
            </a:extLst>
          </p:cNvPr>
          <p:cNvSpPr>
            <a:spLocks noGrp="1"/>
          </p:cNvSpPr>
          <p:nvPr/>
        </p:nvSpPr>
        <p:spPr>
          <a:xfrm>
            <a:off x="7658999" y="5913385"/>
            <a:ext cx="255472" cy="450786"/>
          </a:xfrm>
          <a:custGeom>
            <a:avLst/>
            <a:gdLst/>
            <a:ahLst/>
            <a:cxnLst/>
            <a:rect l="0" t="0" r="0" b="0"/>
            <a:pathLst>
              <a:path w="255472" h="450786">
                <a:moveTo>
                  <a:pt x="0" y="34016"/>
                </a:moveTo>
                <a:lnTo>
                  <a:pt x="35841" y="12440"/>
                </a:lnTo>
                <a:lnTo>
                  <a:pt x="69037" y="1101"/>
                </a:lnTo>
                <a:lnTo>
                  <a:pt x="99587" y="0"/>
                </a:lnTo>
                <a:lnTo>
                  <a:pt x="127491" y="9137"/>
                </a:lnTo>
                <a:lnTo>
                  <a:pt x="152749" y="28511"/>
                </a:lnTo>
                <a:lnTo>
                  <a:pt x="175361" y="58123"/>
                </a:lnTo>
                <a:lnTo>
                  <a:pt x="195327" y="97973"/>
                </a:lnTo>
                <a:lnTo>
                  <a:pt x="212648" y="148060"/>
                </a:lnTo>
                <a:lnTo>
                  <a:pt x="227323" y="208385"/>
                </a:lnTo>
                <a:lnTo>
                  <a:pt x="239352" y="278948"/>
                </a:lnTo>
                <a:lnTo>
                  <a:pt x="248735" y="359748"/>
                </a:lnTo>
                <a:lnTo>
                  <a:pt x="255472" y="450786"/>
                </a:lnTo>
              </a:path>
            </a:pathLst>
          </a:custGeom>
          <a:noFill/>
          <a:ln w="5334">
            <a:solidFill>
              <a:srgbClr val="F27A1F">
                <a:alpha val="13000"/>
              </a:srgbClr>
            </a:solidFill>
            <a:prstDash val="solid"/>
          </a:ln>
        </p:spPr>
      </p:sp>
      <p:sp>
        <p:nvSpPr>
          <p:cNvPr id="259" name="knowledge-edge">
            <a:extLst>
              <a:ext uri="{FF2B5EF4-FFF2-40B4-BE49-F238E27FC236}">
                <a16:creationId xmlns:a16="http://schemas.microsoft.com/office/drawing/2014/main" id="{D98A187B-A942-4AB3-A059-6B0F6C8B3532}"/>
              </a:ext>
            </a:extLst>
          </p:cNvPr>
          <p:cNvSpPr>
            <a:spLocks noGrp="1"/>
          </p:cNvSpPr>
          <p:nvPr/>
        </p:nvSpPr>
        <p:spPr>
          <a:xfrm>
            <a:off x="7721529" y="6200120"/>
            <a:ext cx="192942" cy="164052"/>
          </a:xfrm>
          <a:custGeom>
            <a:avLst/>
            <a:gdLst/>
            <a:ahLst/>
            <a:cxnLst/>
            <a:rect l="0" t="0" r="0" b="0"/>
            <a:pathLst>
              <a:path w="192942" h="164052">
                <a:moveTo>
                  <a:pt x="0" y="0"/>
                </a:moveTo>
                <a:lnTo>
                  <a:pt x="13782" y="16748"/>
                </a:lnTo>
                <a:lnTo>
                  <a:pt x="27563" y="32722"/>
                </a:lnTo>
                <a:lnTo>
                  <a:pt x="41345" y="47922"/>
                </a:lnTo>
                <a:lnTo>
                  <a:pt x="55126" y="62348"/>
                </a:lnTo>
                <a:lnTo>
                  <a:pt x="68908" y="76001"/>
                </a:lnTo>
                <a:lnTo>
                  <a:pt x="82689" y="88879"/>
                </a:lnTo>
                <a:lnTo>
                  <a:pt x="96471" y="100984"/>
                </a:lnTo>
                <a:lnTo>
                  <a:pt x="110253" y="112315"/>
                </a:lnTo>
                <a:lnTo>
                  <a:pt x="124034" y="122872"/>
                </a:lnTo>
                <a:lnTo>
                  <a:pt x="137816" y="132656"/>
                </a:lnTo>
                <a:lnTo>
                  <a:pt x="151597" y="141666"/>
                </a:lnTo>
                <a:lnTo>
                  <a:pt x="165379" y="149901"/>
                </a:lnTo>
                <a:lnTo>
                  <a:pt x="179161" y="157364"/>
                </a:lnTo>
                <a:lnTo>
                  <a:pt x="192942" y="164052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60" name="knowledge-cross-edge">
            <a:extLst>
              <a:ext uri="{FF2B5EF4-FFF2-40B4-BE49-F238E27FC236}">
                <a16:creationId xmlns:a16="http://schemas.microsoft.com/office/drawing/2014/main" id="{44C1329D-6886-4540-90F9-7EEBC3C0790D}"/>
              </a:ext>
            </a:extLst>
          </p:cNvPr>
          <p:cNvSpPr>
            <a:spLocks noGrp="1"/>
          </p:cNvSpPr>
          <p:nvPr/>
        </p:nvSpPr>
        <p:spPr>
          <a:xfrm>
            <a:off x="7720562" y="6049078"/>
            <a:ext cx="163984" cy="151042"/>
          </a:xfrm>
          <a:custGeom>
            <a:avLst/>
            <a:gdLst/>
            <a:ahLst/>
            <a:cxnLst/>
            <a:rect l="0" t="0" r="0" b="0"/>
            <a:pathLst>
              <a:path w="163984" h="151042">
                <a:moveTo>
                  <a:pt x="967" y="151042"/>
                </a:moveTo>
                <a:lnTo>
                  <a:pt x="0" y="113177"/>
                </a:lnTo>
                <a:lnTo>
                  <a:pt x="1678" y="80741"/>
                </a:lnTo>
                <a:lnTo>
                  <a:pt x="6003" y="53734"/>
                </a:lnTo>
                <a:lnTo>
                  <a:pt x="12973" y="32157"/>
                </a:lnTo>
                <a:lnTo>
                  <a:pt x="22589" y="16008"/>
                </a:lnTo>
                <a:lnTo>
                  <a:pt x="34851" y="5290"/>
                </a:lnTo>
                <a:lnTo>
                  <a:pt x="49758" y="0"/>
                </a:lnTo>
                <a:lnTo>
                  <a:pt x="67312" y="140"/>
                </a:lnTo>
                <a:lnTo>
                  <a:pt x="87511" y="5709"/>
                </a:lnTo>
                <a:lnTo>
                  <a:pt x="110356" y="16707"/>
                </a:lnTo>
                <a:lnTo>
                  <a:pt x="135847" y="33134"/>
                </a:lnTo>
                <a:lnTo>
                  <a:pt x="163984" y="54991"/>
                </a:lnTo>
              </a:path>
            </a:pathLst>
          </a:custGeom>
          <a:noFill/>
          <a:ln w="4953">
            <a:solidFill>
              <a:srgbClr val="F27A1F">
                <a:alpha val="12000"/>
              </a:srgbClr>
            </a:solidFill>
            <a:prstDash val="solid"/>
          </a:ln>
        </p:spPr>
      </p:sp>
      <p:sp>
        <p:nvSpPr>
          <p:cNvPr id="261" name="knowledge-edge">
            <a:extLst>
              <a:ext uri="{FF2B5EF4-FFF2-40B4-BE49-F238E27FC236}">
                <a16:creationId xmlns:a16="http://schemas.microsoft.com/office/drawing/2014/main" id="{F9FD0149-4470-4A44-BA9B-812EE6CBCFB5}"/>
              </a:ext>
            </a:extLst>
          </p:cNvPr>
          <p:cNvSpPr>
            <a:spLocks noGrp="1"/>
          </p:cNvSpPr>
          <p:nvPr/>
        </p:nvSpPr>
        <p:spPr>
          <a:xfrm>
            <a:off x="7557303" y="6435526"/>
            <a:ext cx="498595" cy="105458"/>
          </a:xfrm>
          <a:custGeom>
            <a:avLst/>
            <a:gdLst/>
            <a:ahLst/>
            <a:cxnLst/>
            <a:rect l="0" t="0" r="0" b="0"/>
            <a:pathLst>
              <a:path w="498595" h="105458">
                <a:moveTo>
                  <a:pt x="0" y="85254"/>
                </a:moveTo>
                <a:lnTo>
                  <a:pt x="35614" y="93647"/>
                </a:lnTo>
                <a:lnTo>
                  <a:pt x="71228" y="99812"/>
                </a:lnTo>
                <a:lnTo>
                  <a:pt x="106842" y="103749"/>
                </a:lnTo>
                <a:lnTo>
                  <a:pt x="142456" y="105458"/>
                </a:lnTo>
                <a:lnTo>
                  <a:pt x="178070" y="104939"/>
                </a:lnTo>
                <a:lnTo>
                  <a:pt x="213683" y="102191"/>
                </a:lnTo>
                <a:lnTo>
                  <a:pt x="249297" y="97216"/>
                </a:lnTo>
                <a:lnTo>
                  <a:pt x="284911" y="90012"/>
                </a:lnTo>
                <a:lnTo>
                  <a:pt x="320525" y="80580"/>
                </a:lnTo>
                <a:lnTo>
                  <a:pt x="356139" y="68920"/>
                </a:lnTo>
                <a:lnTo>
                  <a:pt x="391753" y="55032"/>
                </a:lnTo>
                <a:lnTo>
                  <a:pt x="427367" y="38916"/>
                </a:lnTo>
                <a:lnTo>
                  <a:pt x="462981" y="20572"/>
                </a:lnTo>
                <a:lnTo>
                  <a:pt x="498595" y="0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62" name="knowledge-edge">
            <a:extLst>
              <a:ext uri="{FF2B5EF4-FFF2-40B4-BE49-F238E27FC236}">
                <a16:creationId xmlns:a16="http://schemas.microsoft.com/office/drawing/2014/main" id="{A1B8FBC6-7BB9-4C51-A7A8-2F176084EF49}"/>
              </a:ext>
            </a:extLst>
          </p:cNvPr>
          <p:cNvSpPr>
            <a:spLocks noGrp="1"/>
          </p:cNvSpPr>
          <p:nvPr/>
        </p:nvSpPr>
        <p:spPr>
          <a:xfrm>
            <a:off x="7646019" y="6441322"/>
            <a:ext cx="521374" cy="156022"/>
          </a:xfrm>
          <a:custGeom>
            <a:avLst/>
            <a:gdLst/>
            <a:ahLst/>
            <a:cxnLst/>
            <a:rect l="0" t="0" r="0" b="0"/>
            <a:pathLst>
              <a:path w="521374" h="156022">
                <a:moveTo>
                  <a:pt x="0" y="156022"/>
                </a:moveTo>
                <a:lnTo>
                  <a:pt x="37241" y="153435"/>
                </a:lnTo>
                <a:lnTo>
                  <a:pt x="74482" y="149532"/>
                </a:lnTo>
                <a:lnTo>
                  <a:pt x="111723" y="144311"/>
                </a:lnTo>
                <a:lnTo>
                  <a:pt x="148964" y="137775"/>
                </a:lnTo>
                <a:lnTo>
                  <a:pt x="186205" y="129922"/>
                </a:lnTo>
                <a:lnTo>
                  <a:pt x="223446" y="120752"/>
                </a:lnTo>
                <a:lnTo>
                  <a:pt x="260687" y="110266"/>
                </a:lnTo>
                <a:lnTo>
                  <a:pt x="297928" y="98463"/>
                </a:lnTo>
                <a:lnTo>
                  <a:pt x="335169" y="85344"/>
                </a:lnTo>
                <a:lnTo>
                  <a:pt x="372410" y="70908"/>
                </a:lnTo>
                <a:lnTo>
                  <a:pt x="409651" y="55156"/>
                </a:lnTo>
                <a:lnTo>
                  <a:pt x="446892" y="38087"/>
                </a:lnTo>
                <a:lnTo>
                  <a:pt x="484133" y="19702"/>
                </a:lnTo>
                <a:lnTo>
                  <a:pt x="521374" y="0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63" name="knowledge-cross-edge">
            <a:extLst>
              <a:ext uri="{FF2B5EF4-FFF2-40B4-BE49-F238E27FC236}">
                <a16:creationId xmlns:a16="http://schemas.microsoft.com/office/drawing/2014/main" id="{7E7CD598-64ED-47D2-AE68-5A1AC6B3DE11}"/>
              </a:ext>
            </a:extLst>
          </p:cNvPr>
          <p:cNvSpPr>
            <a:spLocks noGrp="1"/>
          </p:cNvSpPr>
          <p:nvPr/>
        </p:nvSpPr>
        <p:spPr>
          <a:xfrm>
            <a:off x="7646019" y="6542804"/>
            <a:ext cx="520900" cy="54540"/>
          </a:xfrm>
          <a:custGeom>
            <a:avLst/>
            <a:gdLst/>
            <a:ahLst/>
            <a:cxnLst/>
            <a:rect l="0" t="0" r="0" b="0"/>
            <a:pathLst>
              <a:path w="520900" h="54540">
                <a:moveTo>
                  <a:pt x="0" y="54540"/>
                </a:moveTo>
                <a:lnTo>
                  <a:pt x="57960" y="46497"/>
                </a:lnTo>
                <a:lnTo>
                  <a:pt x="113275" y="39090"/>
                </a:lnTo>
                <a:lnTo>
                  <a:pt x="165944" y="32319"/>
                </a:lnTo>
                <a:lnTo>
                  <a:pt x="215967" y="26184"/>
                </a:lnTo>
                <a:lnTo>
                  <a:pt x="263344" y="20685"/>
                </a:lnTo>
                <a:lnTo>
                  <a:pt x="308075" y="15822"/>
                </a:lnTo>
                <a:lnTo>
                  <a:pt x="350160" y="11595"/>
                </a:lnTo>
                <a:lnTo>
                  <a:pt x="389600" y="8004"/>
                </a:lnTo>
                <a:lnTo>
                  <a:pt x="426394" y="5049"/>
                </a:lnTo>
                <a:lnTo>
                  <a:pt x="460542" y="2730"/>
                </a:lnTo>
                <a:lnTo>
                  <a:pt x="492044" y="1047"/>
                </a:lnTo>
                <a:lnTo>
                  <a:pt x="520900" y="0"/>
                </a:lnTo>
              </a:path>
            </a:pathLst>
          </a:custGeom>
          <a:noFill/>
          <a:ln w="5334">
            <a:solidFill>
              <a:srgbClr val="F27A1F">
                <a:alpha val="13000"/>
              </a:srgbClr>
            </a:solidFill>
            <a:prstDash val="solid"/>
          </a:ln>
        </p:spPr>
      </p:sp>
      <p:sp>
        <p:nvSpPr>
          <p:cNvPr id="264" name="knowledge-edge">
            <a:extLst>
              <a:ext uri="{FF2B5EF4-FFF2-40B4-BE49-F238E27FC236}">
                <a16:creationId xmlns:a16="http://schemas.microsoft.com/office/drawing/2014/main" id="{05F3D2AA-9451-4039-9146-3990E91C74F2}"/>
              </a:ext>
            </a:extLst>
          </p:cNvPr>
          <p:cNvSpPr>
            <a:spLocks noGrp="1"/>
          </p:cNvSpPr>
          <p:nvPr/>
        </p:nvSpPr>
        <p:spPr>
          <a:xfrm>
            <a:off x="7661560" y="6519642"/>
            <a:ext cx="505359" cy="86784"/>
          </a:xfrm>
          <a:custGeom>
            <a:avLst/>
            <a:gdLst/>
            <a:ahLst/>
            <a:cxnLst/>
            <a:rect l="0" t="0" r="0" b="0"/>
            <a:pathLst>
              <a:path w="505359" h="86784">
                <a:moveTo>
                  <a:pt x="0" y="86784"/>
                </a:moveTo>
                <a:lnTo>
                  <a:pt x="36097" y="68984"/>
                </a:lnTo>
                <a:lnTo>
                  <a:pt x="72194" y="53223"/>
                </a:lnTo>
                <a:lnTo>
                  <a:pt x="108291" y="39502"/>
                </a:lnTo>
                <a:lnTo>
                  <a:pt x="144388" y="27820"/>
                </a:lnTo>
                <a:lnTo>
                  <a:pt x="180485" y="18178"/>
                </a:lnTo>
                <a:lnTo>
                  <a:pt x="216582" y="10574"/>
                </a:lnTo>
                <a:lnTo>
                  <a:pt x="252679" y="5010"/>
                </a:lnTo>
                <a:lnTo>
                  <a:pt x="288777" y="1486"/>
                </a:lnTo>
                <a:lnTo>
                  <a:pt x="324874" y="0"/>
                </a:lnTo>
                <a:lnTo>
                  <a:pt x="360971" y="554"/>
                </a:lnTo>
                <a:lnTo>
                  <a:pt x="397068" y="3147"/>
                </a:lnTo>
                <a:lnTo>
                  <a:pt x="433165" y="7779"/>
                </a:lnTo>
                <a:lnTo>
                  <a:pt x="469262" y="14451"/>
                </a:lnTo>
                <a:lnTo>
                  <a:pt x="505359" y="23162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65" name="knowledge-cross-edge">
            <a:extLst>
              <a:ext uri="{FF2B5EF4-FFF2-40B4-BE49-F238E27FC236}">
                <a16:creationId xmlns:a16="http://schemas.microsoft.com/office/drawing/2014/main" id="{8F81FBC5-741B-4FF1-B764-9BF858176F89}"/>
              </a:ext>
            </a:extLst>
          </p:cNvPr>
          <p:cNvSpPr>
            <a:spLocks noGrp="1"/>
          </p:cNvSpPr>
          <p:nvPr/>
        </p:nvSpPr>
        <p:spPr>
          <a:xfrm>
            <a:off x="7661560" y="6397026"/>
            <a:ext cx="505833" cy="209400"/>
          </a:xfrm>
          <a:custGeom>
            <a:avLst/>
            <a:gdLst/>
            <a:ahLst/>
            <a:cxnLst/>
            <a:rect l="0" t="0" r="0" b="0"/>
            <a:pathLst>
              <a:path w="505833" h="209400">
                <a:moveTo>
                  <a:pt x="0" y="209400"/>
                </a:moveTo>
                <a:lnTo>
                  <a:pt x="27601" y="161496"/>
                </a:lnTo>
                <a:lnTo>
                  <a:pt x="57847" y="119801"/>
                </a:lnTo>
                <a:lnTo>
                  <a:pt x="90739" y="84314"/>
                </a:lnTo>
                <a:lnTo>
                  <a:pt x="126278" y="55035"/>
                </a:lnTo>
                <a:lnTo>
                  <a:pt x="164462" y="31964"/>
                </a:lnTo>
                <a:lnTo>
                  <a:pt x="205291" y="15101"/>
                </a:lnTo>
                <a:lnTo>
                  <a:pt x="248767" y="4446"/>
                </a:lnTo>
                <a:lnTo>
                  <a:pt x="294889" y="0"/>
                </a:lnTo>
                <a:lnTo>
                  <a:pt x="343656" y="1762"/>
                </a:lnTo>
                <a:lnTo>
                  <a:pt x="395069" y="9732"/>
                </a:lnTo>
                <a:lnTo>
                  <a:pt x="449128" y="23910"/>
                </a:lnTo>
                <a:lnTo>
                  <a:pt x="505833" y="44296"/>
                </a:lnTo>
              </a:path>
            </a:pathLst>
          </a:custGeom>
          <a:noFill/>
          <a:ln w="4953">
            <a:solidFill>
              <a:srgbClr val="F27A1F">
                <a:alpha val="12000"/>
              </a:srgbClr>
            </a:solidFill>
            <a:prstDash val="solid"/>
          </a:ln>
        </p:spPr>
      </p:sp>
      <p:sp>
        <p:nvSpPr>
          <p:cNvPr id="266" name="knowledge-edge">
            <a:extLst>
              <a:ext uri="{FF2B5EF4-FFF2-40B4-BE49-F238E27FC236}">
                <a16:creationId xmlns:a16="http://schemas.microsoft.com/office/drawing/2014/main" id="{8AB32078-E695-4FA2-A2BB-76360A6E9ACC}"/>
              </a:ext>
            </a:extLst>
          </p:cNvPr>
          <p:cNvSpPr>
            <a:spLocks noGrp="1"/>
          </p:cNvSpPr>
          <p:nvPr/>
        </p:nvSpPr>
        <p:spPr>
          <a:xfrm>
            <a:off x="7551305" y="6578667"/>
            <a:ext cx="412181" cy="116744"/>
          </a:xfrm>
          <a:custGeom>
            <a:avLst/>
            <a:gdLst/>
            <a:ahLst/>
            <a:cxnLst/>
            <a:rect l="0" t="0" r="0" b="0"/>
            <a:pathLst>
              <a:path w="412181" h="116744">
                <a:moveTo>
                  <a:pt x="0" y="116744"/>
                </a:moveTo>
                <a:lnTo>
                  <a:pt x="29441" y="97623"/>
                </a:lnTo>
                <a:lnTo>
                  <a:pt x="58883" y="80209"/>
                </a:lnTo>
                <a:lnTo>
                  <a:pt x="88324" y="64504"/>
                </a:lnTo>
                <a:lnTo>
                  <a:pt x="117766" y="50506"/>
                </a:lnTo>
                <a:lnTo>
                  <a:pt x="147207" y="38216"/>
                </a:lnTo>
                <a:lnTo>
                  <a:pt x="176649" y="27633"/>
                </a:lnTo>
                <a:lnTo>
                  <a:pt x="206090" y="18758"/>
                </a:lnTo>
                <a:lnTo>
                  <a:pt x="235532" y="11591"/>
                </a:lnTo>
                <a:lnTo>
                  <a:pt x="264973" y="6132"/>
                </a:lnTo>
                <a:lnTo>
                  <a:pt x="294415" y="2380"/>
                </a:lnTo>
                <a:lnTo>
                  <a:pt x="323856" y="336"/>
                </a:lnTo>
                <a:lnTo>
                  <a:pt x="353298" y="0"/>
                </a:lnTo>
                <a:lnTo>
                  <a:pt x="382739" y="1371"/>
                </a:lnTo>
                <a:lnTo>
                  <a:pt x="412181" y="4451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67" name="knowledge-cross-edge">
            <a:extLst>
              <a:ext uri="{FF2B5EF4-FFF2-40B4-BE49-F238E27FC236}">
                <a16:creationId xmlns:a16="http://schemas.microsoft.com/office/drawing/2014/main" id="{8997F2B0-BBA1-4F79-8AAE-403DB993AD1F}"/>
              </a:ext>
            </a:extLst>
          </p:cNvPr>
          <p:cNvSpPr>
            <a:spLocks noGrp="1"/>
          </p:cNvSpPr>
          <p:nvPr/>
        </p:nvSpPr>
        <p:spPr>
          <a:xfrm>
            <a:off x="7551305" y="6674573"/>
            <a:ext cx="473826" cy="227549"/>
          </a:xfrm>
          <a:custGeom>
            <a:avLst/>
            <a:gdLst/>
            <a:ahLst/>
            <a:cxnLst/>
            <a:rect l="0" t="0" r="0" b="0"/>
            <a:pathLst>
              <a:path w="473826" h="227549">
                <a:moveTo>
                  <a:pt x="0" y="20838"/>
                </a:moveTo>
                <a:lnTo>
                  <a:pt x="54038" y="8520"/>
                </a:lnTo>
                <a:lnTo>
                  <a:pt x="105429" y="1574"/>
                </a:lnTo>
                <a:lnTo>
                  <a:pt x="154175" y="0"/>
                </a:lnTo>
                <a:lnTo>
                  <a:pt x="200275" y="3797"/>
                </a:lnTo>
                <a:lnTo>
                  <a:pt x="243729" y="12966"/>
                </a:lnTo>
                <a:lnTo>
                  <a:pt x="284538" y="27506"/>
                </a:lnTo>
                <a:lnTo>
                  <a:pt x="322700" y="47418"/>
                </a:lnTo>
                <a:lnTo>
                  <a:pt x="358217" y="72701"/>
                </a:lnTo>
                <a:lnTo>
                  <a:pt x="391088" y="103356"/>
                </a:lnTo>
                <a:lnTo>
                  <a:pt x="421313" y="139382"/>
                </a:lnTo>
                <a:lnTo>
                  <a:pt x="448892" y="180780"/>
                </a:lnTo>
                <a:lnTo>
                  <a:pt x="473826" y="227549"/>
                </a:lnTo>
              </a:path>
            </a:pathLst>
          </a:custGeom>
          <a:noFill/>
          <a:ln w="5334">
            <a:solidFill>
              <a:srgbClr val="F27A1F">
                <a:alpha val="13000"/>
              </a:srgbClr>
            </a:solidFill>
            <a:prstDash val="solid"/>
          </a:ln>
        </p:spPr>
      </p:sp>
      <p:sp>
        <p:nvSpPr>
          <p:cNvPr id="268" name="knowledge-edge">
            <a:extLst>
              <a:ext uri="{FF2B5EF4-FFF2-40B4-BE49-F238E27FC236}">
                <a16:creationId xmlns:a16="http://schemas.microsoft.com/office/drawing/2014/main" id="{061BB425-45A4-4D14-89B1-AB67BB6B1CE1}"/>
              </a:ext>
            </a:extLst>
          </p:cNvPr>
          <p:cNvSpPr>
            <a:spLocks noGrp="1"/>
          </p:cNvSpPr>
          <p:nvPr/>
        </p:nvSpPr>
        <p:spPr>
          <a:xfrm>
            <a:off x="7593609" y="6902122"/>
            <a:ext cx="431522" cy="81344"/>
          </a:xfrm>
          <a:custGeom>
            <a:avLst/>
            <a:gdLst/>
            <a:ahLst/>
            <a:cxnLst/>
            <a:rect l="0" t="0" r="0" b="0"/>
            <a:pathLst>
              <a:path w="431522" h="81344">
                <a:moveTo>
                  <a:pt x="0" y="81344"/>
                </a:moveTo>
                <a:lnTo>
                  <a:pt x="30823" y="80312"/>
                </a:lnTo>
                <a:lnTo>
                  <a:pt x="61646" y="78545"/>
                </a:lnTo>
                <a:lnTo>
                  <a:pt x="92469" y="76043"/>
                </a:lnTo>
                <a:lnTo>
                  <a:pt x="123292" y="72805"/>
                </a:lnTo>
                <a:lnTo>
                  <a:pt x="154115" y="68833"/>
                </a:lnTo>
                <a:lnTo>
                  <a:pt x="184938" y="64125"/>
                </a:lnTo>
                <a:lnTo>
                  <a:pt x="215761" y="58683"/>
                </a:lnTo>
                <a:lnTo>
                  <a:pt x="246584" y="52505"/>
                </a:lnTo>
                <a:lnTo>
                  <a:pt x="277407" y="45592"/>
                </a:lnTo>
                <a:lnTo>
                  <a:pt x="308230" y="37944"/>
                </a:lnTo>
                <a:lnTo>
                  <a:pt x="339053" y="29561"/>
                </a:lnTo>
                <a:lnTo>
                  <a:pt x="369876" y="20442"/>
                </a:lnTo>
                <a:lnTo>
                  <a:pt x="400699" y="10589"/>
                </a:lnTo>
                <a:lnTo>
                  <a:pt x="431522" y="0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69" name="knowledge-long-edge">
            <a:extLst>
              <a:ext uri="{FF2B5EF4-FFF2-40B4-BE49-F238E27FC236}">
                <a16:creationId xmlns:a16="http://schemas.microsoft.com/office/drawing/2014/main" id="{CD2AC863-5A49-4C53-B0CB-0BB94C919C8F}"/>
              </a:ext>
            </a:extLst>
          </p:cNvPr>
          <p:cNvSpPr>
            <a:spLocks noGrp="1"/>
          </p:cNvSpPr>
          <p:nvPr/>
        </p:nvSpPr>
        <p:spPr>
          <a:xfrm>
            <a:off x="7593609" y="6435696"/>
            <a:ext cx="856528" cy="547770"/>
          </a:xfrm>
          <a:custGeom>
            <a:avLst/>
            <a:gdLst/>
            <a:ahLst/>
            <a:cxnLst/>
            <a:rect l="0" t="0" r="0" b="0"/>
            <a:pathLst>
              <a:path w="856528" h="547770">
                <a:moveTo>
                  <a:pt x="0" y="547770"/>
                </a:moveTo>
                <a:lnTo>
                  <a:pt x="53533" y="443561"/>
                </a:lnTo>
                <a:lnTo>
                  <a:pt x="107066" y="350337"/>
                </a:lnTo>
                <a:lnTo>
                  <a:pt x="160599" y="268098"/>
                </a:lnTo>
                <a:lnTo>
                  <a:pt x="214132" y="196844"/>
                </a:lnTo>
                <a:lnTo>
                  <a:pt x="267665" y="136574"/>
                </a:lnTo>
                <a:lnTo>
                  <a:pt x="321198" y="87290"/>
                </a:lnTo>
                <a:lnTo>
                  <a:pt x="374731" y="48990"/>
                </a:lnTo>
                <a:lnTo>
                  <a:pt x="428264" y="21675"/>
                </a:lnTo>
                <a:lnTo>
                  <a:pt x="481797" y="5345"/>
                </a:lnTo>
                <a:lnTo>
                  <a:pt x="535330" y="0"/>
                </a:lnTo>
                <a:lnTo>
                  <a:pt x="588863" y="5640"/>
                </a:lnTo>
                <a:lnTo>
                  <a:pt x="642396" y="22264"/>
                </a:lnTo>
                <a:lnTo>
                  <a:pt x="695929" y="49873"/>
                </a:lnTo>
                <a:lnTo>
                  <a:pt x="749462" y="88468"/>
                </a:lnTo>
                <a:lnTo>
                  <a:pt x="802995" y="138047"/>
                </a:lnTo>
                <a:lnTo>
                  <a:pt x="856528" y="198610"/>
                </a:lnTo>
              </a:path>
            </a:pathLst>
          </a:custGeom>
          <a:noFill/>
          <a:ln w="4286">
            <a:solidFill>
              <a:srgbClr val="F27A1F">
                <a:alpha val="9000"/>
              </a:srgbClr>
            </a:solidFill>
            <a:prstDash val="solid"/>
          </a:ln>
        </p:spPr>
      </p:sp>
      <p:sp>
        <p:nvSpPr>
          <p:cNvPr id="270" name="knowledge-edge">
            <a:extLst>
              <a:ext uri="{FF2B5EF4-FFF2-40B4-BE49-F238E27FC236}">
                <a16:creationId xmlns:a16="http://schemas.microsoft.com/office/drawing/2014/main" id="{C8F5F1B6-4096-4E02-8725-225F0CC6157F}"/>
              </a:ext>
            </a:extLst>
          </p:cNvPr>
          <p:cNvSpPr>
            <a:spLocks noGrp="1"/>
          </p:cNvSpPr>
          <p:nvPr/>
        </p:nvSpPr>
        <p:spPr>
          <a:xfrm>
            <a:off x="7884545" y="5933930"/>
            <a:ext cx="462918" cy="170140"/>
          </a:xfrm>
          <a:custGeom>
            <a:avLst/>
            <a:gdLst/>
            <a:ahLst/>
            <a:cxnLst/>
            <a:rect l="0" t="0" r="0" b="0"/>
            <a:pathLst>
              <a:path w="462918" h="170140">
                <a:moveTo>
                  <a:pt x="0" y="170140"/>
                </a:moveTo>
                <a:lnTo>
                  <a:pt x="33066" y="139327"/>
                </a:lnTo>
                <a:lnTo>
                  <a:pt x="66131" y="111583"/>
                </a:lnTo>
                <a:lnTo>
                  <a:pt x="99197" y="86909"/>
                </a:lnTo>
                <a:lnTo>
                  <a:pt x="132262" y="65303"/>
                </a:lnTo>
                <a:lnTo>
                  <a:pt x="165328" y="46767"/>
                </a:lnTo>
                <a:lnTo>
                  <a:pt x="198394" y="31300"/>
                </a:lnTo>
                <a:lnTo>
                  <a:pt x="231459" y="18902"/>
                </a:lnTo>
                <a:lnTo>
                  <a:pt x="264525" y="9572"/>
                </a:lnTo>
                <a:lnTo>
                  <a:pt x="297590" y="3313"/>
                </a:lnTo>
                <a:lnTo>
                  <a:pt x="330656" y="122"/>
                </a:lnTo>
                <a:lnTo>
                  <a:pt x="363721" y="0"/>
                </a:lnTo>
                <a:lnTo>
                  <a:pt x="396787" y="2947"/>
                </a:lnTo>
                <a:lnTo>
                  <a:pt x="429853" y="8964"/>
                </a:lnTo>
                <a:lnTo>
                  <a:pt x="462918" y="18049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71" name="knowledge-cross-edge">
            <a:extLst>
              <a:ext uri="{FF2B5EF4-FFF2-40B4-BE49-F238E27FC236}">
                <a16:creationId xmlns:a16="http://schemas.microsoft.com/office/drawing/2014/main" id="{85A81C36-7130-4EC0-B1CB-A464F31AF367}"/>
              </a:ext>
            </a:extLst>
          </p:cNvPr>
          <p:cNvSpPr>
            <a:spLocks noGrp="1"/>
          </p:cNvSpPr>
          <p:nvPr/>
        </p:nvSpPr>
        <p:spPr>
          <a:xfrm>
            <a:off x="7884545" y="6104069"/>
            <a:ext cx="707372" cy="91586"/>
          </a:xfrm>
          <a:custGeom>
            <a:avLst/>
            <a:gdLst/>
            <a:ahLst/>
            <a:cxnLst/>
            <a:rect l="0" t="0" r="0" b="0"/>
            <a:pathLst>
              <a:path w="707372" h="91586">
                <a:moveTo>
                  <a:pt x="0" y="0"/>
                </a:moveTo>
                <a:lnTo>
                  <a:pt x="73500" y="4919"/>
                </a:lnTo>
                <a:lnTo>
                  <a:pt x="144354" y="10332"/>
                </a:lnTo>
                <a:lnTo>
                  <a:pt x="212562" y="16238"/>
                </a:lnTo>
                <a:lnTo>
                  <a:pt x="278124" y="22637"/>
                </a:lnTo>
                <a:lnTo>
                  <a:pt x="341040" y="29529"/>
                </a:lnTo>
                <a:lnTo>
                  <a:pt x="401311" y="36915"/>
                </a:lnTo>
                <a:lnTo>
                  <a:pt x="458936" y="44794"/>
                </a:lnTo>
                <a:lnTo>
                  <a:pt x="513915" y="53166"/>
                </a:lnTo>
                <a:lnTo>
                  <a:pt x="566248" y="62031"/>
                </a:lnTo>
                <a:lnTo>
                  <a:pt x="615935" y="71389"/>
                </a:lnTo>
                <a:lnTo>
                  <a:pt x="662976" y="81241"/>
                </a:lnTo>
                <a:lnTo>
                  <a:pt x="707372" y="91586"/>
                </a:lnTo>
              </a:path>
            </a:pathLst>
          </a:custGeom>
          <a:noFill/>
          <a:ln w="5334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272" name="knowledge-edge">
            <a:extLst>
              <a:ext uri="{FF2B5EF4-FFF2-40B4-BE49-F238E27FC236}">
                <a16:creationId xmlns:a16="http://schemas.microsoft.com/office/drawing/2014/main" id="{A7154085-F395-41DE-97E8-D9D04B7FB361}"/>
              </a:ext>
            </a:extLst>
          </p:cNvPr>
          <p:cNvSpPr>
            <a:spLocks noGrp="1"/>
          </p:cNvSpPr>
          <p:nvPr/>
        </p:nvSpPr>
        <p:spPr>
          <a:xfrm>
            <a:off x="7914471" y="6191014"/>
            <a:ext cx="677446" cy="173158"/>
          </a:xfrm>
          <a:custGeom>
            <a:avLst/>
            <a:gdLst/>
            <a:ahLst/>
            <a:cxnLst/>
            <a:rect l="0" t="0" r="0" b="0"/>
            <a:pathLst>
              <a:path w="677446" h="173158">
                <a:moveTo>
                  <a:pt x="0" y="173158"/>
                </a:moveTo>
                <a:lnTo>
                  <a:pt x="48389" y="145567"/>
                </a:lnTo>
                <a:lnTo>
                  <a:pt x="96778" y="120369"/>
                </a:lnTo>
                <a:lnTo>
                  <a:pt x="145167" y="97564"/>
                </a:lnTo>
                <a:lnTo>
                  <a:pt x="193556" y="77152"/>
                </a:lnTo>
                <a:lnTo>
                  <a:pt x="241945" y="59133"/>
                </a:lnTo>
                <a:lnTo>
                  <a:pt x="290334" y="43506"/>
                </a:lnTo>
                <a:lnTo>
                  <a:pt x="338723" y="30273"/>
                </a:lnTo>
                <a:lnTo>
                  <a:pt x="387112" y="19432"/>
                </a:lnTo>
                <a:lnTo>
                  <a:pt x="435501" y="10985"/>
                </a:lnTo>
                <a:lnTo>
                  <a:pt x="483890" y="4930"/>
                </a:lnTo>
                <a:lnTo>
                  <a:pt x="532279" y="1269"/>
                </a:lnTo>
                <a:lnTo>
                  <a:pt x="580668" y="0"/>
                </a:lnTo>
                <a:lnTo>
                  <a:pt x="629057" y="1124"/>
                </a:lnTo>
                <a:lnTo>
                  <a:pt x="677446" y="4641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73" name="knowledge-edge">
            <a:extLst>
              <a:ext uri="{FF2B5EF4-FFF2-40B4-BE49-F238E27FC236}">
                <a16:creationId xmlns:a16="http://schemas.microsoft.com/office/drawing/2014/main" id="{0111A7BF-A45E-4045-90D7-CF971F8651B0}"/>
              </a:ext>
            </a:extLst>
          </p:cNvPr>
          <p:cNvSpPr>
            <a:spLocks noGrp="1"/>
          </p:cNvSpPr>
          <p:nvPr/>
        </p:nvSpPr>
        <p:spPr>
          <a:xfrm>
            <a:off x="8055897" y="6226465"/>
            <a:ext cx="328412" cy="216240"/>
          </a:xfrm>
          <a:custGeom>
            <a:avLst/>
            <a:gdLst/>
            <a:ahLst/>
            <a:cxnLst/>
            <a:rect l="0" t="0" r="0" b="0"/>
            <a:pathLst>
              <a:path w="328412" h="216240">
                <a:moveTo>
                  <a:pt x="0" y="209060"/>
                </a:moveTo>
                <a:lnTo>
                  <a:pt x="23458" y="214194"/>
                </a:lnTo>
                <a:lnTo>
                  <a:pt x="46916" y="216240"/>
                </a:lnTo>
                <a:lnTo>
                  <a:pt x="70374" y="215199"/>
                </a:lnTo>
                <a:lnTo>
                  <a:pt x="93832" y="211071"/>
                </a:lnTo>
                <a:lnTo>
                  <a:pt x="117290" y="203856"/>
                </a:lnTo>
                <a:lnTo>
                  <a:pt x="140748" y="193554"/>
                </a:lnTo>
                <a:lnTo>
                  <a:pt x="164206" y="180165"/>
                </a:lnTo>
                <a:lnTo>
                  <a:pt x="187664" y="163688"/>
                </a:lnTo>
                <a:lnTo>
                  <a:pt x="211122" y="144125"/>
                </a:lnTo>
                <a:lnTo>
                  <a:pt x="234580" y="121474"/>
                </a:lnTo>
                <a:lnTo>
                  <a:pt x="258038" y="95736"/>
                </a:lnTo>
                <a:lnTo>
                  <a:pt x="281496" y="66911"/>
                </a:lnTo>
                <a:lnTo>
                  <a:pt x="304954" y="34999"/>
                </a:lnTo>
                <a:lnTo>
                  <a:pt x="328412" y="0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74" name="knowledge-edge">
            <a:extLst>
              <a:ext uri="{FF2B5EF4-FFF2-40B4-BE49-F238E27FC236}">
                <a16:creationId xmlns:a16="http://schemas.microsoft.com/office/drawing/2014/main" id="{08A4525F-698F-47EA-942A-1AA8D4E56F93}"/>
              </a:ext>
            </a:extLst>
          </p:cNvPr>
          <p:cNvSpPr>
            <a:spLocks noGrp="1"/>
          </p:cNvSpPr>
          <p:nvPr/>
        </p:nvSpPr>
        <p:spPr>
          <a:xfrm>
            <a:off x="8167392" y="6355407"/>
            <a:ext cx="288612" cy="101879"/>
          </a:xfrm>
          <a:custGeom>
            <a:avLst/>
            <a:gdLst/>
            <a:ahLst/>
            <a:cxnLst/>
            <a:rect l="0" t="0" r="0" b="0"/>
            <a:pathLst>
              <a:path w="288612" h="101879">
                <a:moveTo>
                  <a:pt x="0" y="85915"/>
                </a:moveTo>
                <a:lnTo>
                  <a:pt x="20615" y="92944"/>
                </a:lnTo>
                <a:lnTo>
                  <a:pt x="41230" y="97948"/>
                </a:lnTo>
                <a:lnTo>
                  <a:pt x="61845" y="100927"/>
                </a:lnTo>
                <a:lnTo>
                  <a:pt x="82461" y="101879"/>
                </a:lnTo>
                <a:lnTo>
                  <a:pt x="103076" y="100806"/>
                </a:lnTo>
                <a:lnTo>
                  <a:pt x="123691" y="97708"/>
                </a:lnTo>
                <a:lnTo>
                  <a:pt x="144306" y="92584"/>
                </a:lnTo>
                <a:lnTo>
                  <a:pt x="164921" y="85435"/>
                </a:lnTo>
                <a:lnTo>
                  <a:pt x="185536" y="76259"/>
                </a:lnTo>
                <a:lnTo>
                  <a:pt x="206151" y="65059"/>
                </a:lnTo>
                <a:lnTo>
                  <a:pt x="226766" y="51832"/>
                </a:lnTo>
                <a:lnTo>
                  <a:pt x="247382" y="36581"/>
                </a:lnTo>
                <a:lnTo>
                  <a:pt x="267997" y="19303"/>
                </a:lnTo>
                <a:lnTo>
                  <a:pt x="288612" y="0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75" name="knowledge-cross-edge">
            <a:extLst>
              <a:ext uri="{FF2B5EF4-FFF2-40B4-BE49-F238E27FC236}">
                <a16:creationId xmlns:a16="http://schemas.microsoft.com/office/drawing/2014/main" id="{E535A4A5-C2A4-4CD2-AE66-8A7AEBCE7986}"/>
              </a:ext>
            </a:extLst>
          </p:cNvPr>
          <p:cNvSpPr>
            <a:spLocks noGrp="1"/>
          </p:cNvSpPr>
          <p:nvPr/>
        </p:nvSpPr>
        <p:spPr>
          <a:xfrm>
            <a:off x="8167392" y="6219531"/>
            <a:ext cx="216917" cy="221791"/>
          </a:xfrm>
          <a:custGeom>
            <a:avLst/>
            <a:gdLst/>
            <a:ahLst/>
            <a:cxnLst/>
            <a:rect l="0" t="0" r="0" b="0"/>
            <a:pathLst>
              <a:path w="216917" h="221791">
                <a:moveTo>
                  <a:pt x="0" y="221791"/>
                </a:moveTo>
                <a:lnTo>
                  <a:pt x="3524" y="180377"/>
                </a:lnTo>
                <a:lnTo>
                  <a:pt x="9694" y="143238"/>
                </a:lnTo>
                <a:lnTo>
                  <a:pt x="18510" y="110372"/>
                </a:lnTo>
                <a:lnTo>
                  <a:pt x="29972" y="81782"/>
                </a:lnTo>
                <a:lnTo>
                  <a:pt x="44080" y="57465"/>
                </a:lnTo>
                <a:lnTo>
                  <a:pt x="60833" y="37423"/>
                </a:lnTo>
                <a:lnTo>
                  <a:pt x="80233" y="21656"/>
                </a:lnTo>
                <a:lnTo>
                  <a:pt x="102278" y="10163"/>
                </a:lnTo>
                <a:lnTo>
                  <a:pt x="126969" y="2944"/>
                </a:lnTo>
                <a:lnTo>
                  <a:pt x="154306" y="0"/>
                </a:lnTo>
                <a:lnTo>
                  <a:pt x="184288" y="1330"/>
                </a:lnTo>
                <a:lnTo>
                  <a:pt x="216917" y="6935"/>
                </a:lnTo>
              </a:path>
            </a:pathLst>
          </a:custGeom>
          <a:noFill/>
          <a:ln w="4953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276" name="knowledge-edge">
            <a:extLst>
              <a:ext uri="{FF2B5EF4-FFF2-40B4-BE49-F238E27FC236}">
                <a16:creationId xmlns:a16="http://schemas.microsoft.com/office/drawing/2014/main" id="{70BEF45F-73C8-49D1-B187-746A9CEF8F13}"/>
              </a:ext>
            </a:extLst>
          </p:cNvPr>
          <p:cNvSpPr>
            <a:spLocks noGrp="1"/>
          </p:cNvSpPr>
          <p:nvPr/>
        </p:nvSpPr>
        <p:spPr>
          <a:xfrm>
            <a:off x="8166919" y="6411481"/>
            <a:ext cx="155020" cy="138119"/>
          </a:xfrm>
          <a:custGeom>
            <a:avLst/>
            <a:gdLst/>
            <a:ahLst/>
            <a:cxnLst/>
            <a:rect l="0" t="0" r="0" b="0"/>
            <a:pathLst>
              <a:path w="155020" h="138119">
                <a:moveTo>
                  <a:pt x="0" y="131323"/>
                </a:moveTo>
                <a:lnTo>
                  <a:pt x="11073" y="135706"/>
                </a:lnTo>
                <a:lnTo>
                  <a:pt x="22146" y="137971"/>
                </a:lnTo>
                <a:lnTo>
                  <a:pt x="33219" y="138119"/>
                </a:lnTo>
                <a:lnTo>
                  <a:pt x="44291" y="136149"/>
                </a:lnTo>
                <a:lnTo>
                  <a:pt x="55364" y="132063"/>
                </a:lnTo>
                <a:lnTo>
                  <a:pt x="66437" y="125859"/>
                </a:lnTo>
                <a:lnTo>
                  <a:pt x="77510" y="117537"/>
                </a:lnTo>
                <a:lnTo>
                  <a:pt x="88583" y="107098"/>
                </a:lnTo>
                <a:lnTo>
                  <a:pt x="99656" y="94542"/>
                </a:lnTo>
                <a:lnTo>
                  <a:pt x="110729" y="79868"/>
                </a:lnTo>
                <a:lnTo>
                  <a:pt x="121801" y="63077"/>
                </a:lnTo>
                <a:lnTo>
                  <a:pt x="132874" y="44169"/>
                </a:lnTo>
                <a:lnTo>
                  <a:pt x="143947" y="23143"/>
                </a:lnTo>
                <a:lnTo>
                  <a:pt x="155020" y="0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77" name="knowledge-cross-edge">
            <a:extLst>
              <a:ext uri="{FF2B5EF4-FFF2-40B4-BE49-F238E27FC236}">
                <a16:creationId xmlns:a16="http://schemas.microsoft.com/office/drawing/2014/main" id="{9EEDC091-0EBB-4ACA-9A0F-107170ED036A}"/>
              </a:ext>
            </a:extLst>
          </p:cNvPr>
          <p:cNvSpPr>
            <a:spLocks noGrp="1"/>
          </p:cNvSpPr>
          <p:nvPr/>
        </p:nvSpPr>
        <p:spPr>
          <a:xfrm>
            <a:off x="8166919" y="6542804"/>
            <a:ext cx="283218" cy="91503"/>
          </a:xfrm>
          <a:custGeom>
            <a:avLst/>
            <a:gdLst/>
            <a:ahLst/>
            <a:cxnLst/>
            <a:rect l="0" t="0" r="0" b="0"/>
            <a:pathLst>
              <a:path w="283218" h="91503">
                <a:moveTo>
                  <a:pt x="0" y="0"/>
                </a:moveTo>
                <a:lnTo>
                  <a:pt x="38154" y="3906"/>
                </a:lnTo>
                <a:lnTo>
                  <a:pt x="73661" y="8488"/>
                </a:lnTo>
                <a:lnTo>
                  <a:pt x="106523" y="13746"/>
                </a:lnTo>
                <a:lnTo>
                  <a:pt x="136739" y="19681"/>
                </a:lnTo>
                <a:lnTo>
                  <a:pt x="164310" y="26291"/>
                </a:lnTo>
                <a:lnTo>
                  <a:pt x="189234" y="33579"/>
                </a:lnTo>
                <a:lnTo>
                  <a:pt x="211512" y="41542"/>
                </a:lnTo>
                <a:lnTo>
                  <a:pt x="231145" y="50182"/>
                </a:lnTo>
                <a:lnTo>
                  <a:pt x="248132" y="59497"/>
                </a:lnTo>
                <a:lnTo>
                  <a:pt x="262473" y="69490"/>
                </a:lnTo>
                <a:lnTo>
                  <a:pt x="274168" y="80158"/>
                </a:lnTo>
                <a:lnTo>
                  <a:pt x="283218" y="91503"/>
                </a:lnTo>
              </a:path>
            </a:pathLst>
          </a:custGeom>
          <a:noFill/>
          <a:ln w="5334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278" name="knowledge-cross-edge">
            <a:extLst>
              <a:ext uri="{FF2B5EF4-FFF2-40B4-BE49-F238E27FC236}">
                <a16:creationId xmlns:a16="http://schemas.microsoft.com/office/drawing/2014/main" id="{9A0C4562-1FF5-426E-AF13-36BDDEB8019A}"/>
              </a:ext>
            </a:extLst>
          </p:cNvPr>
          <p:cNvSpPr>
            <a:spLocks noGrp="1"/>
          </p:cNvSpPr>
          <p:nvPr/>
        </p:nvSpPr>
        <p:spPr>
          <a:xfrm>
            <a:off x="8166919" y="6355407"/>
            <a:ext cx="289086" cy="187397"/>
          </a:xfrm>
          <a:custGeom>
            <a:avLst/>
            <a:gdLst/>
            <a:ahLst/>
            <a:cxnLst/>
            <a:rect l="0" t="0" r="0" b="0"/>
            <a:pathLst>
              <a:path w="289086" h="187397">
                <a:moveTo>
                  <a:pt x="0" y="187397"/>
                </a:moveTo>
                <a:lnTo>
                  <a:pt x="9538" y="160020"/>
                </a:lnTo>
                <a:lnTo>
                  <a:pt x="21723" y="134782"/>
                </a:lnTo>
                <a:lnTo>
                  <a:pt x="36553" y="111682"/>
                </a:lnTo>
                <a:lnTo>
                  <a:pt x="54029" y="90720"/>
                </a:lnTo>
                <a:lnTo>
                  <a:pt x="74150" y="71897"/>
                </a:lnTo>
                <a:lnTo>
                  <a:pt x="96918" y="55211"/>
                </a:lnTo>
                <a:lnTo>
                  <a:pt x="122331" y="40664"/>
                </a:lnTo>
                <a:lnTo>
                  <a:pt x="150390" y="28255"/>
                </a:lnTo>
                <a:lnTo>
                  <a:pt x="181095" y="17984"/>
                </a:lnTo>
                <a:lnTo>
                  <a:pt x="214446" y="9851"/>
                </a:lnTo>
                <a:lnTo>
                  <a:pt x="250443" y="3856"/>
                </a:lnTo>
                <a:lnTo>
                  <a:pt x="289086" y="0"/>
                </a:lnTo>
              </a:path>
            </a:pathLst>
          </a:custGeom>
          <a:noFill/>
          <a:ln w="4953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279" name="knowledge-edge">
            <a:extLst>
              <a:ext uri="{FF2B5EF4-FFF2-40B4-BE49-F238E27FC236}">
                <a16:creationId xmlns:a16="http://schemas.microsoft.com/office/drawing/2014/main" id="{E89DC586-D7A2-4B68-951B-C1061CB92C61}"/>
              </a:ext>
            </a:extLst>
          </p:cNvPr>
          <p:cNvSpPr>
            <a:spLocks noGrp="1"/>
          </p:cNvSpPr>
          <p:nvPr/>
        </p:nvSpPr>
        <p:spPr>
          <a:xfrm>
            <a:off x="7963486" y="6531723"/>
            <a:ext cx="486651" cy="102584"/>
          </a:xfrm>
          <a:custGeom>
            <a:avLst/>
            <a:gdLst/>
            <a:ahLst/>
            <a:cxnLst/>
            <a:rect l="0" t="0" r="0" b="0"/>
            <a:pathLst>
              <a:path w="486651" h="102584">
                <a:moveTo>
                  <a:pt x="0" y="51395"/>
                </a:moveTo>
                <a:lnTo>
                  <a:pt x="34761" y="35190"/>
                </a:lnTo>
                <a:lnTo>
                  <a:pt x="69522" y="22041"/>
                </a:lnTo>
                <a:lnTo>
                  <a:pt x="104282" y="11948"/>
                </a:lnTo>
                <a:lnTo>
                  <a:pt x="139043" y="4910"/>
                </a:lnTo>
                <a:lnTo>
                  <a:pt x="173804" y="927"/>
                </a:lnTo>
                <a:lnTo>
                  <a:pt x="208565" y="0"/>
                </a:lnTo>
                <a:lnTo>
                  <a:pt x="243325" y="2129"/>
                </a:lnTo>
                <a:lnTo>
                  <a:pt x="278086" y="7313"/>
                </a:lnTo>
                <a:lnTo>
                  <a:pt x="312847" y="15552"/>
                </a:lnTo>
                <a:lnTo>
                  <a:pt x="347608" y="26848"/>
                </a:lnTo>
                <a:lnTo>
                  <a:pt x="382368" y="41198"/>
                </a:lnTo>
                <a:lnTo>
                  <a:pt x="417129" y="58605"/>
                </a:lnTo>
                <a:lnTo>
                  <a:pt x="451890" y="79067"/>
                </a:lnTo>
                <a:lnTo>
                  <a:pt x="486651" y="102584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80" name="knowledge-cross-edge">
            <a:extLst>
              <a:ext uri="{FF2B5EF4-FFF2-40B4-BE49-F238E27FC236}">
                <a16:creationId xmlns:a16="http://schemas.microsoft.com/office/drawing/2014/main" id="{7031A715-79C8-4A2D-B6A5-6DBF687BB809}"/>
              </a:ext>
            </a:extLst>
          </p:cNvPr>
          <p:cNvSpPr>
            <a:spLocks noGrp="1"/>
          </p:cNvSpPr>
          <p:nvPr/>
        </p:nvSpPr>
        <p:spPr>
          <a:xfrm>
            <a:off x="7963486" y="6583118"/>
            <a:ext cx="483445" cy="305116"/>
          </a:xfrm>
          <a:custGeom>
            <a:avLst/>
            <a:gdLst/>
            <a:ahLst/>
            <a:cxnLst/>
            <a:rect l="0" t="0" r="0" b="0"/>
            <a:pathLst>
              <a:path w="483445" h="305116">
                <a:moveTo>
                  <a:pt x="0" y="0"/>
                </a:moveTo>
                <a:lnTo>
                  <a:pt x="54839" y="6573"/>
                </a:lnTo>
                <a:lnTo>
                  <a:pt x="107032" y="16574"/>
                </a:lnTo>
                <a:lnTo>
                  <a:pt x="156580" y="30003"/>
                </a:lnTo>
                <a:lnTo>
                  <a:pt x="203482" y="46860"/>
                </a:lnTo>
                <a:lnTo>
                  <a:pt x="247737" y="67145"/>
                </a:lnTo>
                <a:lnTo>
                  <a:pt x="289347" y="90857"/>
                </a:lnTo>
                <a:lnTo>
                  <a:pt x="328311" y="117997"/>
                </a:lnTo>
                <a:lnTo>
                  <a:pt x="364630" y="148566"/>
                </a:lnTo>
                <a:lnTo>
                  <a:pt x="398302" y="182561"/>
                </a:lnTo>
                <a:lnTo>
                  <a:pt x="429329" y="219985"/>
                </a:lnTo>
                <a:lnTo>
                  <a:pt x="457710" y="260837"/>
                </a:lnTo>
                <a:lnTo>
                  <a:pt x="483445" y="305116"/>
                </a:lnTo>
              </a:path>
            </a:pathLst>
          </a:custGeom>
          <a:noFill/>
          <a:ln w="5334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281" name="knowledge-edge">
            <a:extLst>
              <a:ext uri="{FF2B5EF4-FFF2-40B4-BE49-F238E27FC236}">
                <a16:creationId xmlns:a16="http://schemas.microsoft.com/office/drawing/2014/main" id="{37C2C219-CE7F-491F-A58D-ECE721C5915B}"/>
              </a:ext>
            </a:extLst>
          </p:cNvPr>
          <p:cNvSpPr>
            <a:spLocks noGrp="1"/>
          </p:cNvSpPr>
          <p:nvPr/>
        </p:nvSpPr>
        <p:spPr>
          <a:xfrm>
            <a:off x="8025131" y="6826060"/>
            <a:ext cx="421800" cy="76063"/>
          </a:xfrm>
          <a:custGeom>
            <a:avLst/>
            <a:gdLst/>
            <a:ahLst/>
            <a:cxnLst/>
            <a:rect l="0" t="0" r="0" b="0"/>
            <a:pathLst>
              <a:path w="421800" h="76063">
                <a:moveTo>
                  <a:pt x="0" y="76063"/>
                </a:moveTo>
                <a:lnTo>
                  <a:pt x="30129" y="56733"/>
                </a:lnTo>
                <a:lnTo>
                  <a:pt x="60257" y="40225"/>
                </a:lnTo>
                <a:lnTo>
                  <a:pt x="90386" y="26537"/>
                </a:lnTo>
                <a:lnTo>
                  <a:pt x="120514" y="15671"/>
                </a:lnTo>
                <a:lnTo>
                  <a:pt x="150643" y="7626"/>
                </a:lnTo>
                <a:lnTo>
                  <a:pt x="180771" y="2403"/>
                </a:lnTo>
                <a:lnTo>
                  <a:pt x="210900" y="0"/>
                </a:lnTo>
                <a:lnTo>
                  <a:pt x="241028" y="419"/>
                </a:lnTo>
                <a:lnTo>
                  <a:pt x="271157" y="3658"/>
                </a:lnTo>
                <a:lnTo>
                  <a:pt x="301286" y="9719"/>
                </a:lnTo>
                <a:lnTo>
                  <a:pt x="331414" y="18601"/>
                </a:lnTo>
                <a:lnTo>
                  <a:pt x="361543" y="30304"/>
                </a:lnTo>
                <a:lnTo>
                  <a:pt x="391671" y="44829"/>
                </a:lnTo>
                <a:lnTo>
                  <a:pt x="421800" y="62174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82" name="knowledge-cross-edge">
            <a:extLst>
              <a:ext uri="{FF2B5EF4-FFF2-40B4-BE49-F238E27FC236}">
                <a16:creationId xmlns:a16="http://schemas.microsoft.com/office/drawing/2014/main" id="{11058201-DCF2-49E4-8297-1BF2DD301AD1}"/>
              </a:ext>
            </a:extLst>
          </p:cNvPr>
          <p:cNvSpPr>
            <a:spLocks noGrp="1"/>
          </p:cNvSpPr>
          <p:nvPr/>
        </p:nvSpPr>
        <p:spPr>
          <a:xfrm>
            <a:off x="8025131" y="6613083"/>
            <a:ext cx="425006" cy="289039"/>
          </a:xfrm>
          <a:custGeom>
            <a:avLst/>
            <a:gdLst/>
            <a:ahLst/>
            <a:cxnLst/>
            <a:rect l="0" t="0" r="0" b="0"/>
            <a:pathLst>
              <a:path w="425006" h="289039">
                <a:moveTo>
                  <a:pt x="0" y="289039"/>
                </a:moveTo>
                <a:lnTo>
                  <a:pt x="20865" y="230797"/>
                </a:lnTo>
                <a:lnTo>
                  <a:pt x="44376" y="179087"/>
                </a:lnTo>
                <a:lnTo>
                  <a:pt x="70533" y="133908"/>
                </a:lnTo>
                <a:lnTo>
                  <a:pt x="99335" y="95261"/>
                </a:lnTo>
                <a:lnTo>
                  <a:pt x="130784" y="63145"/>
                </a:lnTo>
                <a:lnTo>
                  <a:pt x="164878" y="37561"/>
                </a:lnTo>
                <a:lnTo>
                  <a:pt x="201618" y="18509"/>
                </a:lnTo>
                <a:lnTo>
                  <a:pt x="241004" y="5989"/>
                </a:lnTo>
                <a:lnTo>
                  <a:pt x="283035" y="0"/>
                </a:lnTo>
                <a:lnTo>
                  <a:pt x="327713" y="543"/>
                </a:lnTo>
                <a:lnTo>
                  <a:pt x="375036" y="7617"/>
                </a:lnTo>
                <a:lnTo>
                  <a:pt x="425006" y="21224"/>
                </a:lnTo>
              </a:path>
            </a:pathLst>
          </a:custGeom>
          <a:noFill/>
          <a:ln w="4953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283" name="knowledge-long-edge">
            <a:extLst>
              <a:ext uri="{FF2B5EF4-FFF2-40B4-BE49-F238E27FC236}">
                <a16:creationId xmlns:a16="http://schemas.microsoft.com/office/drawing/2014/main" id="{6A4675B7-B7E8-48C8-9AA1-C6C392BE17B9}"/>
              </a:ext>
            </a:extLst>
          </p:cNvPr>
          <p:cNvSpPr>
            <a:spLocks noGrp="1"/>
          </p:cNvSpPr>
          <p:nvPr/>
        </p:nvSpPr>
        <p:spPr>
          <a:xfrm>
            <a:off x="8025131" y="6640173"/>
            <a:ext cx="772993" cy="301782"/>
          </a:xfrm>
          <a:custGeom>
            <a:avLst/>
            <a:gdLst/>
            <a:ahLst/>
            <a:cxnLst/>
            <a:rect l="0" t="0" r="0" b="0"/>
            <a:pathLst>
              <a:path w="772993" h="301782">
                <a:moveTo>
                  <a:pt x="0" y="261949"/>
                </a:moveTo>
                <a:lnTo>
                  <a:pt x="48312" y="198377"/>
                </a:lnTo>
                <a:lnTo>
                  <a:pt x="96624" y="143612"/>
                </a:lnTo>
                <a:lnTo>
                  <a:pt x="144936" y="97656"/>
                </a:lnTo>
                <a:lnTo>
                  <a:pt x="193248" y="60508"/>
                </a:lnTo>
                <a:lnTo>
                  <a:pt x="241560" y="32169"/>
                </a:lnTo>
                <a:lnTo>
                  <a:pt x="289872" y="12637"/>
                </a:lnTo>
                <a:lnTo>
                  <a:pt x="338184" y="1915"/>
                </a:lnTo>
                <a:lnTo>
                  <a:pt x="386496" y="0"/>
                </a:lnTo>
                <a:lnTo>
                  <a:pt x="434809" y="6894"/>
                </a:lnTo>
                <a:lnTo>
                  <a:pt x="483121" y="22596"/>
                </a:lnTo>
                <a:lnTo>
                  <a:pt x="531433" y="47106"/>
                </a:lnTo>
                <a:lnTo>
                  <a:pt x="579745" y="80425"/>
                </a:lnTo>
                <a:lnTo>
                  <a:pt x="628057" y="122552"/>
                </a:lnTo>
                <a:lnTo>
                  <a:pt x="676369" y="173487"/>
                </a:lnTo>
                <a:lnTo>
                  <a:pt x="724681" y="233230"/>
                </a:lnTo>
                <a:lnTo>
                  <a:pt x="772993" y="301782"/>
                </a:lnTo>
              </a:path>
            </a:pathLst>
          </a:custGeom>
          <a:noFill/>
          <a:ln w="4286">
            <a:solidFill>
              <a:srgbClr val="F48919">
                <a:alpha val="9000"/>
              </a:srgbClr>
            </a:solidFill>
            <a:prstDash val="solid"/>
          </a:ln>
        </p:spPr>
      </p:sp>
      <p:sp>
        <p:nvSpPr>
          <p:cNvPr id="284" name="knowledge-edge">
            <a:extLst>
              <a:ext uri="{FF2B5EF4-FFF2-40B4-BE49-F238E27FC236}">
                <a16:creationId xmlns:a16="http://schemas.microsoft.com/office/drawing/2014/main" id="{511E148C-915C-45AE-863D-541311A529A7}"/>
              </a:ext>
            </a:extLst>
          </p:cNvPr>
          <p:cNvSpPr>
            <a:spLocks noGrp="1"/>
          </p:cNvSpPr>
          <p:nvPr/>
        </p:nvSpPr>
        <p:spPr>
          <a:xfrm>
            <a:off x="8347463" y="5793014"/>
            <a:ext cx="488934" cy="160693"/>
          </a:xfrm>
          <a:custGeom>
            <a:avLst/>
            <a:gdLst/>
            <a:ahLst/>
            <a:cxnLst/>
            <a:rect l="0" t="0" r="0" b="0"/>
            <a:pathLst>
              <a:path w="488934" h="160693">
                <a:moveTo>
                  <a:pt x="0" y="158965"/>
                </a:moveTo>
                <a:lnTo>
                  <a:pt x="34924" y="160693"/>
                </a:lnTo>
                <a:lnTo>
                  <a:pt x="69848" y="160408"/>
                </a:lnTo>
                <a:lnTo>
                  <a:pt x="104772" y="158110"/>
                </a:lnTo>
                <a:lnTo>
                  <a:pt x="139695" y="153800"/>
                </a:lnTo>
                <a:lnTo>
                  <a:pt x="174619" y="147477"/>
                </a:lnTo>
                <a:lnTo>
                  <a:pt x="209543" y="139142"/>
                </a:lnTo>
                <a:lnTo>
                  <a:pt x="244467" y="128793"/>
                </a:lnTo>
                <a:lnTo>
                  <a:pt x="279391" y="116432"/>
                </a:lnTo>
                <a:lnTo>
                  <a:pt x="314315" y="102059"/>
                </a:lnTo>
                <a:lnTo>
                  <a:pt x="349239" y="85672"/>
                </a:lnTo>
                <a:lnTo>
                  <a:pt x="384162" y="67273"/>
                </a:lnTo>
                <a:lnTo>
                  <a:pt x="419086" y="46862"/>
                </a:lnTo>
                <a:lnTo>
                  <a:pt x="454010" y="24437"/>
                </a:lnTo>
                <a:lnTo>
                  <a:pt x="488934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85" name="knowledge-cross-edge">
            <a:extLst>
              <a:ext uri="{FF2B5EF4-FFF2-40B4-BE49-F238E27FC236}">
                <a16:creationId xmlns:a16="http://schemas.microsoft.com/office/drawing/2014/main" id="{8F96B50B-DB52-4B07-8461-7052CA2D8A32}"/>
              </a:ext>
            </a:extLst>
          </p:cNvPr>
          <p:cNvSpPr>
            <a:spLocks noGrp="1"/>
          </p:cNvSpPr>
          <p:nvPr/>
        </p:nvSpPr>
        <p:spPr>
          <a:xfrm>
            <a:off x="8347463" y="5951979"/>
            <a:ext cx="383418" cy="128896"/>
          </a:xfrm>
          <a:custGeom>
            <a:avLst/>
            <a:gdLst/>
            <a:ahLst/>
            <a:cxnLst/>
            <a:rect l="0" t="0" r="0" b="0"/>
            <a:pathLst>
              <a:path w="383418" h="128896">
                <a:moveTo>
                  <a:pt x="0" y="0"/>
                </a:moveTo>
                <a:lnTo>
                  <a:pt x="46504" y="11644"/>
                </a:lnTo>
                <a:lnTo>
                  <a:pt x="90361" y="23123"/>
                </a:lnTo>
                <a:lnTo>
                  <a:pt x="131573" y="34439"/>
                </a:lnTo>
                <a:lnTo>
                  <a:pt x="170139" y="45591"/>
                </a:lnTo>
                <a:lnTo>
                  <a:pt x="206059" y="56578"/>
                </a:lnTo>
                <a:lnTo>
                  <a:pt x="239334" y="67401"/>
                </a:lnTo>
                <a:lnTo>
                  <a:pt x="269962" y="78061"/>
                </a:lnTo>
                <a:lnTo>
                  <a:pt x="297945" y="88556"/>
                </a:lnTo>
                <a:lnTo>
                  <a:pt x="323282" y="98887"/>
                </a:lnTo>
                <a:lnTo>
                  <a:pt x="345973" y="109054"/>
                </a:lnTo>
                <a:lnTo>
                  <a:pt x="366018" y="119057"/>
                </a:lnTo>
                <a:lnTo>
                  <a:pt x="383418" y="128896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286" name="knowledge-edge">
            <a:extLst>
              <a:ext uri="{FF2B5EF4-FFF2-40B4-BE49-F238E27FC236}">
                <a16:creationId xmlns:a16="http://schemas.microsoft.com/office/drawing/2014/main" id="{DE17FF1D-76B3-4B43-AB59-C12739B7CD93}"/>
              </a:ext>
            </a:extLst>
          </p:cNvPr>
          <p:cNvSpPr>
            <a:spLocks noGrp="1"/>
          </p:cNvSpPr>
          <p:nvPr/>
        </p:nvSpPr>
        <p:spPr>
          <a:xfrm>
            <a:off x="8591917" y="6080165"/>
            <a:ext cx="138964" cy="115490"/>
          </a:xfrm>
          <a:custGeom>
            <a:avLst/>
            <a:gdLst/>
            <a:ahLst/>
            <a:cxnLst/>
            <a:rect l="0" t="0" r="0" b="0"/>
            <a:pathLst>
              <a:path w="138964" h="115490">
                <a:moveTo>
                  <a:pt x="0" y="115490"/>
                </a:moveTo>
                <a:lnTo>
                  <a:pt x="9926" y="98383"/>
                </a:lnTo>
                <a:lnTo>
                  <a:pt x="19852" y="82647"/>
                </a:lnTo>
                <a:lnTo>
                  <a:pt x="29778" y="68281"/>
                </a:lnTo>
                <a:lnTo>
                  <a:pt x="39704" y="55286"/>
                </a:lnTo>
                <a:lnTo>
                  <a:pt x="49630" y="43661"/>
                </a:lnTo>
                <a:lnTo>
                  <a:pt x="59556" y="33406"/>
                </a:lnTo>
                <a:lnTo>
                  <a:pt x="69482" y="24523"/>
                </a:lnTo>
                <a:lnTo>
                  <a:pt x="79408" y="17009"/>
                </a:lnTo>
                <a:lnTo>
                  <a:pt x="89334" y="10866"/>
                </a:lnTo>
                <a:lnTo>
                  <a:pt x="99260" y="6094"/>
                </a:lnTo>
                <a:lnTo>
                  <a:pt x="109186" y="2692"/>
                </a:lnTo>
                <a:lnTo>
                  <a:pt x="119112" y="661"/>
                </a:lnTo>
                <a:lnTo>
                  <a:pt x="129038" y="0"/>
                </a:lnTo>
                <a:lnTo>
                  <a:pt x="138964" y="71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87" name="knowledge-cross-edge">
            <a:extLst>
              <a:ext uri="{FF2B5EF4-FFF2-40B4-BE49-F238E27FC236}">
                <a16:creationId xmlns:a16="http://schemas.microsoft.com/office/drawing/2014/main" id="{C2F5C790-4702-49FC-B6F5-C787C8A644A0}"/>
              </a:ext>
            </a:extLst>
          </p:cNvPr>
          <p:cNvSpPr>
            <a:spLocks noGrp="1"/>
          </p:cNvSpPr>
          <p:nvPr/>
        </p:nvSpPr>
        <p:spPr>
          <a:xfrm>
            <a:off x="8591917" y="6070121"/>
            <a:ext cx="410980" cy="125534"/>
          </a:xfrm>
          <a:custGeom>
            <a:avLst/>
            <a:gdLst/>
            <a:ahLst/>
            <a:cxnLst/>
            <a:rect l="0" t="0" r="0" b="0"/>
            <a:pathLst>
              <a:path w="410980" h="125534">
                <a:moveTo>
                  <a:pt x="0" y="125534"/>
                </a:moveTo>
                <a:lnTo>
                  <a:pt x="48800" y="108272"/>
                </a:lnTo>
                <a:lnTo>
                  <a:pt x="94955" y="92246"/>
                </a:lnTo>
                <a:lnTo>
                  <a:pt x="138464" y="77457"/>
                </a:lnTo>
                <a:lnTo>
                  <a:pt x="179327" y="63905"/>
                </a:lnTo>
                <a:lnTo>
                  <a:pt x="217544" y="51589"/>
                </a:lnTo>
                <a:lnTo>
                  <a:pt x="253115" y="40510"/>
                </a:lnTo>
                <a:lnTo>
                  <a:pt x="286040" y="30667"/>
                </a:lnTo>
                <a:lnTo>
                  <a:pt x="316320" y="22061"/>
                </a:lnTo>
                <a:lnTo>
                  <a:pt x="343954" y="14691"/>
                </a:lnTo>
                <a:lnTo>
                  <a:pt x="368942" y="8557"/>
                </a:lnTo>
                <a:lnTo>
                  <a:pt x="391284" y="3660"/>
                </a:lnTo>
                <a:lnTo>
                  <a:pt x="410980" y="0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288" name="knowledge-cross-edge">
            <a:extLst>
              <a:ext uri="{FF2B5EF4-FFF2-40B4-BE49-F238E27FC236}">
                <a16:creationId xmlns:a16="http://schemas.microsoft.com/office/drawing/2014/main" id="{836F61A5-EC8E-4B12-85A7-926790254E0D}"/>
              </a:ext>
            </a:extLst>
          </p:cNvPr>
          <p:cNvSpPr>
            <a:spLocks noGrp="1"/>
          </p:cNvSpPr>
          <p:nvPr/>
        </p:nvSpPr>
        <p:spPr>
          <a:xfrm>
            <a:off x="8591917" y="5793014"/>
            <a:ext cx="244481" cy="402641"/>
          </a:xfrm>
          <a:custGeom>
            <a:avLst/>
            <a:gdLst/>
            <a:ahLst/>
            <a:cxnLst/>
            <a:rect l="0" t="0" r="0" b="0"/>
            <a:pathLst>
              <a:path w="244481" h="402641">
                <a:moveTo>
                  <a:pt x="0" y="402641"/>
                </a:moveTo>
                <a:lnTo>
                  <a:pt x="5821" y="341468"/>
                </a:lnTo>
                <a:lnTo>
                  <a:pt x="14288" y="285316"/>
                </a:lnTo>
                <a:lnTo>
                  <a:pt x="25401" y="234186"/>
                </a:lnTo>
                <a:lnTo>
                  <a:pt x="39160" y="188078"/>
                </a:lnTo>
                <a:lnTo>
                  <a:pt x="55565" y="146991"/>
                </a:lnTo>
                <a:lnTo>
                  <a:pt x="74615" y="110927"/>
                </a:lnTo>
                <a:lnTo>
                  <a:pt x="96312" y="79884"/>
                </a:lnTo>
                <a:lnTo>
                  <a:pt x="120654" y="53864"/>
                </a:lnTo>
                <a:lnTo>
                  <a:pt x="147642" y="32865"/>
                </a:lnTo>
                <a:lnTo>
                  <a:pt x="177275" y="16888"/>
                </a:lnTo>
                <a:lnTo>
                  <a:pt x="209555" y="5933"/>
                </a:lnTo>
                <a:lnTo>
                  <a:pt x="244481" y="0"/>
                </a:lnTo>
              </a:path>
            </a:pathLst>
          </a:custGeom>
          <a:noFill/>
          <a:ln w="4953">
            <a:solidFill>
              <a:srgbClr val="F69913">
                <a:alpha val="12000"/>
              </a:srgbClr>
            </a:solidFill>
            <a:prstDash val="solid"/>
          </a:ln>
        </p:spPr>
      </p:sp>
      <p:sp>
        <p:nvSpPr>
          <p:cNvPr id="289" name="knowledge-long-edge">
            <a:extLst>
              <a:ext uri="{FF2B5EF4-FFF2-40B4-BE49-F238E27FC236}">
                <a16:creationId xmlns:a16="http://schemas.microsoft.com/office/drawing/2014/main" id="{B3705DD4-09BA-4679-A9C2-EB9F73F0A6FA}"/>
              </a:ext>
            </a:extLst>
          </p:cNvPr>
          <p:cNvSpPr>
            <a:spLocks noGrp="1"/>
          </p:cNvSpPr>
          <p:nvPr/>
        </p:nvSpPr>
        <p:spPr>
          <a:xfrm>
            <a:off x="8591917" y="5568865"/>
            <a:ext cx="683711" cy="626790"/>
          </a:xfrm>
          <a:custGeom>
            <a:avLst/>
            <a:gdLst/>
            <a:ahLst/>
            <a:cxnLst/>
            <a:rect l="0" t="0" r="0" b="0"/>
            <a:pathLst>
              <a:path w="683711" h="626790">
                <a:moveTo>
                  <a:pt x="0" y="626790"/>
                </a:moveTo>
                <a:lnTo>
                  <a:pt x="42732" y="512103"/>
                </a:lnTo>
                <a:lnTo>
                  <a:pt x="85464" y="408974"/>
                </a:lnTo>
                <a:lnTo>
                  <a:pt x="128196" y="317401"/>
                </a:lnTo>
                <a:lnTo>
                  <a:pt x="170928" y="237386"/>
                </a:lnTo>
                <a:lnTo>
                  <a:pt x="213660" y="168929"/>
                </a:lnTo>
                <a:lnTo>
                  <a:pt x="256392" y="112028"/>
                </a:lnTo>
                <a:lnTo>
                  <a:pt x="299124" y="66685"/>
                </a:lnTo>
                <a:lnTo>
                  <a:pt x="341856" y="32900"/>
                </a:lnTo>
                <a:lnTo>
                  <a:pt x="384587" y="10671"/>
                </a:lnTo>
                <a:lnTo>
                  <a:pt x="427319" y="0"/>
                </a:lnTo>
                <a:lnTo>
                  <a:pt x="470051" y="886"/>
                </a:lnTo>
                <a:lnTo>
                  <a:pt x="512783" y="13330"/>
                </a:lnTo>
                <a:lnTo>
                  <a:pt x="555515" y="37330"/>
                </a:lnTo>
                <a:lnTo>
                  <a:pt x="598247" y="72889"/>
                </a:lnTo>
                <a:lnTo>
                  <a:pt x="640979" y="120004"/>
                </a:lnTo>
                <a:lnTo>
                  <a:pt x="683711" y="178677"/>
                </a:lnTo>
              </a:path>
            </a:pathLst>
          </a:custGeom>
          <a:noFill/>
          <a:ln w="4286">
            <a:solidFill>
              <a:srgbClr val="F69913">
                <a:alpha val="9000"/>
              </a:srgbClr>
            </a:solidFill>
            <a:prstDash val="solid"/>
          </a:ln>
        </p:spPr>
      </p:sp>
      <p:sp>
        <p:nvSpPr>
          <p:cNvPr id="290" name="knowledge-edge">
            <a:extLst>
              <a:ext uri="{FF2B5EF4-FFF2-40B4-BE49-F238E27FC236}">
                <a16:creationId xmlns:a16="http://schemas.microsoft.com/office/drawing/2014/main" id="{16162014-7AFA-468C-B92A-3AEB44761076}"/>
              </a:ext>
            </a:extLst>
          </p:cNvPr>
          <p:cNvSpPr>
            <a:spLocks noGrp="1"/>
          </p:cNvSpPr>
          <p:nvPr/>
        </p:nvSpPr>
        <p:spPr>
          <a:xfrm>
            <a:off x="8384309" y="6070121"/>
            <a:ext cx="618588" cy="164307"/>
          </a:xfrm>
          <a:custGeom>
            <a:avLst/>
            <a:gdLst/>
            <a:ahLst/>
            <a:cxnLst/>
            <a:rect l="0" t="0" r="0" b="0"/>
            <a:pathLst>
              <a:path w="618588" h="164307">
                <a:moveTo>
                  <a:pt x="0" y="156344"/>
                </a:moveTo>
                <a:lnTo>
                  <a:pt x="44185" y="161511"/>
                </a:lnTo>
                <a:lnTo>
                  <a:pt x="88370" y="164166"/>
                </a:lnTo>
                <a:lnTo>
                  <a:pt x="132554" y="164307"/>
                </a:lnTo>
                <a:lnTo>
                  <a:pt x="176739" y="161935"/>
                </a:lnTo>
                <a:lnTo>
                  <a:pt x="220924" y="157051"/>
                </a:lnTo>
                <a:lnTo>
                  <a:pt x="265109" y="149653"/>
                </a:lnTo>
                <a:lnTo>
                  <a:pt x="309294" y="139742"/>
                </a:lnTo>
                <a:lnTo>
                  <a:pt x="353479" y="127318"/>
                </a:lnTo>
                <a:lnTo>
                  <a:pt x="397663" y="112381"/>
                </a:lnTo>
                <a:lnTo>
                  <a:pt x="441848" y="94931"/>
                </a:lnTo>
                <a:lnTo>
                  <a:pt x="486033" y="74968"/>
                </a:lnTo>
                <a:lnTo>
                  <a:pt x="530218" y="52492"/>
                </a:lnTo>
                <a:lnTo>
                  <a:pt x="574403" y="27502"/>
                </a:lnTo>
                <a:lnTo>
                  <a:pt x="618588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91" name="knowledge-cross-edge">
            <a:extLst>
              <a:ext uri="{FF2B5EF4-FFF2-40B4-BE49-F238E27FC236}">
                <a16:creationId xmlns:a16="http://schemas.microsoft.com/office/drawing/2014/main" id="{5196606C-2F71-4A84-B760-B05D2CF3F7CF}"/>
              </a:ext>
            </a:extLst>
          </p:cNvPr>
          <p:cNvSpPr>
            <a:spLocks noGrp="1"/>
          </p:cNvSpPr>
          <p:nvPr/>
        </p:nvSpPr>
        <p:spPr>
          <a:xfrm>
            <a:off x="8384309" y="6066785"/>
            <a:ext cx="376582" cy="159680"/>
          </a:xfrm>
          <a:custGeom>
            <a:avLst/>
            <a:gdLst/>
            <a:ahLst/>
            <a:cxnLst/>
            <a:rect l="0" t="0" r="0" b="0"/>
            <a:pathLst>
              <a:path w="376582" h="159680">
                <a:moveTo>
                  <a:pt x="0" y="159680"/>
                </a:moveTo>
                <a:lnTo>
                  <a:pt x="45934" y="122861"/>
                </a:lnTo>
                <a:lnTo>
                  <a:pt x="89222" y="90858"/>
                </a:lnTo>
                <a:lnTo>
                  <a:pt x="129864" y="63673"/>
                </a:lnTo>
                <a:lnTo>
                  <a:pt x="167861" y="41304"/>
                </a:lnTo>
                <a:lnTo>
                  <a:pt x="203211" y="23753"/>
                </a:lnTo>
                <a:lnTo>
                  <a:pt x="235916" y="11018"/>
                </a:lnTo>
                <a:lnTo>
                  <a:pt x="265975" y="3101"/>
                </a:lnTo>
                <a:lnTo>
                  <a:pt x="293388" y="0"/>
                </a:lnTo>
                <a:lnTo>
                  <a:pt x="318155" y="1716"/>
                </a:lnTo>
                <a:lnTo>
                  <a:pt x="340277" y="8250"/>
                </a:lnTo>
                <a:lnTo>
                  <a:pt x="359752" y="19600"/>
                </a:lnTo>
                <a:lnTo>
                  <a:pt x="376582" y="35767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292" name="knowledge-edge">
            <a:extLst>
              <a:ext uri="{FF2B5EF4-FFF2-40B4-BE49-F238E27FC236}">
                <a16:creationId xmlns:a16="http://schemas.microsoft.com/office/drawing/2014/main" id="{89D37EA7-AFB5-4B5D-A360-EF88689477F3}"/>
              </a:ext>
            </a:extLst>
          </p:cNvPr>
          <p:cNvSpPr>
            <a:spLocks noGrp="1"/>
          </p:cNvSpPr>
          <p:nvPr/>
        </p:nvSpPr>
        <p:spPr>
          <a:xfrm>
            <a:off x="8456004" y="6101632"/>
            <a:ext cx="304887" cy="253775"/>
          </a:xfrm>
          <a:custGeom>
            <a:avLst/>
            <a:gdLst/>
            <a:ahLst/>
            <a:cxnLst/>
            <a:rect l="0" t="0" r="0" b="0"/>
            <a:pathLst>
              <a:path w="304887" h="253775">
                <a:moveTo>
                  <a:pt x="0" y="253775"/>
                </a:moveTo>
                <a:lnTo>
                  <a:pt x="21778" y="216733"/>
                </a:lnTo>
                <a:lnTo>
                  <a:pt x="43555" y="182611"/>
                </a:lnTo>
                <a:lnTo>
                  <a:pt x="65333" y="151409"/>
                </a:lnTo>
                <a:lnTo>
                  <a:pt x="87111" y="123128"/>
                </a:lnTo>
                <a:lnTo>
                  <a:pt x="108888" y="97766"/>
                </a:lnTo>
                <a:lnTo>
                  <a:pt x="130666" y="75325"/>
                </a:lnTo>
                <a:lnTo>
                  <a:pt x="152444" y="55804"/>
                </a:lnTo>
                <a:lnTo>
                  <a:pt x="174221" y="39203"/>
                </a:lnTo>
                <a:lnTo>
                  <a:pt x="195999" y="25522"/>
                </a:lnTo>
                <a:lnTo>
                  <a:pt x="217777" y="14761"/>
                </a:lnTo>
                <a:lnTo>
                  <a:pt x="239554" y="6921"/>
                </a:lnTo>
                <a:lnTo>
                  <a:pt x="261332" y="2000"/>
                </a:lnTo>
                <a:lnTo>
                  <a:pt x="283110" y="0"/>
                </a:lnTo>
                <a:lnTo>
                  <a:pt x="304887" y="92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93" name="knowledge-cross-edge">
            <a:extLst>
              <a:ext uri="{FF2B5EF4-FFF2-40B4-BE49-F238E27FC236}">
                <a16:creationId xmlns:a16="http://schemas.microsoft.com/office/drawing/2014/main" id="{ADD6E88F-79A8-446E-94F6-1E80598722A3}"/>
              </a:ext>
            </a:extLst>
          </p:cNvPr>
          <p:cNvSpPr>
            <a:spLocks noGrp="1"/>
          </p:cNvSpPr>
          <p:nvPr/>
        </p:nvSpPr>
        <p:spPr>
          <a:xfrm>
            <a:off x="8456004" y="6189079"/>
            <a:ext cx="464771" cy="166328"/>
          </a:xfrm>
          <a:custGeom>
            <a:avLst/>
            <a:gdLst/>
            <a:ahLst/>
            <a:cxnLst/>
            <a:rect l="0" t="0" r="0" b="0"/>
            <a:pathLst>
              <a:path w="464771" h="166328">
                <a:moveTo>
                  <a:pt x="0" y="166328"/>
                </a:moveTo>
                <a:lnTo>
                  <a:pt x="53283" y="132408"/>
                </a:lnTo>
                <a:lnTo>
                  <a:pt x="103920" y="102349"/>
                </a:lnTo>
                <a:lnTo>
                  <a:pt x="151911" y="76149"/>
                </a:lnTo>
                <a:lnTo>
                  <a:pt x="197257" y="53808"/>
                </a:lnTo>
                <a:lnTo>
                  <a:pt x="239956" y="35327"/>
                </a:lnTo>
                <a:lnTo>
                  <a:pt x="280010" y="20706"/>
                </a:lnTo>
                <a:lnTo>
                  <a:pt x="317418" y="9944"/>
                </a:lnTo>
                <a:lnTo>
                  <a:pt x="352180" y="3042"/>
                </a:lnTo>
                <a:lnTo>
                  <a:pt x="384297" y="0"/>
                </a:lnTo>
                <a:lnTo>
                  <a:pt x="413767" y="817"/>
                </a:lnTo>
                <a:lnTo>
                  <a:pt x="440592" y="5494"/>
                </a:lnTo>
                <a:lnTo>
                  <a:pt x="464771" y="14031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294" name="knowledge-cross-edge">
            <a:extLst>
              <a:ext uri="{FF2B5EF4-FFF2-40B4-BE49-F238E27FC236}">
                <a16:creationId xmlns:a16="http://schemas.microsoft.com/office/drawing/2014/main" id="{0281AD54-EB92-4B7E-BB6E-38F1A083E452}"/>
              </a:ext>
            </a:extLst>
          </p:cNvPr>
          <p:cNvSpPr>
            <a:spLocks noGrp="1"/>
          </p:cNvSpPr>
          <p:nvPr/>
        </p:nvSpPr>
        <p:spPr>
          <a:xfrm>
            <a:off x="8456004" y="6057904"/>
            <a:ext cx="546893" cy="297503"/>
          </a:xfrm>
          <a:custGeom>
            <a:avLst/>
            <a:gdLst/>
            <a:ahLst/>
            <a:cxnLst/>
            <a:rect l="0" t="0" r="0" b="0"/>
            <a:pathLst>
              <a:path w="546893" h="297503">
                <a:moveTo>
                  <a:pt x="0" y="297503"/>
                </a:moveTo>
                <a:lnTo>
                  <a:pt x="31022" y="240859"/>
                </a:lnTo>
                <a:lnTo>
                  <a:pt x="64690" y="190190"/>
                </a:lnTo>
                <a:lnTo>
                  <a:pt x="101004" y="145499"/>
                </a:lnTo>
                <a:lnTo>
                  <a:pt x="139964" y="106784"/>
                </a:lnTo>
                <a:lnTo>
                  <a:pt x="181570" y="74045"/>
                </a:lnTo>
                <a:lnTo>
                  <a:pt x="225821" y="47283"/>
                </a:lnTo>
                <a:lnTo>
                  <a:pt x="272719" y="26497"/>
                </a:lnTo>
                <a:lnTo>
                  <a:pt x="322262" y="11688"/>
                </a:lnTo>
                <a:lnTo>
                  <a:pt x="374451" y="2856"/>
                </a:lnTo>
                <a:lnTo>
                  <a:pt x="429286" y="0"/>
                </a:lnTo>
                <a:lnTo>
                  <a:pt x="486766" y="3121"/>
                </a:lnTo>
                <a:lnTo>
                  <a:pt x="546893" y="12218"/>
                </a:lnTo>
              </a:path>
            </a:pathLst>
          </a:custGeom>
          <a:noFill/>
          <a:ln w="4953">
            <a:solidFill>
              <a:srgbClr val="F69913">
                <a:alpha val="12000"/>
              </a:srgbClr>
            </a:solidFill>
            <a:prstDash val="solid"/>
          </a:ln>
        </p:spPr>
      </p:sp>
      <p:sp>
        <p:nvSpPr>
          <p:cNvPr id="295" name="knowledge-edge">
            <a:extLst>
              <a:ext uri="{FF2B5EF4-FFF2-40B4-BE49-F238E27FC236}">
                <a16:creationId xmlns:a16="http://schemas.microsoft.com/office/drawing/2014/main" id="{9ED7FA6F-0461-4F22-A56F-8822772198ED}"/>
              </a:ext>
            </a:extLst>
          </p:cNvPr>
          <p:cNvSpPr>
            <a:spLocks noGrp="1"/>
          </p:cNvSpPr>
          <p:nvPr/>
        </p:nvSpPr>
        <p:spPr>
          <a:xfrm>
            <a:off x="8321939" y="6203110"/>
            <a:ext cx="598836" cy="208371"/>
          </a:xfrm>
          <a:custGeom>
            <a:avLst/>
            <a:gdLst/>
            <a:ahLst/>
            <a:cxnLst/>
            <a:rect l="0" t="0" r="0" b="0"/>
            <a:pathLst>
              <a:path w="598836" h="208371">
                <a:moveTo>
                  <a:pt x="0" y="208371"/>
                </a:moveTo>
                <a:lnTo>
                  <a:pt x="42774" y="200723"/>
                </a:lnTo>
                <a:lnTo>
                  <a:pt x="85548" y="191963"/>
                </a:lnTo>
                <a:lnTo>
                  <a:pt x="128322" y="182088"/>
                </a:lnTo>
                <a:lnTo>
                  <a:pt x="171096" y="171101"/>
                </a:lnTo>
                <a:lnTo>
                  <a:pt x="213870" y="159001"/>
                </a:lnTo>
                <a:lnTo>
                  <a:pt x="256644" y="145787"/>
                </a:lnTo>
                <a:lnTo>
                  <a:pt x="299418" y="131460"/>
                </a:lnTo>
                <a:lnTo>
                  <a:pt x="342192" y="116019"/>
                </a:lnTo>
                <a:lnTo>
                  <a:pt x="384966" y="99466"/>
                </a:lnTo>
                <a:lnTo>
                  <a:pt x="427740" y="81799"/>
                </a:lnTo>
                <a:lnTo>
                  <a:pt x="470514" y="63019"/>
                </a:lnTo>
                <a:lnTo>
                  <a:pt x="513288" y="43126"/>
                </a:lnTo>
                <a:lnTo>
                  <a:pt x="556062" y="22120"/>
                </a:lnTo>
                <a:lnTo>
                  <a:pt x="598836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96" name="knowledge-cross-edge">
            <a:extLst>
              <a:ext uri="{FF2B5EF4-FFF2-40B4-BE49-F238E27FC236}">
                <a16:creationId xmlns:a16="http://schemas.microsoft.com/office/drawing/2014/main" id="{FC82C90C-92B3-4882-BED3-0AB6BBB8B95E}"/>
              </a:ext>
            </a:extLst>
          </p:cNvPr>
          <p:cNvSpPr>
            <a:spLocks noGrp="1"/>
          </p:cNvSpPr>
          <p:nvPr/>
        </p:nvSpPr>
        <p:spPr>
          <a:xfrm>
            <a:off x="8321939" y="6363419"/>
            <a:ext cx="413596" cy="159336"/>
          </a:xfrm>
          <a:custGeom>
            <a:avLst/>
            <a:gdLst/>
            <a:ahLst/>
            <a:cxnLst/>
            <a:rect l="0" t="0" r="0" b="0"/>
            <a:pathLst>
              <a:path w="413596" h="159336">
                <a:moveTo>
                  <a:pt x="0" y="48062"/>
                </a:moveTo>
                <a:lnTo>
                  <a:pt x="49018" y="28063"/>
                </a:lnTo>
                <a:lnTo>
                  <a:pt x="95391" y="13387"/>
                </a:lnTo>
                <a:lnTo>
                  <a:pt x="139118" y="4032"/>
                </a:lnTo>
                <a:lnTo>
                  <a:pt x="180199" y="0"/>
                </a:lnTo>
                <a:lnTo>
                  <a:pt x="218634" y="1290"/>
                </a:lnTo>
                <a:lnTo>
                  <a:pt x="254423" y="7902"/>
                </a:lnTo>
                <a:lnTo>
                  <a:pt x="287567" y="19835"/>
                </a:lnTo>
                <a:lnTo>
                  <a:pt x="318064" y="37091"/>
                </a:lnTo>
                <a:lnTo>
                  <a:pt x="345916" y="59669"/>
                </a:lnTo>
                <a:lnTo>
                  <a:pt x="371122" y="87570"/>
                </a:lnTo>
                <a:lnTo>
                  <a:pt x="393682" y="120792"/>
                </a:lnTo>
                <a:lnTo>
                  <a:pt x="413596" y="159336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297" name="knowledge-cross-edge">
            <a:extLst>
              <a:ext uri="{FF2B5EF4-FFF2-40B4-BE49-F238E27FC236}">
                <a16:creationId xmlns:a16="http://schemas.microsoft.com/office/drawing/2014/main" id="{97F11158-4326-4E9C-9185-792511F90C95}"/>
              </a:ext>
            </a:extLst>
          </p:cNvPr>
          <p:cNvSpPr>
            <a:spLocks noGrp="1"/>
          </p:cNvSpPr>
          <p:nvPr/>
        </p:nvSpPr>
        <p:spPr>
          <a:xfrm>
            <a:off x="8321939" y="6102552"/>
            <a:ext cx="438953" cy="308929"/>
          </a:xfrm>
          <a:custGeom>
            <a:avLst/>
            <a:gdLst/>
            <a:ahLst/>
            <a:cxnLst/>
            <a:rect l="0" t="0" r="0" b="0"/>
            <a:pathLst>
              <a:path w="438953" h="308929">
                <a:moveTo>
                  <a:pt x="0" y="308929"/>
                </a:moveTo>
                <a:lnTo>
                  <a:pt x="22027" y="259485"/>
                </a:lnTo>
                <a:lnTo>
                  <a:pt x="46700" y="214350"/>
                </a:lnTo>
                <a:lnTo>
                  <a:pt x="74019" y="173525"/>
                </a:lnTo>
                <a:lnTo>
                  <a:pt x="103984" y="137008"/>
                </a:lnTo>
                <a:lnTo>
                  <a:pt x="136595" y="104800"/>
                </a:lnTo>
                <a:lnTo>
                  <a:pt x="171851" y="76902"/>
                </a:lnTo>
                <a:lnTo>
                  <a:pt x="209754" y="53312"/>
                </a:lnTo>
                <a:lnTo>
                  <a:pt x="250302" y="34032"/>
                </a:lnTo>
                <a:lnTo>
                  <a:pt x="293496" y="19060"/>
                </a:lnTo>
                <a:lnTo>
                  <a:pt x="339336" y="8398"/>
                </a:lnTo>
                <a:lnTo>
                  <a:pt x="387821" y="2044"/>
                </a:lnTo>
                <a:lnTo>
                  <a:pt x="438953" y="0"/>
                </a:lnTo>
              </a:path>
            </a:pathLst>
          </a:custGeom>
          <a:noFill/>
          <a:ln w="4953">
            <a:solidFill>
              <a:srgbClr val="F69913">
                <a:alpha val="12000"/>
              </a:srgbClr>
            </a:solidFill>
            <a:prstDash val="solid"/>
          </a:ln>
        </p:spPr>
      </p:sp>
      <p:sp>
        <p:nvSpPr>
          <p:cNvPr id="298" name="knowledge-edge">
            <a:extLst>
              <a:ext uri="{FF2B5EF4-FFF2-40B4-BE49-F238E27FC236}">
                <a16:creationId xmlns:a16="http://schemas.microsoft.com/office/drawing/2014/main" id="{4BA5C994-D681-4936-B35F-B83DC41BA0DA}"/>
              </a:ext>
            </a:extLst>
          </p:cNvPr>
          <p:cNvSpPr>
            <a:spLocks noGrp="1"/>
          </p:cNvSpPr>
          <p:nvPr/>
        </p:nvSpPr>
        <p:spPr>
          <a:xfrm>
            <a:off x="8450136" y="6522755"/>
            <a:ext cx="285398" cy="117609"/>
          </a:xfrm>
          <a:custGeom>
            <a:avLst/>
            <a:gdLst/>
            <a:ahLst/>
            <a:cxnLst/>
            <a:rect l="0" t="0" r="0" b="0"/>
            <a:pathLst>
              <a:path w="285398" h="117609">
                <a:moveTo>
                  <a:pt x="0" y="111552"/>
                </a:moveTo>
                <a:lnTo>
                  <a:pt x="20386" y="115387"/>
                </a:lnTo>
                <a:lnTo>
                  <a:pt x="40771" y="117405"/>
                </a:lnTo>
                <a:lnTo>
                  <a:pt x="61157" y="117609"/>
                </a:lnTo>
                <a:lnTo>
                  <a:pt x="81542" y="115996"/>
                </a:lnTo>
                <a:lnTo>
                  <a:pt x="101928" y="112567"/>
                </a:lnTo>
                <a:lnTo>
                  <a:pt x="122314" y="107323"/>
                </a:lnTo>
                <a:lnTo>
                  <a:pt x="142699" y="100263"/>
                </a:lnTo>
                <a:lnTo>
                  <a:pt x="163085" y="91387"/>
                </a:lnTo>
                <a:lnTo>
                  <a:pt x="183470" y="80696"/>
                </a:lnTo>
                <a:lnTo>
                  <a:pt x="203856" y="68188"/>
                </a:lnTo>
                <a:lnTo>
                  <a:pt x="224242" y="53865"/>
                </a:lnTo>
                <a:lnTo>
                  <a:pt x="244627" y="37726"/>
                </a:lnTo>
                <a:lnTo>
                  <a:pt x="265013" y="19771"/>
                </a:lnTo>
                <a:lnTo>
                  <a:pt x="285398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99" name="knowledge-cross-edge">
            <a:extLst>
              <a:ext uri="{FF2B5EF4-FFF2-40B4-BE49-F238E27FC236}">
                <a16:creationId xmlns:a16="http://schemas.microsoft.com/office/drawing/2014/main" id="{43E3D87B-3B58-4093-97A8-5F9DA1E7AD1E}"/>
              </a:ext>
            </a:extLst>
          </p:cNvPr>
          <p:cNvSpPr>
            <a:spLocks noGrp="1"/>
          </p:cNvSpPr>
          <p:nvPr/>
        </p:nvSpPr>
        <p:spPr>
          <a:xfrm>
            <a:off x="8450136" y="6634307"/>
            <a:ext cx="347987" cy="307649"/>
          </a:xfrm>
          <a:custGeom>
            <a:avLst/>
            <a:gdLst/>
            <a:ahLst/>
            <a:cxnLst/>
            <a:rect l="0" t="0" r="0" b="0"/>
            <a:pathLst>
              <a:path w="347987" h="307649">
                <a:moveTo>
                  <a:pt x="0" y="0"/>
                </a:moveTo>
                <a:lnTo>
                  <a:pt x="43551" y="1099"/>
                </a:lnTo>
                <a:lnTo>
                  <a:pt x="84456" y="6660"/>
                </a:lnTo>
                <a:lnTo>
                  <a:pt x="122716" y="16682"/>
                </a:lnTo>
                <a:lnTo>
                  <a:pt x="158329" y="31166"/>
                </a:lnTo>
                <a:lnTo>
                  <a:pt x="191297" y="50111"/>
                </a:lnTo>
                <a:lnTo>
                  <a:pt x="221619" y="73517"/>
                </a:lnTo>
                <a:lnTo>
                  <a:pt x="249295" y="101385"/>
                </a:lnTo>
                <a:lnTo>
                  <a:pt x="274325" y="133715"/>
                </a:lnTo>
                <a:lnTo>
                  <a:pt x="296709" y="170506"/>
                </a:lnTo>
                <a:lnTo>
                  <a:pt x="316448" y="211759"/>
                </a:lnTo>
                <a:lnTo>
                  <a:pt x="333540" y="257473"/>
                </a:lnTo>
                <a:lnTo>
                  <a:pt x="347987" y="307649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300" name="knowledge-edge">
            <a:extLst>
              <a:ext uri="{FF2B5EF4-FFF2-40B4-BE49-F238E27FC236}">
                <a16:creationId xmlns:a16="http://schemas.microsoft.com/office/drawing/2014/main" id="{A61EA6DF-B24E-4D81-B134-029738D970AC}"/>
              </a:ext>
            </a:extLst>
          </p:cNvPr>
          <p:cNvSpPr>
            <a:spLocks noGrp="1"/>
          </p:cNvSpPr>
          <p:nvPr/>
        </p:nvSpPr>
        <p:spPr>
          <a:xfrm>
            <a:off x="8446931" y="6888234"/>
            <a:ext cx="351193" cy="83780"/>
          </a:xfrm>
          <a:custGeom>
            <a:avLst/>
            <a:gdLst/>
            <a:ahLst/>
            <a:cxnLst/>
            <a:rect l="0" t="0" r="0" b="0"/>
            <a:pathLst>
              <a:path w="351193" h="83780">
                <a:moveTo>
                  <a:pt x="0" y="0"/>
                </a:moveTo>
                <a:lnTo>
                  <a:pt x="25085" y="18063"/>
                </a:lnTo>
                <a:lnTo>
                  <a:pt x="50170" y="33938"/>
                </a:lnTo>
                <a:lnTo>
                  <a:pt x="75256" y="47624"/>
                </a:lnTo>
                <a:lnTo>
                  <a:pt x="100341" y="59122"/>
                </a:lnTo>
                <a:lnTo>
                  <a:pt x="125426" y="68431"/>
                </a:lnTo>
                <a:lnTo>
                  <a:pt x="150511" y="75551"/>
                </a:lnTo>
                <a:lnTo>
                  <a:pt x="175597" y="80483"/>
                </a:lnTo>
                <a:lnTo>
                  <a:pt x="200682" y="83226"/>
                </a:lnTo>
                <a:lnTo>
                  <a:pt x="225767" y="83780"/>
                </a:lnTo>
                <a:lnTo>
                  <a:pt x="250852" y="82145"/>
                </a:lnTo>
                <a:lnTo>
                  <a:pt x="275938" y="78322"/>
                </a:lnTo>
                <a:lnTo>
                  <a:pt x="301023" y="72311"/>
                </a:lnTo>
                <a:lnTo>
                  <a:pt x="326108" y="64110"/>
                </a:lnTo>
                <a:lnTo>
                  <a:pt x="351193" y="53721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301" name="knowledge-edge">
            <a:extLst>
              <a:ext uri="{FF2B5EF4-FFF2-40B4-BE49-F238E27FC236}">
                <a16:creationId xmlns:a16="http://schemas.microsoft.com/office/drawing/2014/main" id="{B6B7A851-5E92-4439-964D-8448F9FFDC84}"/>
              </a:ext>
            </a:extLst>
          </p:cNvPr>
          <p:cNvSpPr>
            <a:spLocks noGrp="1"/>
          </p:cNvSpPr>
          <p:nvPr/>
        </p:nvSpPr>
        <p:spPr>
          <a:xfrm>
            <a:off x="8836398" y="5747542"/>
            <a:ext cx="439230" cy="76196"/>
          </a:xfrm>
          <a:custGeom>
            <a:avLst/>
            <a:gdLst/>
            <a:ahLst/>
            <a:cxnLst/>
            <a:rect l="0" t="0" r="0" b="0"/>
            <a:pathLst>
              <a:path w="439230" h="76196">
                <a:moveTo>
                  <a:pt x="0" y="45472"/>
                </a:moveTo>
                <a:lnTo>
                  <a:pt x="31374" y="55792"/>
                </a:lnTo>
                <a:lnTo>
                  <a:pt x="62747" y="64024"/>
                </a:lnTo>
                <a:lnTo>
                  <a:pt x="94121" y="70168"/>
                </a:lnTo>
                <a:lnTo>
                  <a:pt x="125494" y="74226"/>
                </a:lnTo>
                <a:lnTo>
                  <a:pt x="156868" y="76196"/>
                </a:lnTo>
                <a:lnTo>
                  <a:pt x="188242" y="76079"/>
                </a:lnTo>
                <a:lnTo>
                  <a:pt x="219615" y="73875"/>
                </a:lnTo>
                <a:lnTo>
                  <a:pt x="250989" y="69583"/>
                </a:lnTo>
                <a:lnTo>
                  <a:pt x="282362" y="63204"/>
                </a:lnTo>
                <a:lnTo>
                  <a:pt x="313736" y="54738"/>
                </a:lnTo>
                <a:lnTo>
                  <a:pt x="345110" y="44184"/>
                </a:lnTo>
                <a:lnTo>
                  <a:pt x="376483" y="31544"/>
                </a:lnTo>
                <a:lnTo>
                  <a:pt x="407857" y="16815"/>
                </a:lnTo>
                <a:lnTo>
                  <a:pt x="439230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02" name="knowledge-cross-edge">
            <a:extLst>
              <a:ext uri="{FF2B5EF4-FFF2-40B4-BE49-F238E27FC236}">
                <a16:creationId xmlns:a16="http://schemas.microsoft.com/office/drawing/2014/main" id="{6F6AC6FE-CFBB-4694-A627-5FF09A137EAC}"/>
              </a:ext>
            </a:extLst>
          </p:cNvPr>
          <p:cNvSpPr>
            <a:spLocks noGrp="1"/>
          </p:cNvSpPr>
          <p:nvPr/>
        </p:nvSpPr>
        <p:spPr>
          <a:xfrm>
            <a:off x="8836398" y="5742150"/>
            <a:ext cx="389384" cy="50864"/>
          </a:xfrm>
          <a:custGeom>
            <a:avLst/>
            <a:gdLst/>
            <a:ahLst/>
            <a:cxnLst/>
            <a:rect l="0" t="0" r="0" b="0"/>
            <a:pathLst>
              <a:path w="389384" h="50864">
                <a:moveTo>
                  <a:pt x="0" y="50864"/>
                </a:moveTo>
                <a:lnTo>
                  <a:pt x="47001" y="46904"/>
                </a:lnTo>
                <a:lnTo>
                  <a:pt x="91356" y="42894"/>
                </a:lnTo>
                <a:lnTo>
                  <a:pt x="133065" y="38833"/>
                </a:lnTo>
                <a:lnTo>
                  <a:pt x="172128" y="34721"/>
                </a:lnTo>
                <a:lnTo>
                  <a:pt x="208546" y="30559"/>
                </a:lnTo>
                <a:lnTo>
                  <a:pt x="242317" y="26346"/>
                </a:lnTo>
                <a:lnTo>
                  <a:pt x="273443" y="22082"/>
                </a:lnTo>
                <a:lnTo>
                  <a:pt x="301923" y="17767"/>
                </a:lnTo>
                <a:lnTo>
                  <a:pt x="327757" y="13401"/>
                </a:lnTo>
                <a:lnTo>
                  <a:pt x="350945" y="8985"/>
                </a:lnTo>
                <a:lnTo>
                  <a:pt x="371488" y="4518"/>
                </a:lnTo>
                <a:lnTo>
                  <a:pt x="389384" y="0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03" name="knowledge-edge">
            <a:extLst>
              <a:ext uri="{FF2B5EF4-FFF2-40B4-BE49-F238E27FC236}">
                <a16:creationId xmlns:a16="http://schemas.microsoft.com/office/drawing/2014/main" id="{3068EE35-81FB-48AA-BBA9-93E1019AB28F}"/>
              </a:ext>
            </a:extLst>
          </p:cNvPr>
          <p:cNvSpPr>
            <a:spLocks noGrp="1"/>
          </p:cNvSpPr>
          <p:nvPr/>
        </p:nvSpPr>
        <p:spPr>
          <a:xfrm>
            <a:off x="8730881" y="5742150"/>
            <a:ext cx="494901" cy="338724"/>
          </a:xfrm>
          <a:custGeom>
            <a:avLst/>
            <a:gdLst/>
            <a:ahLst/>
            <a:cxnLst/>
            <a:rect l="0" t="0" r="0" b="0"/>
            <a:pathLst>
              <a:path w="494901" h="338724">
                <a:moveTo>
                  <a:pt x="0" y="338724"/>
                </a:moveTo>
                <a:lnTo>
                  <a:pt x="35350" y="324886"/>
                </a:lnTo>
                <a:lnTo>
                  <a:pt x="70700" y="309454"/>
                </a:lnTo>
                <a:lnTo>
                  <a:pt x="106050" y="292430"/>
                </a:lnTo>
                <a:lnTo>
                  <a:pt x="141400" y="273811"/>
                </a:lnTo>
                <a:lnTo>
                  <a:pt x="176750" y="253600"/>
                </a:lnTo>
                <a:lnTo>
                  <a:pt x="212100" y="231795"/>
                </a:lnTo>
                <a:lnTo>
                  <a:pt x="247450" y="208397"/>
                </a:lnTo>
                <a:lnTo>
                  <a:pt x="282800" y="183406"/>
                </a:lnTo>
                <a:lnTo>
                  <a:pt x="318151" y="156822"/>
                </a:lnTo>
                <a:lnTo>
                  <a:pt x="353501" y="128644"/>
                </a:lnTo>
                <a:lnTo>
                  <a:pt x="388851" y="98873"/>
                </a:lnTo>
                <a:lnTo>
                  <a:pt x="424201" y="67509"/>
                </a:lnTo>
                <a:lnTo>
                  <a:pt x="459551" y="34551"/>
                </a:lnTo>
                <a:lnTo>
                  <a:pt x="494901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04" name="knowledge-cross-edge">
            <a:extLst>
              <a:ext uri="{FF2B5EF4-FFF2-40B4-BE49-F238E27FC236}">
                <a16:creationId xmlns:a16="http://schemas.microsoft.com/office/drawing/2014/main" id="{83ED6219-3DD5-44A6-971E-24F2C9667124}"/>
              </a:ext>
            </a:extLst>
          </p:cNvPr>
          <p:cNvSpPr>
            <a:spLocks noGrp="1"/>
          </p:cNvSpPr>
          <p:nvPr/>
        </p:nvSpPr>
        <p:spPr>
          <a:xfrm>
            <a:off x="8730881" y="5768566"/>
            <a:ext cx="449675" cy="312309"/>
          </a:xfrm>
          <a:custGeom>
            <a:avLst/>
            <a:gdLst/>
            <a:ahLst/>
            <a:cxnLst/>
            <a:rect l="0" t="0" r="0" b="0"/>
            <a:pathLst>
              <a:path w="449675" h="312309">
                <a:moveTo>
                  <a:pt x="0" y="312309"/>
                </a:moveTo>
                <a:lnTo>
                  <a:pt x="52025" y="271528"/>
                </a:lnTo>
                <a:lnTo>
                  <a:pt x="101404" y="233430"/>
                </a:lnTo>
                <a:lnTo>
                  <a:pt x="148137" y="198015"/>
                </a:lnTo>
                <a:lnTo>
                  <a:pt x="192225" y="165282"/>
                </a:lnTo>
                <a:lnTo>
                  <a:pt x="233667" y="135232"/>
                </a:lnTo>
                <a:lnTo>
                  <a:pt x="272462" y="107865"/>
                </a:lnTo>
                <a:lnTo>
                  <a:pt x="308612" y="83181"/>
                </a:lnTo>
                <a:lnTo>
                  <a:pt x="342116" y="61179"/>
                </a:lnTo>
                <a:lnTo>
                  <a:pt x="372975" y="41860"/>
                </a:lnTo>
                <a:lnTo>
                  <a:pt x="401187" y="25224"/>
                </a:lnTo>
                <a:lnTo>
                  <a:pt x="426754" y="11271"/>
                </a:lnTo>
                <a:lnTo>
                  <a:pt x="449675" y="0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05" name="knowledge-edge">
            <a:extLst>
              <a:ext uri="{FF2B5EF4-FFF2-40B4-BE49-F238E27FC236}">
                <a16:creationId xmlns:a16="http://schemas.microsoft.com/office/drawing/2014/main" id="{B522ACF6-E4C1-4C34-80AB-FBE96BAA9D6E}"/>
              </a:ext>
            </a:extLst>
          </p:cNvPr>
          <p:cNvSpPr>
            <a:spLocks noGrp="1"/>
          </p:cNvSpPr>
          <p:nvPr/>
        </p:nvSpPr>
        <p:spPr>
          <a:xfrm>
            <a:off x="9002897" y="5768566"/>
            <a:ext cx="177659" cy="301556"/>
          </a:xfrm>
          <a:custGeom>
            <a:avLst/>
            <a:gdLst/>
            <a:ahLst/>
            <a:cxnLst/>
            <a:rect l="0" t="0" r="0" b="0"/>
            <a:pathLst>
              <a:path w="177659" h="301556">
                <a:moveTo>
                  <a:pt x="0" y="301556"/>
                </a:moveTo>
                <a:lnTo>
                  <a:pt x="12690" y="278754"/>
                </a:lnTo>
                <a:lnTo>
                  <a:pt x="25380" y="256147"/>
                </a:lnTo>
                <a:lnTo>
                  <a:pt x="38070" y="233734"/>
                </a:lnTo>
                <a:lnTo>
                  <a:pt x="50760" y="211515"/>
                </a:lnTo>
                <a:lnTo>
                  <a:pt x="63450" y="189490"/>
                </a:lnTo>
                <a:lnTo>
                  <a:pt x="76139" y="167659"/>
                </a:lnTo>
                <a:lnTo>
                  <a:pt x="88829" y="146022"/>
                </a:lnTo>
                <a:lnTo>
                  <a:pt x="101519" y="124580"/>
                </a:lnTo>
                <a:lnTo>
                  <a:pt x="114209" y="103331"/>
                </a:lnTo>
                <a:lnTo>
                  <a:pt x="126899" y="82277"/>
                </a:lnTo>
                <a:lnTo>
                  <a:pt x="139589" y="61416"/>
                </a:lnTo>
                <a:lnTo>
                  <a:pt x="152279" y="40750"/>
                </a:lnTo>
                <a:lnTo>
                  <a:pt x="164969" y="20278"/>
                </a:lnTo>
                <a:lnTo>
                  <a:pt x="177659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06" name="knowledge-cross-edge">
            <a:extLst>
              <a:ext uri="{FF2B5EF4-FFF2-40B4-BE49-F238E27FC236}">
                <a16:creationId xmlns:a16="http://schemas.microsoft.com/office/drawing/2014/main" id="{60B2D29A-8D9A-45D9-AC04-10201BEA0664}"/>
              </a:ext>
            </a:extLst>
          </p:cNvPr>
          <p:cNvSpPr>
            <a:spLocks noGrp="1"/>
          </p:cNvSpPr>
          <p:nvPr/>
        </p:nvSpPr>
        <p:spPr>
          <a:xfrm>
            <a:off x="9002897" y="5906160"/>
            <a:ext cx="138253" cy="163961"/>
          </a:xfrm>
          <a:custGeom>
            <a:avLst/>
            <a:gdLst/>
            <a:ahLst/>
            <a:cxnLst/>
            <a:rect l="0" t="0" r="0" b="0"/>
            <a:pathLst>
              <a:path w="138253" h="163961">
                <a:moveTo>
                  <a:pt x="0" y="163961"/>
                </a:moveTo>
                <a:lnTo>
                  <a:pt x="25732" y="131415"/>
                </a:lnTo>
                <a:lnTo>
                  <a:pt x="48817" y="102458"/>
                </a:lnTo>
                <a:lnTo>
                  <a:pt x="69257" y="77090"/>
                </a:lnTo>
                <a:lnTo>
                  <a:pt x="87051" y="55311"/>
                </a:lnTo>
                <a:lnTo>
                  <a:pt x="102199" y="37120"/>
                </a:lnTo>
                <a:lnTo>
                  <a:pt x="114702" y="22519"/>
                </a:lnTo>
                <a:lnTo>
                  <a:pt x="124558" y="11506"/>
                </a:lnTo>
                <a:lnTo>
                  <a:pt x="131769" y="4082"/>
                </a:lnTo>
                <a:lnTo>
                  <a:pt x="136334" y="246"/>
                </a:lnTo>
                <a:lnTo>
                  <a:pt x="138253" y="0"/>
                </a:lnTo>
                <a:lnTo>
                  <a:pt x="137526" y="3342"/>
                </a:lnTo>
                <a:lnTo>
                  <a:pt x="134153" y="10273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07" name="knowledge-edge">
            <a:extLst>
              <a:ext uri="{FF2B5EF4-FFF2-40B4-BE49-F238E27FC236}">
                <a16:creationId xmlns:a16="http://schemas.microsoft.com/office/drawing/2014/main" id="{DA42207A-7BBE-4F99-9195-42991DE982A2}"/>
              </a:ext>
            </a:extLst>
          </p:cNvPr>
          <p:cNvSpPr>
            <a:spLocks noGrp="1"/>
          </p:cNvSpPr>
          <p:nvPr/>
        </p:nvSpPr>
        <p:spPr>
          <a:xfrm>
            <a:off x="8760891" y="5916434"/>
            <a:ext cx="376159" cy="191910"/>
          </a:xfrm>
          <a:custGeom>
            <a:avLst/>
            <a:gdLst/>
            <a:ahLst/>
            <a:cxnLst/>
            <a:rect l="0" t="0" r="0" b="0"/>
            <a:pathLst>
              <a:path w="376159" h="191910">
                <a:moveTo>
                  <a:pt x="0" y="186118"/>
                </a:moveTo>
                <a:lnTo>
                  <a:pt x="26868" y="190363"/>
                </a:lnTo>
                <a:lnTo>
                  <a:pt x="53737" y="191910"/>
                </a:lnTo>
                <a:lnTo>
                  <a:pt x="80605" y="190758"/>
                </a:lnTo>
                <a:lnTo>
                  <a:pt x="107474" y="186908"/>
                </a:lnTo>
                <a:lnTo>
                  <a:pt x="134342" y="180360"/>
                </a:lnTo>
                <a:lnTo>
                  <a:pt x="161211" y="171113"/>
                </a:lnTo>
                <a:lnTo>
                  <a:pt x="188079" y="159168"/>
                </a:lnTo>
                <a:lnTo>
                  <a:pt x="214948" y="144525"/>
                </a:lnTo>
                <a:lnTo>
                  <a:pt x="241816" y="127183"/>
                </a:lnTo>
                <a:lnTo>
                  <a:pt x="268685" y="107143"/>
                </a:lnTo>
                <a:lnTo>
                  <a:pt x="295553" y="84405"/>
                </a:lnTo>
                <a:lnTo>
                  <a:pt x="322422" y="58968"/>
                </a:lnTo>
                <a:lnTo>
                  <a:pt x="349290" y="30833"/>
                </a:lnTo>
                <a:lnTo>
                  <a:pt x="376159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08" name="knowledge-cross-edge">
            <a:extLst>
              <a:ext uri="{FF2B5EF4-FFF2-40B4-BE49-F238E27FC236}">
                <a16:creationId xmlns:a16="http://schemas.microsoft.com/office/drawing/2014/main" id="{3DB5CD5F-D738-4D33-91F4-B90CC00376B7}"/>
              </a:ext>
            </a:extLst>
          </p:cNvPr>
          <p:cNvSpPr>
            <a:spLocks noGrp="1"/>
          </p:cNvSpPr>
          <p:nvPr/>
        </p:nvSpPr>
        <p:spPr>
          <a:xfrm>
            <a:off x="8760891" y="6043996"/>
            <a:ext cx="435028" cy="154207"/>
          </a:xfrm>
          <a:custGeom>
            <a:avLst/>
            <a:gdLst/>
            <a:ahLst/>
            <a:cxnLst/>
            <a:rect l="0" t="0" r="0" b="0"/>
            <a:pathLst>
              <a:path w="435028" h="154207">
                <a:moveTo>
                  <a:pt x="0" y="58557"/>
                </a:moveTo>
                <a:lnTo>
                  <a:pt x="50804" y="35598"/>
                </a:lnTo>
                <a:lnTo>
                  <a:pt x="98963" y="18263"/>
                </a:lnTo>
                <a:lnTo>
                  <a:pt x="144476" y="6552"/>
                </a:lnTo>
                <a:lnTo>
                  <a:pt x="187343" y="464"/>
                </a:lnTo>
                <a:lnTo>
                  <a:pt x="227564" y="0"/>
                </a:lnTo>
                <a:lnTo>
                  <a:pt x="265139" y="5159"/>
                </a:lnTo>
                <a:lnTo>
                  <a:pt x="300068" y="15942"/>
                </a:lnTo>
                <a:lnTo>
                  <a:pt x="332352" y="32348"/>
                </a:lnTo>
                <a:lnTo>
                  <a:pt x="361990" y="54377"/>
                </a:lnTo>
                <a:lnTo>
                  <a:pt x="388981" y="82031"/>
                </a:lnTo>
                <a:lnTo>
                  <a:pt x="413328" y="115307"/>
                </a:lnTo>
                <a:lnTo>
                  <a:pt x="435028" y="154207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09" name="knowledge-cross-edge">
            <a:extLst>
              <a:ext uri="{FF2B5EF4-FFF2-40B4-BE49-F238E27FC236}">
                <a16:creationId xmlns:a16="http://schemas.microsoft.com/office/drawing/2014/main" id="{D912D4CF-07DB-401E-823E-595072C3EC0B}"/>
              </a:ext>
            </a:extLst>
          </p:cNvPr>
          <p:cNvSpPr>
            <a:spLocks noGrp="1"/>
          </p:cNvSpPr>
          <p:nvPr/>
        </p:nvSpPr>
        <p:spPr>
          <a:xfrm>
            <a:off x="8760891" y="5764310"/>
            <a:ext cx="419664" cy="338242"/>
          </a:xfrm>
          <a:custGeom>
            <a:avLst/>
            <a:gdLst/>
            <a:ahLst/>
            <a:cxnLst/>
            <a:rect l="0" t="0" r="0" b="0"/>
            <a:pathLst>
              <a:path w="419664" h="338242">
                <a:moveTo>
                  <a:pt x="0" y="338242"/>
                </a:moveTo>
                <a:lnTo>
                  <a:pt x="20420" y="278322"/>
                </a:lnTo>
                <a:lnTo>
                  <a:pt x="43486" y="224236"/>
                </a:lnTo>
                <a:lnTo>
                  <a:pt x="69197" y="175985"/>
                </a:lnTo>
                <a:lnTo>
                  <a:pt x="97555" y="133567"/>
                </a:lnTo>
                <a:lnTo>
                  <a:pt x="128558" y="96984"/>
                </a:lnTo>
                <a:lnTo>
                  <a:pt x="162207" y="66235"/>
                </a:lnTo>
                <a:lnTo>
                  <a:pt x="198502" y="41320"/>
                </a:lnTo>
                <a:lnTo>
                  <a:pt x="237443" y="22238"/>
                </a:lnTo>
                <a:lnTo>
                  <a:pt x="279029" y="8992"/>
                </a:lnTo>
                <a:lnTo>
                  <a:pt x="323262" y="1579"/>
                </a:lnTo>
                <a:lnTo>
                  <a:pt x="370140" y="0"/>
                </a:lnTo>
                <a:lnTo>
                  <a:pt x="419664" y="4255"/>
                </a:lnTo>
              </a:path>
            </a:pathLst>
          </a:custGeom>
          <a:noFill/>
          <a:ln w="4953">
            <a:solidFill>
              <a:srgbClr val="F8A80D">
                <a:alpha val="12000"/>
              </a:srgbClr>
            </a:solidFill>
            <a:prstDash val="solid"/>
          </a:ln>
        </p:spPr>
      </p:sp>
      <p:sp>
        <p:nvSpPr>
          <p:cNvPr id="310" name="knowledge-long-edge">
            <a:extLst>
              <a:ext uri="{FF2B5EF4-FFF2-40B4-BE49-F238E27FC236}">
                <a16:creationId xmlns:a16="http://schemas.microsoft.com/office/drawing/2014/main" id="{0438608C-E5A3-4279-849A-BB270A1B7521}"/>
              </a:ext>
            </a:extLst>
          </p:cNvPr>
          <p:cNvSpPr>
            <a:spLocks noGrp="1"/>
          </p:cNvSpPr>
          <p:nvPr/>
        </p:nvSpPr>
        <p:spPr>
          <a:xfrm>
            <a:off x="8760891" y="5790722"/>
            <a:ext cx="868838" cy="311830"/>
          </a:xfrm>
          <a:custGeom>
            <a:avLst/>
            <a:gdLst/>
            <a:ahLst/>
            <a:cxnLst/>
            <a:rect l="0" t="0" r="0" b="0"/>
            <a:pathLst>
              <a:path w="868838" h="311830">
                <a:moveTo>
                  <a:pt x="0" y="311830"/>
                </a:moveTo>
                <a:lnTo>
                  <a:pt x="54302" y="245792"/>
                </a:lnTo>
                <a:lnTo>
                  <a:pt x="108605" y="187601"/>
                </a:lnTo>
                <a:lnTo>
                  <a:pt x="162907" y="137258"/>
                </a:lnTo>
                <a:lnTo>
                  <a:pt x="217209" y="94762"/>
                </a:lnTo>
                <a:lnTo>
                  <a:pt x="271512" y="60115"/>
                </a:lnTo>
                <a:lnTo>
                  <a:pt x="325814" y="33314"/>
                </a:lnTo>
                <a:lnTo>
                  <a:pt x="380117" y="14362"/>
                </a:lnTo>
                <a:lnTo>
                  <a:pt x="434419" y="3257"/>
                </a:lnTo>
                <a:lnTo>
                  <a:pt x="488721" y="0"/>
                </a:lnTo>
                <a:lnTo>
                  <a:pt x="543024" y="4590"/>
                </a:lnTo>
                <a:lnTo>
                  <a:pt x="597326" y="17029"/>
                </a:lnTo>
                <a:lnTo>
                  <a:pt x="651628" y="37314"/>
                </a:lnTo>
                <a:lnTo>
                  <a:pt x="705931" y="65448"/>
                </a:lnTo>
                <a:lnTo>
                  <a:pt x="760233" y="101429"/>
                </a:lnTo>
                <a:lnTo>
                  <a:pt x="814536" y="145258"/>
                </a:lnTo>
                <a:lnTo>
                  <a:pt x="868838" y="196934"/>
                </a:lnTo>
              </a:path>
            </a:pathLst>
          </a:custGeom>
          <a:noFill/>
          <a:ln w="4286">
            <a:solidFill>
              <a:srgbClr val="F8A80D">
                <a:alpha val="9000"/>
              </a:srgbClr>
            </a:solidFill>
            <a:prstDash val="solid"/>
          </a:ln>
        </p:spPr>
      </p:sp>
      <p:sp>
        <p:nvSpPr>
          <p:cNvPr id="311" name="knowledge-edge">
            <a:extLst>
              <a:ext uri="{FF2B5EF4-FFF2-40B4-BE49-F238E27FC236}">
                <a16:creationId xmlns:a16="http://schemas.microsoft.com/office/drawing/2014/main" id="{96DCB365-DD0B-4569-ACAC-0A5D418ED945}"/>
              </a:ext>
            </a:extLst>
          </p:cNvPr>
          <p:cNvSpPr>
            <a:spLocks noGrp="1"/>
          </p:cNvSpPr>
          <p:nvPr/>
        </p:nvSpPr>
        <p:spPr>
          <a:xfrm>
            <a:off x="8920775" y="6198203"/>
            <a:ext cx="275144" cy="55334"/>
          </a:xfrm>
          <a:custGeom>
            <a:avLst/>
            <a:gdLst/>
            <a:ahLst/>
            <a:cxnLst/>
            <a:rect l="0" t="0" r="0" b="0"/>
            <a:pathLst>
              <a:path w="275144" h="55334">
                <a:moveTo>
                  <a:pt x="0" y="4907"/>
                </a:moveTo>
                <a:lnTo>
                  <a:pt x="19653" y="18586"/>
                </a:lnTo>
                <a:lnTo>
                  <a:pt x="39306" y="30107"/>
                </a:lnTo>
                <a:lnTo>
                  <a:pt x="58960" y="39469"/>
                </a:lnTo>
                <a:lnTo>
                  <a:pt x="78613" y="46672"/>
                </a:lnTo>
                <a:lnTo>
                  <a:pt x="98266" y="51718"/>
                </a:lnTo>
                <a:lnTo>
                  <a:pt x="117919" y="54605"/>
                </a:lnTo>
                <a:lnTo>
                  <a:pt x="137572" y="55334"/>
                </a:lnTo>
                <a:lnTo>
                  <a:pt x="157225" y="53904"/>
                </a:lnTo>
                <a:lnTo>
                  <a:pt x="176879" y="50316"/>
                </a:lnTo>
                <a:lnTo>
                  <a:pt x="196532" y="44569"/>
                </a:lnTo>
                <a:lnTo>
                  <a:pt x="216185" y="36665"/>
                </a:lnTo>
                <a:lnTo>
                  <a:pt x="235838" y="26601"/>
                </a:lnTo>
                <a:lnTo>
                  <a:pt x="255491" y="14380"/>
                </a:lnTo>
                <a:lnTo>
                  <a:pt x="275144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2" name="knowledge-cross-edge">
            <a:extLst>
              <a:ext uri="{FF2B5EF4-FFF2-40B4-BE49-F238E27FC236}">
                <a16:creationId xmlns:a16="http://schemas.microsoft.com/office/drawing/2014/main" id="{D5AD0C7D-17A1-4C3C-92A4-C94A1EDF53B2}"/>
              </a:ext>
            </a:extLst>
          </p:cNvPr>
          <p:cNvSpPr>
            <a:spLocks noGrp="1"/>
          </p:cNvSpPr>
          <p:nvPr/>
        </p:nvSpPr>
        <p:spPr>
          <a:xfrm>
            <a:off x="8920775" y="6174476"/>
            <a:ext cx="421785" cy="226700"/>
          </a:xfrm>
          <a:custGeom>
            <a:avLst/>
            <a:gdLst/>
            <a:ahLst/>
            <a:cxnLst/>
            <a:rect l="0" t="0" r="0" b="0"/>
            <a:pathLst>
              <a:path w="421785" h="226700">
                <a:moveTo>
                  <a:pt x="0" y="28634"/>
                </a:moveTo>
                <a:lnTo>
                  <a:pt x="49701" y="13300"/>
                </a:lnTo>
                <a:lnTo>
                  <a:pt x="96756" y="3756"/>
                </a:lnTo>
                <a:lnTo>
                  <a:pt x="141165" y="0"/>
                </a:lnTo>
                <a:lnTo>
                  <a:pt x="182928" y="2033"/>
                </a:lnTo>
                <a:lnTo>
                  <a:pt x="222046" y="9855"/>
                </a:lnTo>
                <a:lnTo>
                  <a:pt x="258518" y="23466"/>
                </a:lnTo>
                <a:lnTo>
                  <a:pt x="292343" y="42866"/>
                </a:lnTo>
                <a:lnTo>
                  <a:pt x="323523" y="68055"/>
                </a:lnTo>
                <a:lnTo>
                  <a:pt x="352058" y="99033"/>
                </a:lnTo>
                <a:lnTo>
                  <a:pt x="377946" y="135800"/>
                </a:lnTo>
                <a:lnTo>
                  <a:pt x="401188" y="178355"/>
                </a:lnTo>
                <a:lnTo>
                  <a:pt x="421785" y="226700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13" name="knowledge-edge">
            <a:extLst>
              <a:ext uri="{FF2B5EF4-FFF2-40B4-BE49-F238E27FC236}">
                <a16:creationId xmlns:a16="http://schemas.microsoft.com/office/drawing/2014/main" id="{AF3A53EF-642A-4F73-8181-126A4BA8809A}"/>
              </a:ext>
            </a:extLst>
          </p:cNvPr>
          <p:cNvSpPr>
            <a:spLocks noGrp="1"/>
          </p:cNvSpPr>
          <p:nvPr/>
        </p:nvSpPr>
        <p:spPr>
          <a:xfrm>
            <a:off x="8735535" y="6401176"/>
            <a:ext cx="607025" cy="121579"/>
          </a:xfrm>
          <a:custGeom>
            <a:avLst/>
            <a:gdLst/>
            <a:ahLst/>
            <a:cxnLst/>
            <a:rect l="0" t="0" r="0" b="0"/>
            <a:pathLst>
              <a:path w="607025" h="121579">
                <a:moveTo>
                  <a:pt x="0" y="121579"/>
                </a:moveTo>
                <a:lnTo>
                  <a:pt x="43359" y="116983"/>
                </a:lnTo>
                <a:lnTo>
                  <a:pt x="86718" y="111757"/>
                </a:lnTo>
                <a:lnTo>
                  <a:pt x="130077" y="105903"/>
                </a:lnTo>
                <a:lnTo>
                  <a:pt x="173436" y="99420"/>
                </a:lnTo>
                <a:lnTo>
                  <a:pt x="216795" y="92308"/>
                </a:lnTo>
                <a:lnTo>
                  <a:pt x="260154" y="84567"/>
                </a:lnTo>
                <a:lnTo>
                  <a:pt x="303512" y="76197"/>
                </a:lnTo>
                <a:lnTo>
                  <a:pt x="346871" y="67199"/>
                </a:lnTo>
                <a:lnTo>
                  <a:pt x="390230" y="57571"/>
                </a:lnTo>
                <a:lnTo>
                  <a:pt x="433589" y="47315"/>
                </a:lnTo>
                <a:lnTo>
                  <a:pt x="476948" y="36429"/>
                </a:lnTo>
                <a:lnTo>
                  <a:pt x="520307" y="24915"/>
                </a:lnTo>
                <a:lnTo>
                  <a:pt x="563666" y="12772"/>
                </a:lnTo>
                <a:lnTo>
                  <a:pt x="607025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4" name="knowledge-cross-edge">
            <a:extLst>
              <a:ext uri="{FF2B5EF4-FFF2-40B4-BE49-F238E27FC236}">
                <a16:creationId xmlns:a16="http://schemas.microsoft.com/office/drawing/2014/main" id="{B78FA134-0872-445D-8DD3-4418DA71107A}"/>
              </a:ext>
            </a:extLst>
          </p:cNvPr>
          <p:cNvSpPr>
            <a:spLocks noGrp="1"/>
          </p:cNvSpPr>
          <p:nvPr/>
        </p:nvSpPr>
        <p:spPr>
          <a:xfrm>
            <a:off x="8735535" y="6486095"/>
            <a:ext cx="507490" cy="391555"/>
          </a:xfrm>
          <a:custGeom>
            <a:avLst/>
            <a:gdLst/>
            <a:ahLst/>
            <a:cxnLst/>
            <a:rect l="0" t="0" r="0" b="0"/>
            <a:pathLst>
              <a:path w="507490" h="391555">
                <a:moveTo>
                  <a:pt x="0" y="36660"/>
                </a:moveTo>
                <a:lnTo>
                  <a:pt x="56843" y="15153"/>
                </a:lnTo>
                <a:lnTo>
                  <a:pt x="111040" y="2932"/>
                </a:lnTo>
                <a:lnTo>
                  <a:pt x="162591" y="0"/>
                </a:lnTo>
                <a:lnTo>
                  <a:pt x="211497" y="6355"/>
                </a:lnTo>
                <a:lnTo>
                  <a:pt x="257756" y="21998"/>
                </a:lnTo>
                <a:lnTo>
                  <a:pt x="301370" y="46929"/>
                </a:lnTo>
                <a:lnTo>
                  <a:pt x="342338" y="81147"/>
                </a:lnTo>
                <a:lnTo>
                  <a:pt x="380660" y="124653"/>
                </a:lnTo>
                <a:lnTo>
                  <a:pt x="416336" y="177447"/>
                </a:lnTo>
                <a:lnTo>
                  <a:pt x="449367" y="239529"/>
                </a:lnTo>
                <a:lnTo>
                  <a:pt x="479751" y="310898"/>
                </a:lnTo>
                <a:lnTo>
                  <a:pt x="507490" y="391555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15" name="knowledge-cross-edge">
            <a:extLst>
              <a:ext uri="{FF2B5EF4-FFF2-40B4-BE49-F238E27FC236}">
                <a16:creationId xmlns:a16="http://schemas.microsoft.com/office/drawing/2014/main" id="{62AF264F-3283-4478-B2E8-9F24B441ED8B}"/>
              </a:ext>
            </a:extLst>
          </p:cNvPr>
          <p:cNvSpPr>
            <a:spLocks noGrp="1"/>
          </p:cNvSpPr>
          <p:nvPr/>
        </p:nvSpPr>
        <p:spPr>
          <a:xfrm>
            <a:off x="8735535" y="6186890"/>
            <a:ext cx="460384" cy="335865"/>
          </a:xfrm>
          <a:custGeom>
            <a:avLst/>
            <a:gdLst/>
            <a:ahLst/>
            <a:cxnLst/>
            <a:rect l="0" t="0" r="0" b="0"/>
            <a:pathLst>
              <a:path w="460384" h="335865">
                <a:moveTo>
                  <a:pt x="0" y="335865"/>
                </a:moveTo>
                <a:lnTo>
                  <a:pt x="23813" y="272847"/>
                </a:lnTo>
                <a:lnTo>
                  <a:pt x="50272" y="216368"/>
                </a:lnTo>
                <a:lnTo>
                  <a:pt x="79377" y="166430"/>
                </a:lnTo>
                <a:lnTo>
                  <a:pt x="111128" y="123033"/>
                </a:lnTo>
                <a:lnTo>
                  <a:pt x="145525" y="86176"/>
                </a:lnTo>
                <a:lnTo>
                  <a:pt x="182567" y="55860"/>
                </a:lnTo>
                <a:lnTo>
                  <a:pt x="222255" y="32084"/>
                </a:lnTo>
                <a:lnTo>
                  <a:pt x="264590" y="14849"/>
                </a:lnTo>
                <a:lnTo>
                  <a:pt x="309569" y="4154"/>
                </a:lnTo>
                <a:lnTo>
                  <a:pt x="357195" y="0"/>
                </a:lnTo>
                <a:lnTo>
                  <a:pt x="407467" y="2386"/>
                </a:lnTo>
                <a:lnTo>
                  <a:pt x="460384" y="11313"/>
                </a:lnTo>
              </a:path>
            </a:pathLst>
          </a:custGeom>
          <a:noFill/>
          <a:ln w="4953">
            <a:solidFill>
              <a:srgbClr val="F8A80D">
                <a:alpha val="12000"/>
              </a:srgbClr>
            </a:solidFill>
            <a:prstDash val="solid"/>
          </a:ln>
        </p:spPr>
      </p:sp>
      <p:sp>
        <p:nvSpPr>
          <p:cNvPr id="316" name="knowledge-edge">
            <a:extLst>
              <a:ext uri="{FF2B5EF4-FFF2-40B4-BE49-F238E27FC236}">
                <a16:creationId xmlns:a16="http://schemas.microsoft.com/office/drawing/2014/main" id="{767282E6-2E70-4433-834A-C19B3F12CDC2}"/>
              </a:ext>
            </a:extLst>
          </p:cNvPr>
          <p:cNvSpPr>
            <a:spLocks noGrp="1"/>
          </p:cNvSpPr>
          <p:nvPr/>
        </p:nvSpPr>
        <p:spPr>
          <a:xfrm>
            <a:off x="8798124" y="6877650"/>
            <a:ext cx="444901" cy="66225"/>
          </a:xfrm>
          <a:custGeom>
            <a:avLst/>
            <a:gdLst/>
            <a:ahLst/>
            <a:cxnLst/>
            <a:rect l="0" t="0" r="0" b="0"/>
            <a:pathLst>
              <a:path w="444901" h="66225">
                <a:moveTo>
                  <a:pt x="0" y="64306"/>
                </a:moveTo>
                <a:lnTo>
                  <a:pt x="31779" y="65728"/>
                </a:lnTo>
                <a:lnTo>
                  <a:pt x="63557" y="66225"/>
                </a:lnTo>
                <a:lnTo>
                  <a:pt x="95336" y="65797"/>
                </a:lnTo>
                <a:lnTo>
                  <a:pt x="127115" y="64443"/>
                </a:lnTo>
                <a:lnTo>
                  <a:pt x="158893" y="62163"/>
                </a:lnTo>
                <a:lnTo>
                  <a:pt x="190672" y="58958"/>
                </a:lnTo>
                <a:lnTo>
                  <a:pt x="222451" y="54827"/>
                </a:lnTo>
                <a:lnTo>
                  <a:pt x="254229" y="49771"/>
                </a:lnTo>
                <a:lnTo>
                  <a:pt x="286008" y="43790"/>
                </a:lnTo>
                <a:lnTo>
                  <a:pt x="317787" y="36883"/>
                </a:lnTo>
                <a:lnTo>
                  <a:pt x="349565" y="29050"/>
                </a:lnTo>
                <a:lnTo>
                  <a:pt x="381344" y="20292"/>
                </a:lnTo>
                <a:lnTo>
                  <a:pt x="413123" y="10609"/>
                </a:lnTo>
                <a:lnTo>
                  <a:pt x="444901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7" name="knowledge-edge">
            <a:extLst>
              <a:ext uri="{FF2B5EF4-FFF2-40B4-BE49-F238E27FC236}">
                <a16:creationId xmlns:a16="http://schemas.microsoft.com/office/drawing/2014/main" id="{29528B63-C2E0-496D-9D81-6DFCA324E6DC}"/>
              </a:ext>
            </a:extLst>
          </p:cNvPr>
          <p:cNvSpPr>
            <a:spLocks noGrp="1"/>
          </p:cNvSpPr>
          <p:nvPr/>
        </p:nvSpPr>
        <p:spPr>
          <a:xfrm>
            <a:off x="9275628" y="5551769"/>
            <a:ext cx="397833" cy="195773"/>
          </a:xfrm>
          <a:custGeom>
            <a:avLst/>
            <a:gdLst/>
            <a:ahLst/>
            <a:cxnLst/>
            <a:rect l="0" t="0" r="0" b="0"/>
            <a:pathLst>
              <a:path w="397833" h="195773">
                <a:moveTo>
                  <a:pt x="0" y="195773"/>
                </a:moveTo>
                <a:lnTo>
                  <a:pt x="28417" y="163720"/>
                </a:lnTo>
                <a:lnTo>
                  <a:pt x="56833" y="134529"/>
                </a:lnTo>
                <a:lnTo>
                  <a:pt x="85250" y="108199"/>
                </a:lnTo>
                <a:lnTo>
                  <a:pt x="113667" y="84730"/>
                </a:lnTo>
                <a:lnTo>
                  <a:pt x="142083" y="64124"/>
                </a:lnTo>
                <a:lnTo>
                  <a:pt x="170500" y="46378"/>
                </a:lnTo>
                <a:lnTo>
                  <a:pt x="198917" y="31495"/>
                </a:lnTo>
                <a:lnTo>
                  <a:pt x="227333" y="19473"/>
                </a:lnTo>
                <a:lnTo>
                  <a:pt x="255750" y="10312"/>
                </a:lnTo>
                <a:lnTo>
                  <a:pt x="284167" y="4013"/>
                </a:lnTo>
                <a:lnTo>
                  <a:pt x="312583" y="576"/>
                </a:lnTo>
                <a:lnTo>
                  <a:pt x="341000" y="0"/>
                </a:lnTo>
                <a:lnTo>
                  <a:pt x="369417" y="2286"/>
                </a:lnTo>
                <a:lnTo>
                  <a:pt x="397833" y="7433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18" name="knowledge-edge">
            <a:extLst>
              <a:ext uri="{FF2B5EF4-FFF2-40B4-BE49-F238E27FC236}">
                <a16:creationId xmlns:a16="http://schemas.microsoft.com/office/drawing/2014/main" id="{B86DEAE3-CD9D-45B1-B404-485FFC43C33D}"/>
              </a:ext>
            </a:extLst>
          </p:cNvPr>
          <p:cNvSpPr>
            <a:spLocks noGrp="1"/>
          </p:cNvSpPr>
          <p:nvPr/>
        </p:nvSpPr>
        <p:spPr>
          <a:xfrm>
            <a:off x="9225782" y="5651660"/>
            <a:ext cx="539536" cy="90490"/>
          </a:xfrm>
          <a:custGeom>
            <a:avLst/>
            <a:gdLst/>
            <a:ahLst/>
            <a:cxnLst/>
            <a:rect l="0" t="0" r="0" b="0"/>
            <a:pathLst>
              <a:path w="539536" h="90490">
                <a:moveTo>
                  <a:pt x="0" y="90490"/>
                </a:moveTo>
                <a:lnTo>
                  <a:pt x="38538" y="72733"/>
                </a:lnTo>
                <a:lnTo>
                  <a:pt x="77077" y="56910"/>
                </a:lnTo>
                <a:lnTo>
                  <a:pt x="115615" y="43023"/>
                </a:lnTo>
                <a:lnTo>
                  <a:pt x="154153" y="31071"/>
                </a:lnTo>
                <a:lnTo>
                  <a:pt x="192691" y="21055"/>
                </a:lnTo>
                <a:lnTo>
                  <a:pt x="231230" y="12973"/>
                </a:lnTo>
                <a:lnTo>
                  <a:pt x="269768" y="6827"/>
                </a:lnTo>
                <a:lnTo>
                  <a:pt x="308306" y="2616"/>
                </a:lnTo>
                <a:lnTo>
                  <a:pt x="346844" y="340"/>
                </a:lnTo>
                <a:lnTo>
                  <a:pt x="385383" y="0"/>
                </a:lnTo>
                <a:lnTo>
                  <a:pt x="423921" y="1595"/>
                </a:lnTo>
                <a:lnTo>
                  <a:pt x="462459" y="5125"/>
                </a:lnTo>
                <a:lnTo>
                  <a:pt x="500997" y="10590"/>
                </a:lnTo>
                <a:lnTo>
                  <a:pt x="539536" y="17991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19" name="knowledge-cross-edge">
            <a:extLst>
              <a:ext uri="{FF2B5EF4-FFF2-40B4-BE49-F238E27FC236}">
                <a16:creationId xmlns:a16="http://schemas.microsoft.com/office/drawing/2014/main" id="{2C586856-0A0E-4246-B2BA-484A6B07C59F}"/>
              </a:ext>
            </a:extLst>
          </p:cNvPr>
          <p:cNvSpPr>
            <a:spLocks noGrp="1"/>
          </p:cNvSpPr>
          <p:nvPr/>
        </p:nvSpPr>
        <p:spPr>
          <a:xfrm>
            <a:off x="9225782" y="5742150"/>
            <a:ext cx="456276" cy="38188"/>
          </a:xfrm>
          <a:custGeom>
            <a:avLst/>
            <a:gdLst/>
            <a:ahLst/>
            <a:cxnLst/>
            <a:rect l="0" t="0" r="0" b="0"/>
            <a:pathLst>
              <a:path w="456276" h="38188">
                <a:moveTo>
                  <a:pt x="0" y="0"/>
                </a:moveTo>
                <a:lnTo>
                  <a:pt x="52575" y="8634"/>
                </a:lnTo>
                <a:lnTo>
                  <a:pt x="102504" y="16165"/>
                </a:lnTo>
                <a:lnTo>
                  <a:pt x="149788" y="22593"/>
                </a:lnTo>
                <a:lnTo>
                  <a:pt x="194425" y="27918"/>
                </a:lnTo>
                <a:lnTo>
                  <a:pt x="236417" y="32140"/>
                </a:lnTo>
                <a:lnTo>
                  <a:pt x="275763" y="35259"/>
                </a:lnTo>
                <a:lnTo>
                  <a:pt x="312463" y="37275"/>
                </a:lnTo>
                <a:lnTo>
                  <a:pt x="346517" y="38188"/>
                </a:lnTo>
                <a:lnTo>
                  <a:pt x="377926" y="37998"/>
                </a:lnTo>
                <a:lnTo>
                  <a:pt x="406688" y="36705"/>
                </a:lnTo>
                <a:lnTo>
                  <a:pt x="432805" y="34309"/>
                </a:lnTo>
                <a:lnTo>
                  <a:pt x="456276" y="30810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20" name="knowledge-edge">
            <a:extLst>
              <a:ext uri="{FF2B5EF4-FFF2-40B4-BE49-F238E27FC236}">
                <a16:creationId xmlns:a16="http://schemas.microsoft.com/office/drawing/2014/main" id="{9F089C5B-3824-4568-A5FA-2F566124BB2C}"/>
              </a:ext>
            </a:extLst>
          </p:cNvPr>
          <p:cNvSpPr>
            <a:spLocks noGrp="1"/>
          </p:cNvSpPr>
          <p:nvPr/>
        </p:nvSpPr>
        <p:spPr>
          <a:xfrm>
            <a:off x="9180556" y="5755243"/>
            <a:ext cx="501502" cy="17717"/>
          </a:xfrm>
          <a:custGeom>
            <a:avLst/>
            <a:gdLst/>
            <a:ahLst/>
            <a:cxnLst/>
            <a:rect l="0" t="0" r="0" b="0"/>
            <a:pathLst>
              <a:path w="501502" h="17717">
                <a:moveTo>
                  <a:pt x="0" y="13322"/>
                </a:moveTo>
                <a:lnTo>
                  <a:pt x="35822" y="9519"/>
                </a:lnTo>
                <a:lnTo>
                  <a:pt x="71643" y="6349"/>
                </a:lnTo>
                <a:lnTo>
                  <a:pt x="107465" y="3812"/>
                </a:lnTo>
                <a:lnTo>
                  <a:pt x="143286" y="1909"/>
                </a:lnTo>
                <a:lnTo>
                  <a:pt x="179108" y="639"/>
                </a:lnTo>
                <a:lnTo>
                  <a:pt x="214929" y="3"/>
                </a:lnTo>
                <a:lnTo>
                  <a:pt x="250751" y="0"/>
                </a:lnTo>
                <a:lnTo>
                  <a:pt x="286573" y="631"/>
                </a:lnTo>
                <a:lnTo>
                  <a:pt x="322394" y="1895"/>
                </a:lnTo>
                <a:lnTo>
                  <a:pt x="358216" y="3792"/>
                </a:lnTo>
                <a:lnTo>
                  <a:pt x="394037" y="6323"/>
                </a:lnTo>
                <a:lnTo>
                  <a:pt x="429859" y="9488"/>
                </a:lnTo>
                <a:lnTo>
                  <a:pt x="465680" y="13286"/>
                </a:lnTo>
                <a:lnTo>
                  <a:pt x="501502" y="17717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21" name="knowledge-cross-edge">
            <a:extLst>
              <a:ext uri="{FF2B5EF4-FFF2-40B4-BE49-F238E27FC236}">
                <a16:creationId xmlns:a16="http://schemas.microsoft.com/office/drawing/2014/main" id="{0BB58958-717E-4155-A71E-65719FFC173C}"/>
              </a:ext>
            </a:extLst>
          </p:cNvPr>
          <p:cNvSpPr>
            <a:spLocks noGrp="1"/>
          </p:cNvSpPr>
          <p:nvPr/>
        </p:nvSpPr>
        <p:spPr>
          <a:xfrm>
            <a:off x="9180556" y="5697547"/>
            <a:ext cx="538306" cy="71513"/>
          </a:xfrm>
          <a:custGeom>
            <a:avLst/>
            <a:gdLst/>
            <a:ahLst/>
            <a:cxnLst/>
            <a:rect l="0" t="0" r="0" b="0"/>
            <a:pathLst>
              <a:path w="538306" h="71513">
                <a:moveTo>
                  <a:pt x="0" y="71019"/>
                </a:moveTo>
                <a:lnTo>
                  <a:pt x="59411" y="71513"/>
                </a:lnTo>
                <a:lnTo>
                  <a:pt x="116176" y="70842"/>
                </a:lnTo>
                <a:lnTo>
                  <a:pt x="170295" y="69005"/>
                </a:lnTo>
                <a:lnTo>
                  <a:pt x="221769" y="66001"/>
                </a:lnTo>
                <a:lnTo>
                  <a:pt x="270596" y="61832"/>
                </a:lnTo>
                <a:lnTo>
                  <a:pt x="316778" y="56497"/>
                </a:lnTo>
                <a:lnTo>
                  <a:pt x="360314" y="49996"/>
                </a:lnTo>
                <a:lnTo>
                  <a:pt x="401204" y="42329"/>
                </a:lnTo>
                <a:lnTo>
                  <a:pt x="439448" y="33495"/>
                </a:lnTo>
                <a:lnTo>
                  <a:pt x="475047" y="23496"/>
                </a:lnTo>
                <a:lnTo>
                  <a:pt x="507999" y="12331"/>
                </a:lnTo>
                <a:lnTo>
                  <a:pt x="538306" y="0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22" name="knowledge-edge">
            <a:extLst>
              <a:ext uri="{FF2B5EF4-FFF2-40B4-BE49-F238E27FC236}">
                <a16:creationId xmlns:a16="http://schemas.microsoft.com/office/drawing/2014/main" id="{E6134A87-1DC1-43A6-A754-53B5CFEC8F27}"/>
              </a:ext>
            </a:extLst>
          </p:cNvPr>
          <p:cNvSpPr>
            <a:spLocks noGrp="1"/>
          </p:cNvSpPr>
          <p:nvPr/>
        </p:nvSpPr>
        <p:spPr>
          <a:xfrm>
            <a:off x="9137050" y="5697547"/>
            <a:ext cx="581812" cy="218887"/>
          </a:xfrm>
          <a:custGeom>
            <a:avLst/>
            <a:gdLst/>
            <a:ahLst/>
            <a:cxnLst/>
            <a:rect l="0" t="0" r="0" b="0"/>
            <a:pathLst>
              <a:path w="581812" h="218887">
                <a:moveTo>
                  <a:pt x="0" y="218887"/>
                </a:moveTo>
                <a:lnTo>
                  <a:pt x="41558" y="191764"/>
                </a:lnTo>
                <a:lnTo>
                  <a:pt x="83116" y="166409"/>
                </a:lnTo>
                <a:lnTo>
                  <a:pt x="124674" y="142822"/>
                </a:lnTo>
                <a:lnTo>
                  <a:pt x="166232" y="121001"/>
                </a:lnTo>
                <a:lnTo>
                  <a:pt x="207790" y="100948"/>
                </a:lnTo>
                <a:lnTo>
                  <a:pt x="249348" y="82662"/>
                </a:lnTo>
                <a:lnTo>
                  <a:pt x="290906" y="66144"/>
                </a:lnTo>
                <a:lnTo>
                  <a:pt x="332464" y="51393"/>
                </a:lnTo>
                <a:lnTo>
                  <a:pt x="374022" y="38409"/>
                </a:lnTo>
                <a:lnTo>
                  <a:pt x="415580" y="27193"/>
                </a:lnTo>
                <a:lnTo>
                  <a:pt x="457138" y="17743"/>
                </a:lnTo>
                <a:lnTo>
                  <a:pt x="498696" y="10062"/>
                </a:lnTo>
                <a:lnTo>
                  <a:pt x="540254" y="4147"/>
                </a:lnTo>
                <a:lnTo>
                  <a:pt x="581812" y="0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23" name="knowledge-cross-edge">
            <a:extLst>
              <a:ext uri="{FF2B5EF4-FFF2-40B4-BE49-F238E27FC236}">
                <a16:creationId xmlns:a16="http://schemas.microsoft.com/office/drawing/2014/main" id="{E9F32A58-7704-4CB7-81BC-61F078707E69}"/>
              </a:ext>
            </a:extLst>
          </p:cNvPr>
          <p:cNvSpPr>
            <a:spLocks noGrp="1"/>
          </p:cNvSpPr>
          <p:nvPr/>
        </p:nvSpPr>
        <p:spPr>
          <a:xfrm>
            <a:off x="9137050" y="5916309"/>
            <a:ext cx="492679" cy="71347"/>
          </a:xfrm>
          <a:custGeom>
            <a:avLst/>
            <a:gdLst/>
            <a:ahLst/>
            <a:cxnLst/>
            <a:rect l="0" t="0" r="0" b="0"/>
            <a:pathLst>
              <a:path w="492679" h="71347">
                <a:moveTo>
                  <a:pt x="0" y="125"/>
                </a:moveTo>
                <a:lnTo>
                  <a:pt x="55609" y="0"/>
                </a:lnTo>
                <a:lnTo>
                  <a:pt x="108572" y="977"/>
                </a:lnTo>
                <a:lnTo>
                  <a:pt x="158889" y="3056"/>
                </a:lnTo>
                <a:lnTo>
                  <a:pt x="206560" y="6237"/>
                </a:lnTo>
                <a:lnTo>
                  <a:pt x="251585" y="10519"/>
                </a:lnTo>
                <a:lnTo>
                  <a:pt x="293965" y="15904"/>
                </a:lnTo>
                <a:lnTo>
                  <a:pt x="333698" y="22390"/>
                </a:lnTo>
                <a:lnTo>
                  <a:pt x="370786" y="29978"/>
                </a:lnTo>
                <a:lnTo>
                  <a:pt x="405228" y="38667"/>
                </a:lnTo>
                <a:lnTo>
                  <a:pt x="437024" y="48459"/>
                </a:lnTo>
                <a:lnTo>
                  <a:pt x="466175" y="59352"/>
                </a:lnTo>
                <a:lnTo>
                  <a:pt x="492679" y="71347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24" name="knowledge-cross-edge">
            <a:extLst>
              <a:ext uri="{FF2B5EF4-FFF2-40B4-BE49-F238E27FC236}">
                <a16:creationId xmlns:a16="http://schemas.microsoft.com/office/drawing/2014/main" id="{3FFC5639-333D-4933-837B-7697675E8E04}"/>
              </a:ext>
            </a:extLst>
          </p:cNvPr>
          <p:cNvSpPr>
            <a:spLocks noGrp="1"/>
          </p:cNvSpPr>
          <p:nvPr/>
        </p:nvSpPr>
        <p:spPr>
          <a:xfrm>
            <a:off x="9137050" y="5772961"/>
            <a:ext cx="545008" cy="143473"/>
          </a:xfrm>
          <a:custGeom>
            <a:avLst/>
            <a:gdLst/>
            <a:ahLst/>
            <a:cxnLst/>
            <a:rect l="0" t="0" r="0" b="0"/>
            <a:pathLst>
              <a:path w="545008" h="143473">
                <a:moveTo>
                  <a:pt x="0" y="143473"/>
                </a:moveTo>
                <a:lnTo>
                  <a:pt x="30865" y="122887"/>
                </a:lnTo>
                <a:lnTo>
                  <a:pt x="64376" y="103870"/>
                </a:lnTo>
                <a:lnTo>
                  <a:pt x="100533" y="86422"/>
                </a:lnTo>
                <a:lnTo>
                  <a:pt x="139336" y="70543"/>
                </a:lnTo>
                <a:lnTo>
                  <a:pt x="180784" y="56233"/>
                </a:lnTo>
                <a:lnTo>
                  <a:pt x="224879" y="43493"/>
                </a:lnTo>
                <a:lnTo>
                  <a:pt x="271619" y="32321"/>
                </a:lnTo>
                <a:lnTo>
                  <a:pt x="321005" y="22719"/>
                </a:lnTo>
                <a:lnTo>
                  <a:pt x="373037" y="14685"/>
                </a:lnTo>
                <a:lnTo>
                  <a:pt x="427715" y="8221"/>
                </a:lnTo>
                <a:lnTo>
                  <a:pt x="485038" y="3326"/>
                </a:lnTo>
                <a:lnTo>
                  <a:pt x="545008" y="0"/>
                </a:lnTo>
              </a:path>
            </a:pathLst>
          </a:custGeom>
          <a:noFill/>
          <a:ln w="4953">
            <a:solidFill>
              <a:srgbClr val="FAB807">
                <a:alpha val="12000"/>
              </a:srgbClr>
            </a:solidFill>
            <a:prstDash val="solid"/>
          </a:ln>
        </p:spPr>
      </p:sp>
      <p:sp>
        <p:nvSpPr>
          <p:cNvPr id="325" name="knowledge-edge">
            <a:extLst>
              <a:ext uri="{FF2B5EF4-FFF2-40B4-BE49-F238E27FC236}">
                <a16:creationId xmlns:a16="http://schemas.microsoft.com/office/drawing/2014/main" id="{19230095-BDEE-432A-9D92-F31F3338D0BC}"/>
              </a:ext>
            </a:extLst>
          </p:cNvPr>
          <p:cNvSpPr>
            <a:spLocks noGrp="1"/>
          </p:cNvSpPr>
          <p:nvPr/>
        </p:nvSpPr>
        <p:spPr>
          <a:xfrm>
            <a:off x="9195919" y="5985123"/>
            <a:ext cx="433810" cy="213079"/>
          </a:xfrm>
          <a:custGeom>
            <a:avLst/>
            <a:gdLst/>
            <a:ahLst/>
            <a:cxnLst/>
            <a:rect l="0" t="0" r="0" b="0"/>
            <a:pathLst>
              <a:path w="433810" h="213079">
                <a:moveTo>
                  <a:pt x="0" y="213079"/>
                </a:moveTo>
                <a:lnTo>
                  <a:pt x="30986" y="180469"/>
                </a:lnTo>
                <a:lnTo>
                  <a:pt x="61973" y="150561"/>
                </a:lnTo>
                <a:lnTo>
                  <a:pt x="92959" y="123357"/>
                </a:lnTo>
                <a:lnTo>
                  <a:pt x="123946" y="98856"/>
                </a:lnTo>
                <a:lnTo>
                  <a:pt x="154932" y="77059"/>
                </a:lnTo>
                <a:lnTo>
                  <a:pt x="185919" y="57964"/>
                </a:lnTo>
                <a:lnTo>
                  <a:pt x="216905" y="41574"/>
                </a:lnTo>
                <a:lnTo>
                  <a:pt x="247892" y="27886"/>
                </a:lnTo>
                <a:lnTo>
                  <a:pt x="278878" y="16902"/>
                </a:lnTo>
                <a:lnTo>
                  <a:pt x="309864" y="8622"/>
                </a:lnTo>
                <a:lnTo>
                  <a:pt x="340851" y="3044"/>
                </a:lnTo>
                <a:lnTo>
                  <a:pt x="371837" y="171"/>
                </a:lnTo>
                <a:lnTo>
                  <a:pt x="402824" y="0"/>
                </a:lnTo>
                <a:lnTo>
                  <a:pt x="433810" y="2533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26" name="knowledge-cross-edge">
            <a:extLst>
              <a:ext uri="{FF2B5EF4-FFF2-40B4-BE49-F238E27FC236}">
                <a16:creationId xmlns:a16="http://schemas.microsoft.com/office/drawing/2014/main" id="{04A0D72F-75B9-4C17-8C73-1E300222768C}"/>
              </a:ext>
            </a:extLst>
          </p:cNvPr>
          <p:cNvSpPr>
            <a:spLocks noGrp="1"/>
          </p:cNvSpPr>
          <p:nvPr/>
        </p:nvSpPr>
        <p:spPr>
          <a:xfrm>
            <a:off x="9195919" y="6198203"/>
            <a:ext cx="378221" cy="112304"/>
          </a:xfrm>
          <a:custGeom>
            <a:avLst/>
            <a:gdLst/>
            <a:ahLst/>
            <a:cxnLst/>
            <a:rect l="0" t="0" r="0" b="0"/>
            <a:pathLst>
              <a:path w="378221" h="112304">
                <a:moveTo>
                  <a:pt x="0" y="0"/>
                </a:moveTo>
                <a:lnTo>
                  <a:pt x="46070" y="5435"/>
                </a:lnTo>
                <a:lnTo>
                  <a:pt x="89495" y="11583"/>
                </a:lnTo>
                <a:lnTo>
                  <a:pt x="130274" y="18445"/>
                </a:lnTo>
                <a:lnTo>
                  <a:pt x="168407" y="26020"/>
                </a:lnTo>
                <a:lnTo>
                  <a:pt x="203894" y="34309"/>
                </a:lnTo>
                <a:lnTo>
                  <a:pt x="236735" y="43311"/>
                </a:lnTo>
                <a:lnTo>
                  <a:pt x="266931" y="53026"/>
                </a:lnTo>
                <a:lnTo>
                  <a:pt x="294480" y="63455"/>
                </a:lnTo>
                <a:lnTo>
                  <a:pt x="319384" y="74597"/>
                </a:lnTo>
                <a:lnTo>
                  <a:pt x="341642" y="86452"/>
                </a:lnTo>
                <a:lnTo>
                  <a:pt x="361254" y="99022"/>
                </a:lnTo>
                <a:lnTo>
                  <a:pt x="378221" y="112304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27" name="knowledge-cross-edge">
            <a:extLst>
              <a:ext uri="{FF2B5EF4-FFF2-40B4-BE49-F238E27FC236}">
                <a16:creationId xmlns:a16="http://schemas.microsoft.com/office/drawing/2014/main" id="{7952A202-FAE0-4C37-8858-61A8302575E8}"/>
              </a:ext>
            </a:extLst>
          </p:cNvPr>
          <p:cNvSpPr>
            <a:spLocks noGrp="1"/>
          </p:cNvSpPr>
          <p:nvPr/>
        </p:nvSpPr>
        <p:spPr>
          <a:xfrm>
            <a:off x="9195919" y="5697547"/>
            <a:ext cx="522943" cy="500656"/>
          </a:xfrm>
          <a:custGeom>
            <a:avLst/>
            <a:gdLst/>
            <a:ahLst/>
            <a:cxnLst/>
            <a:rect l="0" t="0" r="0" b="0"/>
            <a:pathLst>
              <a:path w="522943" h="500656">
                <a:moveTo>
                  <a:pt x="0" y="500656"/>
                </a:moveTo>
                <a:lnTo>
                  <a:pt x="29026" y="420859"/>
                </a:lnTo>
                <a:lnTo>
                  <a:pt x="60699" y="347985"/>
                </a:lnTo>
                <a:lnTo>
                  <a:pt x="95017" y="282033"/>
                </a:lnTo>
                <a:lnTo>
                  <a:pt x="131981" y="223005"/>
                </a:lnTo>
                <a:lnTo>
                  <a:pt x="171591" y="170899"/>
                </a:lnTo>
                <a:lnTo>
                  <a:pt x="213846" y="125717"/>
                </a:lnTo>
                <a:lnTo>
                  <a:pt x="258748" y="87457"/>
                </a:lnTo>
                <a:lnTo>
                  <a:pt x="306295" y="56120"/>
                </a:lnTo>
                <a:lnTo>
                  <a:pt x="356488" y="31706"/>
                </a:lnTo>
                <a:lnTo>
                  <a:pt x="409327" y="14214"/>
                </a:lnTo>
                <a:lnTo>
                  <a:pt x="464812" y="3646"/>
                </a:lnTo>
                <a:lnTo>
                  <a:pt x="522943" y="0"/>
                </a:lnTo>
              </a:path>
            </a:pathLst>
          </a:custGeom>
          <a:noFill/>
          <a:ln w="4953">
            <a:solidFill>
              <a:srgbClr val="FAB807">
                <a:alpha val="12000"/>
              </a:srgbClr>
            </a:solidFill>
            <a:prstDash val="solid"/>
          </a:ln>
        </p:spPr>
      </p:sp>
      <p:sp>
        <p:nvSpPr>
          <p:cNvPr id="328" name="knowledge-edge">
            <a:extLst>
              <a:ext uri="{FF2B5EF4-FFF2-40B4-BE49-F238E27FC236}">
                <a16:creationId xmlns:a16="http://schemas.microsoft.com/office/drawing/2014/main" id="{A942F154-C564-494E-97D9-5ADEF2744435}"/>
              </a:ext>
            </a:extLst>
          </p:cNvPr>
          <p:cNvSpPr>
            <a:spLocks noGrp="1"/>
          </p:cNvSpPr>
          <p:nvPr/>
        </p:nvSpPr>
        <p:spPr>
          <a:xfrm>
            <a:off x="9342560" y="6310507"/>
            <a:ext cx="231580" cy="101629"/>
          </a:xfrm>
          <a:custGeom>
            <a:avLst/>
            <a:gdLst/>
            <a:ahLst/>
            <a:cxnLst/>
            <a:rect l="0" t="0" r="0" b="0"/>
            <a:pathLst>
              <a:path w="231580" h="101629">
                <a:moveTo>
                  <a:pt x="0" y="90669"/>
                </a:moveTo>
                <a:lnTo>
                  <a:pt x="16541" y="96164"/>
                </a:lnTo>
                <a:lnTo>
                  <a:pt x="33083" y="99818"/>
                </a:lnTo>
                <a:lnTo>
                  <a:pt x="49624" y="101629"/>
                </a:lnTo>
                <a:lnTo>
                  <a:pt x="66166" y="101599"/>
                </a:lnTo>
                <a:lnTo>
                  <a:pt x="82707" y="99727"/>
                </a:lnTo>
                <a:lnTo>
                  <a:pt x="99249" y="96014"/>
                </a:lnTo>
                <a:lnTo>
                  <a:pt x="115790" y="90458"/>
                </a:lnTo>
                <a:lnTo>
                  <a:pt x="132331" y="83061"/>
                </a:lnTo>
                <a:lnTo>
                  <a:pt x="148873" y="73822"/>
                </a:lnTo>
                <a:lnTo>
                  <a:pt x="165414" y="62741"/>
                </a:lnTo>
                <a:lnTo>
                  <a:pt x="181956" y="49818"/>
                </a:lnTo>
                <a:lnTo>
                  <a:pt x="198497" y="35054"/>
                </a:lnTo>
                <a:lnTo>
                  <a:pt x="215038" y="18448"/>
                </a:lnTo>
                <a:lnTo>
                  <a:pt x="231580" y="0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29" name="knowledge-long-edge">
            <a:extLst>
              <a:ext uri="{FF2B5EF4-FFF2-40B4-BE49-F238E27FC236}">
                <a16:creationId xmlns:a16="http://schemas.microsoft.com/office/drawing/2014/main" id="{F6BE42E2-8F21-4DCE-BE5D-271CD1506ECF}"/>
              </a:ext>
            </a:extLst>
          </p:cNvPr>
          <p:cNvSpPr>
            <a:spLocks noGrp="1"/>
          </p:cNvSpPr>
          <p:nvPr/>
        </p:nvSpPr>
        <p:spPr>
          <a:xfrm>
            <a:off x="9342560" y="5681168"/>
            <a:ext cx="645047" cy="720007"/>
          </a:xfrm>
          <a:custGeom>
            <a:avLst/>
            <a:gdLst/>
            <a:ahLst/>
            <a:cxnLst/>
            <a:rect l="0" t="0" r="0" b="0"/>
            <a:pathLst>
              <a:path w="645047" h="720007">
                <a:moveTo>
                  <a:pt x="0" y="720007"/>
                </a:moveTo>
                <a:lnTo>
                  <a:pt x="40315" y="589745"/>
                </a:lnTo>
                <a:lnTo>
                  <a:pt x="80631" y="472444"/>
                </a:lnTo>
                <a:lnTo>
                  <a:pt x="120946" y="368104"/>
                </a:lnTo>
                <a:lnTo>
                  <a:pt x="161262" y="276726"/>
                </a:lnTo>
                <a:lnTo>
                  <a:pt x="201577" y="198309"/>
                </a:lnTo>
                <a:lnTo>
                  <a:pt x="241893" y="132854"/>
                </a:lnTo>
                <a:lnTo>
                  <a:pt x="282208" y="80360"/>
                </a:lnTo>
                <a:lnTo>
                  <a:pt x="322523" y="40828"/>
                </a:lnTo>
                <a:lnTo>
                  <a:pt x="362839" y="14257"/>
                </a:lnTo>
                <a:lnTo>
                  <a:pt x="403154" y="648"/>
                </a:lnTo>
                <a:lnTo>
                  <a:pt x="443470" y="0"/>
                </a:lnTo>
                <a:lnTo>
                  <a:pt x="483785" y="12314"/>
                </a:lnTo>
                <a:lnTo>
                  <a:pt x="524101" y="37589"/>
                </a:lnTo>
                <a:lnTo>
                  <a:pt x="564416" y="75825"/>
                </a:lnTo>
                <a:lnTo>
                  <a:pt x="604731" y="127023"/>
                </a:lnTo>
                <a:lnTo>
                  <a:pt x="645047" y="191182"/>
                </a:lnTo>
              </a:path>
            </a:pathLst>
          </a:custGeom>
          <a:noFill/>
          <a:ln w="4286">
            <a:solidFill>
              <a:srgbClr val="FAB807">
                <a:alpha val="9000"/>
              </a:srgbClr>
            </a:solidFill>
            <a:prstDash val="solid"/>
          </a:ln>
        </p:spPr>
      </p:sp>
      <p:sp>
        <p:nvSpPr>
          <p:cNvPr id="330" name="knowledge-edge">
            <a:extLst>
              <a:ext uri="{FF2B5EF4-FFF2-40B4-BE49-F238E27FC236}">
                <a16:creationId xmlns:a16="http://schemas.microsoft.com/office/drawing/2014/main" id="{46929A68-1CC5-4437-80D4-3128F7460F5C}"/>
              </a:ext>
            </a:extLst>
          </p:cNvPr>
          <p:cNvSpPr>
            <a:spLocks noGrp="1"/>
          </p:cNvSpPr>
          <p:nvPr/>
        </p:nvSpPr>
        <p:spPr>
          <a:xfrm>
            <a:off x="9243025" y="6748413"/>
            <a:ext cx="481072" cy="129237"/>
          </a:xfrm>
          <a:custGeom>
            <a:avLst/>
            <a:gdLst/>
            <a:ahLst/>
            <a:cxnLst/>
            <a:rect l="0" t="0" r="0" b="0"/>
            <a:pathLst>
              <a:path w="481072" h="129237">
                <a:moveTo>
                  <a:pt x="0" y="129237"/>
                </a:moveTo>
                <a:lnTo>
                  <a:pt x="34362" y="109495"/>
                </a:lnTo>
                <a:lnTo>
                  <a:pt x="68725" y="91387"/>
                </a:lnTo>
                <a:lnTo>
                  <a:pt x="103087" y="74912"/>
                </a:lnTo>
                <a:lnTo>
                  <a:pt x="137449" y="60070"/>
                </a:lnTo>
                <a:lnTo>
                  <a:pt x="171812" y="46862"/>
                </a:lnTo>
                <a:lnTo>
                  <a:pt x="206174" y="35287"/>
                </a:lnTo>
                <a:lnTo>
                  <a:pt x="240536" y="25346"/>
                </a:lnTo>
                <a:lnTo>
                  <a:pt x="274898" y="17038"/>
                </a:lnTo>
                <a:lnTo>
                  <a:pt x="309261" y="10364"/>
                </a:lnTo>
                <a:lnTo>
                  <a:pt x="343623" y="5323"/>
                </a:lnTo>
                <a:lnTo>
                  <a:pt x="377985" y="1915"/>
                </a:lnTo>
                <a:lnTo>
                  <a:pt x="412348" y="141"/>
                </a:lnTo>
                <a:lnTo>
                  <a:pt x="446710" y="0"/>
                </a:lnTo>
                <a:lnTo>
                  <a:pt x="481072" y="1493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31" name="knowledge-edge">
            <a:extLst>
              <a:ext uri="{FF2B5EF4-FFF2-40B4-BE49-F238E27FC236}">
                <a16:creationId xmlns:a16="http://schemas.microsoft.com/office/drawing/2014/main" id="{DB0C69A0-58E3-4BE7-B2D1-2E473498CF3D}"/>
              </a:ext>
            </a:extLst>
          </p:cNvPr>
          <p:cNvSpPr>
            <a:spLocks noGrp="1"/>
          </p:cNvSpPr>
          <p:nvPr/>
        </p:nvSpPr>
        <p:spPr>
          <a:xfrm>
            <a:off x="9673461" y="5343916"/>
            <a:ext cx="474289" cy="215285"/>
          </a:xfrm>
          <a:custGeom>
            <a:avLst/>
            <a:gdLst/>
            <a:ahLst/>
            <a:cxnLst/>
            <a:rect l="0" t="0" r="0" b="0"/>
            <a:pathLst>
              <a:path w="474289" h="215285">
                <a:moveTo>
                  <a:pt x="0" y="215285"/>
                </a:moveTo>
                <a:lnTo>
                  <a:pt x="33878" y="205488"/>
                </a:lnTo>
                <a:lnTo>
                  <a:pt x="67756" y="194832"/>
                </a:lnTo>
                <a:lnTo>
                  <a:pt x="101633" y="183318"/>
                </a:lnTo>
                <a:lnTo>
                  <a:pt x="135511" y="170945"/>
                </a:lnTo>
                <a:lnTo>
                  <a:pt x="169389" y="157714"/>
                </a:lnTo>
                <a:lnTo>
                  <a:pt x="203267" y="143624"/>
                </a:lnTo>
                <a:lnTo>
                  <a:pt x="237145" y="128676"/>
                </a:lnTo>
                <a:lnTo>
                  <a:pt x="271023" y="112869"/>
                </a:lnTo>
                <a:lnTo>
                  <a:pt x="304900" y="96204"/>
                </a:lnTo>
                <a:lnTo>
                  <a:pt x="338778" y="78680"/>
                </a:lnTo>
                <a:lnTo>
                  <a:pt x="372656" y="60298"/>
                </a:lnTo>
                <a:lnTo>
                  <a:pt x="406534" y="41057"/>
                </a:lnTo>
                <a:lnTo>
                  <a:pt x="440412" y="20958"/>
                </a:lnTo>
                <a:lnTo>
                  <a:pt x="474289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32" name="knowledge-edge">
            <a:extLst>
              <a:ext uri="{FF2B5EF4-FFF2-40B4-BE49-F238E27FC236}">
                <a16:creationId xmlns:a16="http://schemas.microsoft.com/office/drawing/2014/main" id="{45B55F6D-8DE5-47F0-8A48-0FE65520D827}"/>
              </a:ext>
            </a:extLst>
          </p:cNvPr>
          <p:cNvSpPr>
            <a:spLocks noGrp="1"/>
          </p:cNvSpPr>
          <p:nvPr/>
        </p:nvSpPr>
        <p:spPr>
          <a:xfrm>
            <a:off x="9765317" y="5369192"/>
            <a:ext cx="393244" cy="300458"/>
          </a:xfrm>
          <a:custGeom>
            <a:avLst/>
            <a:gdLst/>
            <a:ahLst/>
            <a:cxnLst/>
            <a:rect l="0" t="0" r="0" b="0"/>
            <a:pathLst>
              <a:path w="393244" h="300458">
                <a:moveTo>
                  <a:pt x="0" y="300458"/>
                </a:moveTo>
                <a:lnTo>
                  <a:pt x="28089" y="262872"/>
                </a:lnTo>
                <a:lnTo>
                  <a:pt x="56178" y="227766"/>
                </a:lnTo>
                <a:lnTo>
                  <a:pt x="84267" y="195141"/>
                </a:lnTo>
                <a:lnTo>
                  <a:pt x="112355" y="164997"/>
                </a:lnTo>
                <a:lnTo>
                  <a:pt x="140444" y="137334"/>
                </a:lnTo>
                <a:lnTo>
                  <a:pt x="168533" y="112151"/>
                </a:lnTo>
                <a:lnTo>
                  <a:pt x="196622" y="89449"/>
                </a:lnTo>
                <a:lnTo>
                  <a:pt x="224711" y="69228"/>
                </a:lnTo>
                <a:lnTo>
                  <a:pt x="252800" y="51488"/>
                </a:lnTo>
                <a:lnTo>
                  <a:pt x="280889" y="36229"/>
                </a:lnTo>
                <a:lnTo>
                  <a:pt x="308978" y="23451"/>
                </a:lnTo>
                <a:lnTo>
                  <a:pt x="337066" y="13153"/>
                </a:lnTo>
                <a:lnTo>
                  <a:pt x="365155" y="5336"/>
                </a:lnTo>
                <a:lnTo>
                  <a:pt x="393244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33" name="knowledge-edge">
            <a:extLst>
              <a:ext uri="{FF2B5EF4-FFF2-40B4-BE49-F238E27FC236}">
                <a16:creationId xmlns:a16="http://schemas.microsoft.com/office/drawing/2014/main" id="{DCB39781-C461-4DFA-BCFA-174D66C2F793}"/>
              </a:ext>
            </a:extLst>
          </p:cNvPr>
          <p:cNvSpPr>
            <a:spLocks noGrp="1"/>
          </p:cNvSpPr>
          <p:nvPr/>
        </p:nvSpPr>
        <p:spPr>
          <a:xfrm>
            <a:off x="9682058" y="5402328"/>
            <a:ext cx="382664" cy="370633"/>
          </a:xfrm>
          <a:custGeom>
            <a:avLst/>
            <a:gdLst/>
            <a:ahLst/>
            <a:cxnLst/>
            <a:rect l="0" t="0" r="0" b="0"/>
            <a:pathLst>
              <a:path w="382664" h="370633">
                <a:moveTo>
                  <a:pt x="0" y="370633"/>
                </a:moveTo>
                <a:lnTo>
                  <a:pt x="27333" y="362510"/>
                </a:lnTo>
                <a:lnTo>
                  <a:pt x="54666" y="351564"/>
                </a:lnTo>
                <a:lnTo>
                  <a:pt x="81999" y="337794"/>
                </a:lnTo>
                <a:lnTo>
                  <a:pt x="109332" y="321201"/>
                </a:lnTo>
                <a:lnTo>
                  <a:pt x="136666" y="301786"/>
                </a:lnTo>
                <a:lnTo>
                  <a:pt x="163999" y="279547"/>
                </a:lnTo>
                <a:lnTo>
                  <a:pt x="191332" y="254484"/>
                </a:lnTo>
                <a:lnTo>
                  <a:pt x="218665" y="226599"/>
                </a:lnTo>
                <a:lnTo>
                  <a:pt x="245998" y="195891"/>
                </a:lnTo>
                <a:lnTo>
                  <a:pt x="273331" y="162359"/>
                </a:lnTo>
                <a:lnTo>
                  <a:pt x="300664" y="126004"/>
                </a:lnTo>
                <a:lnTo>
                  <a:pt x="327997" y="86826"/>
                </a:lnTo>
                <a:lnTo>
                  <a:pt x="355330" y="44824"/>
                </a:lnTo>
                <a:lnTo>
                  <a:pt x="382664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34" name="knowledge-edge">
            <a:extLst>
              <a:ext uri="{FF2B5EF4-FFF2-40B4-BE49-F238E27FC236}">
                <a16:creationId xmlns:a16="http://schemas.microsoft.com/office/drawing/2014/main" id="{F2A89A34-512E-488B-AA3E-B050C811A74E}"/>
              </a:ext>
            </a:extLst>
          </p:cNvPr>
          <p:cNvSpPr>
            <a:spLocks noGrp="1"/>
          </p:cNvSpPr>
          <p:nvPr/>
        </p:nvSpPr>
        <p:spPr>
          <a:xfrm>
            <a:off x="9718862" y="5668842"/>
            <a:ext cx="314165" cy="37104"/>
          </a:xfrm>
          <a:custGeom>
            <a:avLst/>
            <a:gdLst/>
            <a:ahLst/>
            <a:cxnLst/>
            <a:rect l="0" t="0" r="0" b="0"/>
            <a:pathLst>
              <a:path w="314165" h="37104">
                <a:moveTo>
                  <a:pt x="0" y="28705"/>
                </a:moveTo>
                <a:lnTo>
                  <a:pt x="22440" y="20575"/>
                </a:lnTo>
                <a:lnTo>
                  <a:pt x="44881" y="13789"/>
                </a:lnTo>
                <a:lnTo>
                  <a:pt x="67321" y="8345"/>
                </a:lnTo>
                <a:lnTo>
                  <a:pt x="89761" y="4244"/>
                </a:lnTo>
                <a:lnTo>
                  <a:pt x="112202" y="1486"/>
                </a:lnTo>
                <a:lnTo>
                  <a:pt x="134642" y="72"/>
                </a:lnTo>
                <a:lnTo>
                  <a:pt x="157082" y="0"/>
                </a:lnTo>
                <a:lnTo>
                  <a:pt x="179523" y="1271"/>
                </a:lnTo>
                <a:lnTo>
                  <a:pt x="201963" y="3886"/>
                </a:lnTo>
                <a:lnTo>
                  <a:pt x="224404" y="7844"/>
                </a:lnTo>
                <a:lnTo>
                  <a:pt x="246844" y="13144"/>
                </a:lnTo>
                <a:lnTo>
                  <a:pt x="269284" y="19788"/>
                </a:lnTo>
                <a:lnTo>
                  <a:pt x="291725" y="27775"/>
                </a:lnTo>
                <a:lnTo>
                  <a:pt x="314165" y="37104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35" name="knowledge-long-edge">
            <a:extLst>
              <a:ext uri="{FF2B5EF4-FFF2-40B4-BE49-F238E27FC236}">
                <a16:creationId xmlns:a16="http://schemas.microsoft.com/office/drawing/2014/main" id="{19D9F19F-DED2-4E15-A876-A061BD7B2B1F}"/>
              </a:ext>
            </a:extLst>
          </p:cNvPr>
          <p:cNvSpPr>
            <a:spLocks noGrp="1"/>
          </p:cNvSpPr>
          <p:nvPr/>
        </p:nvSpPr>
        <p:spPr>
          <a:xfrm>
            <a:off x="9718862" y="5482016"/>
            <a:ext cx="854138" cy="288742"/>
          </a:xfrm>
          <a:custGeom>
            <a:avLst/>
            <a:gdLst/>
            <a:ahLst/>
            <a:cxnLst/>
            <a:rect l="0" t="0" r="0" b="0"/>
            <a:pathLst>
              <a:path w="854138" h="288742">
                <a:moveTo>
                  <a:pt x="0" y="215531"/>
                </a:moveTo>
                <a:lnTo>
                  <a:pt x="53384" y="161164"/>
                </a:lnTo>
                <a:lnTo>
                  <a:pt x="106767" y="114655"/>
                </a:lnTo>
                <a:lnTo>
                  <a:pt x="160151" y="76006"/>
                </a:lnTo>
                <a:lnTo>
                  <a:pt x="213534" y="45216"/>
                </a:lnTo>
                <a:lnTo>
                  <a:pt x="266918" y="22285"/>
                </a:lnTo>
                <a:lnTo>
                  <a:pt x="320302" y="7213"/>
                </a:lnTo>
                <a:lnTo>
                  <a:pt x="373685" y="0"/>
                </a:lnTo>
                <a:lnTo>
                  <a:pt x="427069" y="646"/>
                </a:lnTo>
                <a:lnTo>
                  <a:pt x="480452" y="9151"/>
                </a:lnTo>
                <a:lnTo>
                  <a:pt x="533836" y="25516"/>
                </a:lnTo>
                <a:lnTo>
                  <a:pt x="587220" y="49739"/>
                </a:lnTo>
                <a:lnTo>
                  <a:pt x="640603" y="81821"/>
                </a:lnTo>
                <a:lnTo>
                  <a:pt x="693987" y="121763"/>
                </a:lnTo>
                <a:lnTo>
                  <a:pt x="747371" y="169563"/>
                </a:lnTo>
                <a:lnTo>
                  <a:pt x="800754" y="225223"/>
                </a:lnTo>
                <a:lnTo>
                  <a:pt x="854138" y="288742"/>
                </a:lnTo>
              </a:path>
            </a:pathLst>
          </a:custGeom>
          <a:noFill/>
          <a:ln w="4286">
            <a:solidFill>
              <a:srgbClr val="E8BA0D">
                <a:alpha val="9000"/>
              </a:srgbClr>
            </a:solidFill>
            <a:prstDash val="solid"/>
          </a:ln>
        </p:spPr>
      </p:sp>
      <p:sp>
        <p:nvSpPr>
          <p:cNvPr id="336" name="knowledge-edge">
            <a:extLst>
              <a:ext uri="{FF2B5EF4-FFF2-40B4-BE49-F238E27FC236}">
                <a16:creationId xmlns:a16="http://schemas.microsoft.com/office/drawing/2014/main" id="{B4F4F92A-3576-4C7A-B265-B9E00D8BBFC0}"/>
              </a:ext>
            </a:extLst>
          </p:cNvPr>
          <p:cNvSpPr>
            <a:spLocks noGrp="1"/>
          </p:cNvSpPr>
          <p:nvPr/>
        </p:nvSpPr>
        <p:spPr>
          <a:xfrm>
            <a:off x="9629729" y="5861257"/>
            <a:ext cx="357877" cy="126399"/>
          </a:xfrm>
          <a:custGeom>
            <a:avLst/>
            <a:gdLst/>
            <a:ahLst/>
            <a:cxnLst/>
            <a:rect l="0" t="0" r="0" b="0"/>
            <a:pathLst>
              <a:path w="357877" h="126399">
                <a:moveTo>
                  <a:pt x="0" y="126399"/>
                </a:moveTo>
                <a:lnTo>
                  <a:pt x="25563" y="104059"/>
                </a:lnTo>
                <a:lnTo>
                  <a:pt x="51125" y="83889"/>
                </a:lnTo>
                <a:lnTo>
                  <a:pt x="76688" y="65889"/>
                </a:lnTo>
                <a:lnTo>
                  <a:pt x="102251" y="50058"/>
                </a:lnTo>
                <a:lnTo>
                  <a:pt x="127813" y="36398"/>
                </a:lnTo>
                <a:lnTo>
                  <a:pt x="153376" y="24907"/>
                </a:lnTo>
                <a:lnTo>
                  <a:pt x="178939" y="15586"/>
                </a:lnTo>
                <a:lnTo>
                  <a:pt x="204501" y="8435"/>
                </a:lnTo>
                <a:lnTo>
                  <a:pt x="230064" y="3453"/>
                </a:lnTo>
                <a:lnTo>
                  <a:pt x="255627" y="642"/>
                </a:lnTo>
                <a:lnTo>
                  <a:pt x="281189" y="0"/>
                </a:lnTo>
                <a:lnTo>
                  <a:pt x="306752" y="1528"/>
                </a:lnTo>
                <a:lnTo>
                  <a:pt x="332315" y="5226"/>
                </a:lnTo>
                <a:lnTo>
                  <a:pt x="357877" y="11094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37" name="knowledge-cross-edge">
            <a:extLst>
              <a:ext uri="{FF2B5EF4-FFF2-40B4-BE49-F238E27FC236}">
                <a16:creationId xmlns:a16="http://schemas.microsoft.com/office/drawing/2014/main" id="{97A59982-0876-489E-83CA-5BDA3F348958}"/>
              </a:ext>
            </a:extLst>
          </p:cNvPr>
          <p:cNvSpPr>
            <a:spLocks noGrp="1"/>
          </p:cNvSpPr>
          <p:nvPr/>
        </p:nvSpPr>
        <p:spPr>
          <a:xfrm>
            <a:off x="9629729" y="5972852"/>
            <a:ext cx="390276" cy="205275"/>
          </a:xfrm>
          <a:custGeom>
            <a:avLst/>
            <a:gdLst/>
            <a:ahLst/>
            <a:cxnLst/>
            <a:rect l="0" t="0" r="0" b="0"/>
            <a:pathLst>
              <a:path w="390276" h="205275">
                <a:moveTo>
                  <a:pt x="0" y="14804"/>
                </a:moveTo>
                <a:lnTo>
                  <a:pt x="47075" y="5246"/>
                </a:lnTo>
                <a:lnTo>
                  <a:pt x="91504" y="311"/>
                </a:lnTo>
                <a:lnTo>
                  <a:pt x="133288" y="0"/>
                </a:lnTo>
                <a:lnTo>
                  <a:pt x="172425" y="4313"/>
                </a:lnTo>
                <a:lnTo>
                  <a:pt x="208917" y="13250"/>
                </a:lnTo>
                <a:lnTo>
                  <a:pt x="242763" y="26810"/>
                </a:lnTo>
                <a:lnTo>
                  <a:pt x="273963" y="44995"/>
                </a:lnTo>
                <a:lnTo>
                  <a:pt x="302517" y="67803"/>
                </a:lnTo>
                <a:lnTo>
                  <a:pt x="328426" y="95235"/>
                </a:lnTo>
                <a:lnTo>
                  <a:pt x="351688" y="127291"/>
                </a:lnTo>
                <a:lnTo>
                  <a:pt x="372305" y="163971"/>
                </a:lnTo>
                <a:lnTo>
                  <a:pt x="390276" y="205275"/>
                </a:lnTo>
              </a:path>
            </a:pathLst>
          </a:custGeom>
          <a:noFill/>
          <a:ln w="5334">
            <a:solidFill>
              <a:srgbClr val="E8BA0D">
                <a:alpha val="13000"/>
              </a:srgbClr>
            </a:solidFill>
            <a:prstDash val="solid"/>
          </a:ln>
        </p:spPr>
      </p:sp>
      <p:sp>
        <p:nvSpPr>
          <p:cNvPr id="338" name="knowledge-long-edge">
            <a:extLst>
              <a:ext uri="{FF2B5EF4-FFF2-40B4-BE49-F238E27FC236}">
                <a16:creationId xmlns:a16="http://schemas.microsoft.com/office/drawing/2014/main" id="{B27223A7-DC85-4684-B8BB-68585A260EE8}"/>
              </a:ext>
            </a:extLst>
          </p:cNvPr>
          <p:cNvSpPr>
            <a:spLocks noGrp="1"/>
          </p:cNvSpPr>
          <p:nvPr/>
        </p:nvSpPr>
        <p:spPr>
          <a:xfrm>
            <a:off x="9629729" y="5324221"/>
            <a:ext cx="1021049" cy="663435"/>
          </a:xfrm>
          <a:custGeom>
            <a:avLst/>
            <a:gdLst/>
            <a:ahLst/>
            <a:cxnLst/>
            <a:rect l="0" t="0" r="0" b="0"/>
            <a:pathLst>
              <a:path w="1021049" h="663435">
                <a:moveTo>
                  <a:pt x="0" y="663435"/>
                </a:moveTo>
                <a:lnTo>
                  <a:pt x="63816" y="543749"/>
                </a:lnTo>
                <a:lnTo>
                  <a:pt x="127631" y="435937"/>
                </a:lnTo>
                <a:lnTo>
                  <a:pt x="191447" y="340001"/>
                </a:lnTo>
                <a:lnTo>
                  <a:pt x="255262" y="255939"/>
                </a:lnTo>
                <a:lnTo>
                  <a:pt x="319078" y="183752"/>
                </a:lnTo>
                <a:lnTo>
                  <a:pt x="382893" y="123439"/>
                </a:lnTo>
                <a:lnTo>
                  <a:pt x="446709" y="75002"/>
                </a:lnTo>
                <a:lnTo>
                  <a:pt x="510525" y="38439"/>
                </a:lnTo>
                <a:lnTo>
                  <a:pt x="574340" y="13751"/>
                </a:lnTo>
                <a:lnTo>
                  <a:pt x="638156" y="938"/>
                </a:lnTo>
                <a:lnTo>
                  <a:pt x="701971" y="0"/>
                </a:lnTo>
                <a:lnTo>
                  <a:pt x="765787" y="10937"/>
                </a:lnTo>
                <a:lnTo>
                  <a:pt x="829602" y="33748"/>
                </a:lnTo>
                <a:lnTo>
                  <a:pt x="893418" y="68434"/>
                </a:lnTo>
                <a:lnTo>
                  <a:pt x="957233" y="114995"/>
                </a:lnTo>
                <a:lnTo>
                  <a:pt x="1021049" y="173431"/>
                </a:lnTo>
              </a:path>
            </a:pathLst>
          </a:custGeom>
          <a:noFill/>
          <a:ln w="4286">
            <a:solidFill>
              <a:srgbClr val="E8BA0D">
                <a:alpha val="9000"/>
              </a:srgbClr>
            </a:solidFill>
            <a:prstDash val="solid"/>
          </a:ln>
        </p:spPr>
      </p:sp>
      <p:sp>
        <p:nvSpPr>
          <p:cNvPr id="339" name="knowledge-edge">
            <a:extLst>
              <a:ext uri="{FF2B5EF4-FFF2-40B4-BE49-F238E27FC236}">
                <a16:creationId xmlns:a16="http://schemas.microsoft.com/office/drawing/2014/main" id="{172AE9D6-D819-48FF-BAD1-6C194381390D}"/>
              </a:ext>
            </a:extLst>
          </p:cNvPr>
          <p:cNvSpPr>
            <a:spLocks noGrp="1"/>
          </p:cNvSpPr>
          <p:nvPr/>
        </p:nvSpPr>
        <p:spPr>
          <a:xfrm>
            <a:off x="9574140" y="6154240"/>
            <a:ext cx="445865" cy="156267"/>
          </a:xfrm>
          <a:custGeom>
            <a:avLst/>
            <a:gdLst/>
            <a:ahLst/>
            <a:cxnLst/>
            <a:rect l="0" t="0" r="0" b="0"/>
            <a:pathLst>
              <a:path w="445865" h="156267">
                <a:moveTo>
                  <a:pt x="0" y="156267"/>
                </a:moveTo>
                <a:lnTo>
                  <a:pt x="31848" y="126755"/>
                </a:lnTo>
                <a:lnTo>
                  <a:pt x="63695" y="100330"/>
                </a:lnTo>
                <a:lnTo>
                  <a:pt x="95543" y="76989"/>
                </a:lnTo>
                <a:lnTo>
                  <a:pt x="127390" y="56734"/>
                </a:lnTo>
                <a:lnTo>
                  <a:pt x="159238" y="39565"/>
                </a:lnTo>
                <a:lnTo>
                  <a:pt x="191085" y="25481"/>
                </a:lnTo>
                <a:lnTo>
                  <a:pt x="222933" y="14482"/>
                </a:lnTo>
                <a:lnTo>
                  <a:pt x="254780" y="6569"/>
                </a:lnTo>
                <a:lnTo>
                  <a:pt x="286628" y="1742"/>
                </a:lnTo>
                <a:lnTo>
                  <a:pt x="318475" y="0"/>
                </a:lnTo>
                <a:lnTo>
                  <a:pt x="350323" y="1344"/>
                </a:lnTo>
                <a:lnTo>
                  <a:pt x="382170" y="5773"/>
                </a:lnTo>
                <a:lnTo>
                  <a:pt x="414018" y="13287"/>
                </a:lnTo>
                <a:lnTo>
                  <a:pt x="445865" y="23887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40" name="knowledge-cross-edge">
            <a:extLst>
              <a:ext uri="{FF2B5EF4-FFF2-40B4-BE49-F238E27FC236}">
                <a16:creationId xmlns:a16="http://schemas.microsoft.com/office/drawing/2014/main" id="{3BE24E3A-CBBD-4ACA-9E59-5DF8CD4A0457}"/>
              </a:ext>
            </a:extLst>
          </p:cNvPr>
          <p:cNvSpPr>
            <a:spLocks noGrp="1"/>
          </p:cNvSpPr>
          <p:nvPr/>
        </p:nvSpPr>
        <p:spPr>
          <a:xfrm>
            <a:off x="9574140" y="6274762"/>
            <a:ext cx="571937" cy="400667"/>
          </a:xfrm>
          <a:custGeom>
            <a:avLst/>
            <a:gdLst/>
            <a:ahLst/>
            <a:cxnLst/>
            <a:rect l="0" t="0" r="0" b="0"/>
            <a:pathLst>
              <a:path w="571937" h="400667">
                <a:moveTo>
                  <a:pt x="0" y="35745"/>
                </a:moveTo>
                <a:lnTo>
                  <a:pt x="62213" y="14424"/>
                </a:lnTo>
                <a:lnTo>
                  <a:pt x="121781" y="2509"/>
                </a:lnTo>
                <a:lnTo>
                  <a:pt x="178703" y="0"/>
                </a:lnTo>
                <a:lnTo>
                  <a:pt x="232979" y="6896"/>
                </a:lnTo>
                <a:lnTo>
                  <a:pt x="284609" y="23198"/>
                </a:lnTo>
                <a:lnTo>
                  <a:pt x="333593" y="48906"/>
                </a:lnTo>
                <a:lnTo>
                  <a:pt x="379932" y="84018"/>
                </a:lnTo>
                <a:lnTo>
                  <a:pt x="423624" y="128537"/>
                </a:lnTo>
                <a:lnTo>
                  <a:pt x="464671" y="182461"/>
                </a:lnTo>
                <a:lnTo>
                  <a:pt x="503072" y="245791"/>
                </a:lnTo>
                <a:lnTo>
                  <a:pt x="538827" y="318526"/>
                </a:lnTo>
                <a:lnTo>
                  <a:pt x="571937" y="400667"/>
                </a:lnTo>
              </a:path>
            </a:pathLst>
          </a:custGeom>
          <a:noFill/>
          <a:ln w="5334">
            <a:solidFill>
              <a:srgbClr val="E8BA0D">
                <a:alpha val="13000"/>
              </a:srgbClr>
            </a:solidFill>
            <a:prstDash val="solid"/>
          </a:ln>
        </p:spPr>
      </p:sp>
      <p:sp>
        <p:nvSpPr>
          <p:cNvPr id="341" name="knowledge-edge">
            <a:extLst>
              <a:ext uri="{FF2B5EF4-FFF2-40B4-BE49-F238E27FC236}">
                <a16:creationId xmlns:a16="http://schemas.microsoft.com/office/drawing/2014/main" id="{9F1E798F-10D4-40CE-99B8-3D0ACE021700}"/>
              </a:ext>
            </a:extLst>
          </p:cNvPr>
          <p:cNvSpPr>
            <a:spLocks noGrp="1"/>
          </p:cNvSpPr>
          <p:nvPr/>
        </p:nvSpPr>
        <p:spPr>
          <a:xfrm>
            <a:off x="9724097" y="6675429"/>
            <a:ext cx="421979" cy="74477"/>
          </a:xfrm>
          <a:custGeom>
            <a:avLst/>
            <a:gdLst/>
            <a:ahLst/>
            <a:cxnLst/>
            <a:rect l="0" t="0" r="0" b="0"/>
            <a:pathLst>
              <a:path w="421979" h="74477">
                <a:moveTo>
                  <a:pt x="0" y="74477"/>
                </a:moveTo>
                <a:lnTo>
                  <a:pt x="30141" y="73292"/>
                </a:lnTo>
                <a:lnTo>
                  <a:pt x="60283" y="71471"/>
                </a:lnTo>
                <a:lnTo>
                  <a:pt x="90424" y="69014"/>
                </a:lnTo>
                <a:lnTo>
                  <a:pt x="120565" y="65920"/>
                </a:lnTo>
                <a:lnTo>
                  <a:pt x="150707" y="62191"/>
                </a:lnTo>
                <a:lnTo>
                  <a:pt x="180848" y="57826"/>
                </a:lnTo>
                <a:lnTo>
                  <a:pt x="210989" y="52824"/>
                </a:lnTo>
                <a:lnTo>
                  <a:pt x="241131" y="47186"/>
                </a:lnTo>
                <a:lnTo>
                  <a:pt x="271272" y="40912"/>
                </a:lnTo>
                <a:lnTo>
                  <a:pt x="301414" y="34002"/>
                </a:lnTo>
                <a:lnTo>
                  <a:pt x="331555" y="26456"/>
                </a:lnTo>
                <a:lnTo>
                  <a:pt x="361696" y="18273"/>
                </a:lnTo>
                <a:lnTo>
                  <a:pt x="391838" y="9455"/>
                </a:lnTo>
                <a:lnTo>
                  <a:pt x="421979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42" name="knowledge-edge">
            <a:extLst>
              <a:ext uri="{FF2B5EF4-FFF2-40B4-BE49-F238E27FC236}">
                <a16:creationId xmlns:a16="http://schemas.microsoft.com/office/drawing/2014/main" id="{18B31E0B-8D54-4906-9D65-609867233963}"/>
              </a:ext>
            </a:extLst>
          </p:cNvPr>
          <p:cNvSpPr>
            <a:spLocks noGrp="1"/>
          </p:cNvSpPr>
          <p:nvPr/>
        </p:nvSpPr>
        <p:spPr>
          <a:xfrm>
            <a:off x="10147751" y="5167331"/>
            <a:ext cx="497938" cy="176585"/>
          </a:xfrm>
          <a:custGeom>
            <a:avLst/>
            <a:gdLst/>
            <a:ahLst/>
            <a:cxnLst/>
            <a:rect l="0" t="0" r="0" b="0"/>
            <a:pathLst>
              <a:path w="497938" h="176585">
                <a:moveTo>
                  <a:pt x="0" y="176585"/>
                </a:moveTo>
                <a:lnTo>
                  <a:pt x="35567" y="158300"/>
                </a:lnTo>
                <a:lnTo>
                  <a:pt x="71134" y="140887"/>
                </a:lnTo>
                <a:lnTo>
                  <a:pt x="106701" y="124347"/>
                </a:lnTo>
                <a:lnTo>
                  <a:pt x="142268" y="108680"/>
                </a:lnTo>
                <a:lnTo>
                  <a:pt x="177835" y="93885"/>
                </a:lnTo>
                <a:lnTo>
                  <a:pt x="213402" y="79963"/>
                </a:lnTo>
                <a:lnTo>
                  <a:pt x="248969" y="66913"/>
                </a:lnTo>
                <a:lnTo>
                  <a:pt x="284536" y="54737"/>
                </a:lnTo>
                <a:lnTo>
                  <a:pt x="320103" y="43432"/>
                </a:lnTo>
                <a:lnTo>
                  <a:pt x="355670" y="33001"/>
                </a:lnTo>
                <a:lnTo>
                  <a:pt x="391237" y="23442"/>
                </a:lnTo>
                <a:lnTo>
                  <a:pt x="426804" y="14755"/>
                </a:lnTo>
                <a:lnTo>
                  <a:pt x="462371" y="6941"/>
                </a:lnTo>
                <a:lnTo>
                  <a:pt x="497938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43" name="knowledge-cross-edge">
            <a:extLst>
              <a:ext uri="{FF2B5EF4-FFF2-40B4-BE49-F238E27FC236}">
                <a16:creationId xmlns:a16="http://schemas.microsoft.com/office/drawing/2014/main" id="{A16E0410-1D89-4590-9D9A-0C41E70C4302}"/>
              </a:ext>
            </a:extLst>
          </p:cNvPr>
          <p:cNvSpPr>
            <a:spLocks noGrp="1"/>
          </p:cNvSpPr>
          <p:nvPr/>
        </p:nvSpPr>
        <p:spPr>
          <a:xfrm>
            <a:off x="10147751" y="5118048"/>
            <a:ext cx="314417" cy="225868"/>
          </a:xfrm>
          <a:custGeom>
            <a:avLst/>
            <a:gdLst/>
            <a:ahLst/>
            <a:cxnLst/>
            <a:rect l="0" t="0" r="0" b="0"/>
            <a:pathLst>
              <a:path w="314417" h="225868">
                <a:moveTo>
                  <a:pt x="0" y="225868"/>
                </a:moveTo>
                <a:lnTo>
                  <a:pt x="40753" y="188219"/>
                </a:lnTo>
                <a:lnTo>
                  <a:pt x="78861" y="153993"/>
                </a:lnTo>
                <a:lnTo>
                  <a:pt x="114323" y="123190"/>
                </a:lnTo>
                <a:lnTo>
                  <a:pt x="147139" y="95810"/>
                </a:lnTo>
                <a:lnTo>
                  <a:pt x="177309" y="71853"/>
                </a:lnTo>
                <a:lnTo>
                  <a:pt x="204833" y="51320"/>
                </a:lnTo>
                <a:lnTo>
                  <a:pt x="229712" y="34209"/>
                </a:lnTo>
                <a:lnTo>
                  <a:pt x="251945" y="20522"/>
                </a:lnTo>
                <a:lnTo>
                  <a:pt x="271531" y="10258"/>
                </a:lnTo>
                <a:lnTo>
                  <a:pt x="288472" y="3418"/>
                </a:lnTo>
                <a:lnTo>
                  <a:pt x="302767" y="0"/>
                </a:lnTo>
                <a:lnTo>
                  <a:pt x="314417" y="6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44" name="knowledge-edge">
            <a:extLst>
              <a:ext uri="{FF2B5EF4-FFF2-40B4-BE49-F238E27FC236}">
                <a16:creationId xmlns:a16="http://schemas.microsoft.com/office/drawing/2014/main" id="{BE98BFAB-3809-4C2E-9620-AA40338261D6}"/>
              </a:ext>
            </a:extLst>
          </p:cNvPr>
          <p:cNvSpPr>
            <a:spLocks noGrp="1"/>
          </p:cNvSpPr>
          <p:nvPr/>
        </p:nvSpPr>
        <p:spPr>
          <a:xfrm>
            <a:off x="10158562" y="5118054"/>
            <a:ext cx="303606" cy="251138"/>
          </a:xfrm>
          <a:custGeom>
            <a:avLst/>
            <a:gdLst/>
            <a:ahLst/>
            <a:cxnLst/>
            <a:rect l="0" t="0" r="0" b="0"/>
            <a:pathLst>
              <a:path w="303606" h="251138">
                <a:moveTo>
                  <a:pt x="0" y="251138"/>
                </a:moveTo>
                <a:lnTo>
                  <a:pt x="21686" y="229582"/>
                </a:lnTo>
                <a:lnTo>
                  <a:pt x="43372" y="208583"/>
                </a:lnTo>
                <a:lnTo>
                  <a:pt x="65058" y="188140"/>
                </a:lnTo>
                <a:lnTo>
                  <a:pt x="86745" y="168253"/>
                </a:lnTo>
                <a:lnTo>
                  <a:pt x="108431" y="148923"/>
                </a:lnTo>
                <a:lnTo>
                  <a:pt x="130117" y="130150"/>
                </a:lnTo>
                <a:lnTo>
                  <a:pt x="151803" y="111933"/>
                </a:lnTo>
                <a:lnTo>
                  <a:pt x="173489" y="94273"/>
                </a:lnTo>
                <a:lnTo>
                  <a:pt x="195175" y="77170"/>
                </a:lnTo>
                <a:lnTo>
                  <a:pt x="216861" y="60622"/>
                </a:lnTo>
                <a:lnTo>
                  <a:pt x="238548" y="44632"/>
                </a:lnTo>
                <a:lnTo>
                  <a:pt x="260234" y="29198"/>
                </a:lnTo>
                <a:lnTo>
                  <a:pt x="281920" y="14321"/>
                </a:lnTo>
                <a:lnTo>
                  <a:pt x="303606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45" name="knowledge-cross-edge">
            <a:extLst>
              <a:ext uri="{FF2B5EF4-FFF2-40B4-BE49-F238E27FC236}">
                <a16:creationId xmlns:a16="http://schemas.microsoft.com/office/drawing/2014/main" id="{58D87789-169C-4D2C-8293-FDF9E8239F35}"/>
              </a:ext>
            </a:extLst>
          </p:cNvPr>
          <p:cNvSpPr>
            <a:spLocks noGrp="1"/>
          </p:cNvSpPr>
          <p:nvPr/>
        </p:nvSpPr>
        <p:spPr>
          <a:xfrm>
            <a:off x="10158562" y="5225874"/>
            <a:ext cx="247489" cy="143318"/>
          </a:xfrm>
          <a:custGeom>
            <a:avLst/>
            <a:gdLst/>
            <a:ahLst/>
            <a:cxnLst/>
            <a:rect l="0" t="0" r="0" b="0"/>
            <a:pathLst>
              <a:path w="247489" h="143318">
                <a:moveTo>
                  <a:pt x="0" y="143318"/>
                </a:moveTo>
                <a:lnTo>
                  <a:pt x="35176" y="113670"/>
                </a:lnTo>
                <a:lnTo>
                  <a:pt x="67707" y="87453"/>
                </a:lnTo>
                <a:lnTo>
                  <a:pt x="97591" y="64667"/>
                </a:lnTo>
                <a:lnTo>
                  <a:pt x="124830" y="45311"/>
                </a:lnTo>
                <a:lnTo>
                  <a:pt x="149423" y="29387"/>
                </a:lnTo>
                <a:lnTo>
                  <a:pt x="171370" y="16894"/>
                </a:lnTo>
                <a:lnTo>
                  <a:pt x="190671" y="7832"/>
                </a:lnTo>
                <a:lnTo>
                  <a:pt x="207326" y="2200"/>
                </a:lnTo>
                <a:lnTo>
                  <a:pt x="221336" y="0"/>
                </a:lnTo>
                <a:lnTo>
                  <a:pt x="232699" y="1231"/>
                </a:lnTo>
                <a:lnTo>
                  <a:pt x="241417" y="5892"/>
                </a:lnTo>
                <a:lnTo>
                  <a:pt x="247489" y="13985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46" name="knowledge-edge">
            <a:extLst>
              <a:ext uri="{FF2B5EF4-FFF2-40B4-BE49-F238E27FC236}">
                <a16:creationId xmlns:a16="http://schemas.microsoft.com/office/drawing/2014/main" id="{9E6F177E-50E0-47CF-872D-174D2330D6D7}"/>
              </a:ext>
            </a:extLst>
          </p:cNvPr>
          <p:cNvSpPr>
            <a:spLocks noGrp="1"/>
          </p:cNvSpPr>
          <p:nvPr/>
        </p:nvSpPr>
        <p:spPr>
          <a:xfrm>
            <a:off x="10064721" y="5239859"/>
            <a:ext cx="341330" cy="162469"/>
          </a:xfrm>
          <a:custGeom>
            <a:avLst/>
            <a:gdLst/>
            <a:ahLst/>
            <a:cxnLst/>
            <a:rect l="0" t="0" r="0" b="0"/>
            <a:pathLst>
              <a:path w="341330" h="162469">
                <a:moveTo>
                  <a:pt x="0" y="162469"/>
                </a:moveTo>
                <a:lnTo>
                  <a:pt x="24381" y="139853"/>
                </a:lnTo>
                <a:lnTo>
                  <a:pt x="48761" y="118930"/>
                </a:lnTo>
                <a:lnTo>
                  <a:pt x="73142" y="99702"/>
                </a:lnTo>
                <a:lnTo>
                  <a:pt x="97523" y="82168"/>
                </a:lnTo>
                <a:lnTo>
                  <a:pt x="121903" y="66328"/>
                </a:lnTo>
                <a:lnTo>
                  <a:pt x="146284" y="52182"/>
                </a:lnTo>
                <a:lnTo>
                  <a:pt x="170665" y="39730"/>
                </a:lnTo>
                <a:lnTo>
                  <a:pt x="195046" y="28972"/>
                </a:lnTo>
                <a:lnTo>
                  <a:pt x="219426" y="19908"/>
                </a:lnTo>
                <a:lnTo>
                  <a:pt x="243807" y="12538"/>
                </a:lnTo>
                <a:lnTo>
                  <a:pt x="268188" y="6863"/>
                </a:lnTo>
                <a:lnTo>
                  <a:pt x="292568" y="2881"/>
                </a:lnTo>
                <a:lnTo>
                  <a:pt x="316949" y="593"/>
                </a:lnTo>
                <a:lnTo>
                  <a:pt x="341330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47" name="knowledge-cross-edge">
            <a:extLst>
              <a:ext uri="{FF2B5EF4-FFF2-40B4-BE49-F238E27FC236}">
                <a16:creationId xmlns:a16="http://schemas.microsoft.com/office/drawing/2014/main" id="{6708FEE1-4E2F-4B9A-A0B9-74694F26193B}"/>
              </a:ext>
            </a:extLst>
          </p:cNvPr>
          <p:cNvSpPr>
            <a:spLocks noGrp="1"/>
          </p:cNvSpPr>
          <p:nvPr/>
        </p:nvSpPr>
        <p:spPr>
          <a:xfrm>
            <a:off x="10064721" y="5402328"/>
            <a:ext cx="586057" cy="95324"/>
          </a:xfrm>
          <a:custGeom>
            <a:avLst/>
            <a:gdLst/>
            <a:ahLst/>
            <a:cxnLst/>
            <a:rect l="0" t="0" r="0" b="0"/>
            <a:pathLst>
              <a:path w="586057" h="95324">
                <a:moveTo>
                  <a:pt x="0" y="0"/>
                </a:moveTo>
                <a:lnTo>
                  <a:pt x="63390" y="3241"/>
                </a:lnTo>
                <a:lnTo>
                  <a:pt x="124135" y="7337"/>
                </a:lnTo>
                <a:lnTo>
                  <a:pt x="182233" y="12288"/>
                </a:lnTo>
                <a:lnTo>
                  <a:pt x="237686" y="18094"/>
                </a:lnTo>
                <a:lnTo>
                  <a:pt x="290493" y="24755"/>
                </a:lnTo>
                <a:lnTo>
                  <a:pt x="340654" y="32272"/>
                </a:lnTo>
                <a:lnTo>
                  <a:pt x="388169" y="40643"/>
                </a:lnTo>
                <a:lnTo>
                  <a:pt x="433038" y="49869"/>
                </a:lnTo>
                <a:lnTo>
                  <a:pt x="475262" y="59950"/>
                </a:lnTo>
                <a:lnTo>
                  <a:pt x="514839" y="70887"/>
                </a:lnTo>
                <a:lnTo>
                  <a:pt x="551771" y="82678"/>
                </a:lnTo>
                <a:lnTo>
                  <a:pt x="586057" y="95324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48" name="knowledge-long-edge">
            <a:extLst>
              <a:ext uri="{FF2B5EF4-FFF2-40B4-BE49-F238E27FC236}">
                <a16:creationId xmlns:a16="http://schemas.microsoft.com/office/drawing/2014/main" id="{6B7E9904-68C5-4BA0-84E1-EAB85488F759}"/>
              </a:ext>
            </a:extLst>
          </p:cNvPr>
          <p:cNvSpPr>
            <a:spLocks noGrp="1"/>
          </p:cNvSpPr>
          <p:nvPr/>
        </p:nvSpPr>
        <p:spPr>
          <a:xfrm>
            <a:off x="10064721" y="4744317"/>
            <a:ext cx="850422" cy="658011"/>
          </a:xfrm>
          <a:custGeom>
            <a:avLst/>
            <a:gdLst/>
            <a:ahLst/>
            <a:cxnLst/>
            <a:rect l="0" t="0" r="0" b="0"/>
            <a:pathLst>
              <a:path w="850422" h="658011">
                <a:moveTo>
                  <a:pt x="0" y="658011"/>
                </a:moveTo>
                <a:lnTo>
                  <a:pt x="53151" y="537624"/>
                </a:lnTo>
                <a:lnTo>
                  <a:pt x="106303" y="429367"/>
                </a:lnTo>
                <a:lnTo>
                  <a:pt x="159454" y="333240"/>
                </a:lnTo>
                <a:lnTo>
                  <a:pt x="212606" y="249244"/>
                </a:lnTo>
                <a:lnTo>
                  <a:pt x="265757" y="177377"/>
                </a:lnTo>
                <a:lnTo>
                  <a:pt x="318908" y="117641"/>
                </a:lnTo>
                <a:lnTo>
                  <a:pt x="372060" y="70036"/>
                </a:lnTo>
                <a:lnTo>
                  <a:pt x="425211" y="34560"/>
                </a:lnTo>
                <a:lnTo>
                  <a:pt x="478362" y="11215"/>
                </a:lnTo>
                <a:lnTo>
                  <a:pt x="531514" y="0"/>
                </a:lnTo>
                <a:lnTo>
                  <a:pt x="584665" y="915"/>
                </a:lnTo>
                <a:lnTo>
                  <a:pt x="637817" y="13961"/>
                </a:lnTo>
                <a:lnTo>
                  <a:pt x="690968" y="39136"/>
                </a:lnTo>
                <a:lnTo>
                  <a:pt x="744119" y="76442"/>
                </a:lnTo>
                <a:lnTo>
                  <a:pt x="797271" y="125879"/>
                </a:lnTo>
                <a:lnTo>
                  <a:pt x="850422" y="187445"/>
                </a:lnTo>
              </a:path>
            </a:pathLst>
          </a:custGeom>
          <a:noFill/>
          <a:ln w="4286">
            <a:solidFill>
              <a:srgbClr val="CEB717">
                <a:alpha val="9000"/>
              </a:srgbClr>
            </a:solidFill>
            <a:prstDash val="solid"/>
          </a:ln>
        </p:spPr>
      </p:sp>
      <p:sp>
        <p:nvSpPr>
          <p:cNvPr id="349" name="knowledge-edge">
            <a:extLst>
              <a:ext uri="{FF2B5EF4-FFF2-40B4-BE49-F238E27FC236}">
                <a16:creationId xmlns:a16="http://schemas.microsoft.com/office/drawing/2014/main" id="{16D12927-6BD5-4984-958F-95D84EC2EFD5}"/>
              </a:ext>
            </a:extLst>
          </p:cNvPr>
          <p:cNvSpPr>
            <a:spLocks noGrp="1"/>
          </p:cNvSpPr>
          <p:nvPr/>
        </p:nvSpPr>
        <p:spPr>
          <a:xfrm>
            <a:off x="10033027" y="5497652"/>
            <a:ext cx="617751" cy="208294"/>
          </a:xfrm>
          <a:custGeom>
            <a:avLst/>
            <a:gdLst/>
            <a:ahLst/>
            <a:cxnLst/>
            <a:rect l="0" t="0" r="0" b="0"/>
            <a:pathLst>
              <a:path w="617751" h="208294">
                <a:moveTo>
                  <a:pt x="0" y="208294"/>
                </a:moveTo>
                <a:lnTo>
                  <a:pt x="44125" y="179734"/>
                </a:lnTo>
                <a:lnTo>
                  <a:pt x="88250" y="153279"/>
                </a:lnTo>
                <a:lnTo>
                  <a:pt x="132375" y="128929"/>
                </a:lnTo>
                <a:lnTo>
                  <a:pt x="176500" y="106684"/>
                </a:lnTo>
                <a:lnTo>
                  <a:pt x="220625" y="86544"/>
                </a:lnTo>
                <a:lnTo>
                  <a:pt x="264751" y="68508"/>
                </a:lnTo>
                <a:lnTo>
                  <a:pt x="308876" y="52578"/>
                </a:lnTo>
                <a:lnTo>
                  <a:pt x="353001" y="38752"/>
                </a:lnTo>
                <a:lnTo>
                  <a:pt x="397126" y="27031"/>
                </a:lnTo>
                <a:lnTo>
                  <a:pt x="441251" y="17415"/>
                </a:lnTo>
                <a:lnTo>
                  <a:pt x="485376" y="9904"/>
                </a:lnTo>
                <a:lnTo>
                  <a:pt x="529501" y="4498"/>
                </a:lnTo>
                <a:lnTo>
                  <a:pt x="573626" y="1197"/>
                </a:lnTo>
                <a:lnTo>
                  <a:pt x="617751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50" name="knowledge-cross-edge">
            <a:extLst>
              <a:ext uri="{FF2B5EF4-FFF2-40B4-BE49-F238E27FC236}">
                <a16:creationId xmlns:a16="http://schemas.microsoft.com/office/drawing/2014/main" id="{795D5C6F-647C-4800-9425-4DBD6910EF4A}"/>
              </a:ext>
            </a:extLst>
          </p:cNvPr>
          <p:cNvSpPr>
            <a:spLocks noGrp="1"/>
          </p:cNvSpPr>
          <p:nvPr/>
        </p:nvSpPr>
        <p:spPr>
          <a:xfrm>
            <a:off x="10033027" y="5668053"/>
            <a:ext cx="539973" cy="102705"/>
          </a:xfrm>
          <a:custGeom>
            <a:avLst/>
            <a:gdLst/>
            <a:ahLst/>
            <a:cxnLst/>
            <a:rect l="0" t="0" r="0" b="0"/>
            <a:pathLst>
              <a:path w="539973" h="102705">
                <a:moveTo>
                  <a:pt x="0" y="37893"/>
                </a:moveTo>
                <a:lnTo>
                  <a:pt x="59550" y="22898"/>
                </a:lnTo>
                <a:lnTo>
                  <a:pt x="116454" y="11611"/>
                </a:lnTo>
                <a:lnTo>
                  <a:pt x="170712" y="4032"/>
                </a:lnTo>
                <a:lnTo>
                  <a:pt x="222324" y="162"/>
                </a:lnTo>
                <a:lnTo>
                  <a:pt x="271291" y="0"/>
                </a:lnTo>
                <a:lnTo>
                  <a:pt x="317611" y="3547"/>
                </a:lnTo>
                <a:lnTo>
                  <a:pt x="361286" y="10802"/>
                </a:lnTo>
                <a:lnTo>
                  <a:pt x="402315" y="21766"/>
                </a:lnTo>
                <a:lnTo>
                  <a:pt x="440698" y="36438"/>
                </a:lnTo>
                <a:lnTo>
                  <a:pt x="476436" y="54818"/>
                </a:lnTo>
                <a:lnTo>
                  <a:pt x="509527" y="76907"/>
                </a:lnTo>
                <a:lnTo>
                  <a:pt x="539973" y="102705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51" name="knowledge-cross-edge">
            <a:extLst>
              <a:ext uri="{FF2B5EF4-FFF2-40B4-BE49-F238E27FC236}">
                <a16:creationId xmlns:a16="http://schemas.microsoft.com/office/drawing/2014/main" id="{0FFBEA89-4AFF-4959-860A-C055193B891C}"/>
              </a:ext>
            </a:extLst>
          </p:cNvPr>
          <p:cNvSpPr>
            <a:spLocks noGrp="1"/>
          </p:cNvSpPr>
          <p:nvPr/>
        </p:nvSpPr>
        <p:spPr>
          <a:xfrm>
            <a:off x="10033027" y="5239859"/>
            <a:ext cx="373024" cy="466087"/>
          </a:xfrm>
          <a:custGeom>
            <a:avLst/>
            <a:gdLst/>
            <a:ahLst/>
            <a:cxnLst/>
            <a:rect l="0" t="0" r="0" b="0"/>
            <a:pathLst>
              <a:path w="373024" h="466087">
                <a:moveTo>
                  <a:pt x="0" y="466087"/>
                </a:moveTo>
                <a:lnTo>
                  <a:pt x="16533" y="400854"/>
                </a:lnTo>
                <a:lnTo>
                  <a:pt x="35712" y="340420"/>
                </a:lnTo>
                <a:lnTo>
                  <a:pt x="57537" y="284784"/>
                </a:lnTo>
                <a:lnTo>
                  <a:pt x="82008" y="233946"/>
                </a:lnTo>
                <a:lnTo>
                  <a:pt x="109125" y="187908"/>
                </a:lnTo>
                <a:lnTo>
                  <a:pt x="138887" y="146668"/>
                </a:lnTo>
                <a:lnTo>
                  <a:pt x="171295" y="110227"/>
                </a:lnTo>
                <a:lnTo>
                  <a:pt x="206349" y="78584"/>
                </a:lnTo>
                <a:lnTo>
                  <a:pt x="244049" y="51740"/>
                </a:lnTo>
                <a:lnTo>
                  <a:pt x="284395" y="29695"/>
                </a:lnTo>
                <a:lnTo>
                  <a:pt x="327387" y="12448"/>
                </a:lnTo>
                <a:lnTo>
                  <a:pt x="373024" y="0"/>
                </a:lnTo>
              </a:path>
            </a:pathLst>
          </a:custGeom>
          <a:noFill/>
          <a:ln w="4953">
            <a:solidFill>
              <a:srgbClr val="CEB717">
                <a:alpha val="12000"/>
              </a:srgbClr>
            </a:solidFill>
            <a:prstDash val="solid"/>
          </a:ln>
        </p:spPr>
      </p:sp>
      <p:sp>
        <p:nvSpPr>
          <p:cNvPr id="352" name="knowledge-edge">
            <a:extLst>
              <a:ext uri="{FF2B5EF4-FFF2-40B4-BE49-F238E27FC236}">
                <a16:creationId xmlns:a16="http://schemas.microsoft.com/office/drawing/2014/main" id="{1EAAABA8-E9AA-46B9-9F33-FEE6A524BD7C}"/>
              </a:ext>
            </a:extLst>
          </p:cNvPr>
          <p:cNvSpPr>
            <a:spLocks noGrp="1"/>
          </p:cNvSpPr>
          <p:nvPr/>
        </p:nvSpPr>
        <p:spPr>
          <a:xfrm>
            <a:off x="9987607" y="5770757"/>
            <a:ext cx="585393" cy="128747"/>
          </a:xfrm>
          <a:custGeom>
            <a:avLst/>
            <a:gdLst/>
            <a:ahLst/>
            <a:cxnLst/>
            <a:rect l="0" t="0" r="0" b="0"/>
            <a:pathLst>
              <a:path w="585393" h="128747">
                <a:moveTo>
                  <a:pt x="0" y="101593"/>
                </a:moveTo>
                <a:lnTo>
                  <a:pt x="41814" y="112595"/>
                </a:lnTo>
                <a:lnTo>
                  <a:pt x="83628" y="120788"/>
                </a:lnTo>
                <a:lnTo>
                  <a:pt x="125441" y="126172"/>
                </a:lnTo>
                <a:lnTo>
                  <a:pt x="167255" y="128747"/>
                </a:lnTo>
                <a:lnTo>
                  <a:pt x="209069" y="128513"/>
                </a:lnTo>
                <a:lnTo>
                  <a:pt x="250883" y="125470"/>
                </a:lnTo>
                <a:lnTo>
                  <a:pt x="292697" y="119617"/>
                </a:lnTo>
                <a:lnTo>
                  <a:pt x="334510" y="110956"/>
                </a:lnTo>
                <a:lnTo>
                  <a:pt x="376324" y="99486"/>
                </a:lnTo>
                <a:lnTo>
                  <a:pt x="418138" y="85207"/>
                </a:lnTo>
                <a:lnTo>
                  <a:pt x="459952" y="68119"/>
                </a:lnTo>
                <a:lnTo>
                  <a:pt x="501765" y="48221"/>
                </a:lnTo>
                <a:lnTo>
                  <a:pt x="543579" y="25515"/>
                </a:lnTo>
                <a:lnTo>
                  <a:pt x="585393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53" name="knowledge-cross-edge">
            <a:extLst>
              <a:ext uri="{FF2B5EF4-FFF2-40B4-BE49-F238E27FC236}">
                <a16:creationId xmlns:a16="http://schemas.microsoft.com/office/drawing/2014/main" id="{D277D0C9-58A1-442D-AFDF-961DA546CA24}"/>
              </a:ext>
            </a:extLst>
          </p:cNvPr>
          <p:cNvSpPr>
            <a:spLocks noGrp="1"/>
          </p:cNvSpPr>
          <p:nvPr/>
        </p:nvSpPr>
        <p:spPr>
          <a:xfrm>
            <a:off x="9987607" y="5872351"/>
            <a:ext cx="649139" cy="248262"/>
          </a:xfrm>
          <a:custGeom>
            <a:avLst/>
            <a:gdLst/>
            <a:ahLst/>
            <a:cxnLst/>
            <a:rect l="0" t="0" r="0" b="0"/>
            <a:pathLst>
              <a:path w="649139" h="248262">
                <a:moveTo>
                  <a:pt x="0" y="0"/>
                </a:moveTo>
                <a:lnTo>
                  <a:pt x="68647" y="11635"/>
                </a:lnTo>
                <a:lnTo>
                  <a:pt x="134648" y="24916"/>
                </a:lnTo>
                <a:lnTo>
                  <a:pt x="198003" y="39844"/>
                </a:lnTo>
                <a:lnTo>
                  <a:pt x="258713" y="56417"/>
                </a:lnTo>
                <a:lnTo>
                  <a:pt x="316777" y="74637"/>
                </a:lnTo>
                <a:lnTo>
                  <a:pt x="372194" y="94502"/>
                </a:lnTo>
                <a:lnTo>
                  <a:pt x="424966" y="116014"/>
                </a:lnTo>
                <a:lnTo>
                  <a:pt x="475093" y="139171"/>
                </a:lnTo>
                <a:lnTo>
                  <a:pt x="522573" y="163975"/>
                </a:lnTo>
                <a:lnTo>
                  <a:pt x="567407" y="190424"/>
                </a:lnTo>
                <a:lnTo>
                  <a:pt x="609596" y="218520"/>
                </a:lnTo>
                <a:lnTo>
                  <a:pt x="649139" y="248262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54" name="knowledge-edge">
            <a:extLst>
              <a:ext uri="{FF2B5EF4-FFF2-40B4-BE49-F238E27FC236}">
                <a16:creationId xmlns:a16="http://schemas.microsoft.com/office/drawing/2014/main" id="{7C75755E-DF1A-4CDF-A76B-0BCFCEF7685D}"/>
              </a:ext>
            </a:extLst>
          </p:cNvPr>
          <p:cNvSpPr>
            <a:spLocks noGrp="1"/>
          </p:cNvSpPr>
          <p:nvPr/>
        </p:nvSpPr>
        <p:spPr>
          <a:xfrm>
            <a:off x="10020005" y="6084199"/>
            <a:ext cx="616740" cy="93928"/>
          </a:xfrm>
          <a:custGeom>
            <a:avLst/>
            <a:gdLst/>
            <a:ahLst/>
            <a:cxnLst/>
            <a:rect l="0" t="0" r="0" b="0"/>
            <a:pathLst>
              <a:path w="616740" h="93928">
                <a:moveTo>
                  <a:pt x="0" y="93928"/>
                </a:moveTo>
                <a:lnTo>
                  <a:pt x="44053" y="73367"/>
                </a:lnTo>
                <a:lnTo>
                  <a:pt x="88106" y="55336"/>
                </a:lnTo>
                <a:lnTo>
                  <a:pt x="132159" y="39837"/>
                </a:lnTo>
                <a:lnTo>
                  <a:pt x="176212" y="26869"/>
                </a:lnTo>
                <a:lnTo>
                  <a:pt x="220264" y="16433"/>
                </a:lnTo>
                <a:lnTo>
                  <a:pt x="264317" y="8527"/>
                </a:lnTo>
                <a:lnTo>
                  <a:pt x="308370" y="3154"/>
                </a:lnTo>
                <a:lnTo>
                  <a:pt x="352423" y="311"/>
                </a:lnTo>
                <a:lnTo>
                  <a:pt x="396476" y="0"/>
                </a:lnTo>
                <a:lnTo>
                  <a:pt x="440529" y="2220"/>
                </a:lnTo>
                <a:lnTo>
                  <a:pt x="484582" y="6972"/>
                </a:lnTo>
                <a:lnTo>
                  <a:pt x="528635" y="14254"/>
                </a:lnTo>
                <a:lnTo>
                  <a:pt x="572688" y="24069"/>
                </a:lnTo>
                <a:lnTo>
                  <a:pt x="616740" y="36414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55" name="knowledge-edge">
            <a:extLst>
              <a:ext uri="{FF2B5EF4-FFF2-40B4-BE49-F238E27FC236}">
                <a16:creationId xmlns:a16="http://schemas.microsoft.com/office/drawing/2014/main" id="{A4588290-ABF7-4443-9FB5-6452DD91731C}"/>
              </a:ext>
            </a:extLst>
          </p:cNvPr>
          <p:cNvSpPr>
            <a:spLocks noGrp="1"/>
          </p:cNvSpPr>
          <p:nvPr/>
        </p:nvSpPr>
        <p:spPr>
          <a:xfrm>
            <a:off x="10146076" y="6324350"/>
            <a:ext cx="387134" cy="351079"/>
          </a:xfrm>
          <a:custGeom>
            <a:avLst/>
            <a:gdLst/>
            <a:ahLst/>
            <a:cxnLst/>
            <a:rect l="0" t="0" r="0" b="0"/>
            <a:pathLst>
              <a:path w="387134" h="351079">
                <a:moveTo>
                  <a:pt x="0" y="351079"/>
                </a:moveTo>
                <a:lnTo>
                  <a:pt x="27652" y="338236"/>
                </a:lnTo>
                <a:lnTo>
                  <a:pt x="55305" y="323510"/>
                </a:lnTo>
                <a:lnTo>
                  <a:pt x="82957" y="306903"/>
                </a:lnTo>
                <a:lnTo>
                  <a:pt x="110610" y="288413"/>
                </a:lnTo>
                <a:lnTo>
                  <a:pt x="138262" y="268042"/>
                </a:lnTo>
                <a:lnTo>
                  <a:pt x="165914" y="245788"/>
                </a:lnTo>
                <a:lnTo>
                  <a:pt x="193567" y="221652"/>
                </a:lnTo>
                <a:lnTo>
                  <a:pt x="221219" y="195634"/>
                </a:lnTo>
                <a:lnTo>
                  <a:pt x="248872" y="167734"/>
                </a:lnTo>
                <a:lnTo>
                  <a:pt x="276524" y="137951"/>
                </a:lnTo>
                <a:lnTo>
                  <a:pt x="304176" y="106287"/>
                </a:lnTo>
                <a:lnTo>
                  <a:pt x="331829" y="72740"/>
                </a:lnTo>
                <a:lnTo>
                  <a:pt x="359481" y="37311"/>
                </a:lnTo>
                <a:lnTo>
                  <a:pt x="387134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56" name="knowledge-edge">
            <a:extLst>
              <a:ext uri="{FF2B5EF4-FFF2-40B4-BE49-F238E27FC236}">
                <a16:creationId xmlns:a16="http://schemas.microsoft.com/office/drawing/2014/main" id="{7E46132A-31B5-4A87-80C0-97698E5E9E09}"/>
              </a:ext>
            </a:extLst>
          </p:cNvPr>
          <p:cNvSpPr>
            <a:spLocks noGrp="1"/>
          </p:cNvSpPr>
          <p:nvPr/>
        </p:nvSpPr>
        <p:spPr>
          <a:xfrm>
            <a:off x="10645689" y="4935606"/>
            <a:ext cx="404169" cy="231725"/>
          </a:xfrm>
          <a:custGeom>
            <a:avLst/>
            <a:gdLst/>
            <a:ahLst/>
            <a:cxnLst/>
            <a:rect l="0" t="0" r="0" b="0"/>
            <a:pathLst>
              <a:path w="404169" h="231725">
                <a:moveTo>
                  <a:pt x="0" y="231725"/>
                </a:moveTo>
                <a:lnTo>
                  <a:pt x="28869" y="204806"/>
                </a:lnTo>
                <a:lnTo>
                  <a:pt x="57738" y="179483"/>
                </a:lnTo>
                <a:lnTo>
                  <a:pt x="86608" y="155754"/>
                </a:lnTo>
                <a:lnTo>
                  <a:pt x="115477" y="133620"/>
                </a:lnTo>
                <a:lnTo>
                  <a:pt x="144346" y="113081"/>
                </a:lnTo>
                <a:lnTo>
                  <a:pt x="173215" y="94137"/>
                </a:lnTo>
                <a:lnTo>
                  <a:pt x="202085" y="76788"/>
                </a:lnTo>
                <a:lnTo>
                  <a:pt x="230954" y="61033"/>
                </a:lnTo>
                <a:lnTo>
                  <a:pt x="259823" y="46874"/>
                </a:lnTo>
                <a:lnTo>
                  <a:pt x="288692" y="34309"/>
                </a:lnTo>
                <a:lnTo>
                  <a:pt x="317562" y="23340"/>
                </a:lnTo>
                <a:lnTo>
                  <a:pt x="346431" y="13965"/>
                </a:lnTo>
                <a:lnTo>
                  <a:pt x="375300" y="6185"/>
                </a:lnTo>
                <a:lnTo>
                  <a:pt x="404169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57" name="knowledge-cross-edge">
            <a:extLst>
              <a:ext uri="{FF2B5EF4-FFF2-40B4-BE49-F238E27FC236}">
                <a16:creationId xmlns:a16="http://schemas.microsoft.com/office/drawing/2014/main" id="{BC999D55-B82D-42AB-A3BE-DE26E402805F}"/>
              </a:ext>
            </a:extLst>
          </p:cNvPr>
          <p:cNvSpPr>
            <a:spLocks noGrp="1"/>
          </p:cNvSpPr>
          <p:nvPr/>
        </p:nvSpPr>
        <p:spPr>
          <a:xfrm>
            <a:off x="10645689" y="4886587"/>
            <a:ext cx="269454" cy="280744"/>
          </a:xfrm>
          <a:custGeom>
            <a:avLst/>
            <a:gdLst/>
            <a:ahLst/>
            <a:cxnLst/>
            <a:rect l="0" t="0" r="0" b="0"/>
            <a:pathLst>
              <a:path w="269454" h="280744">
                <a:moveTo>
                  <a:pt x="0" y="280744"/>
                </a:moveTo>
                <a:lnTo>
                  <a:pt x="37007" y="218716"/>
                </a:lnTo>
                <a:lnTo>
                  <a:pt x="71367" y="164396"/>
                </a:lnTo>
                <a:lnTo>
                  <a:pt x="103082" y="117785"/>
                </a:lnTo>
                <a:lnTo>
                  <a:pt x="132151" y="78882"/>
                </a:lnTo>
                <a:lnTo>
                  <a:pt x="158575" y="47688"/>
                </a:lnTo>
                <a:lnTo>
                  <a:pt x="182352" y="24203"/>
                </a:lnTo>
                <a:lnTo>
                  <a:pt x="203484" y="8427"/>
                </a:lnTo>
                <a:lnTo>
                  <a:pt x="221970" y="359"/>
                </a:lnTo>
                <a:lnTo>
                  <a:pt x="237809" y="0"/>
                </a:lnTo>
                <a:lnTo>
                  <a:pt x="251004" y="7350"/>
                </a:lnTo>
                <a:lnTo>
                  <a:pt x="261552" y="22408"/>
                </a:lnTo>
                <a:lnTo>
                  <a:pt x="269454" y="45175"/>
                </a:lnTo>
              </a:path>
            </a:pathLst>
          </a:custGeom>
          <a:noFill/>
          <a:ln w="5334">
            <a:solidFill>
              <a:srgbClr val="B4B521">
                <a:alpha val="13000"/>
              </a:srgbClr>
            </a:solidFill>
            <a:prstDash val="solid"/>
          </a:ln>
        </p:spPr>
      </p:sp>
      <p:sp>
        <p:nvSpPr>
          <p:cNvPr id="358" name="knowledge-edge">
            <a:extLst>
              <a:ext uri="{FF2B5EF4-FFF2-40B4-BE49-F238E27FC236}">
                <a16:creationId xmlns:a16="http://schemas.microsoft.com/office/drawing/2014/main" id="{011649E0-E08E-445C-A0B5-D8386F47721E}"/>
              </a:ext>
            </a:extLst>
          </p:cNvPr>
          <p:cNvSpPr>
            <a:spLocks noGrp="1"/>
          </p:cNvSpPr>
          <p:nvPr/>
        </p:nvSpPr>
        <p:spPr>
          <a:xfrm>
            <a:off x="10462168" y="4931762"/>
            <a:ext cx="452976" cy="186292"/>
          </a:xfrm>
          <a:custGeom>
            <a:avLst/>
            <a:gdLst/>
            <a:ahLst/>
            <a:cxnLst/>
            <a:rect l="0" t="0" r="0" b="0"/>
            <a:pathLst>
              <a:path w="452976" h="186292">
                <a:moveTo>
                  <a:pt x="0" y="186292"/>
                </a:moveTo>
                <a:lnTo>
                  <a:pt x="32355" y="175084"/>
                </a:lnTo>
                <a:lnTo>
                  <a:pt x="64711" y="163553"/>
                </a:lnTo>
                <a:lnTo>
                  <a:pt x="97066" y="151699"/>
                </a:lnTo>
                <a:lnTo>
                  <a:pt x="129422" y="139522"/>
                </a:lnTo>
                <a:lnTo>
                  <a:pt x="161777" y="127023"/>
                </a:lnTo>
                <a:lnTo>
                  <a:pt x="194133" y="114200"/>
                </a:lnTo>
                <a:lnTo>
                  <a:pt x="226488" y="101055"/>
                </a:lnTo>
                <a:lnTo>
                  <a:pt x="258843" y="87587"/>
                </a:lnTo>
                <a:lnTo>
                  <a:pt x="291199" y="73796"/>
                </a:lnTo>
                <a:lnTo>
                  <a:pt x="323554" y="59683"/>
                </a:lnTo>
                <a:lnTo>
                  <a:pt x="355910" y="45246"/>
                </a:lnTo>
                <a:lnTo>
                  <a:pt x="388265" y="30487"/>
                </a:lnTo>
                <a:lnTo>
                  <a:pt x="420620" y="15405"/>
                </a:lnTo>
                <a:lnTo>
                  <a:pt x="452976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59" name="knowledge-cross-edge">
            <a:extLst>
              <a:ext uri="{FF2B5EF4-FFF2-40B4-BE49-F238E27FC236}">
                <a16:creationId xmlns:a16="http://schemas.microsoft.com/office/drawing/2014/main" id="{35BA4EBF-63AD-4708-AA5B-8467CA9E3007}"/>
              </a:ext>
            </a:extLst>
          </p:cNvPr>
          <p:cNvSpPr>
            <a:spLocks noGrp="1"/>
          </p:cNvSpPr>
          <p:nvPr/>
        </p:nvSpPr>
        <p:spPr>
          <a:xfrm>
            <a:off x="10462168" y="5052704"/>
            <a:ext cx="428482" cy="65349"/>
          </a:xfrm>
          <a:custGeom>
            <a:avLst/>
            <a:gdLst/>
            <a:ahLst/>
            <a:cxnLst/>
            <a:rect l="0" t="0" r="0" b="0"/>
            <a:pathLst>
              <a:path w="428482" h="65349">
                <a:moveTo>
                  <a:pt x="0" y="65349"/>
                </a:moveTo>
                <a:lnTo>
                  <a:pt x="50259" y="53284"/>
                </a:lnTo>
                <a:lnTo>
                  <a:pt x="97872" y="42447"/>
                </a:lnTo>
                <a:lnTo>
                  <a:pt x="142839" y="32839"/>
                </a:lnTo>
                <a:lnTo>
                  <a:pt x="185161" y="24461"/>
                </a:lnTo>
                <a:lnTo>
                  <a:pt x="224836" y="17312"/>
                </a:lnTo>
                <a:lnTo>
                  <a:pt x="261866" y="11391"/>
                </a:lnTo>
                <a:lnTo>
                  <a:pt x="296250" y="6700"/>
                </a:lnTo>
                <a:lnTo>
                  <a:pt x="327988" y="3237"/>
                </a:lnTo>
                <a:lnTo>
                  <a:pt x="357080" y="1004"/>
                </a:lnTo>
                <a:lnTo>
                  <a:pt x="383527" y="0"/>
                </a:lnTo>
                <a:lnTo>
                  <a:pt x="407327" y="225"/>
                </a:lnTo>
                <a:lnTo>
                  <a:pt x="428482" y="1679"/>
                </a:lnTo>
              </a:path>
            </a:pathLst>
          </a:custGeom>
          <a:noFill/>
          <a:ln w="5334">
            <a:solidFill>
              <a:srgbClr val="B4B521">
                <a:alpha val="13000"/>
              </a:srgbClr>
            </a:solidFill>
            <a:prstDash val="solid"/>
          </a:ln>
        </p:spPr>
      </p:sp>
      <p:sp>
        <p:nvSpPr>
          <p:cNvPr id="360" name="knowledge-long-edge">
            <a:extLst>
              <a:ext uri="{FF2B5EF4-FFF2-40B4-BE49-F238E27FC236}">
                <a16:creationId xmlns:a16="http://schemas.microsoft.com/office/drawing/2014/main" id="{C663C3F2-4C40-40B2-9A55-DF9DD91D7E14}"/>
              </a:ext>
            </a:extLst>
          </p:cNvPr>
          <p:cNvSpPr>
            <a:spLocks noGrp="1"/>
          </p:cNvSpPr>
          <p:nvPr/>
        </p:nvSpPr>
        <p:spPr>
          <a:xfrm>
            <a:off x="10462168" y="4660052"/>
            <a:ext cx="990614" cy="458002"/>
          </a:xfrm>
          <a:custGeom>
            <a:avLst/>
            <a:gdLst/>
            <a:ahLst/>
            <a:cxnLst/>
            <a:rect l="0" t="0" r="0" b="0"/>
            <a:pathLst>
              <a:path w="990614" h="458002">
                <a:moveTo>
                  <a:pt x="0" y="458002"/>
                </a:moveTo>
                <a:lnTo>
                  <a:pt x="61913" y="369753"/>
                </a:lnTo>
                <a:lnTo>
                  <a:pt x="123827" y="290937"/>
                </a:lnTo>
                <a:lnTo>
                  <a:pt x="185740" y="221554"/>
                </a:lnTo>
                <a:lnTo>
                  <a:pt x="247654" y="161605"/>
                </a:lnTo>
                <a:lnTo>
                  <a:pt x="309567" y="111088"/>
                </a:lnTo>
                <a:lnTo>
                  <a:pt x="371480" y="70004"/>
                </a:lnTo>
                <a:lnTo>
                  <a:pt x="433394" y="38353"/>
                </a:lnTo>
                <a:lnTo>
                  <a:pt x="495307" y="16136"/>
                </a:lnTo>
                <a:lnTo>
                  <a:pt x="557220" y="3351"/>
                </a:lnTo>
                <a:lnTo>
                  <a:pt x="619134" y="0"/>
                </a:lnTo>
                <a:lnTo>
                  <a:pt x="681047" y="6082"/>
                </a:lnTo>
                <a:lnTo>
                  <a:pt x="742961" y="21596"/>
                </a:lnTo>
                <a:lnTo>
                  <a:pt x="804874" y="46544"/>
                </a:lnTo>
                <a:lnTo>
                  <a:pt x="866787" y="80925"/>
                </a:lnTo>
                <a:lnTo>
                  <a:pt x="928701" y="124739"/>
                </a:lnTo>
                <a:lnTo>
                  <a:pt x="990614" y="177986"/>
                </a:lnTo>
              </a:path>
            </a:pathLst>
          </a:custGeom>
          <a:noFill/>
          <a:ln w="4286">
            <a:solidFill>
              <a:srgbClr val="B4B521">
                <a:alpha val="9000"/>
              </a:srgbClr>
            </a:solidFill>
            <a:prstDash val="solid"/>
          </a:ln>
        </p:spPr>
      </p:sp>
      <p:sp>
        <p:nvSpPr>
          <p:cNvPr id="361" name="knowledge-edge">
            <a:extLst>
              <a:ext uri="{FF2B5EF4-FFF2-40B4-BE49-F238E27FC236}">
                <a16:creationId xmlns:a16="http://schemas.microsoft.com/office/drawing/2014/main" id="{064197B1-66E6-451D-BE92-8F4BDED98D9C}"/>
              </a:ext>
            </a:extLst>
          </p:cNvPr>
          <p:cNvSpPr>
            <a:spLocks noGrp="1"/>
          </p:cNvSpPr>
          <p:nvPr/>
        </p:nvSpPr>
        <p:spPr>
          <a:xfrm>
            <a:off x="10406051" y="5054383"/>
            <a:ext cx="484599" cy="185476"/>
          </a:xfrm>
          <a:custGeom>
            <a:avLst/>
            <a:gdLst/>
            <a:ahLst/>
            <a:cxnLst/>
            <a:rect l="0" t="0" r="0" b="0"/>
            <a:pathLst>
              <a:path w="484599" h="185476">
                <a:moveTo>
                  <a:pt x="0" y="185476"/>
                </a:moveTo>
                <a:lnTo>
                  <a:pt x="34614" y="171254"/>
                </a:lnTo>
                <a:lnTo>
                  <a:pt x="69228" y="157183"/>
                </a:lnTo>
                <a:lnTo>
                  <a:pt x="103843" y="143261"/>
                </a:lnTo>
                <a:lnTo>
                  <a:pt x="138457" y="129489"/>
                </a:lnTo>
                <a:lnTo>
                  <a:pt x="173071" y="115866"/>
                </a:lnTo>
                <a:lnTo>
                  <a:pt x="207685" y="102393"/>
                </a:lnTo>
                <a:lnTo>
                  <a:pt x="242299" y="89070"/>
                </a:lnTo>
                <a:lnTo>
                  <a:pt x="276913" y="75897"/>
                </a:lnTo>
                <a:lnTo>
                  <a:pt x="311528" y="62873"/>
                </a:lnTo>
                <a:lnTo>
                  <a:pt x="346142" y="49999"/>
                </a:lnTo>
                <a:lnTo>
                  <a:pt x="380756" y="37275"/>
                </a:lnTo>
                <a:lnTo>
                  <a:pt x="415370" y="24700"/>
                </a:lnTo>
                <a:lnTo>
                  <a:pt x="449984" y="12275"/>
                </a:lnTo>
                <a:lnTo>
                  <a:pt x="484599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62" name="knowledge-cross-edge">
            <a:extLst>
              <a:ext uri="{FF2B5EF4-FFF2-40B4-BE49-F238E27FC236}">
                <a16:creationId xmlns:a16="http://schemas.microsoft.com/office/drawing/2014/main" id="{D55FEB45-ED93-4A16-8BE0-099330D33B6B}"/>
              </a:ext>
            </a:extLst>
          </p:cNvPr>
          <p:cNvSpPr>
            <a:spLocks noGrp="1"/>
          </p:cNvSpPr>
          <p:nvPr/>
        </p:nvSpPr>
        <p:spPr>
          <a:xfrm>
            <a:off x="10406051" y="5205267"/>
            <a:ext cx="649382" cy="98924"/>
          </a:xfrm>
          <a:custGeom>
            <a:avLst/>
            <a:gdLst/>
            <a:ahLst/>
            <a:cxnLst/>
            <a:rect l="0" t="0" r="0" b="0"/>
            <a:pathLst>
              <a:path w="649382" h="98924">
                <a:moveTo>
                  <a:pt x="0" y="34592"/>
                </a:moveTo>
                <a:lnTo>
                  <a:pt x="68667" y="20691"/>
                </a:lnTo>
                <a:lnTo>
                  <a:pt x="134689" y="10292"/>
                </a:lnTo>
                <a:lnTo>
                  <a:pt x="198064" y="3395"/>
                </a:lnTo>
                <a:lnTo>
                  <a:pt x="258794" y="0"/>
                </a:lnTo>
                <a:lnTo>
                  <a:pt x="316878" y="108"/>
                </a:lnTo>
                <a:lnTo>
                  <a:pt x="372316" y="3717"/>
                </a:lnTo>
                <a:lnTo>
                  <a:pt x="425108" y="10830"/>
                </a:lnTo>
                <a:lnTo>
                  <a:pt x="475255" y="21444"/>
                </a:lnTo>
                <a:lnTo>
                  <a:pt x="522755" y="35561"/>
                </a:lnTo>
                <a:lnTo>
                  <a:pt x="567610" y="53179"/>
                </a:lnTo>
                <a:lnTo>
                  <a:pt x="609819" y="74301"/>
                </a:lnTo>
                <a:lnTo>
                  <a:pt x="649382" y="98924"/>
                </a:lnTo>
              </a:path>
            </a:pathLst>
          </a:custGeom>
          <a:noFill/>
          <a:ln w="5334">
            <a:solidFill>
              <a:srgbClr val="B4B521">
                <a:alpha val="13000"/>
              </a:srgbClr>
            </a:solidFill>
            <a:prstDash val="solid"/>
          </a:ln>
        </p:spPr>
      </p:sp>
      <p:sp>
        <p:nvSpPr>
          <p:cNvPr id="363" name="knowledge-edge">
            <a:extLst>
              <a:ext uri="{FF2B5EF4-FFF2-40B4-BE49-F238E27FC236}">
                <a16:creationId xmlns:a16="http://schemas.microsoft.com/office/drawing/2014/main" id="{3F7C8E9A-9323-4182-A58D-86F1560669C1}"/>
              </a:ext>
            </a:extLst>
          </p:cNvPr>
          <p:cNvSpPr>
            <a:spLocks noGrp="1"/>
          </p:cNvSpPr>
          <p:nvPr/>
        </p:nvSpPr>
        <p:spPr>
          <a:xfrm>
            <a:off x="10650778" y="5304191"/>
            <a:ext cx="404655" cy="193461"/>
          </a:xfrm>
          <a:custGeom>
            <a:avLst/>
            <a:gdLst/>
            <a:ahLst/>
            <a:cxnLst/>
            <a:rect l="0" t="0" r="0" b="0"/>
            <a:pathLst>
              <a:path w="404655" h="193461">
                <a:moveTo>
                  <a:pt x="0" y="193461"/>
                </a:moveTo>
                <a:lnTo>
                  <a:pt x="28904" y="174216"/>
                </a:lnTo>
                <a:lnTo>
                  <a:pt x="57808" y="155805"/>
                </a:lnTo>
                <a:lnTo>
                  <a:pt x="86712" y="138230"/>
                </a:lnTo>
                <a:lnTo>
                  <a:pt x="115616" y="121489"/>
                </a:lnTo>
                <a:lnTo>
                  <a:pt x="144519" y="105583"/>
                </a:lnTo>
                <a:lnTo>
                  <a:pt x="173423" y="90512"/>
                </a:lnTo>
                <a:lnTo>
                  <a:pt x="202327" y="76276"/>
                </a:lnTo>
                <a:lnTo>
                  <a:pt x="231231" y="62875"/>
                </a:lnTo>
                <a:lnTo>
                  <a:pt x="260135" y="50308"/>
                </a:lnTo>
                <a:lnTo>
                  <a:pt x="289039" y="38577"/>
                </a:lnTo>
                <a:lnTo>
                  <a:pt x="317943" y="27680"/>
                </a:lnTo>
                <a:lnTo>
                  <a:pt x="346847" y="17619"/>
                </a:lnTo>
                <a:lnTo>
                  <a:pt x="375751" y="8392"/>
                </a:lnTo>
                <a:lnTo>
                  <a:pt x="404655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64" name="knowledge-edge">
            <a:extLst>
              <a:ext uri="{FF2B5EF4-FFF2-40B4-BE49-F238E27FC236}">
                <a16:creationId xmlns:a16="http://schemas.microsoft.com/office/drawing/2014/main" id="{8F4440EB-CD6F-4439-A723-3284AAEC61B2}"/>
              </a:ext>
            </a:extLst>
          </p:cNvPr>
          <p:cNvSpPr>
            <a:spLocks noGrp="1"/>
          </p:cNvSpPr>
          <p:nvPr/>
        </p:nvSpPr>
        <p:spPr>
          <a:xfrm>
            <a:off x="10573000" y="5770757"/>
            <a:ext cx="387149" cy="53682"/>
          </a:xfrm>
          <a:custGeom>
            <a:avLst/>
            <a:gdLst/>
            <a:ahLst/>
            <a:cxnLst/>
            <a:rect l="0" t="0" r="0" b="0"/>
            <a:pathLst>
              <a:path w="387149" h="53682">
                <a:moveTo>
                  <a:pt x="0" y="0"/>
                </a:moveTo>
                <a:lnTo>
                  <a:pt x="27654" y="11153"/>
                </a:lnTo>
                <a:lnTo>
                  <a:pt x="55307" y="21009"/>
                </a:lnTo>
                <a:lnTo>
                  <a:pt x="82961" y="29567"/>
                </a:lnTo>
                <a:lnTo>
                  <a:pt x="110614" y="36829"/>
                </a:lnTo>
                <a:lnTo>
                  <a:pt x="138268" y="42794"/>
                </a:lnTo>
                <a:lnTo>
                  <a:pt x="165921" y="47462"/>
                </a:lnTo>
                <a:lnTo>
                  <a:pt x="193575" y="50832"/>
                </a:lnTo>
                <a:lnTo>
                  <a:pt x="221228" y="52906"/>
                </a:lnTo>
                <a:lnTo>
                  <a:pt x="248882" y="53682"/>
                </a:lnTo>
                <a:lnTo>
                  <a:pt x="276535" y="53162"/>
                </a:lnTo>
                <a:lnTo>
                  <a:pt x="304189" y="51345"/>
                </a:lnTo>
                <a:lnTo>
                  <a:pt x="331842" y="48230"/>
                </a:lnTo>
                <a:lnTo>
                  <a:pt x="359496" y="43819"/>
                </a:lnTo>
                <a:lnTo>
                  <a:pt x="387149" y="3811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65" name="knowledge-edge">
            <a:extLst>
              <a:ext uri="{FF2B5EF4-FFF2-40B4-BE49-F238E27FC236}">
                <a16:creationId xmlns:a16="http://schemas.microsoft.com/office/drawing/2014/main" id="{45F7BA67-4347-4349-AC62-2F669C996F75}"/>
              </a:ext>
            </a:extLst>
          </p:cNvPr>
          <p:cNvSpPr>
            <a:spLocks noGrp="1"/>
          </p:cNvSpPr>
          <p:nvPr/>
        </p:nvSpPr>
        <p:spPr>
          <a:xfrm>
            <a:off x="10636745" y="5985569"/>
            <a:ext cx="155546" cy="135043"/>
          </a:xfrm>
          <a:custGeom>
            <a:avLst/>
            <a:gdLst/>
            <a:ahLst/>
            <a:cxnLst/>
            <a:rect l="0" t="0" r="0" b="0"/>
            <a:pathLst>
              <a:path w="155546" h="135043">
                <a:moveTo>
                  <a:pt x="0" y="135043"/>
                </a:moveTo>
                <a:lnTo>
                  <a:pt x="11110" y="107860"/>
                </a:lnTo>
                <a:lnTo>
                  <a:pt x="22221" y="83722"/>
                </a:lnTo>
                <a:lnTo>
                  <a:pt x="33331" y="62628"/>
                </a:lnTo>
                <a:lnTo>
                  <a:pt x="44442" y="44579"/>
                </a:lnTo>
                <a:lnTo>
                  <a:pt x="55552" y="29574"/>
                </a:lnTo>
                <a:lnTo>
                  <a:pt x="66663" y="17613"/>
                </a:lnTo>
                <a:lnTo>
                  <a:pt x="77773" y="8698"/>
                </a:lnTo>
                <a:lnTo>
                  <a:pt x="88884" y="2827"/>
                </a:lnTo>
                <a:lnTo>
                  <a:pt x="99994" y="0"/>
                </a:lnTo>
                <a:lnTo>
                  <a:pt x="111104" y="218"/>
                </a:lnTo>
                <a:lnTo>
                  <a:pt x="122215" y="3480"/>
                </a:lnTo>
                <a:lnTo>
                  <a:pt x="133325" y="9787"/>
                </a:lnTo>
                <a:lnTo>
                  <a:pt x="144436" y="19139"/>
                </a:lnTo>
                <a:lnTo>
                  <a:pt x="155546" y="31535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66" name="knowledge-edge">
            <a:extLst>
              <a:ext uri="{FF2B5EF4-FFF2-40B4-BE49-F238E27FC236}">
                <a16:creationId xmlns:a16="http://schemas.microsoft.com/office/drawing/2014/main" id="{C2C39146-440D-4A1C-A829-7E264194A5FC}"/>
              </a:ext>
            </a:extLst>
          </p:cNvPr>
          <p:cNvSpPr>
            <a:spLocks noGrp="1"/>
          </p:cNvSpPr>
          <p:nvPr/>
        </p:nvSpPr>
        <p:spPr>
          <a:xfrm>
            <a:off x="10533210" y="6242623"/>
            <a:ext cx="277311" cy="94582"/>
          </a:xfrm>
          <a:custGeom>
            <a:avLst/>
            <a:gdLst/>
            <a:ahLst/>
            <a:cxnLst/>
            <a:rect l="0" t="0" r="0" b="0"/>
            <a:pathLst>
              <a:path w="277311" h="94582">
                <a:moveTo>
                  <a:pt x="0" y="81727"/>
                </a:moveTo>
                <a:lnTo>
                  <a:pt x="19808" y="87656"/>
                </a:lnTo>
                <a:lnTo>
                  <a:pt x="39616" y="91775"/>
                </a:lnTo>
                <a:lnTo>
                  <a:pt x="59424" y="94084"/>
                </a:lnTo>
                <a:lnTo>
                  <a:pt x="79232" y="94582"/>
                </a:lnTo>
                <a:lnTo>
                  <a:pt x="99040" y="93270"/>
                </a:lnTo>
                <a:lnTo>
                  <a:pt x="118848" y="90148"/>
                </a:lnTo>
                <a:lnTo>
                  <a:pt x="138656" y="85215"/>
                </a:lnTo>
                <a:lnTo>
                  <a:pt x="158463" y="78472"/>
                </a:lnTo>
                <a:lnTo>
                  <a:pt x="178271" y="69919"/>
                </a:lnTo>
                <a:lnTo>
                  <a:pt x="198079" y="59556"/>
                </a:lnTo>
                <a:lnTo>
                  <a:pt x="217887" y="47382"/>
                </a:lnTo>
                <a:lnTo>
                  <a:pt x="237695" y="33399"/>
                </a:lnTo>
                <a:lnTo>
                  <a:pt x="257503" y="17604"/>
                </a:lnTo>
                <a:lnTo>
                  <a:pt x="277311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67" name="knowledge-edge">
            <a:extLst>
              <a:ext uri="{FF2B5EF4-FFF2-40B4-BE49-F238E27FC236}">
                <a16:creationId xmlns:a16="http://schemas.microsoft.com/office/drawing/2014/main" id="{1D649714-0075-48C8-8FA6-270754058957}"/>
              </a:ext>
            </a:extLst>
          </p:cNvPr>
          <p:cNvSpPr>
            <a:spLocks noGrp="1"/>
          </p:cNvSpPr>
          <p:nvPr/>
        </p:nvSpPr>
        <p:spPr>
          <a:xfrm>
            <a:off x="11049859" y="4829564"/>
            <a:ext cx="402923" cy="106043"/>
          </a:xfrm>
          <a:custGeom>
            <a:avLst/>
            <a:gdLst/>
            <a:ahLst/>
            <a:cxnLst/>
            <a:rect l="0" t="0" r="0" b="0"/>
            <a:pathLst>
              <a:path w="402923" h="106043">
                <a:moveTo>
                  <a:pt x="0" y="106043"/>
                </a:moveTo>
                <a:lnTo>
                  <a:pt x="28780" y="87499"/>
                </a:lnTo>
                <a:lnTo>
                  <a:pt x="57560" y="70736"/>
                </a:lnTo>
                <a:lnTo>
                  <a:pt x="86341" y="55754"/>
                </a:lnTo>
                <a:lnTo>
                  <a:pt x="115121" y="42552"/>
                </a:lnTo>
                <a:lnTo>
                  <a:pt x="143901" y="31131"/>
                </a:lnTo>
                <a:lnTo>
                  <a:pt x="172681" y="21491"/>
                </a:lnTo>
                <a:lnTo>
                  <a:pt x="201461" y="13631"/>
                </a:lnTo>
                <a:lnTo>
                  <a:pt x="230242" y="7553"/>
                </a:lnTo>
                <a:lnTo>
                  <a:pt x="259022" y="3254"/>
                </a:lnTo>
                <a:lnTo>
                  <a:pt x="287802" y="737"/>
                </a:lnTo>
                <a:lnTo>
                  <a:pt x="316582" y="0"/>
                </a:lnTo>
                <a:lnTo>
                  <a:pt x="345363" y="1044"/>
                </a:lnTo>
                <a:lnTo>
                  <a:pt x="374143" y="3868"/>
                </a:lnTo>
                <a:lnTo>
                  <a:pt x="402923" y="8474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68" name="knowledge-edge">
            <a:extLst>
              <a:ext uri="{FF2B5EF4-FFF2-40B4-BE49-F238E27FC236}">
                <a16:creationId xmlns:a16="http://schemas.microsoft.com/office/drawing/2014/main" id="{BCE9A1EB-4372-45CB-8E04-FFF05E532074}"/>
              </a:ext>
            </a:extLst>
          </p:cNvPr>
          <p:cNvSpPr>
            <a:spLocks noGrp="1"/>
          </p:cNvSpPr>
          <p:nvPr/>
        </p:nvSpPr>
        <p:spPr>
          <a:xfrm>
            <a:off x="10915143" y="4854661"/>
            <a:ext cx="516329" cy="77101"/>
          </a:xfrm>
          <a:custGeom>
            <a:avLst/>
            <a:gdLst/>
            <a:ahLst/>
            <a:cxnLst/>
            <a:rect l="0" t="0" r="0" b="0"/>
            <a:pathLst>
              <a:path w="516329" h="77101">
                <a:moveTo>
                  <a:pt x="0" y="77101"/>
                </a:moveTo>
                <a:lnTo>
                  <a:pt x="36881" y="67108"/>
                </a:lnTo>
                <a:lnTo>
                  <a:pt x="73761" y="57805"/>
                </a:lnTo>
                <a:lnTo>
                  <a:pt x="110642" y="49193"/>
                </a:lnTo>
                <a:lnTo>
                  <a:pt x="147522" y="41270"/>
                </a:lnTo>
                <a:lnTo>
                  <a:pt x="184403" y="34038"/>
                </a:lnTo>
                <a:lnTo>
                  <a:pt x="221284" y="27495"/>
                </a:lnTo>
                <a:lnTo>
                  <a:pt x="258164" y="21643"/>
                </a:lnTo>
                <a:lnTo>
                  <a:pt x="295045" y="16481"/>
                </a:lnTo>
                <a:lnTo>
                  <a:pt x="331925" y="12009"/>
                </a:lnTo>
                <a:lnTo>
                  <a:pt x="368806" y="8227"/>
                </a:lnTo>
                <a:lnTo>
                  <a:pt x="405687" y="5135"/>
                </a:lnTo>
                <a:lnTo>
                  <a:pt x="442567" y="2733"/>
                </a:lnTo>
                <a:lnTo>
                  <a:pt x="479448" y="1021"/>
                </a:lnTo>
                <a:lnTo>
                  <a:pt x="516329" y="0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69" name="knowledge-cross-edge">
            <a:extLst>
              <a:ext uri="{FF2B5EF4-FFF2-40B4-BE49-F238E27FC236}">
                <a16:creationId xmlns:a16="http://schemas.microsoft.com/office/drawing/2014/main" id="{B62A2335-307E-454D-9965-0D3214D5F2E5}"/>
              </a:ext>
            </a:extLst>
          </p:cNvPr>
          <p:cNvSpPr>
            <a:spLocks noGrp="1"/>
          </p:cNvSpPr>
          <p:nvPr/>
        </p:nvSpPr>
        <p:spPr>
          <a:xfrm>
            <a:off x="10915143" y="4921814"/>
            <a:ext cx="537029" cy="172549"/>
          </a:xfrm>
          <a:custGeom>
            <a:avLst/>
            <a:gdLst/>
            <a:ahLst/>
            <a:cxnLst/>
            <a:rect l="0" t="0" r="0" b="0"/>
            <a:pathLst>
              <a:path w="537029" h="172549">
                <a:moveTo>
                  <a:pt x="0" y="9948"/>
                </a:moveTo>
                <a:lnTo>
                  <a:pt x="59304" y="3121"/>
                </a:lnTo>
                <a:lnTo>
                  <a:pt x="115963" y="0"/>
                </a:lnTo>
                <a:lnTo>
                  <a:pt x="169976" y="583"/>
                </a:lnTo>
                <a:lnTo>
                  <a:pt x="221343" y="4872"/>
                </a:lnTo>
                <a:lnTo>
                  <a:pt x="270064" y="12864"/>
                </a:lnTo>
                <a:lnTo>
                  <a:pt x="316139" y="24562"/>
                </a:lnTo>
                <a:lnTo>
                  <a:pt x="359569" y="39965"/>
                </a:lnTo>
                <a:lnTo>
                  <a:pt x="400352" y="59072"/>
                </a:lnTo>
                <a:lnTo>
                  <a:pt x="438490" y="81884"/>
                </a:lnTo>
                <a:lnTo>
                  <a:pt x="473982" y="108401"/>
                </a:lnTo>
                <a:lnTo>
                  <a:pt x="506828" y="138622"/>
                </a:lnTo>
                <a:lnTo>
                  <a:pt x="537029" y="172549"/>
                </a:lnTo>
              </a:path>
            </a:pathLst>
          </a:custGeom>
          <a:noFill/>
          <a:ln w="5334">
            <a:solidFill>
              <a:srgbClr val="9BB22B">
                <a:alpha val="13000"/>
              </a:srgbClr>
            </a:solidFill>
            <a:prstDash val="solid"/>
          </a:ln>
        </p:spPr>
      </p:sp>
      <p:sp>
        <p:nvSpPr>
          <p:cNvPr id="370" name="knowledge-long-edge">
            <a:extLst>
              <a:ext uri="{FF2B5EF4-FFF2-40B4-BE49-F238E27FC236}">
                <a16:creationId xmlns:a16="http://schemas.microsoft.com/office/drawing/2014/main" id="{762891F4-C8DA-4EB3-AE80-8DDA78975C48}"/>
              </a:ext>
            </a:extLst>
          </p:cNvPr>
          <p:cNvSpPr>
            <a:spLocks noGrp="1"/>
          </p:cNvSpPr>
          <p:nvPr/>
        </p:nvSpPr>
        <p:spPr>
          <a:xfrm>
            <a:off x="10915143" y="4271644"/>
            <a:ext cx="726853" cy="660117"/>
          </a:xfrm>
          <a:custGeom>
            <a:avLst/>
            <a:gdLst/>
            <a:ahLst/>
            <a:cxnLst/>
            <a:rect l="0" t="0" r="0" b="0"/>
            <a:pathLst>
              <a:path w="726853" h="660117">
                <a:moveTo>
                  <a:pt x="0" y="660117"/>
                </a:moveTo>
                <a:lnTo>
                  <a:pt x="45428" y="536854"/>
                </a:lnTo>
                <a:lnTo>
                  <a:pt x="90857" y="426314"/>
                </a:lnTo>
                <a:lnTo>
                  <a:pt x="136285" y="328496"/>
                </a:lnTo>
                <a:lnTo>
                  <a:pt x="181713" y="243400"/>
                </a:lnTo>
                <a:lnTo>
                  <a:pt x="227141" y="171027"/>
                </a:lnTo>
                <a:lnTo>
                  <a:pt x="272570" y="111377"/>
                </a:lnTo>
                <a:lnTo>
                  <a:pt x="317998" y="64449"/>
                </a:lnTo>
                <a:lnTo>
                  <a:pt x="363426" y="30243"/>
                </a:lnTo>
                <a:lnTo>
                  <a:pt x="408855" y="8760"/>
                </a:lnTo>
                <a:lnTo>
                  <a:pt x="454283" y="0"/>
                </a:lnTo>
                <a:lnTo>
                  <a:pt x="499711" y="3962"/>
                </a:lnTo>
                <a:lnTo>
                  <a:pt x="545139" y="20647"/>
                </a:lnTo>
                <a:lnTo>
                  <a:pt x="590568" y="50054"/>
                </a:lnTo>
                <a:lnTo>
                  <a:pt x="635996" y="92183"/>
                </a:lnTo>
                <a:lnTo>
                  <a:pt x="681424" y="147035"/>
                </a:lnTo>
                <a:lnTo>
                  <a:pt x="726853" y="214610"/>
                </a:lnTo>
              </a:path>
            </a:pathLst>
          </a:custGeom>
          <a:noFill/>
          <a:ln w="4286">
            <a:solidFill>
              <a:srgbClr val="9BB22B">
                <a:alpha val="9000"/>
              </a:srgbClr>
            </a:solidFill>
            <a:prstDash val="solid"/>
          </a:ln>
        </p:spPr>
      </p:sp>
      <p:sp>
        <p:nvSpPr>
          <p:cNvPr id="371" name="knowledge-edge">
            <a:extLst>
              <a:ext uri="{FF2B5EF4-FFF2-40B4-BE49-F238E27FC236}">
                <a16:creationId xmlns:a16="http://schemas.microsoft.com/office/drawing/2014/main" id="{C96CDF87-5B0F-44D9-8CF9-CD387ED1F053}"/>
              </a:ext>
            </a:extLst>
          </p:cNvPr>
          <p:cNvSpPr>
            <a:spLocks noGrp="1"/>
          </p:cNvSpPr>
          <p:nvPr/>
        </p:nvSpPr>
        <p:spPr>
          <a:xfrm>
            <a:off x="10890649" y="5012422"/>
            <a:ext cx="561523" cy="81941"/>
          </a:xfrm>
          <a:custGeom>
            <a:avLst/>
            <a:gdLst/>
            <a:ahLst/>
            <a:cxnLst/>
            <a:rect l="0" t="0" r="0" b="0"/>
            <a:pathLst>
              <a:path w="561523" h="81941">
                <a:moveTo>
                  <a:pt x="0" y="41961"/>
                </a:moveTo>
                <a:lnTo>
                  <a:pt x="40109" y="28812"/>
                </a:lnTo>
                <a:lnTo>
                  <a:pt x="80218" y="18125"/>
                </a:lnTo>
                <a:lnTo>
                  <a:pt x="120326" y="9900"/>
                </a:lnTo>
                <a:lnTo>
                  <a:pt x="160435" y="4138"/>
                </a:lnTo>
                <a:lnTo>
                  <a:pt x="200544" y="838"/>
                </a:lnTo>
                <a:lnTo>
                  <a:pt x="240653" y="0"/>
                </a:lnTo>
                <a:lnTo>
                  <a:pt x="280761" y="1625"/>
                </a:lnTo>
                <a:lnTo>
                  <a:pt x="320870" y="5711"/>
                </a:lnTo>
                <a:lnTo>
                  <a:pt x="360979" y="12261"/>
                </a:lnTo>
                <a:lnTo>
                  <a:pt x="401088" y="21272"/>
                </a:lnTo>
                <a:lnTo>
                  <a:pt x="441196" y="32746"/>
                </a:lnTo>
                <a:lnTo>
                  <a:pt x="481305" y="46682"/>
                </a:lnTo>
                <a:lnTo>
                  <a:pt x="521414" y="63080"/>
                </a:lnTo>
                <a:lnTo>
                  <a:pt x="561523" y="81941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72" name="knowledge-cross-edge">
            <a:extLst>
              <a:ext uri="{FF2B5EF4-FFF2-40B4-BE49-F238E27FC236}">
                <a16:creationId xmlns:a16="http://schemas.microsoft.com/office/drawing/2014/main" id="{87FA6CF2-51A3-4FC3-A0C1-65B8EEDDCCBD}"/>
              </a:ext>
            </a:extLst>
          </p:cNvPr>
          <p:cNvSpPr>
            <a:spLocks noGrp="1"/>
          </p:cNvSpPr>
          <p:nvPr/>
        </p:nvSpPr>
        <p:spPr>
          <a:xfrm>
            <a:off x="10890649" y="5054245"/>
            <a:ext cx="433460" cy="187295"/>
          </a:xfrm>
          <a:custGeom>
            <a:avLst/>
            <a:gdLst/>
            <a:ahLst/>
            <a:cxnLst/>
            <a:rect l="0" t="0" r="0" b="0"/>
            <a:pathLst>
              <a:path w="433460" h="187295">
                <a:moveTo>
                  <a:pt x="0" y="138"/>
                </a:moveTo>
                <a:lnTo>
                  <a:pt x="50674" y="0"/>
                </a:lnTo>
                <a:lnTo>
                  <a:pt x="98702" y="2723"/>
                </a:lnTo>
                <a:lnTo>
                  <a:pt x="144084" y="8307"/>
                </a:lnTo>
                <a:lnTo>
                  <a:pt x="186820" y="16751"/>
                </a:lnTo>
                <a:lnTo>
                  <a:pt x="226910" y="28056"/>
                </a:lnTo>
                <a:lnTo>
                  <a:pt x="264355" y="42222"/>
                </a:lnTo>
                <a:lnTo>
                  <a:pt x="299154" y="59249"/>
                </a:lnTo>
                <a:lnTo>
                  <a:pt x="331307" y="79137"/>
                </a:lnTo>
                <a:lnTo>
                  <a:pt x="360814" y="101885"/>
                </a:lnTo>
                <a:lnTo>
                  <a:pt x="387675" y="127495"/>
                </a:lnTo>
                <a:lnTo>
                  <a:pt x="411890" y="155965"/>
                </a:lnTo>
                <a:lnTo>
                  <a:pt x="433460" y="187295"/>
                </a:lnTo>
              </a:path>
            </a:pathLst>
          </a:custGeom>
          <a:noFill/>
          <a:ln w="5334">
            <a:solidFill>
              <a:srgbClr val="9BB22B">
                <a:alpha val="13000"/>
              </a:srgbClr>
            </a:solidFill>
            <a:prstDash val="solid"/>
          </a:ln>
        </p:spPr>
      </p:sp>
      <p:sp>
        <p:nvSpPr>
          <p:cNvPr id="373" name="knowledge-cross-edge">
            <a:extLst>
              <a:ext uri="{FF2B5EF4-FFF2-40B4-BE49-F238E27FC236}">
                <a16:creationId xmlns:a16="http://schemas.microsoft.com/office/drawing/2014/main" id="{3B5A95B6-71F9-4A8E-863C-4BFCDD7C4533}"/>
              </a:ext>
            </a:extLst>
          </p:cNvPr>
          <p:cNvSpPr>
            <a:spLocks noGrp="1"/>
          </p:cNvSpPr>
          <p:nvPr/>
        </p:nvSpPr>
        <p:spPr>
          <a:xfrm>
            <a:off x="10890649" y="4838617"/>
            <a:ext cx="540822" cy="215766"/>
          </a:xfrm>
          <a:custGeom>
            <a:avLst/>
            <a:gdLst/>
            <a:ahLst/>
            <a:cxnLst/>
            <a:rect l="0" t="0" r="0" b="0"/>
            <a:pathLst>
              <a:path w="540822" h="215766">
                <a:moveTo>
                  <a:pt x="0" y="215766"/>
                </a:moveTo>
                <a:lnTo>
                  <a:pt x="30516" y="172244"/>
                </a:lnTo>
                <a:lnTo>
                  <a:pt x="63679" y="133609"/>
                </a:lnTo>
                <a:lnTo>
                  <a:pt x="99487" y="99861"/>
                </a:lnTo>
                <a:lnTo>
                  <a:pt x="137941" y="71000"/>
                </a:lnTo>
                <a:lnTo>
                  <a:pt x="179041" y="47026"/>
                </a:lnTo>
                <a:lnTo>
                  <a:pt x="222786" y="27939"/>
                </a:lnTo>
                <a:lnTo>
                  <a:pt x="269178" y="13739"/>
                </a:lnTo>
                <a:lnTo>
                  <a:pt x="318215" y="4426"/>
                </a:lnTo>
                <a:lnTo>
                  <a:pt x="369898" y="0"/>
                </a:lnTo>
                <a:lnTo>
                  <a:pt x="424227" y="461"/>
                </a:lnTo>
                <a:lnTo>
                  <a:pt x="481202" y="5809"/>
                </a:lnTo>
                <a:lnTo>
                  <a:pt x="540822" y="16044"/>
                </a:lnTo>
              </a:path>
            </a:pathLst>
          </a:custGeom>
          <a:noFill/>
          <a:ln w="4953">
            <a:solidFill>
              <a:srgbClr val="9BB22B">
                <a:alpha val="12000"/>
              </a:srgbClr>
            </a:solidFill>
            <a:prstDash val="solid"/>
          </a:ln>
        </p:spPr>
      </p:sp>
      <p:sp>
        <p:nvSpPr>
          <p:cNvPr id="374" name="knowledge-edge">
            <a:extLst>
              <a:ext uri="{FF2B5EF4-FFF2-40B4-BE49-F238E27FC236}">
                <a16:creationId xmlns:a16="http://schemas.microsoft.com/office/drawing/2014/main" id="{CA8D92F0-0362-4B5B-B873-4C97A8D2E8C2}"/>
              </a:ext>
            </a:extLst>
          </p:cNvPr>
          <p:cNvSpPr>
            <a:spLocks noGrp="1"/>
          </p:cNvSpPr>
          <p:nvPr/>
        </p:nvSpPr>
        <p:spPr>
          <a:xfrm>
            <a:off x="11055433" y="5240296"/>
            <a:ext cx="268676" cy="63895"/>
          </a:xfrm>
          <a:custGeom>
            <a:avLst/>
            <a:gdLst/>
            <a:ahLst/>
            <a:cxnLst/>
            <a:rect l="0" t="0" r="0" b="0"/>
            <a:pathLst>
              <a:path w="268676" h="63895">
                <a:moveTo>
                  <a:pt x="0" y="63895"/>
                </a:moveTo>
                <a:lnTo>
                  <a:pt x="19191" y="53898"/>
                </a:lnTo>
                <a:lnTo>
                  <a:pt x="38382" y="44750"/>
                </a:lnTo>
                <a:lnTo>
                  <a:pt x="57574" y="36452"/>
                </a:lnTo>
                <a:lnTo>
                  <a:pt x="76765" y="29003"/>
                </a:lnTo>
                <a:lnTo>
                  <a:pt x="95956" y="22404"/>
                </a:lnTo>
                <a:lnTo>
                  <a:pt x="115147" y="16655"/>
                </a:lnTo>
                <a:lnTo>
                  <a:pt x="134338" y="11755"/>
                </a:lnTo>
                <a:lnTo>
                  <a:pt x="153529" y="7705"/>
                </a:lnTo>
                <a:lnTo>
                  <a:pt x="172721" y="4504"/>
                </a:lnTo>
                <a:lnTo>
                  <a:pt x="191912" y="2153"/>
                </a:lnTo>
                <a:lnTo>
                  <a:pt x="211103" y="652"/>
                </a:lnTo>
                <a:lnTo>
                  <a:pt x="230294" y="0"/>
                </a:lnTo>
                <a:lnTo>
                  <a:pt x="249485" y="198"/>
                </a:lnTo>
                <a:lnTo>
                  <a:pt x="268676" y="1245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75" name="knowledge-cross-edge">
            <a:extLst>
              <a:ext uri="{FF2B5EF4-FFF2-40B4-BE49-F238E27FC236}">
                <a16:creationId xmlns:a16="http://schemas.microsoft.com/office/drawing/2014/main" id="{E3F67FC7-A9E6-483B-893E-6347BE9031C9}"/>
              </a:ext>
            </a:extLst>
          </p:cNvPr>
          <p:cNvSpPr>
            <a:spLocks noGrp="1"/>
          </p:cNvSpPr>
          <p:nvPr/>
        </p:nvSpPr>
        <p:spPr>
          <a:xfrm>
            <a:off x="11055433" y="5303668"/>
            <a:ext cx="406755" cy="392150"/>
          </a:xfrm>
          <a:custGeom>
            <a:avLst/>
            <a:gdLst/>
            <a:ahLst/>
            <a:cxnLst/>
            <a:rect l="0" t="0" r="0" b="0"/>
            <a:pathLst>
              <a:path w="406755" h="392150">
                <a:moveTo>
                  <a:pt x="0" y="522"/>
                </a:moveTo>
                <a:lnTo>
                  <a:pt x="48448" y="0"/>
                </a:lnTo>
                <a:lnTo>
                  <a:pt x="94251" y="5506"/>
                </a:lnTo>
                <a:lnTo>
                  <a:pt x="137407" y="17042"/>
                </a:lnTo>
                <a:lnTo>
                  <a:pt x="177918" y="34605"/>
                </a:lnTo>
                <a:lnTo>
                  <a:pt x="215783" y="58198"/>
                </a:lnTo>
                <a:lnTo>
                  <a:pt x="251002" y="87819"/>
                </a:lnTo>
                <a:lnTo>
                  <a:pt x="283576" y="123469"/>
                </a:lnTo>
                <a:lnTo>
                  <a:pt x="313503" y="165148"/>
                </a:lnTo>
                <a:lnTo>
                  <a:pt x="340785" y="212855"/>
                </a:lnTo>
                <a:lnTo>
                  <a:pt x="365421" y="266592"/>
                </a:lnTo>
                <a:lnTo>
                  <a:pt x="387411" y="326356"/>
                </a:lnTo>
                <a:lnTo>
                  <a:pt x="406755" y="392150"/>
                </a:lnTo>
              </a:path>
            </a:pathLst>
          </a:custGeom>
          <a:noFill/>
          <a:ln w="5334">
            <a:solidFill>
              <a:srgbClr val="9BB22B">
                <a:alpha val="13000"/>
              </a:srgbClr>
            </a:solidFill>
            <a:prstDash val="solid"/>
          </a:ln>
        </p:spPr>
      </p:sp>
      <p:sp>
        <p:nvSpPr>
          <p:cNvPr id="376" name="knowledge-long-edge">
            <a:extLst>
              <a:ext uri="{FF2B5EF4-FFF2-40B4-BE49-F238E27FC236}">
                <a16:creationId xmlns:a16="http://schemas.microsoft.com/office/drawing/2014/main" id="{805C0CA2-5E60-4505-8D74-500B2CB12A9B}"/>
              </a:ext>
            </a:extLst>
          </p:cNvPr>
          <p:cNvSpPr>
            <a:spLocks noGrp="1"/>
          </p:cNvSpPr>
          <p:nvPr/>
        </p:nvSpPr>
        <p:spPr>
          <a:xfrm>
            <a:off x="11055433" y="4712132"/>
            <a:ext cx="563817" cy="592058"/>
          </a:xfrm>
          <a:custGeom>
            <a:avLst/>
            <a:gdLst/>
            <a:ahLst/>
            <a:cxnLst/>
            <a:rect l="0" t="0" r="0" b="0"/>
            <a:pathLst>
              <a:path w="563817" h="592058">
                <a:moveTo>
                  <a:pt x="0" y="592058"/>
                </a:moveTo>
                <a:lnTo>
                  <a:pt x="35239" y="476650"/>
                </a:lnTo>
                <a:lnTo>
                  <a:pt x="70477" y="373732"/>
                </a:lnTo>
                <a:lnTo>
                  <a:pt x="105716" y="283302"/>
                </a:lnTo>
                <a:lnTo>
                  <a:pt x="140954" y="205362"/>
                </a:lnTo>
                <a:lnTo>
                  <a:pt x="176193" y="139912"/>
                </a:lnTo>
                <a:lnTo>
                  <a:pt x="211431" y="86951"/>
                </a:lnTo>
                <a:lnTo>
                  <a:pt x="246670" y="46479"/>
                </a:lnTo>
                <a:lnTo>
                  <a:pt x="281909" y="18497"/>
                </a:lnTo>
                <a:lnTo>
                  <a:pt x="317147" y="3004"/>
                </a:lnTo>
                <a:lnTo>
                  <a:pt x="352386" y="0"/>
                </a:lnTo>
                <a:lnTo>
                  <a:pt x="387624" y="9486"/>
                </a:lnTo>
                <a:lnTo>
                  <a:pt x="422863" y="31461"/>
                </a:lnTo>
                <a:lnTo>
                  <a:pt x="458101" y="65925"/>
                </a:lnTo>
                <a:lnTo>
                  <a:pt x="493340" y="112879"/>
                </a:lnTo>
                <a:lnTo>
                  <a:pt x="528579" y="172322"/>
                </a:lnTo>
                <a:lnTo>
                  <a:pt x="563817" y="244255"/>
                </a:lnTo>
              </a:path>
            </a:pathLst>
          </a:custGeom>
          <a:noFill/>
          <a:ln w="4286">
            <a:solidFill>
              <a:srgbClr val="9BB22B">
                <a:alpha val="9000"/>
              </a:srgbClr>
            </a:solidFill>
            <a:prstDash val="solid"/>
          </a:ln>
        </p:spPr>
      </p:sp>
      <p:sp>
        <p:nvSpPr>
          <p:cNvPr id="377" name="knowledge-edge">
            <a:extLst>
              <a:ext uri="{FF2B5EF4-FFF2-40B4-BE49-F238E27FC236}">
                <a16:creationId xmlns:a16="http://schemas.microsoft.com/office/drawing/2014/main" id="{B03A46E6-4CAC-4B0A-B38A-8FB6777C4481}"/>
              </a:ext>
            </a:extLst>
          </p:cNvPr>
          <p:cNvSpPr>
            <a:spLocks noGrp="1"/>
          </p:cNvSpPr>
          <p:nvPr/>
        </p:nvSpPr>
        <p:spPr>
          <a:xfrm>
            <a:off x="10960149" y="5694342"/>
            <a:ext cx="502039" cy="114526"/>
          </a:xfrm>
          <a:custGeom>
            <a:avLst/>
            <a:gdLst/>
            <a:ahLst/>
            <a:cxnLst/>
            <a:rect l="0" t="0" r="0" b="0"/>
            <a:pathLst>
              <a:path w="502039" h="114526">
                <a:moveTo>
                  <a:pt x="0" y="114526"/>
                </a:moveTo>
                <a:lnTo>
                  <a:pt x="35860" y="96903"/>
                </a:lnTo>
                <a:lnTo>
                  <a:pt x="71720" y="80750"/>
                </a:lnTo>
                <a:lnTo>
                  <a:pt x="107580" y="66065"/>
                </a:lnTo>
                <a:lnTo>
                  <a:pt x="143440" y="52848"/>
                </a:lnTo>
                <a:lnTo>
                  <a:pt x="179299" y="41101"/>
                </a:lnTo>
                <a:lnTo>
                  <a:pt x="215159" y="30823"/>
                </a:lnTo>
                <a:lnTo>
                  <a:pt x="251019" y="22014"/>
                </a:lnTo>
                <a:lnTo>
                  <a:pt x="286879" y="14673"/>
                </a:lnTo>
                <a:lnTo>
                  <a:pt x="322739" y="8801"/>
                </a:lnTo>
                <a:lnTo>
                  <a:pt x="358599" y="4399"/>
                </a:lnTo>
                <a:lnTo>
                  <a:pt x="394459" y="1465"/>
                </a:lnTo>
                <a:lnTo>
                  <a:pt x="430319" y="0"/>
                </a:lnTo>
                <a:lnTo>
                  <a:pt x="466179" y="4"/>
                </a:lnTo>
                <a:lnTo>
                  <a:pt x="502039" y="1477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78" name="knowledge-edge">
            <a:extLst>
              <a:ext uri="{FF2B5EF4-FFF2-40B4-BE49-F238E27FC236}">
                <a16:creationId xmlns:a16="http://schemas.microsoft.com/office/drawing/2014/main" id="{45B997B0-ECDD-4496-9B6D-B2D5940378D9}"/>
              </a:ext>
            </a:extLst>
          </p:cNvPr>
          <p:cNvSpPr>
            <a:spLocks noGrp="1"/>
          </p:cNvSpPr>
          <p:nvPr/>
        </p:nvSpPr>
        <p:spPr>
          <a:xfrm>
            <a:off x="10792292" y="5898220"/>
            <a:ext cx="441542" cy="118884"/>
          </a:xfrm>
          <a:custGeom>
            <a:avLst/>
            <a:gdLst/>
            <a:ahLst/>
            <a:cxnLst/>
            <a:rect l="0" t="0" r="0" b="0"/>
            <a:pathLst>
              <a:path w="441542" h="118884">
                <a:moveTo>
                  <a:pt x="0" y="118884"/>
                </a:moveTo>
                <a:lnTo>
                  <a:pt x="31539" y="97021"/>
                </a:lnTo>
                <a:lnTo>
                  <a:pt x="63077" y="77374"/>
                </a:lnTo>
                <a:lnTo>
                  <a:pt x="94616" y="59944"/>
                </a:lnTo>
                <a:lnTo>
                  <a:pt x="126155" y="44730"/>
                </a:lnTo>
                <a:lnTo>
                  <a:pt x="157694" y="31733"/>
                </a:lnTo>
                <a:lnTo>
                  <a:pt x="189232" y="20953"/>
                </a:lnTo>
                <a:lnTo>
                  <a:pt x="220771" y="12390"/>
                </a:lnTo>
                <a:lnTo>
                  <a:pt x="252310" y="6043"/>
                </a:lnTo>
                <a:lnTo>
                  <a:pt x="283848" y="1913"/>
                </a:lnTo>
                <a:lnTo>
                  <a:pt x="315387" y="0"/>
                </a:lnTo>
                <a:lnTo>
                  <a:pt x="346926" y="303"/>
                </a:lnTo>
                <a:lnTo>
                  <a:pt x="378464" y="2823"/>
                </a:lnTo>
                <a:lnTo>
                  <a:pt x="410003" y="7560"/>
                </a:lnTo>
                <a:lnTo>
                  <a:pt x="441542" y="14514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79" name="knowledge-cross-edge">
            <a:extLst>
              <a:ext uri="{FF2B5EF4-FFF2-40B4-BE49-F238E27FC236}">
                <a16:creationId xmlns:a16="http://schemas.microsoft.com/office/drawing/2014/main" id="{6D272DDF-2ED5-4EA9-99D7-F9B7FBF17A09}"/>
              </a:ext>
            </a:extLst>
          </p:cNvPr>
          <p:cNvSpPr>
            <a:spLocks noGrp="1"/>
          </p:cNvSpPr>
          <p:nvPr/>
        </p:nvSpPr>
        <p:spPr>
          <a:xfrm>
            <a:off x="10792292" y="6012080"/>
            <a:ext cx="561447" cy="73772"/>
          </a:xfrm>
          <a:custGeom>
            <a:avLst/>
            <a:gdLst/>
            <a:ahLst/>
            <a:cxnLst/>
            <a:rect l="0" t="0" r="0" b="0"/>
            <a:pathLst>
              <a:path w="561447" h="73772">
                <a:moveTo>
                  <a:pt x="0" y="5025"/>
                </a:moveTo>
                <a:lnTo>
                  <a:pt x="61339" y="1704"/>
                </a:lnTo>
                <a:lnTo>
                  <a:pt x="120033" y="30"/>
                </a:lnTo>
                <a:lnTo>
                  <a:pt x="176081" y="0"/>
                </a:lnTo>
                <a:lnTo>
                  <a:pt x="229482" y="1616"/>
                </a:lnTo>
                <a:lnTo>
                  <a:pt x="280238" y="4877"/>
                </a:lnTo>
                <a:lnTo>
                  <a:pt x="328349" y="9783"/>
                </a:lnTo>
                <a:lnTo>
                  <a:pt x="373813" y="16335"/>
                </a:lnTo>
                <a:lnTo>
                  <a:pt x="416631" y="24532"/>
                </a:lnTo>
                <a:lnTo>
                  <a:pt x="456804" y="34374"/>
                </a:lnTo>
                <a:lnTo>
                  <a:pt x="494331" y="45861"/>
                </a:lnTo>
                <a:lnTo>
                  <a:pt x="529212" y="58994"/>
                </a:lnTo>
                <a:lnTo>
                  <a:pt x="561447" y="73772"/>
                </a:lnTo>
              </a:path>
            </a:pathLst>
          </a:custGeom>
          <a:noFill/>
          <a:ln w="5334">
            <a:solidFill>
              <a:srgbClr val="9BB22B">
                <a:alpha val="13000"/>
              </a:srgbClr>
            </a:solidFill>
            <a:prstDash val="solid"/>
          </a:ln>
        </p:spPr>
      </p:sp>
      <p:sp>
        <p:nvSpPr>
          <p:cNvPr id="380" name="knowledge-edge">
            <a:extLst>
              <a:ext uri="{FF2B5EF4-FFF2-40B4-BE49-F238E27FC236}">
                <a16:creationId xmlns:a16="http://schemas.microsoft.com/office/drawing/2014/main" id="{4FC9F736-4B55-4C92-95F2-A0CEBF775B70}"/>
              </a:ext>
            </a:extLst>
          </p:cNvPr>
          <p:cNvSpPr>
            <a:spLocks noGrp="1"/>
          </p:cNvSpPr>
          <p:nvPr/>
        </p:nvSpPr>
        <p:spPr>
          <a:xfrm>
            <a:off x="10810521" y="6085852"/>
            <a:ext cx="543218" cy="156771"/>
          </a:xfrm>
          <a:custGeom>
            <a:avLst/>
            <a:gdLst/>
            <a:ahLst/>
            <a:cxnLst/>
            <a:rect l="0" t="0" r="0" b="0"/>
            <a:pathLst>
              <a:path w="543218" h="156771">
                <a:moveTo>
                  <a:pt x="0" y="156771"/>
                </a:moveTo>
                <a:lnTo>
                  <a:pt x="38801" y="154896"/>
                </a:lnTo>
                <a:lnTo>
                  <a:pt x="77603" y="151586"/>
                </a:lnTo>
                <a:lnTo>
                  <a:pt x="116404" y="146843"/>
                </a:lnTo>
                <a:lnTo>
                  <a:pt x="155205" y="140665"/>
                </a:lnTo>
                <a:lnTo>
                  <a:pt x="194006" y="133052"/>
                </a:lnTo>
                <a:lnTo>
                  <a:pt x="232808" y="124006"/>
                </a:lnTo>
                <a:lnTo>
                  <a:pt x="271609" y="113525"/>
                </a:lnTo>
                <a:lnTo>
                  <a:pt x="310410" y="101610"/>
                </a:lnTo>
                <a:lnTo>
                  <a:pt x="349211" y="88261"/>
                </a:lnTo>
                <a:lnTo>
                  <a:pt x="388013" y="73477"/>
                </a:lnTo>
                <a:lnTo>
                  <a:pt x="426814" y="57259"/>
                </a:lnTo>
                <a:lnTo>
                  <a:pt x="465615" y="39607"/>
                </a:lnTo>
                <a:lnTo>
                  <a:pt x="504416" y="20521"/>
                </a:lnTo>
                <a:lnTo>
                  <a:pt x="543218" y="0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81" name="knowledge-edge">
            <a:extLst>
              <a:ext uri="{FF2B5EF4-FFF2-40B4-BE49-F238E27FC236}">
                <a16:creationId xmlns:a16="http://schemas.microsoft.com/office/drawing/2014/main" id="{7BE5C154-8B4D-4117-8FB7-373ED8B48E96}"/>
              </a:ext>
            </a:extLst>
          </p:cNvPr>
          <p:cNvSpPr>
            <a:spLocks noGrp="1"/>
          </p:cNvSpPr>
          <p:nvPr/>
        </p:nvSpPr>
        <p:spPr>
          <a:xfrm>
            <a:off x="11452782" y="4486254"/>
            <a:ext cx="189214" cy="351783"/>
          </a:xfrm>
          <a:custGeom>
            <a:avLst/>
            <a:gdLst/>
            <a:ahLst/>
            <a:cxnLst/>
            <a:rect l="0" t="0" r="0" b="0"/>
            <a:pathLst>
              <a:path w="189214" h="351783">
                <a:moveTo>
                  <a:pt x="0" y="351783"/>
                </a:moveTo>
                <a:lnTo>
                  <a:pt x="13515" y="322695"/>
                </a:lnTo>
                <a:lnTo>
                  <a:pt x="27031" y="294216"/>
                </a:lnTo>
                <a:lnTo>
                  <a:pt x="40546" y="266347"/>
                </a:lnTo>
                <a:lnTo>
                  <a:pt x="54061" y="239086"/>
                </a:lnTo>
                <a:lnTo>
                  <a:pt x="67577" y="212436"/>
                </a:lnTo>
                <a:lnTo>
                  <a:pt x="81092" y="186394"/>
                </a:lnTo>
                <a:lnTo>
                  <a:pt x="94607" y="160962"/>
                </a:lnTo>
                <a:lnTo>
                  <a:pt x="108123" y="136140"/>
                </a:lnTo>
                <a:lnTo>
                  <a:pt x="121638" y="111926"/>
                </a:lnTo>
                <a:lnTo>
                  <a:pt x="135153" y="88322"/>
                </a:lnTo>
                <a:lnTo>
                  <a:pt x="148669" y="65328"/>
                </a:lnTo>
                <a:lnTo>
                  <a:pt x="162184" y="42942"/>
                </a:lnTo>
                <a:lnTo>
                  <a:pt x="175699" y="21167"/>
                </a:lnTo>
                <a:lnTo>
                  <a:pt x="189214" y="0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82" name="knowledge-cross-edge">
            <a:extLst>
              <a:ext uri="{FF2B5EF4-FFF2-40B4-BE49-F238E27FC236}">
                <a16:creationId xmlns:a16="http://schemas.microsoft.com/office/drawing/2014/main" id="{85D99272-9FE0-420E-9804-468533590432}"/>
              </a:ext>
            </a:extLst>
          </p:cNvPr>
          <p:cNvSpPr>
            <a:spLocks noGrp="1"/>
          </p:cNvSpPr>
          <p:nvPr/>
        </p:nvSpPr>
        <p:spPr>
          <a:xfrm>
            <a:off x="11452782" y="4687255"/>
            <a:ext cx="395780" cy="150783"/>
          </a:xfrm>
          <a:custGeom>
            <a:avLst/>
            <a:gdLst/>
            <a:ahLst/>
            <a:cxnLst/>
            <a:rect l="0" t="0" r="0" b="0"/>
            <a:pathLst>
              <a:path w="395780" h="150783">
                <a:moveTo>
                  <a:pt x="0" y="150783"/>
                </a:moveTo>
                <a:lnTo>
                  <a:pt x="47534" y="138049"/>
                </a:lnTo>
                <a:lnTo>
                  <a:pt x="92422" y="125346"/>
                </a:lnTo>
                <a:lnTo>
                  <a:pt x="134664" y="112673"/>
                </a:lnTo>
                <a:lnTo>
                  <a:pt x="174260" y="100031"/>
                </a:lnTo>
                <a:lnTo>
                  <a:pt x="211210" y="87420"/>
                </a:lnTo>
                <a:lnTo>
                  <a:pt x="245515" y="74840"/>
                </a:lnTo>
                <a:lnTo>
                  <a:pt x="277174" y="62290"/>
                </a:lnTo>
                <a:lnTo>
                  <a:pt x="306187" y="49771"/>
                </a:lnTo>
                <a:lnTo>
                  <a:pt x="332554" y="37282"/>
                </a:lnTo>
                <a:lnTo>
                  <a:pt x="356275" y="24824"/>
                </a:lnTo>
                <a:lnTo>
                  <a:pt x="377350" y="12397"/>
                </a:lnTo>
                <a:lnTo>
                  <a:pt x="395780" y="0"/>
                </a:lnTo>
              </a:path>
            </a:pathLst>
          </a:custGeom>
          <a:noFill/>
          <a:ln w="5334">
            <a:solidFill>
              <a:srgbClr val="81B035">
                <a:alpha val="13000"/>
              </a:srgbClr>
            </a:solidFill>
            <a:prstDash val="solid"/>
          </a:ln>
        </p:spPr>
      </p:sp>
      <p:sp>
        <p:nvSpPr>
          <p:cNvPr id="383" name="knowledge-edge">
            <a:extLst>
              <a:ext uri="{FF2B5EF4-FFF2-40B4-BE49-F238E27FC236}">
                <a16:creationId xmlns:a16="http://schemas.microsoft.com/office/drawing/2014/main" id="{752BD08B-49E9-489A-B8E8-502A59B70885}"/>
              </a:ext>
            </a:extLst>
          </p:cNvPr>
          <p:cNvSpPr>
            <a:spLocks noGrp="1"/>
          </p:cNvSpPr>
          <p:nvPr/>
        </p:nvSpPr>
        <p:spPr>
          <a:xfrm>
            <a:off x="11431472" y="4687255"/>
            <a:ext cx="417089" cy="167406"/>
          </a:xfrm>
          <a:custGeom>
            <a:avLst/>
            <a:gdLst/>
            <a:ahLst/>
            <a:cxnLst/>
            <a:rect l="0" t="0" r="0" b="0"/>
            <a:pathLst>
              <a:path w="417089" h="167406">
                <a:moveTo>
                  <a:pt x="0" y="167406"/>
                </a:moveTo>
                <a:lnTo>
                  <a:pt x="29792" y="153420"/>
                </a:lnTo>
                <a:lnTo>
                  <a:pt x="59584" y="139747"/>
                </a:lnTo>
                <a:lnTo>
                  <a:pt x="89376" y="126386"/>
                </a:lnTo>
                <a:lnTo>
                  <a:pt x="119168" y="113336"/>
                </a:lnTo>
                <a:lnTo>
                  <a:pt x="148960" y="100599"/>
                </a:lnTo>
                <a:lnTo>
                  <a:pt x="178753" y="88173"/>
                </a:lnTo>
                <a:lnTo>
                  <a:pt x="208545" y="76060"/>
                </a:lnTo>
                <a:lnTo>
                  <a:pt x="238337" y="64258"/>
                </a:lnTo>
                <a:lnTo>
                  <a:pt x="268129" y="52769"/>
                </a:lnTo>
                <a:lnTo>
                  <a:pt x="297921" y="41591"/>
                </a:lnTo>
                <a:lnTo>
                  <a:pt x="327713" y="30725"/>
                </a:lnTo>
                <a:lnTo>
                  <a:pt x="357505" y="20171"/>
                </a:lnTo>
                <a:lnTo>
                  <a:pt x="387297" y="9930"/>
                </a:lnTo>
                <a:lnTo>
                  <a:pt x="417089" y="0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84" name="knowledge-cross-edge">
            <a:extLst>
              <a:ext uri="{FF2B5EF4-FFF2-40B4-BE49-F238E27FC236}">
                <a16:creationId xmlns:a16="http://schemas.microsoft.com/office/drawing/2014/main" id="{ABC96B3A-594E-43E1-95A9-EE636C952754}"/>
              </a:ext>
            </a:extLst>
          </p:cNvPr>
          <p:cNvSpPr>
            <a:spLocks noGrp="1"/>
          </p:cNvSpPr>
          <p:nvPr/>
        </p:nvSpPr>
        <p:spPr>
          <a:xfrm>
            <a:off x="11431472" y="4486254"/>
            <a:ext cx="210524" cy="368406"/>
          </a:xfrm>
          <a:custGeom>
            <a:avLst/>
            <a:gdLst/>
            <a:ahLst/>
            <a:cxnLst/>
            <a:rect l="0" t="0" r="0" b="0"/>
            <a:pathLst>
              <a:path w="210524" h="368406">
                <a:moveTo>
                  <a:pt x="0" y="368406"/>
                </a:moveTo>
                <a:lnTo>
                  <a:pt x="2992" y="307209"/>
                </a:lnTo>
                <a:lnTo>
                  <a:pt x="8629" y="251557"/>
                </a:lnTo>
                <a:lnTo>
                  <a:pt x="16912" y="201449"/>
                </a:lnTo>
                <a:lnTo>
                  <a:pt x="27841" y="156886"/>
                </a:lnTo>
                <a:lnTo>
                  <a:pt x="41416" y="117868"/>
                </a:lnTo>
                <a:lnTo>
                  <a:pt x="57637" y="84395"/>
                </a:lnTo>
                <a:lnTo>
                  <a:pt x="76504" y="56467"/>
                </a:lnTo>
                <a:lnTo>
                  <a:pt x="98016" y="34084"/>
                </a:lnTo>
                <a:lnTo>
                  <a:pt x="122174" y="17246"/>
                </a:lnTo>
                <a:lnTo>
                  <a:pt x="148978" y="5952"/>
                </a:lnTo>
                <a:lnTo>
                  <a:pt x="178428" y="204"/>
                </a:lnTo>
                <a:lnTo>
                  <a:pt x="210524" y="0"/>
                </a:lnTo>
              </a:path>
            </a:pathLst>
          </a:custGeom>
          <a:noFill/>
          <a:ln w="4953">
            <a:solidFill>
              <a:srgbClr val="81B035">
                <a:alpha val="12000"/>
              </a:srgbClr>
            </a:solidFill>
            <a:prstDash val="solid"/>
          </a:ln>
        </p:spPr>
      </p:sp>
      <p:sp>
        <p:nvSpPr>
          <p:cNvPr id="385" name="knowledge-edge">
            <a:extLst>
              <a:ext uri="{FF2B5EF4-FFF2-40B4-BE49-F238E27FC236}">
                <a16:creationId xmlns:a16="http://schemas.microsoft.com/office/drawing/2014/main" id="{31079E31-AD06-4F12-BEDD-D256514A9268}"/>
              </a:ext>
            </a:extLst>
          </p:cNvPr>
          <p:cNvSpPr>
            <a:spLocks noGrp="1"/>
          </p:cNvSpPr>
          <p:nvPr/>
        </p:nvSpPr>
        <p:spPr>
          <a:xfrm>
            <a:off x="11452172" y="4951210"/>
            <a:ext cx="167078" cy="143153"/>
          </a:xfrm>
          <a:custGeom>
            <a:avLst/>
            <a:gdLst/>
            <a:ahLst/>
            <a:cxnLst/>
            <a:rect l="0" t="0" r="0" b="0"/>
            <a:pathLst>
              <a:path w="167078" h="143153">
                <a:moveTo>
                  <a:pt x="0" y="143153"/>
                </a:moveTo>
                <a:lnTo>
                  <a:pt x="11934" y="119816"/>
                </a:lnTo>
                <a:lnTo>
                  <a:pt x="23868" y="98554"/>
                </a:lnTo>
                <a:lnTo>
                  <a:pt x="35802" y="79366"/>
                </a:lnTo>
                <a:lnTo>
                  <a:pt x="47737" y="62251"/>
                </a:lnTo>
                <a:lnTo>
                  <a:pt x="59671" y="47211"/>
                </a:lnTo>
                <a:lnTo>
                  <a:pt x="71605" y="34244"/>
                </a:lnTo>
                <a:lnTo>
                  <a:pt x="83539" y="23352"/>
                </a:lnTo>
                <a:lnTo>
                  <a:pt x="95473" y="14534"/>
                </a:lnTo>
                <a:lnTo>
                  <a:pt x="107407" y="7789"/>
                </a:lnTo>
                <a:lnTo>
                  <a:pt x="119341" y="3119"/>
                </a:lnTo>
                <a:lnTo>
                  <a:pt x="131275" y="522"/>
                </a:lnTo>
                <a:lnTo>
                  <a:pt x="143210" y="0"/>
                </a:lnTo>
                <a:lnTo>
                  <a:pt x="155144" y="1552"/>
                </a:lnTo>
                <a:lnTo>
                  <a:pt x="167078" y="5177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86" name="knowledge-long-edge">
            <a:extLst>
              <a:ext uri="{FF2B5EF4-FFF2-40B4-BE49-F238E27FC236}">
                <a16:creationId xmlns:a16="http://schemas.microsoft.com/office/drawing/2014/main" id="{E961E4B1-1FA1-4AD6-9255-4559153B161A}"/>
              </a:ext>
            </a:extLst>
          </p:cNvPr>
          <p:cNvSpPr>
            <a:spLocks noGrp="1"/>
          </p:cNvSpPr>
          <p:nvPr/>
        </p:nvSpPr>
        <p:spPr>
          <a:xfrm>
            <a:off x="11452172" y="4874532"/>
            <a:ext cx="681211" cy="447985"/>
          </a:xfrm>
          <a:custGeom>
            <a:avLst/>
            <a:gdLst/>
            <a:ahLst/>
            <a:cxnLst/>
            <a:rect l="0" t="0" r="0" b="0"/>
            <a:pathLst>
              <a:path w="681211" h="447985">
                <a:moveTo>
                  <a:pt x="0" y="219831"/>
                </a:moveTo>
                <a:lnTo>
                  <a:pt x="42576" y="157983"/>
                </a:lnTo>
                <a:lnTo>
                  <a:pt x="85151" y="106284"/>
                </a:lnTo>
                <a:lnTo>
                  <a:pt x="127727" y="64732"/>
                </a:lnTo>
                <a:lnTo>
                  <a:pt x="170303" y="33328"/>
                </a:lnTo>
                <a:lnTo>
                  <a:pt x="212878" y="12071"/>
                </a:lnTo>
                <a:lnTo>
                  <a:pt x="255454" y="962"/>
                </a:lnTo>
                <a:lnTo>
                  <a:pt x="298030" y="0"/>
                </a:lnTo>
                <a:lnTo>
                  <a:pt x="340605" y="9186"/>
                </a:lnTo>
                <a:lnTo>
                  <a:pt x="383181" y="28519"/>
                </a:lnTo>
                <a:lnTo>
                  <a:pt x="425757" y="58000"/>
                </a:lnTo>
                <a:lnTo>
                  <a:pt x="468332" y="97629"/>
                </a:lnTo>
                <a:lnTo>
                  <a:pt x="510908" y="147405"/>
                </a:lnTo>
                <a:lnTo>
                  <a:pt x="553484" y="207329"/>
                </a:lnTo>
                <a:lnTo>
                  <a:pt x="596059" y="277400"/>
                </a:lnTo>
                <a:lnTo>
                  <a:pt x="638635" y="357619"/>
                </a:lnTo>
                <a:lnTo>
                  <a:pt x="681211" y="447985"/>
                </a:lnTo>
              </a:path>
            </a:pathLst>
          </a:custGeom>
          <a:noFill/>
          <a:ln w="4286">
            <a:solidFill>
              <a:srgbClr val="81B035">
                <a:alpha val="9000"/>
              </a:srgbClr>
            </a:solidFill>
            <a:prstDash val="solid"/>
          </a:ln>
        </p:spPr>
      </p:sp>
      <p:sp>
        <p:nvSpPr>
          <p:cNvPr id="387" name="knowledge-edge">
            <a:extLst>
              <a:ext uri="{FF2B5EF4-FFF2-40B4-BE49-F238E27FC236}">
                <a16:creationId xmlns:a16="http://schemas.microsoft.com/office/drawing/2014/main" id="{867B9820-4840-47B6-8BBB-686C91F6852C}"/>
              </a:ext>
            </a:extLst>
          </p:cNvPr>
          <p:cNvSpPr>
            <a:spLocks noGrp="1"/>
          </p:cNvSpPr>
          <p:nvPr/>
        </p:nvSpPr>
        <p:spPr>
          <a:xfrm>
            <a:off x="11324109" y="5241541"/>
            <a:ext cx="509328" cy="96715"/>
          </a:xfrm>
          <a:custGeom>
            <a:avLst/>
            <a:gdLst/>
            <a:ahLst/>
            <a:cxnLst/>
            <a:rect l="0" t="0" r="0" b="0"/>
            <a:pathLst>
              <a:path w="509328" h="96715">
                <a:moveTo>
                  <a:pt x="0" y="0"/>
                </a:moveTo>
                <a:lnTo>
                  <a:pt x="36381" y="17938"/>
                </a:lnTo>
                <a:lnTo>
                  <a:pt x="72761" y="34039"/>
                </a:lnTo>
                <a:lnTo>
                  <a:pt x="109142" y="48303"/>
                </a:lnTo>
                <a:lnTo>
                  <a:pt x="145522" y="60730"/>
                </a:lnTo>
                <a:lnTo>
                  <a:pt x="181903" y="71320"/>
                </a:lnTo>
                <a:lnTo>
                  <a:pt x="218283" y="80073"/>
                </a:lnTo>
                <a:lnTo>
                  <a:pt x="254664" y="86989"/>
                </a:lnTo>
                <a:lnTo>
                  <a:pt x="291045" y="92068"/>
                </a:lnTo>
                <a:lnTo>
                  <a:pt x="327425" y="95310"/>
                </a:lnTo>
                <a:lnTo>
                  <a:pt x="363806" y="96715"/>
                </a:lnTo>
                <a:lnTo>
                  <a:pt x="400186" y="96283"/>
                </a:lnTo>
                <a:lnTo>
                  <a:pt x="436567" y="94014"/>
                </a:lnTo>
                <a:lnTo>
                  <a:pt x="472948" y="89908"/>
                </a:lnTo>
                <a:lnTo>
                  <a:pt x="509328" y="83965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88" name="knowledge-cross-edge">
            <a:extLst>
              <a:ext uri="{FF2B5EF4-FFF2-40B4-BE49-F238E27FC236}">
                <a16:creationId xmlns:a16="http://schemas.microsoft.com/office/drawing/2014/main" id="{D0989A29-B965-4C00-858D-477FB1523912}"/>
              </a:ext>
            </a:extLst>
          </p:cNvPr>
          <p:cNvSpPr>
            <a:spLocks noGrp="1"/>
          </p:cNvSpPr>
          <p:nvPr/>
        </p:nvSpPr>
        <p:spPr>
          <a:xfrm>
            <a:off x="11324109" y="5234661"/>
            <a:ext cx="443803" cy="281259"/>
          </a:xfrm>
          <a:custGeom>
            <a:avLst/>
            <a:gdLst/>
            <a:ahLst/>
            <a:cxnLst/>
            <a:rect l="0" t="0" r="0" b="0"/>
            <a:pathLst>
              <a:path w="443803" h="281259">
                <a:moveTo>
                  <a:pt x="0" y="6880"/>
                </a:moveTo>
                <a:lnTo>
                  <a:pt x="51536" y="810"/>
                </a:lnTo>
                <a:lnTo>
                  <a:pt x="100426" y="0"/>
                </a:lnTo>
                <a:lnTo>
                  <a:pt x="146670" y="4451"/>
                </a:lnTo>
                <a:lnTo>
                  <a:pt x="190268" y="14164"/>
                </a:lnTo>
                <a:lnTo>
                  <a:pt x="231220" y="29137"/>
                </a:lnTo>
                <a:lnTo>
                  <a:pt x="269527" y="49372"/>
                </a:lnTo>
                <a:lnTo>
                  <a:pt x="305187" y="74867"/>
                </a:lnTo>
                <a:lnTo>
                  <a:pt x="338202" y="105624"/>
                </a:lnTo>
                <a:lnTo>
                  <a:pt x="368571" y="141641"/>
                </a:lnTo>
                <a:lnTo>
                  <a:pt x="396294" y="182919"/>
                </a:lnTo>
                <a:lnTo>
                  <a:pt x="421372" y="229459"/>
                </a:lnTo>
                <a:lnTo>
                  <a:pt x="443803" y="281259"/>
                </a:lnTo>
              </a:path>
            </a:pathLst>
          </a:custGeom>
          <a:noFill/>
          <a:ln w="5334">
            <a:solidFill>
              <a:srgbClr val="81B035">
                <a:alpha val="13000"/>
              </a:srgbClr>
            </a:solidFill>
            <a:prstDash val="solid"/>
          </a:ln>
        </p:spPr>
      </p:sp>
      <p:sp>
        <p:nvSpPr>
          <p:cNvPr id="389" name="knowledge-edge">
            <a:extLst>
              <a:ext uri="{FF2B5EF4-FFF2-40B4-BE49-F238E27FC236}">
                <a16:creationId xmlns:a16="http://schemas.microsoft.com/office/drawing/2014/main" id="{5BDFD940-9EF8-4044-8022-F89F20CCD87E}"/>
              </a:ext>
            </a:extLst>
          </p:cNvPr>
          <p:cNvSpPr>
            <a:spLocks noGrp="1"/>
          </p:cNvSpPr>
          <p:nvPr/>
        </p:nvSpPr>
        <p:spPr>
          <a:xfrm>
            <a:off x="11462188" y="5515920"/>
            <a:ext cx="305725" cy="179899"/>
          </a:xfrm>
          <a:custGeom>
            <a:avLst/>
            <a:gdLst/>
            <a:ahLst/>
            <a:cxnLst/>
            <a:rect l="0" t="0" r="0" b="0"/>
            <a:pathLst>
              <a:path w="305725" h="179899">
                <a:moveTo>
                  <a:pt x="0" y="179899"/>
                </a:moveTo>
                <a:lnTo>
                  <a:pt x="21837" y="160387"/>
                </a:lnTo>
                <a:lnTo>
                  <a:pt x="43675" y="141901"/>
                </a:lnTo>
                <a:lnTo>
                  <a:pt x="65512" y="124439"/>
                </a:lnTo>
                <a:lnTo>
                  <a:pt x="87350" y="108002"/>
                </a:lnTo>
                <a:lnTo>
                  <a:pt x="109187" y="92590"/>
                </a:lnTo>
                <a:lnTo>
                  <a:pt x="131025" y="78203"/>
                </a:lnTo>
                <a:lnTo>
                  <a:pt x="152862" y="64841"/>
                </a:lnTo>
                <a:lnTo>
                  <a:pt x="174700" y="52503"/>
                </a:lnTo>
                <a:lnTo>
                  <a:pt x="196537" y="41191"/>
                </a:lnTo>
                <a:lnTo>
                  <a:pt x="218375" y="30903"/>
                </a:lnTo>
                <a:lnTo>
                  <a:pt x="240212" y="21640"/>
                </a:lnTo>
                <a:lnTo>
                  <a:pt x="262050" y="13402"/>
                </a:lnTo>
                <a:lnTo>
                  <a:pt x="283887" y="6188"/>
                </a:lnTo>
                <a:lnTo>
                  <a:pt x="305725" y="0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90" name="knowledge-cross-edge">
            <a:extLst>
              <a:ext uri="{FF2B5EF4-FFF2-40B4-BE49-F238E27FC236}">
                <a16:creationId xmlns:a16="http://schemas.microsoft.com/office/drawing/2014/main" id="{0F4B7600-6716-4362-A345-C4EAE0D727B5}"/>
              </a:ext>
            </a:extLst>
          </p:cNvPr>
          <p:cNvSpPr>
            <a:spLocks noGrp="1"/>
          </p:cNvSpPr>
          <p:nvPr/>
        </p:nvSpPr>
        <p:spPr>
          <a:xfrm>
            <a:off x="11462188" y="5695818"/>
            <a:ext cx="205713" cy="206937"/>
          </a:xfrm>
          <a:custGeom>
            <a:avLst/>
            <a:gdLst/>
            <a:ahLst/>
            <a:cxnLst/>
            <a:rect l="0" t="0" r="0" b="0"/>
            <a:pathLst>
              <a:path w="205713" h="206937">
                <a:moveTo>
                  <a:pt x="0" y="0"/>
                </a:moveTo>
                <a:lnTo>
                  <a:pt x="31695" y="13752"/>
                </a:lnTo>
                <a:lnTo>
                  <a:pt x="60744" y="28140"/>
                </a:lnTo>
                <a:lnTo>
                  <a:pt x="87147" y="43162"/>
                </a:lnTo>
                <a:lnTo>
                  <a:pt x="110904" y="58819"/>
                </a:lnTo>
                <a:lnTo>
                  <a:pt x="132016" y="75111"/>
                </a:lnTo>
                <a:lnTo>
                  <a:pt x="150482" y="92039"/>
                </a:lnTo>
                <a:lnTo>
                  <a:pt x="166301" y="109601"/>
                </a:lnTo>
                <a:lnTo>
                  <a:pt x="179475" y="127798"/>
                </a:lnTo>
                <a:lnTo>
                  <a:pt x="190004" y="146630"/>
                </a:lnTo>
                <a:lnTo>
                  <a:pt x="197886" y="166098"/>
                </a:lnTo>
                <a:lnTo>
                  <a:pt x="203122" y="186200"/>
                </a:lnTo>
                <a:lnTo>
                  <a:pt x="205713" y="206937"/>
                </a:lnTo>
              </a:path>
            </a:pathLst>
          </a:custGeom>
          <a:noFill/>
          <a:ln w="5334">
            <a:solidFill>
              <a:srgbClr val="81B035">
                <a:alpha val="13000"/>
              </a:srgbClr>
            </a:solidFill>
            <a:prstDash val="solid"/>
          </a:ln>
        </p:spPr>
      </p:sp>
      <p:sp>
        <p:nvSpPr>
          <p:cNvPr id="391" name="knowledge-edge">
            <a:extLst>
              <a:ext uri="{FF2B5EF4-FFF2-40B4-BE49-F238E27FC236}">
                <a16:creationId xmlns:a16="http://schemas.microsoft.com/office/drawing/2014/main" id="{857B83B9-9D2E-47F5-8433-410198D5B7FC}"/>
              </a:ext>
            </a:extLst>
          </p:cNvPr>
          <p:cNvSpPr>
            <a:spLocks noGrp="1"/>
          </p:cNvSpPr>
          <p:nvPr/>
        </p:nvSpPr>
        <p:spPr>
          <a:xfrm>
            <a:off x="11233834" y="5839049"/>
            <a:ext cx="434067" cy="73685"/>
          </a:xfrm>
          <a:custGeom>
            <a:avLst/>
            <a:gdLst/>
            <a:ahLst/>
            <a:cxnLst/>
            <a:rect l="0" t="0" r="0" b="0"/>
            <a:pathLst>
              <a:path w="434067" h="73685">
                <a:moveTo>
                  <a:pt x="0" y="73685"/>
                </a:moveTo>
                <a:lnTo>
                  <a:pt x="31005" y="54747"/>
                </a:lnTo>
                <a:lnTo>
                  <a:pt x="62010" y="38613"/>
                </a:lnTo>
                <a:lnTo>
                  <a:pt x="93014" y="25282"/>
                </a:lnTo>
                <a:lnTo>
                  <a:pt x="124019" y="14756"/>
                </a:lnTo>
                <a:lnTo>
                  <a:pt x="155024" y="7033"/>
                </a:lnTo>
                <a:lnTo>
                  <a:pt x="186029" y="2115"/>
                </a:lnTo>
                <a:lnTo>
                  <a:pt x="217034" y="0"/>
                </a:lnTo>
                <a:lnTo>
                  <a:pt x="248038" y="689"/>
                </a:lnTo>
                <a:lnTo>
                  <a:pt x="279043" y="4182"/>
                </a:lnTo>
                <a:lnTo>
                  <a:pt x="310048" y="10479"/>
                </a:lnTo>
                <a:lnTo>
                  <a:pt x="341053" y="19580"/>
                </a:lnTo>
                <a:lnTo>
                  <a:pt x="372058" y="31485"/>
                </a:lnTo>
                <a:lnTo>
                  <a:pt x="403062" y="46194"/>
                </a:lnTo>
                <a:lnTo>
                  <a:pt x="434067" y="63707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92" name="knowledge-long-edge">
            <a:extLst>
              <a:ext uri="{FF2B5EF4-FFF2-40B4-BE49-F238E27FC236}">
                <a16:creationId xmlns:a16="http://schemas.microsoft.com/office/drawing/2014/main" id="{9DA74297-9BB6-4274-8AA4-B6D8688CC98C}"/>
              </a:ext>
            </a:extLst>
          </p:cNvPr>
          <p:cNvSpPr>
            <a:spLocks noGrp="1"/>
          </p:cNvSpPr>
          <p:nvPr/>
        </p:nvSpPr>
        <p:spPr>
          <a:xfrm>
            <a:off x="11233834" y="5557138"/>
            <a:ext cx="967077" cy="355597"/>
          </a:xfrm>
          <a:custGeom>
            <a:avLst/>
            <a:gdLst/>
            <a:ahLst/>
            <a:cxnLst/>
            <a:rect l="0" t="0" r="0" b="0"/>
            <a:pathLst>
              <a:path w="967077" h="355597">
                <a:moveTo>
                  <a:pt x="0" y="355597"/>
                </a:moveTo>
                <a:lnTo>
                  <a:pt x="60442" y="282819"/>
                </a:lnTo>
                <a:lnTo>
                  <a:pt x="120885" y="218358"/>
                </a:lnTo>
                <a:lnTo>
                  <a:pt x="181327" y="162214"/>
                </a:lnTo>
                <a:lnTo>
                  <a:pt x="241769" y="114387"/>
                </a:lnTo>
                <a:lnTo>
                  <a:pt x="302211" y="74876"/>
                </a:lnTo>
                <a:lnTo>
                  <a:pt x="362654" y="43682"/>
                </a:lnTo>
                <a:lnTo>
                  <a:pt x="423096" y="20805"/>
                </a:lnTo>
                <a:lnTo>
                  <a:pt x="483538" y="6244"/>
                </a:lnTo>
                <a:lnTo>
                  <a:pt x="543981" y="0"/>
                </a:lnTo>
                <a:lnTo>
                  <a:pt x="604423" y="2073"/>
                </a:lnTo>
                <a:lnTo>
                  <a:pt x="664865" y="12462"/>
                </a:lnTo>
                <a:lnTo>
                  <a:pt x="725307" y="31168"/>
                </a:lnTo>
                <a:lnTo>
                  <a:pt x="785750" y="58190"/>
                </a:lnTo>
                <a:lnTo>
                  <a:pt x="846192" y="93530"/>
                </a:lnTo>
                <a:lnTo>
                  <a:pt x="906634" y="137185"/>
                </a:lnTo>
                <a:lnTo>
                  <a:pt x="967077" y="189158"/>
                </a:lnTo>
              </a:path>
            </a:pathLst>
          </a:custGeom>
          <a:noFill/>
          <a:ln w="4286">
            <a:solidFill>
              <a:srgbClr val="81B035">
                <a:alpha val="9000"/>
              </a:srgbClr>
            </a:solidFill>
            <a:prstDash val="solid"/>
          </a:ln>
        </p:spPr>
      </p:sp>
      <p:sp>
        <p:nvSpPr>
          <p:cNvPr id="393" name="knowledge-edge">
            <a:extLst>
              <a:ext uri="{FF2B5EF4-FFF2-40B4-BE49-F238E27FC236}">
                <a16:creationId xmlns:a16="http://schemas.microsoft.com/office/drawing/2014/main" id="{704CF563-04DC-4C49-B4CC-B778D68A4D4C}"/>
              </a:ext>
            </a:extLst>
          </p:cNvPr>
          <p:cNvSpPr>
            <a:spLocks noGrp="1"/>
          </p:cNvSpPr>
          <p:nvPr/>
        </p:nvSpPr>
        <p:spPr>
          <a:xfrm>
            <a:off x="11353739" y="5936361"/>
            <a:ext cx="361811" cy="149491"/>
          </a:xfrm>
          <a:custGeom>
            <a:avLst/>
            <a:gdLst/>
            <a:ahLst/>
            <a:cxnLst/>
            <a:rect l="0" t="0" r="0" b="0"/>
            <a:pathLst>
              <a:path w="361811" h="149491">
                <a:moveTo>
                  <a:pt x="0" y="149491"/>
                </a:moveTo>
                <a:lnTo>
                  <a:pt x="25844" y="145210"/>
                </a:lnTo>
                <a:lnTo>
                  <a:pt x="51687" y="139945"/>
                </a:lnTo>
                <a:lnTo>
                  <a:pt x="77531" y="133695"/>
                </a:lnTo>
                <a:lnTo>
                  <a:pt x="103375" y="126462"/>
                </a:lnTo>
                <a:lnTo>
                  <a:pt x="129218" y="118244"/>
                </a:lnTo>
                <a:lnTo>
                  <a:pt x="155062" y="109042"/>
                </a:lnTo>
                <a:lnTo>
                  <a:pt x="180906" y="98856"/>
                </a:lnTo>
                <a:lnTo>
                  <a:pt x="206749" y="87686"/>
                </a:lnTo>
                <a:lnTo>
                  <a:pt x="232593" y="75532"/>
                </a:lnTo>
                <a:lnTo>
                  <a:pt x="258437" y="62394"/>
                </a:lnTo>
                <a:lnTo>
                  <a:pt x="284280" y="48272"/>
                </a:lnTo>
                <a:lnTo>
                  <a:pt x="310124" y="33165"/>
                </a:lnTo>
                <a:lnTo>
                  <a:pt x="335968" y="17075"/>
                </a:lnTo>
                <a:lnTo>
                  <a:pt x="361811" y="0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94" name="knowledge-edge">
            <a:extLst>
              <a:ext uri="{FF2B5EF4-FFF2-40B4-BE49-F238E27FC236}">
                <a16:creationId xmlns:a16="http://schemas.microsoft.com/office/drawing/2014/main" id="{EDD4EBDB-E378-481D-A6AF-D90375E7B5F0}"/>
              </a:ext>
            </a:extLst>
          </p:cNvPr>
          <p:cNvSpPr>
            <a:spLocks noGrp="1"/>
          </p:cNvSpPr>
          <p:nvPr/>
        </p:nvSpPr>
        <p:spPr>
          <a:xfrm>
            <a:off x="11641996" y="4486254"/>
            <a:ext cx="465297" cy="71218"/>
          </a:xfrm>
          <a:custGeom>
            <a:avLst/>
            <a:gdLst/>
            <a:ahLst/>
            <a:cxnLst/>
            <a:rect l="0" t="0" r="0" b="0"/>
            <a:pathLst>
              <a:path w="465297" h="71218">
                <a:moveTo>
                  <a:pt x="0" y="0"/>
                </a:moveTo>
                <a:lnTo>
                  <a:pt x="33235" y="1490"/>
                </a:lnTo>
                <a:lnTo>
                  <a:pt x="66471" y="3533"/>
                </a:lnTo>
                <a:lnTo>
                  <a:pt x="99706" y="6129"/>
                </a:lnTo>
                <a:lnTo>
                  <a:pt x="132942" y="9279"/>
                </a:lnTo>
                <a:lnTo>
                  <a:pt x="166177" y="12982"/>
                </a:lnTo>
                <a:lnTo>
                  <a:pt x="199413" y="17239"/>
                </a:lnTo>
                <a:lnTo>
                  <a:pt x="232648" y="22049"/>
                </a:lnTo>
                <a:lnTo>
                  <a:pt x="265884" y="27413"/>
                </a:lnTo>
                <a:lnTo>
                  <a:pt x="299119" y="33330"/>
                </a:lnTo>
                <a:lnTo>
                  <a:pt x="332355" y="39801"/>
                </a:lnTo>
                <a:lnTo>
                  <a:pt x="365590" y="46825"/>
                </a:lnTo>
                <a:lnTo>
                  <a:pt x="398826" y="54403"/>
                </a:lnTo>
                <a:lnTo>
                  <a:pt x="432061" y="62534"/>
                </a:lnTo>
                <a:lnTo>
                  <a:pt x="465297" y="71218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395" name="knowledge-edge">
            <a:extLst>
              <a:ext uri="{FF2B5EF4-FFF2-40B4-BE49-F238E27FC236}">
                <a16:creationId xmlns:a16="http://schemas.microsoft.com/office/drawing/2014/main" id="{DF0A6FB1-E43D-4437-A58C-D3AF3DE6879D}"/>
              </a:ext>
            </a:extLst>
          </p:cNvPr>
          <p:cNvSpPr>
            <a:spLocks noGrp="1"/>
          </p:cNvSpPr>
          <p:nvPr/>
        </p:nvSpPr>
        <p:spPr>
          <a:xfrm>
            <a:off x="11848561" y="4558981"/>
            <a:ext cx="418851" cy="130851"/>
          </a:xfrm>
          <a:custGeom>
            <a:avLst/>
            <a:gdLst/>
            <a:ahLst/>
            <a:cxnLst/>
            <a:rect l="0" t="0" r="0" b="0"/>
            <a:pathLst>
              <a:path w="418851" h="130851">
                <a:moveTo>
                  <a:pt x="0" y="128274"/>
                </a:moveTo>
                <a:lnTo>
                  <a:pt x="29918" y="130433"/>
                </a:lnTo>
                <a:lnTo>
                  <a:pt x="59836" y="130851"/>
                </a:lnTo>
                <a:lnTo>
                  <a:pt x="89754" y="129526"/>
                </a:lnTo>
                <a:lnTo>
                  <a:pt x="119672" y="126460"/>
                </a:lnTo>
                <a:lnTo>
                  <a:pt x="149590" y="121652"/>
                </a:lnTo>
                <a:lnTo>
                  <a:pt x="179508" y="115103"/>
                </a:lnTo>
                <a:lnTo>
                  <a:pt x="209426" y="106811"/>
                </a:lnTo>
                <a:lnTo>
                  <a:pt x="239344" y="96778"/>
                </a:lnTo>
                <a:lnTo>
                  <a:pt x="269262" y="85003"/>
                </a:lnTo>
                <a:lnTo>
                  <a:pt x="299180" y="71486"/>
                </a:lnTo>
                <a:lnTo>
                  <a:pt x="329098" y="56227"/>
                </a:lnTo>
                <a:lnTo>
                  <a:pt x="359015" y="39226"/>
                </a:lnTo>
                <a:lnTo>
                  <a:pt x="388933" y="20484"/>
                </a:lnTo>
                <a:lnTo>
                  <a:pt x="418851" y="0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396" name="knowledge-long-edge">
            <a:extLst>
              <a:ext uri="{FF2B5EF4-FFF2-40B4-BE49-F238E27FC236}">
                <a16:creationId xmlns:a16="http://schemas.microsoft.com/office/drawing/2014/main" id="{2A10183E-791D-4EEC-B812-57B95FCBED1B}"/>
              </a:ext>
            </a:extLst>
          </p:cNvPr>
          <p:cNvSpPr>
            <a:spLocks noGrp="1"/>
          </p:cNvSpPr>
          <p:nvPr/>
        </p:nvSpPr>
        <p:spPr>
          <a:xfrm>
            <a:off x="11848561" y="4190373"/>
            <a:ext cx="733260" cy="496882"/>
          </a:xfrm>
          <a:custGeom>
            <a:avLst/>
            <a:gdLst/>
            <a:ahLst/>
            <a:cxnLst/>
            <a:rect l="0" t="0" r="0" b="0"/>
            <a:pathLst>
              <a:path w="733260" h="496882">
                <a:moveTo>
                  <a:pt x="0" y="496882"/>
                </a:moveTo>
                <a:lnTo>
                  <a:pt x="45829" y="406287"/>
                </a:lnTo>
                <a:lnTo>
                  <a:pt x="91657" y="324783"/>
                </a:lnTo>
                <a:lnTo>
                  <a:pt x="137486" y="252369"/>
                </a:lnTo>
                <a:lnTo>
                  <a:pt x="183315" y="189046"/>
                </a:lnTo>
                <a:lnTo>
                  <a:pt x="229144" y="134812"/>
                </a:lnTo>
                <a:lnTo>
                  <a:pt x="274972" y="89669"/>
                </a:lnTo>
                <a:lnTo>
                  <a:pt x="320801" y="53616"/>
                </a:lnTo>
                <a:lnTo>
                  <a:pt x="366630" y="26654"/>
                </a:lnTo>
                <a:lnTo>
                  <a:pt x="412459" y="8782"/>
                </a:lnTo>
                <a:lnTo>
                  <a:pt x="458287" y="0"/>
                </a:lnTo>
                <a:lnTo>
                  <a:pt x="504116" y="308"/>
                </a:lnTo>
                <a:lnTo>
                  <a:pt x="549945" y="9707"/>
                </a:lnTo>
                <a:lnTo>
                  <a:pt x="595773" y="28196"/>
                </a:lnTo>
                <a:lnTo>
                  <a:pt x="641602" y="55776"/>
                </a:lnTo>
                <a:lnTo>
                  <a:pt x="687431" y="92445"/>
                </a:lnTo>
                <a:lnTo>
                  <a:pt x="733260" y="138205"/>
                </a:lnTo>
              </a:path>
            </a:pathLst>
          </a:custGeom>
          <a:noFill/>
          <a:ln w="4286">
            <a:solidFill>
              <a:srgbClr val="67AD3F">
                <a:alpha val="9000"/>
              </a:srgbClr>
            </a:solidFill>
            <a:prstDash val="solid"/>
          </a:ln>
        </p:spPr>
      </p:sp>
      <p:sp>
        <p:nvSpPr>
          <p:cNvPr id="397" name="knowledge-edge">
            <a:extLst>
              <a:ext uri="{FF2B5EF4-FFF2-40B4-BE49-F238E27FC236}">
                <a16:creationId xmlns:a16="http://schemas.microsoft.com/office/drawing/2014/main" id="{CED35906-9F33-4603-92BB-5BD5C6ABDA5B}"/>
              </a:ext>
            </a:extLst>
          </p:cNvPr>
          <p:cNvSpPr>
            <a:spLocks noGrp="1"/>
          </p:cNvSpPr>
          <p:nvPr/>
        </p:nvSpPr>
        <p:spPr>
          <a:xfrm>
            <a:off x="11619250" y="4956387"/>
            <a:ext cx="532219" cy="77007"/>
          </a:xfrm>
          <a:custGeom>
            <a:avLst/>
            <a:gdLst/>
            <a:ahLst/>
            <a:cxnLst/>
            <a:rect l="0" t="0" r="0" b="0"/>
            <a:pathLst>
              <a:path w="532219" h="77007">
                <a:moveTo>
                  <a:pt x="0" y="0"/>
                </a:moveTo>
                <a:lnTo>
                  <a:pt x="38016" y="15064"/>
                </a:lnTo>
                <a:lnTo>
                  <a:pt x="76031" y="28491"/>
                </a:lnTo>
                <a:lnTo>
                  <a:pt x="114047" y="40282"/>
                </a:lnTo>
                <a:lnTo>
                  <a:pt x="152063" y="50437"/>
                </a:lnTo>
                <a:lnTo>
                  <a:pt x="190078" y="58956"/>
                </a:lnTo>
                <a:lnTo>
                  <a:pt x="228094" y="65839"/>
                </a:lnTo>
                <a:lnTo>
                  <a:pt x="266110" y="71085"/>
                </a:lnTo>
                <a:lnTo>
                  <a:pt x="304125" y="74695"/>
                </a:lnTo>
                <a:lnTo>
                  <a:pt x="342141" y="76669"/>
                </a:lnTo>
                <a:lnTo>
                  <a:pt x="380157" y="77007"/>
                </a:lnTo>
                <a:lnTo>
                  <a:pt x="418172" y="75708"/>
                </a:lnTo>
                <a:lnTo>
                  <a:pt x="456188" y="72773"/>
                </a:lnTo>
                <a:lnTo>
                  <a:pt x="494204" y="68202"/>
                </a:lnTo>
                <a:lnTo>
                  <a:pt x="532219" y="61995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398" name="knowledge-edge">
            <a:extLst>
              <a:ext uri="{FF2B5EF4-FFF2-40B4-BE49-F238E27FC236}">
                <a16:creationId xmlns:a16="http://schemas.microsoft.com/office/drawing/2014/main" id="{D5341B3E-F8CE-4076-AF44-DA6EBDF4D15E}"/>
              </a:ext>
            </a:extLst>
          </p:cNvPr>
          <p:cNvSpPr>
            <a:spLocks noGrp="1"/>
          </p:cNvSpPr>
          <p:nvPr/>
        </p:nvSpPr>
        <p:spPr>
          <a:xfrm>
            <a:off x="11833437" y="5322518"/>
            <a:ext cx="299945" cy="9525"/>
          </a:xfrm>
          <a:custGeom>
            <a:avLst/>
            <a:gdLst/>
            <a:ahLst/>
            <a:cxnLst/>
            <a:rect l="0" t="0" r="0" b="0"/>
            <a:pathLst>
              <a:path w="299945" h="9525">
                <a:moveTo>
                  <a:pt x="0" y="2988"/>
                </a:moveTo>
                <a:lnTo>
                  <a:pt x="21425" y="4046"/>
                </a:lnTo>
                <a:lnTo>
                  <a:pt x="42849" y="4909"/>
                </a:lnTo>
                <a:lnTo>
                  <a:pt x="64274" y="5576"/>
                </a:lnTo>
                <a:lnTo>
                  <a:pt x="85699" y="6047"/>
                </a:lnTo>
                <a:lnTo>
                  <a:pt x="107123" y="6322"/>
                </a:lnTo>
                <a:lnTo>
                  <a:pt x="128548" y="6402"/>
                </a:lnTo>
                <a:lnTo>
                  <a:pt x="149973" y="6287"/>
                </a:lnTo>
                <a:lnTo>
                  <a:pt x="171397" y="5976"/>
                </a:lnTo>
                <a:lnTo>
                  <a:pt x="192822" y="5469"/>
                </a:lnTo>
                <a:lnTo>
                  <a:pt x="214247" y="4766"/>
                </a:lnTo>
                <a:lnTo>
                  <a:pt x="235671" y="3868"/>
                </a:lnTo>
                <a:lnTo>
                  <a:pt x="257096" y="2774"/>
                </a:lnTo>
                <a:lnTo>
                  <a:pt x="278521" y="1485"/>
                </a:lnTo>
                <a:lnTo>
                  <a:pt x="299945" y="0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399" name="knowledge-cross-edge">
            <a:extLst>
              <a:ext uri="{FF2B5EF4-FFF2-40B4-BE49-F238E27FC236}">
                <a16:creationId xmlns:a16="http://schemas.microsoft.com/office/drawing/2014/main" id="{C9CC4EC3-7B37-4A4F-809E-E1AD5E59ABD3}"/>
              </a:ext>
            </a:extLst>
          </p:cNvPr>
          <p:cNvSpPr>
            <a:spLocks noGrp="1"/>
          </p:cNvSpPr>
          <p:nvPr/>
        </p:nvSpPr>
        <p:spPr>
          <a:xfrm>
            <a:off x="11833437" y="5325506"/>
            <a:ext cx="206306" cy="209454"/>
          </a:xfrm>
          <a:custGeom>
            <a:avLst/>
            <a:gdLst/>
            <a:ahLst/>
            <a:cxnLst/>
            <a:rect l="0" t="0" r="0" b="0"/>
            <a:pathLst>
              <a:path w="206306" h="209454">
                <a:moveTo>
                  <a:pt x="0" y="0"/>
                </a:moveTo>
                <a:lnTo>
                  <a:pt x="31744" y="11950"/>
                </a:lnTo>
                <a:lnTo>
                  <a:pt x="60843" y="24900"/>
                </a:lnTo>
                <a:lnTo>
                  <a:pt x="87295" y="38852"/>
                </a:lnTo>
                <a:lnTo>
                  <a:pt x="111102" y="53804"/>
                </a:lnTo>
                <a:lnTo>
                  <a:pt x="132263" y="69757"/>
                </a:lnTo>
                <a:lnTo>
                  <a:pt x="150778" y="86711"/>
                </a:lnTo>
                <a:lnTo>
                  <a:pt x="166647" y="104666"/>
                </a:lnTo>
                <a:lnTo>
                  <a:pt x="179871" y="123622"/>
                </a:lnTo>
                <a:lnTo>
                  <a:pt x="190448" y="143579"/>
                </a:lnTo>
                <a:lnTo>
                  <a:pt x="198380" y="164536"/>
                </a:lnTo>
                <a:lnTo>
                  <a:pt x="203666" y="186495"/>
                </a:lnTo>
                <a:lnTo>
                  <a:pt x="206306" y="209454"/>
                </a:lnTo>
              </a:path>
            </a:pathLst>
          </a:custGeom>
          <a:noFill/>
          <a:ln w="5334">
            <a:solidFill>
              <a:srgbClr val="67AD3F">
                <a:alpha val="13000"/>
              </a:srgbClr>
            </a:solidFill>
            <a:prstDash val="solid"/>
          </a:ln>
        </p:spPr>
      </p:sp>
      <p:sp>
        <p:nvSpPr>
          <p:cNvPr id="400" name="knowledge-edge">
            <a:extLst>
              <a:ext uri="{FF2B5EF4-FFF2-40B4-BE49-F238E27FC236}">
                <a16:creationId xmlns:a16="http://schemas.microsoft.com/office/drawing/2014/main" id="{AE07B391-8D2E-42E1-A188-9616BEF313E1}"/>
              </a:ext>
            </a:extLst>
          </p:cNvPr>
          <p:cNvSpPr>
            <a:spLocks noGrp="1"/>
          </p:cNvSpPr>
          <p:nvPr/>
        </p:nvSpPr>
        <p:spPr>
          <a:xfrm>
            <a:off x="11767912" y="5515920"/>
            <a:ext cx="271831" cy="48417"/>
          </a:xfrm>
          <a:custGeom>
            <a:avLst/>
            <a:gdLst/>
            <a:ahLst/>
            <a:cxnLst/>
            <a:rect l="0" t="0" r="0" b="0"/>
            <a:pathLst>
              <a:path w="271831" h="48417">
                <a:moveTo>
                  <a:pt x="0" y="0"/>
                </a:moveTo>
                <a:lnTo>
                  <a:pt x="19417" y="11526"/>
                </a:lnTo>
                <a:lnTo>
                  <a:pt x="38833" y="21488"/>
                </a:lnTo>
                <a:lnTo>
                  <a:pt x="58250" y="29886"/>
                </a:lnTo>
                <a:lnTo>
                  <a:pt x="77666" y="36721"/>
                </a:lnTo>
                <a:lnTo>
                  <a:pt x="97083" y="41991"/>
                </a:lnTo>
                <a:lnTo>
                  <a:pt x="116499" y="45697"/>
                </a:lnTo>
                <a:lnTo>
                  <a:pt x="135916" y="47839"/>
                </a:lnTo>
                <a:lnTo>
                  <a:pt x="155332" y="48417"/>
                </a:lnTo>
                <a:lnTo>
                  <a:pt x="174749" y="47431"/>
                </a:lnTo>
                <a:lnTo>
                  <a:pt x="194165" y="44881"/>
                </a:lnTo>
                <a:lnTo>
                  <a:pt x="213582" y="40767"/>
                </a:lnTo>
                <a:lnTo>
                  <a:pt x="232998" y="35089"/>
                </a:lnTo>
                <a:lnTo>
                  <a:pt x="252415" y="27847"/>
                </a:lnTo>
                <a:lnTo>
                  <a:pt x="271831" y="19041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01" name="knowledge-cross-edge">
            <a:extLst>
              <a:ext uri="{FF2B5EF4-FFF2-40B4-BE49-F238E27FC236}">
                <a16:creationId xmlns:a16="http://schemas.microsoft.com/office/drawing/2014/main" id="{7E934920-726E-467E-8944-1F2C9D940CD6}"/>
              </a:ext>
            </a:extLst>
          </p:cNvPr>
          <p:cNvSpPr>
            <a:spLocks noGrp="1"/>
          </p:cNvSpPr>
          <p:nvPr/>
        </p:nvSpPr>
        <p:spPr>
          <a:xfrm>
            <a:off x="11767912" y="5492028"/>
            <a:ext cx="502464" cy="157120"/>
          </a:xfrm>
          <a:custGeom>
            <a:avLst/>
            <a:gdLst/>
            <a:ahLst/>
            <a:cxnLst/>
            <a:rect l="0" t="0" r="0" b="0"/>
            <a:pathLst>
              <a:path w="502464" h="157120">
                <a:moveTo>
                  <a:pt x="0" y="23891"/>
                </a:moveTo>
                <a:lnTo>
                  <a:pt x="56424" y="11691"/>
                </a:lnTo>
                <a:lnTo>
                  <a:pt x="110202" y="3727"/>
                </a:lnTo>
                <a:lnTo>
                  <a:pt x="161335" y="0"/>
                </a:lnTo>
                <a:lnTo>
                  <a:pt x="209821" y="510"/>
                </a:lnTo>
                <a:lnTo>
                  <a:pt x="255662" y="5257"/>
                </a:lnTo>
                <a:lnTo>
                  <a:pt x="298857" y="14241"/>
                </a:lnTo>
                <a:lnTo>
                  <a:pt x="339406" y="27462"/>
                </a:lnTo>
                <a:lnTo>
                  <a:pt x="377309" y="44920"/>
                </a:lnTo>
                <a:lnTo>
                  <a:pt x="412566" y="66614"/>
                </a:lnTo>
                <a:lnTo>
                  <a:pt x="445178" y="92546"/>
                </a:lnTo>
                <a:lnTo>
                  <a:pt x="475144" y="122714"/>
                </a:lnTo>
                <a:lnTo>
                  <a:pt x="502464" y="157120"/>
                </a:lnTo>
              </a:path>
            </a:pathLst>
          </a:custGeom>
          <a:noFill/>
          <a:ln w="5334">
            <a:solidFill>
              <a:srgbClr val="67AD3F">
                <a:alpha val="13000"/>
              </a:srgbClr>
            </a:solidFill>
            <a:prstDash val="solid"/>
          </a:ln>
        </p:spPr>
      </p:sp>
      <p:sp>
        <p:nvSpPr>
          <p:cNvPr id="402" name="knowledge-cross-edge">
            <a:extLst>
              <a:ext uri="{FF2B5EF4-FFF2-40B4-BE49-F238E27FC236}">
                <a16:creationId xmlns:a16="http://schemas.microsoft.com/office/drawing/2014/main" id="{EE3356C1-1C6C-4463-8751-F137CE53E8E4}"/>
              </a:ext>
            </a:extLst>
          </p:cNvPr>
          <p:cNvSpPr>
            <a:spLocks noGrp="1"/>
          </p:cNvSpPr>
          <p:nvPr/>
        </p:nvSpPr>
        <p:spPr>
          <a:xfrm>
            <a:off x="11767912" y="5290435"/>
            <a:ext cx="365470" cy="225485"/>
          </a:xfrm>
          <a:custGeom>
            <a:avLst/>
            <a:gdLst/>
            <a:ahLst/>
            <a:cxnLst/>
            <a:rect l="0" t="0" r="0" b="0"/>
            <a:pathLst>
              <a:path w="365470" h="225485">
                <a:moveTo>
                  <a:pt x="0" y="225485"/>
                </a:moveTo>
                <a:lnTo>
                  <a:pt x="15904" y="176599"/>
                </a:lnTo>
                <a:lnTo>
                  <a:pt x="34453" y="133671"/>
                </a:lnTo>
                <a:lnTo>
                  <a:pt x="55649" y="96701"/>
                </a:lnTo>
                <a:lnTo>
                  <a:pt x="79490" y="65689"/>
                </a:lnTo>
                <a:lnTo>
                  <a:pt x="105977" y="40635"/>
                </a:lnTo>
                <a:lnTo>
                  <a:pt x="135110" y="21539"/>
                </a:lnTo>
                <a:lnTo>
                  <a:pt x="166889" y="8402"/>
                </a:lnTo>
                <a:lnTo>
                  <a:pt x="201314" y="1222"/>
                </a:lnTo>
                <a:lnTo>
                  <a:pt x="238384" y="0"/>
                </a:lnTo>
                <a:lnTo>
                  <a:pt x="278100" y="4736"/>
                </a:lnTo>
                <a:lnTo>
                  <a:pt x="320462" y="15430"/>
                </a:lnTo>
                <a:lnTo>
                  <a:pt x="365470" y="32083"/>
                </a:lnTo>
              </a:path>
            </a:pathLst>
          </a:custGeom>
          <a:noFill/>
          <a:ln w="4953">
            <a:solidFill>
              <a:srgbClr val="67AD3F">
                <a:alpha val="12000"/>
              </a:srgbClr>
            </a:solidFill>
            <a:prstDash val="solid"/>
          </a:ln>
        </p:spPr>
      </p:sp>
      <p:sp>
        <p:nvSpPr>
          <p:cNvPr id="403" name="knowledge-edge">
            <a:extLst>
              <a:ext uri="{FF2B5EF4-FFF2-40B4-BE49-F238E27FC236}">
                <a16:creationId xmlns:a16="http://schemas.microsoft.com/office/drawing/2014/main" id="{CD744F45-6081-4AC3-9696-A198994682EA}"/>
              </a:ext>
            </a:extLst>
          </p:cNvPr>
          <p:cNvSpPr>
            <a:spLocks noGrp="1"/>
          </p:cNvSpPr>
          <p:nvPr/>
        </p:nvSpPr>
        <p:spPr>
          <a:xfrm>
            <a:off x="11667901" y="5649148"/>
            <a:ext cx="602475" cy="254156"/>
          </a:xfrm>
          <a:custGeom>
            <a:avLst/>
            <a:gdLst/>
            <a:ahLst/>
            <a:cxnLst/>
            <a:rect l="0" t="0" r="0" b="0"/>
            <a:pathLst>
              <a:path w="602475" h="254156">
                <a:moveTo>
                  <a:pt x="0" y="253608"/>
                </a:moveTo>
                <a:lnTo>
                  <a:pt x="43034" y="254156"/>
                </a:lnTo>
                <a:lnTo>
                  <a:pt x="86068" y="251834"/>
                </a:lnTo>
                <a:lnTo>
                  <a:pt x="129102" y="246640"/>
                </a:lnTo>
                <a:lnTo>
                  <a:pt x="172136" y="238575"/>
                </a:lnTo>
                <a:lnTo>
                  <a:pt x="215170" y="227638"/>
                </a:lnTo>
                <a:lnTo>
                  <a:pt x="258204" y="213831"/>
                </a:lnTo>
                <a:lnTo>
                  <a:pt x="301238" y="197151"/>
                </a:lnTo>
                <a:lnTo>
                  <a:pt x="344272" y="177601"/>
                </a:lnTo>
                <a:lnTo>
                  <a:pt x="387306" y="155179"/>
                </a:lnTo>
                <a:lnTo>
                  <a:pt x="430340" y="129886"/>
                </a:lnTo>
                <a:lnTo>
                  <a:pt x="473373" y="101721"/>
                </a:lnTo>
                <a:lnTo>
                  <a:pt x="516407" y="70686"/>
                </a:lnTo>
                <a:lnTo>
                  <a:pt x="559441" y="36778"/>
                </a:lnTo>
                <a:lnTo>
                  <a:pt x="602475" y="0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04" name="knowledge-cross-edge">
            <a:extLst>
              <a:ext uri="{FF2B5EF4-FFF2-40B4-BE49-F238E27FC236}">
                <a16:creationId xmlns:a16="http://schemas.microsoft.com/office/drawing/2014/main" id="{F83A472C-B5A8-47C3-9568-823017CC65FD}"/>
              </a:ext>
            </a:extLst>
          </p:cNvPr>
          <p:cNvSpPr>
            <a:spLocks noGrp="1"/>
          </p:cNvSpPr>
          <p:nvPr/>
        </p:nvSpPr>
        <p:spPr>
          <a:xfrm>
            <a:off x="11667901" y="5724681"/>
            <a:ext cx="533009" cy="178074"/>
          </a:xfrm>
          <a:custGeom>
            <a:avLst/>
            <a:gdLst/>
            <a:ahLst/>
            <a:cxnLst/>
            <a:rect l="0" t="0" r="0" b="0"/>
            <a:pathLst>
              <a:path w="533009" h="178074">
                <a:moveTo>
                  <a:pt x="0" y="178074"/>
                </a:moveTo>
                <a:lnTo>
                  <a:pt x="58970" y="140294"/>
                </a:lnTo>
                <a:lnTo>
                  <a:pt x="115293" y="107013"/>
                </a:lnTo>
                <a:lnTo>
                  <a:pt x="168971" y="78230"/>
                </a:lnTo>
                <a:lnTo>
                  <a:pt x="220003" y="53946"/>
                </a:lnTo>
                <a:lnTo>
                  <a:pt x="268389" y="34160"/>
                </a:lnTo>
                <a:lnTo>
                  <a:pt x="314130" y="18872"/>
                </a:lnTo>
                <a:lnTo>
                  <a:pt x="357224" y="8083"/>
                </a:lnTo>
                <a:lnTo>
                  <a:pt x="397673" y="1792"/>
                </a:lnTo>
                <a:lnTo>
                  <a:pt x="435476" y="0"/>
                </a:lnTo>
                <a:lnTo>
                  <a:pt x="470633" y="2706"/>
                </a:lnTo>
                <a:lnTo>
                  <a:pt x="503144" y="9911"/>
                </a:lnTo>
                <a:lnTo>
                  <a:pt x="533009" y="21614"/>
                </a:lnTo>
              </a:path>
            </a:pathLst>
          </a:custGeom>
          <a:noFill/>
          <a:ln w="5334">
            <a:solidFill>
              <a:srgbClr val="67AD3F">
                <a:alpha val="13000"/>
              </a:srgbClr>
            </a:solidFill>
            <a:prstDash val="solid"/>
          </a:ln>
        </p:spPr>
      </p:sp>
      <p:sp>
        <p:nvSpPr>
          <p:cNvPr id="405" name="knowledge-long-edge">
            <a:extLst>
              <a:ext uri="{FF2B5EF4-FFF2-40B4-BE49-F238E27FC236}">
                <a16:creationId xmlns:a16="http://schemas.microsoft.com/office/drawing/2014/main" id="{DE2AEAC8-574C-444D-B18D-A5D375ADEAF4}"/>
              </a:ext>
            </a:extLst>
          </p:cNvPr>
          <p:cNvSpPr>
            <a:spLocks noGrp="1"/>
          </p:cNvSpPr>
          <p:nvPr/>
        </p:nvSpPr>
        <p:spPr>
          <a:xfrm>
            <a:off x="11667901" y="5438929"/>
            <a:ext cx="846763" cy="463827"/>
          </a:xfrm>
          <a:custGeom>
            <a:avLst/>
            <a:gdLst/>
            <a:ahLst/>
            <a:cxnLst/>
            <a:rect l="0" t="0" r="0" b="0"/>
            <a:pathLst>
              <a:path w="846763" h="463827">
                <a:moveTo>
                  <a:pt x="0" y="463827"/>
                </a:moveTo>
                <a:lnTo>
                  <a:pt x="52923" y="374732"/>
                </a:lnTo>
                <a:lnTo>
                  <a:pt x="105845" y="295128"/>
                </a:lnTo>
                <a:lnTo>
                  <a:pt x="158768" y="225016"/>
                </a:lnTo>
                <a:lnTo>
                  <a:pt x="211691" y="164396"/>
                </a:lnTo>
                <a:lnTo>
                  <a:pt x="264613" y="113267"/>
                </a:lnTo>
                <a:lnTo>
                  <a:pt x="317536" y="71631"/>
                </a:lnTo>
                <a:lnTo>
                  <a:pt x="370459" y="39485"/>
                </a:lnTo>
                <a:lnTo>
                  <a:pt x="423381" y="16832"/>
                </a:lnTo>
                <a:lnTo>
                  <a:pt x="476304" y="3670"/>
                </a:lnTo>
                <a:lnTo>
                  <a:pt x="529227" y="0"/>
                </a:lnTo>
                <a:lnTo>
                  <a:pt x="582149" y="5822"/>
                </a:lnTo>
                <a:lnTo>
                  <a:pt x="635072" y="21135"/>
                </a:lnTo>
                <a:lnTo>
                  <a:pt x="687995" y="45940"/>
                </a:lnTo>
                <a:lnTo>
                  <a:pt x="740917" y="80236"/>
                </a:lnTo>
                <a:lnTo>
                  <a:pt x="793840" y="124025"/>
                </a:lnTo>
                <a:lnTo>
                  <a:pt x="846763" y="177305"/>
                </a:lnTo>
              </a:path>
            </a:pathLst>
          </a:custGeom>
          <a:noFill/>
          <a:ln w="4286">
            <a:solidFill>
              <a:srgbClr val="67AD3F">
                <a:alpha val="9000"/>
              </a:srgbClr>
            </a:solidFill>
            <a:prstDash val="solid"/>
          </a:ln>
        </p:spPr>
      </p:sp>
      <p:sp>
        <p:nvSpPr>
          <p:cNvPr id="406" name="knowledge-edge">
            <a:extLst>
              <a:ext uri="{FF2B5EF4-FFF2-40B4-BE49-F238E27FC236}">
                <a16:creationId xmlns:a16="http://schemas.microsoft.com/office/drawing/2014/main" id="{723FA057-9A03-49EE-891B-55C24F8E9F55}"/>
              </a:ext>
            </a:extLst>
          </p:cNvPr>
          <p:cNvSpPr>
            <a:spLocks noGrp="1"/>
          </p:cNvSpPr>
          <p:nvPr/>
        </p:nvSpPr>
        <p:spPr>
          <a:xfrm>
            <a:off x="11715550" y="5742955"/>
            <a:ext cx="485360" cy="193406"/>
          </a:xfrm>
          <a:custGeom>
            <a:avLst/>
            <a:gdLst/>
            <a:ahLst/>
            <a:cxnLst/>
            <a:rect l="0" t="0" r="0" b="0"/>
            <a:pathLst>
              <a:path w="485360" h="193406">
                <a:moveTo>
                  <a:pt x="0" y="193406"/>
                </a:moveTo>
                <a:lnTo>
                  <a:pt x="34669" y="163313"/>
                </a:lnTo>
                <a:lnTo>
                  <a:pt x="69337" y="135761"/>
                </a:lnTo>
                <a:lnTo>
                  <a:pt x="104006" y="110750"/>
                </a:lnTo>
                <a:lnTo>
                  <a:pt x="138674" y="88280"/>
                </a:lnTo>
                <a:lnTo>
                  <a:pt x="173343" y="68351"/>
                </a:lnTo>
                <a:lnTo>
                  <a:pt x="208011" y="50963"/>
                </a:lnTo>
                <a:lnTo>
                  <a:pt x="242680" y="36117"/>
                </a:lnTo>
                <a:lnTo>
                  <a:pt x="277349" y="23811"/>
                </a:lnTo>
                <a:lnTo>
                  <a:pt x="312017" y="14047"/>
                </a:lnTo>
                <a:lnTo>
                  <a:pt x="346686" y="6823"/>
                </a:lnTo>
                <a:lnTo>
                  <a:pt x="381354" y="2141"/>
                </a:lnTo>
                <a:lnTo>
                  <a:pt x="416023" y="0"/>
                </a:lnTo>
                <a:lnTo>
                  <a:pt x="450691" y="400"/>
                </a:lnTo>
                <a:lnTo>
                  <a:pt x="485360" y="3341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07" name="knowledge-long-edge">
            <a:extLst>
              <a:ext uri="{FF2B5EF4-FFF2-40B4-BE49-F238E27FC236}">
                <a16:creationId xmlns:a16="http://schemas.microsoft.com/office/drawing/2014/main" id="{E593EEBC-9D57-4D0E-893B-9B00636DCF22}"/>
              </a:ext>
            </a:extLst>
          </p:cNvPr>
          <p:cNvSpPr>
            <a:spLocks noGrp="1"/>
          </p:cNvSpPr>
          <p:nvPr/>
        </p:nvSpPr>
        <p:spPr>
          <a:xfrm>
            <a:off x="11715550" y="5422801"/>
            <a:ext cx="799113" cy="513559"/>
          </a:xfrm>
          <a:custGeom>
            <a:avLst/>
            <a:gdLst/>
            <a:ahLst/>
            <a:cxnLst/>
            <a:rect l="0" t="0" r="0" b="0"/>
            <a:pathLst>
              <a:path w="799113" h="513559">
                <a:moveTo>
                  <a:pt x="0" y="513559"/>
                </a:moveTo>
                <a:lnTo>
                  <a:pt x="49945" y="415182"/>
                </a:lnTo>
                <a:lnTo>
                  <a:pt x="99889" y="327253"/>
                </a:lnTo>
                <a:lnTo>
                  <a:pt x="149834" y="249774"/>
                </a:lnTo>
                <a:lnTo>
                  <a:pt x="199778" y="182744"/>
                </a:lnTo>
                <a:lnTo>
                  <a:pt x="249723" y="126163"/>
                </a:lnTo>
                <a:lnTo>
                  <a:pt x="299667" y="80032"/>
                </a:lnTo>
                <a:lnTo>
                  <a:pt x="349612" y="44350"/>
                </a:lnTo>
                <a:lnTo>
                  <a:pt x="399557" y="19117"/>
                </a:lnTo>
                <a:lnTo>
                  <a:pt x="449501" y="4334"/>
                </a:lnTo>
                <a:lnTo>
                  <a:pt x="499446" y="0"/>
                </a:lnTo>
                <a:lnTo>
                  <a:pt x="549390" y="6115"/>
                </a:lnTo>
                <a:lnTo>
                  <a:pt x="599335" y="22680"/>
                </a:lnTo>
                <a:lnTo>
                  <a:pt x="649279" y="49694"/>
                </a:lnTo>
                <a:lnTo>
                  <a:pt x="699224" y="87157"/>
                </a:lnTo>
                <a:lnTo>
                  <a:pt x="749169" y="135070"/>
                </a:lnTo>
                <a:lnTo>
                  <a:pt x="799113" y="193432"/>
                </a:lnTo>
              </a:path>
            </a:pathLst>
          </a:custGeom>
          <a:noFill/>
          <a:ln w="4286">
            <a:solidFill>
              <a:srgbClr val="67AD3F">
                <a:alpha val="9000"/>
              </a:srgbClr>
            </a:solidFill>
            <a:prstDash val="solid"/>
          </a:ln>
        </p:spPr>
      </p:sp>
      <p:sp>
        <p:nvSpPr>
          <p:cNvPr id="408" name="knowledge-edge">
            <a:extLst>
              <a:ext uri="{FF2B5EF4-FFF2-40B4-BE49-F238E27FC236}">
                <a16:creationId xmlns:a16="http://schemas.microsoft.com/office/drawing/2014/main" id="{0E14C2C0-50DF-4895-AF03-10D2FD273A09}"/>
              </a:ext>
            </a:extLst>
          </p:cNvPr>
          <p:cNvSpPr>
            <a:spLocks noGrp="1"/>
          </p:cNvSpPr>
          <p:nvPr/>
        </p:nvSpPr>
        <p:spPr>
          <a:xfrm>
            <a:off x="12107293" y="4328578"/>
            <a:ext cx="474528" cy="228894"/>
          </a:xfrm>
          <a:custGeom>
            <a:avLst/>
            <a:gdLst/>
            <a:ahLst/>
            <a:cxnLst/>
            <a:rect l="0" t="0" r="0" b="0"/>
            <a:pathLst>
              <a:path w="474528" h="228894">
                <a:moveTo>
                  <a:pt x="0" y="228894"/>
                </a:moveTo>
                <a:lnTo>
                  <a:pt x="33895" y="220393"/>
                </a:lnTo>
                <a:lnTo>
                  <a:pt x="67790" y="210684"/>
                </a:lnTo>
                <a:lnTo>
                  <a:pt x="101685" y="199767"/>
                </a:lnTo>
                <a:lnTo>
                  <a:pt x="135579" y="187643"/>
                </a:lnTo>
                <a:lnTo>
                  <a:pt x="169474" y="174312"/>
                </a:lnTo>
                <a:lnTo>
                  <a:pt x="203369" y="159774"/>
                </a:lnTo>
                <a:lnTo>
                  <a:pt x="237264" y="144028"/>
                </a:lnTo>
                <a:lnTo>
                  <a:pt x="271159" y="127074"/>
                </a:lnTo>
                <a:lnTo>
                  <a:pt x="305054" y="108914"/>
                </a:lnTo>
                <a:lnTo>
                  <a:pt x="338949" y="89546"/>
                </a:lnTo>
                <a:lnTo>
                  <a:pt x="372843" y="68970"/>
                </a:lnTo>
                <a:lnTo>
                  <a:pt x="406738" y="47188"/>
                </a:lnTo>
                <a:lnTo>
                  <a:pt x="440633" y="24197"/>
                </a:lnTo>
                <a:lnTo>
                  <a:pt x="474528" y="0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09" name="knowledge-cross-edge">
            <a:extLst>
              <a:ext uri="{FF2B5EF4-FFF2-40B4-BE49-F238E27FC236}">
                <a16:creationId xmlns:a16="http://schemas.microsoft.com/office/drawing/2014/main" id="{F05611B9-D972-4D67-AAED-590926F92041}"/>
              </a:ext>
            </a:extLst>
          </p:cNvPr>
          <p:cNvSpPr>
            <a:spLocks noGrp="1"/>
          </p:cNvSpPr>
          <p:nvPr/>
        </p:nvSpPr>
        <p:spPr>
          <a:xfrm>
            <a:off x="12107293" y="4517677"/>
            <a:ext cx="538310" cy="157912"/>
          </a:xfrm>
          <a:custGeom>
            <a:avLst/>
            <a:gdLst/>
            <a:ahLst/>
            <a:cxnLst/>
            <a:rect l="0" t="0" r="0" b="0"/>
            <a:pathLst>
              <a:path w="538310" h="157912">
                <a:moveTo>
                  <a:pt x="0" y="39795"/>
                </a:moveTo>
                <a:lnTo>
                  <a:pt x="59411" y="22424"/>
                </a:lnTo>
                <a:lnTo>
                  <a:pt x="116177" y="10002"/>
                </a:lnTo>
                <a:lnTo>
                  <a:pt x="170296" y="2527"/>
                </a:lnTo>
                <a:lnTo>
                  <a:pt x="221770" y="0"/>
                </a:lnTo>
                <a:lnTo>
                  <a:pt x="270598" y="2421"/>
                </a:lnTo>
                <a:lnTo>
                  <a:pt x="316780" y="9790"/>
                </a:lnTo>
                <a:lnTo>
                  <a:pt x="360317" y="22107"/>
                </a:lnTo>
                <a:lnTo>
                  <a:pt x="401207" y="39372"/>
                </a:lnTo>
                <a:lnTo>
                  <a:pt x="439452" y="61585"/>
                </a:lnTo>
                <a:lnTo>
                  <a:pt x="475050" y="88746"/>
                </a:lnTo>
                <a:lnTo>
                  <a:pt x="508003" y="120855"/>
                </a:lnTo>
                <a:lnTo>
                  <a:pt x="538310" y="157912"/>
                </a:lnTo>
              </a:path>
            </a:pathLst>
          </a:custGeom>
          <a:noFill/>
          <a:ln w="5334">
            <a:solidFill>
              <a:srgbClr val="4EAB49">
                <a:alpha val="13000"/>
              </a:srgbClr>
            </a:solidFill>
            <a:prstDash val="solid"/>
          </a:ln>
        </p:spPr>
      </p:sp>
      <p:sp>
        <p:nvSpPr>
          <p:cNvPr id="410" name="knowledge-edge">
            <a:extLst>
              <a:ext uri="{FF2B5EF4-FFF2-40B4-BE49-F238E27FC236}">
                <a16:creationId xmlns:a16="http://schemas.microsoft.com/office/drawing/2014/main" id="{DAFEC0F4-CD46-4005-90F3-A04E45A5761A}"/>
              </a:ext>
            </a:extLst>
          </p:cNvPr>
          <p:cNvSpPr>
            <a:spLocks noGrp="1"/>
          </p:cNvSpPr>
          <p:nvPr/>
        </p:nvSpPr>
        <p:spPr>
          <a:xfrm>
            <a:off x="12267413" y="4558981"/>
            <a:ext cx="378191" cy="130340"/>
          </a:xfrm>
          <a:custGeom>
            <a:avLst/>
            <a:gdLst/>
            <a:ahLst/>
            <a:cxnLst/>
            <a:rect l="0" t="0" r="0" b="0"/>
            <a:pathLst>
              <a:path w="378191" h="130340">
                <a:moveTo>
                  <a:pt x="0" y="0"/>
                </a:moveTo>
                <a:lnTo>
                  <a:pt x="27014" y="23582"/>
                </a:lnTo>
                <a:lnTo>
                  <a:pt x="54027" y="44817"/>
                </a:lnTo>
                <a:lnTo>
                  <a:pt x="81041" y="63706"/>
                </a:lnTo>
                <a:lnTo>
                  <a:pt x="108054" y="80248"/>
                </a:lnTo>
                <a:lnTo>
                  <a:pt x="135068" y="94444"/>
                </a:lnTo>
                <a:lnTo>
                  <a:pt x="162082" y="106293"/>
                </a:lnTo>
                <a:lnTo>
                  <a:pt x="189095" y="115796"/>
                </a:lnTo>
                <a:lnTo>
                  <a:pt x="216109" y="122951"/>
                </a:lnTo>
                <a:lnTo>
                  <a:pt x="243123" y="127761"/>
                </a:lnTo>
                <a:lnTo>
                  <a:pt x="270136" y="130223"/>
                </a:lnTo>
                <a:lnTo>
                  <a:pt x="297150" y="130340"/>
                </a:lnTo>
                <a:lnTo>
                  <a:pt x="324163" y="128109"/>
                </a:lnTo>
                <a:lnTo>
                  <a:pt x="351177" y="123532"/>
                </a:lnTo>
                <a:lnTo>
                  <a:pt x="378191" y="116608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11" name="knowledge-edge">
            <a:extLst>
              <a:ext uri="{FF2B5EF4-FFF2-40B4-BE49-F238E27FC236}">
                <a16:creationId xmlns:a16="http://schemas.microsoft.com/office/drawing/2014/main" id="{52A64FDE-49C4-4583-8DF5-B81BF92185A6}"/>
              </a:ext>
            </a:extLst>
          </p:cNvPr>
          <p:cNvSpPr>
            <a:spLocks noGrp="1"/>
          </p:cNvSpPr>
          <p:nvPr/>
        </p:nvSpPr>
        <p:spPr>
          <a:xfrm>
            <a:off x="12151469" y="4853836"/>
            <a:ext cx="593781" cy="171794"/>
          </a:xfrm>
          <a:custGeom>
            <a:avLst/>
            <a:gdLst/>
            <a:ahLst/>
            <a:cxnLst/>
            <a:rect l="0" t="0" r="0" b="0"/>
            <a:pathLst>
              <a:path w="593781" h="171794">
                <a:moveTo>
                  <a:pt x="0" y="164546"/>
                </a:moveTo>
                <a:lnTo>
                  <a:pt x="42413" y="169452"/>
                </a:lnTo>
                <a:lnTo>
                  <a:pt x="84826" y="171794"/>
                </a:lnTo>
                <a:lnTo>
                  <a:pt x="127239" y="171574"/>
                </a:lnTo>
                <a:lnTo>
                  <a:pt x="169652" y="168791"/>
                </a:lnTo>
                <a:lnTo>
                  <a:pt x="212065" y="163445"/>
                </a:lnTo>
                <a:lnTo>
                  <a:pt x="254477" y="155536"/>
                </a:lnTo>
                <a:lnTo>
                  <a:pt x="296890" y="145064"/>
                </a:lnTo>
                <a:lnTo>
                  <a:pt x="339303" y="132029"/>
                </a:lnTo>
                <a:lnTo>
                  <a:pt x="381716" y="116432"/>
                </a:lnTo>
                <a:lnTo>
                  <a:pt x="424129" y="98271"/>
                </a:lnTo>
                <a:lnTo>
                  <a:pt x="466542" y="77548"/>
                </a:lnTo>
                <a:lnTo>
                  <a:pt x="508955" y="54261"/>
                </a:lnTo>
                <a:lnTo>
                  <a:pt x="551368" y="28412"/>
                </a:lnTo>
                <a:lnTo>
                  <a:pt x="593781" y="0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12" name="knowledge-cross-edge">
            <a:extLst>
              <a:ext uri="{FF2B5EF4-FFF2-40B4-BE49-F238E27FC236}">
                <a16:creationId xmlns:a16="http://schemas.microsoft.com/office/drawing/2014/main" id="{11709C75-27B0-4BB5-8150-C8A8ED96295B}"/>
              </a:ext>
            </a:extLst>
          </p:cNvPr>
          <p:cNvSpPr>
            <a:spLocks noGrp="1"/>
          </p:cNvSpPr>
          <p:nvPr/>
        </p:nvSpPr>
        <p:spPr>
          <a:xfrm>
            <a:off x="12151469" y="5018382"/>
            <a:ext cx="467031" cy="293869"/>
          </a:xfrm>
          <a:custGeom>
            <a:avLst/>
            <a:gdLst/>
            <a:ahLst/>
            <a:cxnLst/>
            <a:rect l="0" t="0" r="0" b="0"/>
            <a:pathLst>
              <a:path w="467031" h="293869">
                <a:moveTo>
                  <a:pt x="0" y="0"/>
                </a:moveTo>
                <a:lnTo>
                  <a:pt x="53471" y="6136"/>
                </a:lnTo>
                <a:lnTo>
                  <a:pt x="104297" y="15610"/>
                </a:lnTo>
                <a:lnTo>
                  <a:pt x="152476" y="28420"/>
                </a:lnTo>
                <a:lnTo>
                  <a:pt x="198010" y="44567"/>
                </a:lnTo>
                <a:lnTo>
                  <a:pt x="240898" y="64051"/>
                </a:lnTo>
                <a:lnTo>
                  <a:pt x="281140" y="86871"/>
                </a:lnTo>
                <a:lnTo>
                  <a:pt x="318737" y="113029"/>
                </a:lnTo>
                <a:lnTo>
                  <a:pt x="353687" y="142523"/>
                </a:lnTo>
                <a:lnTo>
                  <a:pt x="385992" y="175354"/>
                </a:lnTo>
                <a:lnTo>
                  <a:pt x="415651" y="211523"/>
                </a:lnTo>
                <a:lnTo>
                  <a:pt x="442664" y="251027"/>
                </a:lnTo>
                <a:lnTo>
                  <a:pt x="467031" y="293869"/>
                </a:lnTo>
              </a:path>
            </a:pathLst>
          </a:custGeom>
          <a:noFill/>
          <a:ln w="5334">
            <a:solidFill>
              <a:srgbClr val="4EAB49">
                <a:alpha val="13000"/>
              </a:srgbClr>
            </a:solidFill>
            <a:prstDash val="solid"/>
          </a:ln>
        </p:spPr>
      </p:sp>
      <p:sp>
        <p:nvSpPr>
          <p:cNvPr id="413" name="knowledge-cross-edge">
            <a:extLst>
              <a:ext uri="{FF2B5EF4-FFF2-40B4-BE49-F238E27FC236}">
                <a16:creationId xmlns:a16="http://schemas.microsoft.com/office/drawing/2014/main" id="{308EA11A-3BAF-4AB0-994E-B723BFE8E049}"/>
              </a:ext>
            </a:extLst>
          </p:cNvPr>
          <p:cNvSpPr>
            <a:spLocks noGrp="1"/>
          </p:cNvSpPr>
          <p:nvPr/>
        </p:nvSpPr>
        <p:spPr>
          <a:xfrm>
            <a:off x="12151469" y="4662830"/>
            <a:ext cx="494134" cy="355552"/>
          </a:xfrm>
          <a:custGeom>
            <a:avLst/>
            <a:gdLst/>
            <a:ahLst/>
            <a:cxnLst/>
            <a:rect l="0" t="0" r="0" b="0"/>
            <a:pathLst>
              <a:path w="494134" h="355552">
                <a:moveTo>
                  <a:pt x="0" y="355552"/>
                </a:moveTo>
                <a:lnTo>
                  <a:pt x="26626" y="288545"/>
                </a:lnTo>
                <a:lnTo>
                  <a:pt x="55897" y="228528"/>
                </a:lnTo>
                <a:lnTo>
                  <a:pt x="87815" y="175501"/>
                </a:lnTo>
                <a:lnTo>
                  <a:pt x="122378" y="129462"/>
                </a:lnTo>
                <a:lnTo>
                  <a:pt x="159587" y="90412"/>
                </a:lnTo>
                <a:lnTo>
                  <a:pt x="199442" y="58351"/>
                </a:lnTo>
                <a:lnTo>
                  <a:pt x="241943" y="33280"/>
                </a:lnTo>
                <a:lnTo>
                  <a:pt x="287089" y="15197"/>
                </a:lnTo>
                <a:lnTo>
                  <a:pt x="334882" y="4104"/>
                </a:lnTo>
                <a:lnTo>
                  <a:pt x="385320" y="0"/>
                </a:lnTo>
                <a:lnTo>
                  <a:pt x="438404" y="2885"/>
                </a:lnTo>
                <a:lnTo>
                  <a:pt x="494134" y="12759"/>
                </a:lnTo>
              </a:path>
            </a:pathLst>
          </a:custGeom>
          <a:noFill/>
          <a:ln w="4953">
            <a:solidFill>
              <a:srgbClr val="4EAB49">
                <a:alpha val="12000"/>
              </a:srgbClr>
            </a:solidFill>
            <a:prstDash val="solid"/>
          </a:ln>
        </p:spPr>
      </p:sp>
      <p:sp>
        <p:nvSpPr>
          <p:cNvPr id="414" name="knowledge-edge">
            <a:extLst>
              <a:ext uri="{FF2B5EF4-FFF2-40B4-BE49-F238E27FC236}">
                <a16:creationId xmlns:a16="http://schemas.microsoft.com/office/drawing/2014/main" id="{F3496F25-901E-42E6-9502-7614C0F632C0}"/>
              </a:ext>
            </a:extLst>
          </p:cNvPr>
          <p:cNvSpPr>
            <a:spLocks noGrp="1"/>
          </p:cNvSpPr>
          <p:nvPr/>
        </p:nvSpPr>
        <p:spPr>
          <a:xfrm>
            <a:off x="12133383" y="5247427"/>
            <a:ext cx="485117" cy="75091"/>
          </a:xfrm>
          <a:custGeom>
            <a:avLst/>
            <a:gdLst/>
            <a:ahLst/>
            <a:cxnLst/>
            <a:rect l="0" t="0" r="0" b="0"/>
            <a:pathLst>
              <a:path w="485117" h="75091">
                <a:moveTo>
                  <a:pt x="0" y="75091"/>
                </a:moveTo>
                <a:lnTo>
                  <a:pt x="34651" y="55798"/>
                </a:lnTo>
                <a:lnTo>
                  <a:pt x="69302" y="39360"/>
                </a:lnTo>
                <a:lnTo>
                  <a:pt x="103954" y="25777"/>
                </a:lnTo>
                <a:lnTo>
                  <a:pt x="138605" y="15049"/>
                </a:lnTo>
                <a:lnTo>
                  <a:pt x="173256" y="7178"/>
                </a:lnTo>
                <a:lnTo>
                  <a:pt x="207907" y="2161"/>
                </a:lnTo>
                <a:lnTo>
                  <a:pt x="242559" y="0"/>
                </a:lnTo>
                <a:lnTo>
                  <a:pt x="277210" y="694"/>
                </a:lnTo>
                <a:lnTo>
                  <a:pt x="311861" y="4244"/>
                </a:lnTo>
                <a:lnTo>
                  <a:pt x="346512" y="10649"/>
                </a:lnTo>
                <a:lnTo>
                  <a:pt x="381163" y="19910"/>
                </a:lnTo>
                <a:lnTo>
                  <a:pt x="415815" y="32026"/>
                </a:lnTo>
                <a:lnTo>
                  <a:pt x="450466" y="46998"/>
                </a:lnTo>
                <a:lnTo>
                  <a:pt x="485117" y="64825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15" name="knowledge-edge">
            <a:extLst>
              <a:ext uri="{FF2B5EF4-FFF2-40B4-BE49-F238E27FC236}">
                <a16:creationId xmlns:a16="http://schemas.microsoft.com/office/drawing/2014/main" id="{3D908C56-E9C2-4799-A439-59E8B7D5CD0E}"/>
              </a:ext>
            </a:extLst>
          </p:cNvPr>
          <p:cNvSpPr>
            <a:spLocks noGrp="1"/>
          </p:cNvSpPr>
          <p:nvPr/>
        </p:nvSpPr>
        <p:spPr>
          <a:xfrm>
            <a:off x="12039744" y="5416138"/>
            <a:ext cx="588323" cy="120361"/>
          </a:xfrm>
          <a:custGeom>
            <a:avLst/>
            <a:gdLst/>
            <a:ahLst/>
            <a:cxnLst/>
            <a:rect l="0" t="0" r="0" b="0"/>
            <a:pathLst>
              <a:path w="588323" h="120361">
                <a:moveTo>
                  <a:pt x="0" y="118822"/>
                </a:moveTo>
                <a:lnTo>
                  <a:pt x="42023" y="120361"/>
                </a:lnTo>
                <a:lnTo>
                  <a:pt x="84046" y="120358"/>
                </a:lnTo>
                <a:lnTo>
                  <a:pt x="126069" y="118812"/>
                </a:lnTo>
                <a:lnTo>
                  <a:pt x="168092" y="115724"/>
                </a:lnTo>
                <a:lnTo>
                  <a:pt x="210115" y="111093"/>
                </a:lnTo>
                <a:lnTo>
                  <a:pt x="252138" y="104919"/>
                </a:lnTo>
                <a:lnTo>
                  <a:pt x="294162" y="97203"/>
                </a:lnTo>
                <a:lnTo>
                  <a:pt x="336185" y="87945"/>
                </a:lnTo>
                <a:lnTo>
                  <a:pt x="378208" y="77144"/>
                </a:lnTo>
                <a:lnTo>
                  <a:pt x="420231" y="64800"/>
                </a:lnTo>
                <a:lnTo>
                  <a:pt x="462254" y="50914"/>
                </a:lnTo>
                <a:lnTo>
                  <a:pt x="504277" y="35485"/>
                </a:lnTo>
                <a:lnTo>
                  <a:pt x="546300" y="18514"/>
                </a:lnTo>
                <a:lnTo>
                  <a:pt x="588323" y="0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16" name="knowledge-cross-edge">
            <a:extLst>
              <a:ext uri="{FF2B5EF4-FFF2-40B4-BE49-F238E27FC236}">
                <a16:creationId xmlns:a16="http://schemas.microsoft.com/office/drawing/2014/main" id="{43039696-AF3A-4E0D-A844-4DA2979E7D94}"/>
              </a:ext>
            </a:extLst>
          </p:cNvPr>
          <p:cNvSpPr>
            <a:spLocks noGrp="1"/>
          </p:cNvSpPr>
          <p:nvPr/>
        </p:nvSpPr>
        <p:spPr>
          <a:xfrm>
            <a:off x="12039744" y="5438828"/>
            <a:ext cx="681338" cy="96133"/>
          </a:xfrm>
          <a:custGeom>
            <a:avLst/>
            <a:gdLst/>
            <a:ahLst/>
            <a:cxnLst/>
            <a:rect l="0" t="0" r="0" b="0"/>
            <a:pathLst>
              <a:path w="681338" h="96133">
                <a:moveTo>
                  <a:pt x="0" y="96133"/>
                </a:moveTo>
                <a:lnTo>
                  <a:pt x="71330" y="68252"/>
                </a:lnTo>
                <a:lnTo>
                  <a:pt x="140015" y="45114"/>
                </a:lnTo>
                <a:lnTo>
                  <a:pt x="206053" y="26721"/>
                </a:lnTo>
                <a:lnTo>
                  <a:pt x="269446" y="13070"/>
                </a:lnTo>
                <a:lnTo>
                  <a:pt x="330193" y="4163"/>
                </a:lnTo>
                <a:lnTo>
                  <a:pt x="388294" y="0"/>
                </a:lnTo>
                <a:lnTo>
                  <a:pt x="443750" y="580"/>
                </a:lnTo>
                <a:lnTo>
                  <a:pt x="496559" y="5904"/>
                </a:lnTo>
                <a:lnTo>
                  <a:pt x="546723" y="15971"/>
                </a:lnTo>
                <a:lnTo>
                  <a:pt x="594240" y="30782"/>
                </a:lnTo>
                <a:lnTo>
                  <a:pt x="639112" y="50336"/>
                </a:lnTo>
                <a:lnTo>
                  <a:pt x="681338" y="74634"/>
                </a:lnTo>
              </a:path>
            </a:pathLst>
          </a:custGeom>
          <a:noFill/>
          <a:ln w="5334">
            <a:solidFill>
              <a:srgbClr val="4EAB49">
                <a:alpha val="13000"/>
              </a:srgbClr>
            </a:solidFill>
            <a:prstDash val="solid"/>
          </a:ln>
        </p:spPr>
      </p:sp>
      <p:sp>
        <p:nvSpPr>
          <p:cNvPr id="417" name="knowledge-edge">
            <a:extLst>
              <a:ext uri="{FF2B5EF4-FFF2-40B4-BE49-F238E27FC236}">
                <a16:creationId xmlns:a16="http://schemas.microsoft.com/office/drawing/2014/main" id="{F88CDEAA-3D32-42FA-99D8-5A768C90D891}"/>
              </a:ext>
            </a:extLst>
          </p:cNvPr>
          <p:cNvSpPr>
            <a:spLocks noGrp="1"/>
          </p:cNvSpPr>
          <p:nvPr/>
        </p:nvSpPr>
        <p:spPr>
          <a:xfrm>
            <a:off x="12270376" y="5508456"/>
            <a:ext cx="450706" cy="140692"/>
          </a:xfrm>
          <a:custGeom>
            <a:avLst/>
            <a:gdLst/>
            <a:ahLst/>
            <a:cxnLst/>
            <a:rect l="0" t="0" r="0" b="0"/>
            <a:pathLst>
              <a:path w="450706" h="140692">
                <a:moveTo>
                  <a:pt x="0" y="140692"/>
                </a:moveTo>
                <a:lnTo>
                  <a:pt x="32193" y="117789"/>
                </a:lnTo>
                <a:lnTo>
                  <a:pt x="64387" y="96919"/>
                </a:lnTo>
                <a:lnTo>
                  <a:pt x="96580" y="78081"/>
                </a:lnTo>
                <a:lnTo>
                  <a:pt x="128773" y="61276"/>
                </a:lnTo>
                <a:lnTo>
                  <a:pt x="160966" y="46503"/>
                </a:lnTo>
                <a:lnTo>
                  <a:pt x="193160" y="33762"/>
                </a:lnTo>
                <a:lnTo>
                  <a:pt x="225353" y="23054"/>
                </a:lnTo>
                <a:lnTo>
                  <a:pt x="257546" y="14379"/>
                </a:lnTo>
                <a:lnTo>
                  <a:pt x="289740" y="7735"/>
                </a:lnTo>
                <a:lnTo>
                  <a:pt x="321933" y="3124"/>
                </a:lnTo>
                <a:lnTo>
                  <a:pt x="354126" y="546"/>
                </a:lnTo>
                <a:lnTo>
                  <a:pt x="386319" y="0"/>
                </a:lnTo>
                <a:lnTo>
                  <a:pt x="418513" y="1486"/>
                </a:lnTo>
                <a:lnTo>
                  <a:pt x="450706" y="5005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18" name="knowledge-cross-edge">
            <a:extLst>
              <a:ext uri="{FF2B5EF4-FFF2-40B4-BE49-F238E27FC236}">
                <a16:creationId xmlns:a16="http://schemas.microsoft.com/office/drawing/2014/main" id="{DBF7CB66-9B21-4EDB-814F-B79310E5C9F0}"/>
              </a:ext>
            </a:extLst>
          </p:cNvPr>
          <p:cNvSpPr>
            <a:spLocks noGrp="1"/>
          </p:cNvSpPr>
          <p:nvPr/>
        </p:nvSpPr>
        <p:spPr>
          <a:xfrm>
            <a:off x="12270376" y="5560038"/>
            <a:ext cx="244287" cy="89110"/>
          </a:xfrm>
          <a:custGeom>
            <a:avLst/>
            <a:gdLst/>
            <a:ahLst/>
            <a:cxnLst/>
            <a:rect l="0" t="0" r="0" b="0"/>
            <a:pathLst>
              <a:path w="244287" h="89110">
                <a:moveTo>
                  <a:pt x="0" y="89110"/>
                </a:moveTo>
                <a:lnTo>
                  <a:pt x="34909" y="64396"/>
                </a:lnTo>
                <a:lnTo>
                  <a:pt x="67173" y="43676"/>
                </a:lnTo>
                <a:lnTo>
                  <a:pt x="96791" y="26951"/>
                </a:lnTo>
                <a:lnTo>
                  <a:pt x="123762" y="14221"/>
                </a:lnTo>
                <a:lnTo>
                  <a:pt x="148088" y="5486"/>
                </a:lnTo>
                <a:lnTo>
                  <a:pt x="169769" y="745"/>
                </a:lnTo>
                <a:lnTo>
                  <a:pt x="188803" y="0"/>
                </a:lnTo>
                <a:lnTo>
                  <a:pt x="205191" y="3249"/>
                </a:lnTo>
                <a:lnTo>
                  <a:pt x="218934" y="10494"/>
                </a:lnTo>
                <a:lnTo>
                  <a:pt x="230031" y="21733"/>
                </a:lnTo>
                <a:lnTo>
                  <a:pt x="238482" y="36967"/>
                </a:lnTo>
                <a:lnTo>
                  <a:pt x="244287" y="56196"/>
                </a:lnTo>
              </a:path>
            </a:pathLst>
          </a:custGeom>
          <a:noFill/>
          <a:ln w="5334">
            <a:solidFill>
              <a:srgbClr val="4EAB49">
                <a:alpha val="13000"/>
              </a:srgbClr>
            </a:solidFill>
            <a:prstDash val="solid"/>
          </a:ln>
        </p:spPr>
      </p:sp>
      <p:sp>
        <p:nvSpPr>
          <p:cNvPr id="419" name="knowledge-cross-edge">
            <a:extLst>
              <a:ext uri="{FF2B5EF4-FFF2-40B4-BE49-F238E27FC236}">
                <a16:creationId xmlns:a16="http://schemas.microsoft.com/office/drawing/2014/main" id="{5875149B-50A8-4338-9FA4-94AE751641AC}"/>
              </a:ext>
            </a:extLst>
          </p:cNvPr>
          <p:cNvSpPr>
            <a:spLocks noGrp="1"/>
          </p:cNvSpPr>
          <p:nvPr/>
        </p:nvSpPr>
        <p:spPr>
          <a:xfrm>
            <a:off x="12270376" y="5412001"/>
            <a:ext cx="357691" cy="237147"/>
          </a:xfrm>
          <a:custGeom>
            <a:avLst/>
            <a:gdLst/>
            <a:ahLst/>
            <a:cxnLst/>
            <a:rect l="0" t="0" r="0" b="0"/>
            <a:pathLst>
              <a:path w="357691" h="237147">
                <a:moveTo>
                  <a:pt x="0" y="237147"/>
                </a:moveTo>
                <a:lnTo>
                  <a:pt x="15255" y="194175"/>
                </a:lnTo>
                <a:lnTo>
                  <a:pt x="33157" y="155485"/>
                </a:lnTo>
                <a:lnTo>
                  <a:pt x="53704" y="121079"/>
                </a:lnTo>
                <a:lnTo>
                  <a:pt x="76897" y="90955"/>
                </a:lnTo>
                <a:lnTo>
                  <a:pt x="102736" y="65113"/>
                </a:lnTo>
                <a:lnTo>
                  <a:pt x="131220" y="43555"/>
                </a:lnTo>
                <a:lnTo>
                  <a:pt x="162351" y="26279"/>
                </a:lnTo>
                <a:lnTo>
                  <a:pt x="196127" y="13285"/>
                </a:lnTo>
                <a:lnTo>
                  <a:pt x="232549" y="4574"/>
                </a:lnTo>
                <a:lnTo>
                  <a:pt x="271617" y="146"/>
                </a:lnTo>
                <a:lnTo>
                  <a:pt x="313331" y="0"/>
                </a:lnTo>
                <a:lnTo>
                  <a:pt x="357691" y="4137"/>
                </a:lnTo>
              </a:path>
            </a:pathLst>
          </a:custGeom>
          <a:noFill/>
          <a:ln w="4953">
            <a:solidFill>
              <a:srgbClr val="4EAB49">
                <a:alpha val="12000"/>
              </a:srgbClr>
            </a:solidFill>
            <a:prstDash val="solid"/>
          </a:ln>
        </p:spPr>
      </p:sp>
      <p:sp>
        <p:nvSpPr>
          <p:cNvPr id="420" name="knowledge-edge">
            <a:extLst>
              <a:ext uri="{FF2B5EF4-FFF2-40B4-BE49-F238E27FC236}">
                <a16:creationId xmlns:a16="http://schemas.microsoft.com/office/drawing/2014/main" id="{81CEBD08-774B-439F-9EBC-D5CE2F3AE538}"/>
              </a:ext>
            </a:extLst>
          </p:cNvPr>
          <p:cNvSpPr>
            <a:spLocks noGrp="1"/>
          </p:cNvSpPr>
          <p:nvPr/>
        </p:nvSpPr>
        <p:spPr>
          <a:xfrm>
            <a:off x="12200910" y="5616233"/>
            <a:ext cx="313753" cy="130062"/>
          </a:xfrm>
          <a:custGeom>
            <a:avLst/>
            <a:gdLst/>
            <a:ahLst/>
            <a:cxnLst/>
            <a:rect l="0" t="0" r="0" b="0"/>
            <a:pathLst>
              <a:path w="313753" h="130062">
                <a:moveTo>
                  <a:pt x="0" y="130062"/>
                </a:moveTo>
                <a:lnTo>
                  <a:pt x="22411" y="121834"/>
                </a:lnTo>
                <a:lnTo>
                  <a:pt x="44822" y="113443"/>
                </a:lnTo>
                <a:lnTo>
                  <a:pt x="67233" y="104888"/>
                </a:lnTo>
                <a:lnTo>
                  <a:pt x="89644" y="96170"/>
                </a:lnTo>
                <a:lnTo>
                  <a:pt x="112055" y="87288"/>
                </a:lnTo>
                <a:lnTo>
                  <a:pt x="134466" y="78243"/>
                </a:lnTo>
                <a:lnTo>
                  <a:pt x="156877" y="69035"/>
                </a:lnTo>
                <a:lnTo>
                  <a:pt x="179288" y="59663"/>
                </a:lnTo>
                <a:lnTo>
                  <a:pt x="201698" y="50128"/>
                </a:lnTo>
                <a:lnTo>
                  <a:pt x="224109" y="40429"/>
                </a:lnTo>
                <a:lnTo>
                  <a:pt x="246520" y="30567"/>
                </a:lnTo>
                <a:lnTo>
                  <a:pt x="268931" y="20541"/>
                </a:lnTo>
                <a:lnTo>
                  <a:pt x="291342" y="10352"/>
                </a:lnTo>
                <a:lnTo>
                  <a:pt x="313753" y="0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21" name="knowledge-node">
            <a:extLst>
              <a:ext uri="{FF2B5EF4-FFF2-40B4-BE49-F238E27FC236}">
                <a16:creationId xmlns:a16="http://schemas.microsoft.com/office/drawing/2014/main" id="{B820E24F-277F-40E5-B30D-2859646C6BA6}"/>
              </a:ext>
            </a:extLst>
          </p:cNvPr>
          <p:cNvSpPr>
            <a:spLocks noGrp="1"/>
          </p:cNvSpPr>
          <p:nvPr/>
        </p:nvSpPr>
        <p:spPr>
          <a:xfrm>
            <a:off x="-479614" y="5586626"/>
            <a:ext cx="75537" cy="75537"/>
          </a:xfrm>
          <a:prstGeom prst="ellipse">
            <a:avLst/>
          </a:prstGeom>
          <a:solidFill>
            <a:srgbClr val="4285F4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22" name="knowledge-node">
            <a:extLst>
              <a:ext uri="{FF2B5EF4-FFF2-40B4-BE49-F238E27FC236}">
                <a16:creationId xmlns:a16="http://schemas.microsoft.com/office/drawing/2014/main" id="{EF7CE623-2972-4757-890A-3CC7D3F4F939}"/>
              </a:ext>
            </a:extLst>
          </p:cNvPr>
          <p:cNvSpPr>
            <a:spLocks noGrp="1"/>
          </p:cNvSpPr>
          <p:nvPr/>
        </p:nvSpPr>
        <p:spPr>
          <a:xfrm>
            <a:off x="-322812" y="5892708"/>
            <a:ext cx="24227" cy="24227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3" name="knowledge-node">
            <a:extLst>
              <a:ext uri="{FF2B5EF4-FFF2-40B4-BE49-F238E27FC236}">
                <a16:creationId xmlns:a16="http://schemas.microsoft.com/office/drawing/2014/main" id="{B2D5BD6D-D67B-461B-9CE8-07FDB12EFA80}"/>
              </a:ext>
            </a:extLst>
          </p:cNvPr>
          <p:cNvSpPr>
            <a:spLocks noGrp="1"/>
          </p:cNvSpPr>
          <p:nvPr/>
        </p:nvSpPr>
        <p:spPr>
          <a:xfrm>
            <a:off x="-373134" y="6090561"/>
            <a:ext cx="23487" cy="23487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4" name="knowledge-node">
            <a:extLst>
              <a:ext uri="{FF2B5EF4-FFF2-40B4-BE49-F238E27FC236}">
                <a16:creationId xmlns:a16="http://schemas.microsoft.com/office/drawing/2014/main" id="{7BA1F25F-CC15-4ACB-8894-39433A4F535E}"/>
              </a:ext>
            </a:extLst>
          </p:cNvPr>
          <p:cNvSpPr>
            <a:spLocks noGrp="1"/>
          </p:cNvSpPr>
          <p:nvPr/>
        </p:nvSpPr>
        <p:spPr>
          <a:xfrm>
            <a:off x="-302752" y="6228114"/>
            <a:ext cx="14492" cy="14492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5" name="knowledge-node">
            <a:extLst>
              <a:ext uri="{FF2B5EF4-FFF2-40B4-BE49-F238E27FC236}">
                <a16:creationId xmlns:a16="http://schemas.microsoft.com/office/drawing/2014/main" id="{20B1556D-B23D-48B6-B82E-D61D1561785E}"/>
              </a:ext>
            </a:extLst>
          </p:cNvPr>
          <p:cNvSpPr>
            <a:spLocks noGrp="1"/>
          </p:cNvSpPr>
          <p:nvPr/>
        </p:nvSpPr>
        <p:spPr>
          <a:xfrm>
            <a:off x="-421900" y="6089023"/>
            <a:ext cx="20310" cy="20310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6" name="knowledge-node">
            <a:extLst>
              <a:ext uri="{FF2B5EF4-FFF2-40B4-BE49-F238E27FC236}">
                <a16:creationId xmlns:a16="http://schemas.microsoft.com/office/drawing/2014/main" id="{7921D289-D39A-4375-BF5A-B01E987FA711}"/>
              </a:ext>
            </a:extLst>
          </p:cNvPr>
          <p:cNvSpPr>
            <a:spLocks noGrp="1"/>
          </p:cNvSpPr>
          <p:nvPr/>
        </p:nvSpPr>
        <p:spPr>
          <a:xfrm>
            <a:off x="-372772" y="6355294"/>
            <a:ext cx="23831" cy="23831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7" name="knowledge-node">
            <a:extLst>
              <a:ext uri="{FF2B5EF4-FFF2-40B4-BE49-F238E27FC236}">
                <a16:creationId xmlns:a16="http://schemas.microsoft.com/office/drawing/2014/main" id="{A494AE07-56E9-4945-A10C-4E7A9AB25D94}"/>
              </a:ext>
            </a:extLst>
          </p:cNvPr>
          <p:cNvSpPr>
            <a:spLocks noGrp="1"/>
          </p:cNvSpPr>
          <p:nvPr/>
        </p:nvSpPr>
        <p:spPr>
          <a:xfrm>
            <a:off x="-370124" y="6602584"/>
            <a:ext cx="22157" cy="22157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8" name="knowledge-node">
            <a:extLst>
              <a:ext uri="{FF2B5EF4-FFF2-40B4-BE49-F238E27FC236}">
                <a16:creationId xmlns:a16="http://schemas.microsoft.com/office/drawing/2014/main" id="{0EBA8C8E-542C-4C9A-9845-17193CD1503C}"/>
              </a:ext>
            </a:extLst>
          </p:cNvPr>
          <p:cNvSpPr>
            <a:spLocks noGrp="1"/>
          </p:cNvSpPr>
          <p:nvPr/>
        </p:nvSpPr>
        <p:spPr>
          <a:xfrm>
            <a:off x="71562" y="5587194"/>
            <a:ext cx="28086" cy="28086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9" name="knowledge-node">
            <a:extLst>
              <a:ext uri="{FF2B5EF4-FFF2-40B4-BE49-F238E27FC236}">
                <a16:creationId xmlns:a16="http://schemas.microsoft.com/office/drawing/2014/main" id="{55C31A17-C419-45FB-8F31-7B75FF331527}"/>
              </a:ext>
            </a:extLst>
          </p:cNvPr>
          <p:cNvSpPr>
            <a:spLocks noGrp="1"/>
          </p:cNvSpPr>
          <p:nvPr/>
        </p:nvSpPr>
        <p:spPr>
          <a:xfrm>
            <a:off x="-61608" y="5924641"/>
            <a:ext cx="25676" cy="25676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0" name="knowledge-node">
            <a:extLst>
              <a:ext uri="{FF2B5EF4-FFF2-40B4-BE49-F238E27FC236}">
                <a16:creationId xmlns:a16="http://schemas.microsoft.com/office/drawing/2014/main" id="{8FD3BABF-A344-47EF-A4E5-33785B4C593F}"/>
              </a:ext>
            </a:extLst>
          </p:cNvPr>
          <p:cNvSpPr>
            <a:spLocks noGrp="1"/>
          </p:cNvSpPr>
          <p:nvPr/>
        </p:nvSpPr>
        <p:spPr>
          <a:xfrm>
            <a:off x="-71850" y="6016721"/>
            <a:ext cx="25705" cy="25705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1" name="knowledge-node">
            <a:extLst>
              <a:ext uri="{FF2B5EF4-FFF2-40B4-BE49-F238E27FC236}">
                <a16:creationId xmlns:a16="http://schemas.microsoft.com/office/drawing/2014/main" id="{2E13FB3C-D897-40AF-B4C9-58D0D8263CBB}"/>
              </a:ext>
            </a:extLst>
          </p:cNvPr>
          <p:cNvSpPr>
            <a:spLocks noGrp="1"/>
          </p:cNvSpPr>
          <p:nvPr/>
        </p:nvSpPr>
        <p:spPr>
          <a:xfrm>
            <a:off x="167655" y="6082114"/>
            <a:ext cx="20261" cy="20261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2" name="knowledge-node">
            <a:extLst>
              <a:ext uri="{FF2B5EF4-FFF2-40B4-BE49-F238E27FC236}">
                <a16:creationId xmlns:a16="http://schemas.microsoft.com/office/drawing/2014/main" id="{DA354F0B-577F-4BB0-AEA0-AE7648408D59}"/>
              </a:ext>
            </a:extLst>
          </p:cNvPr>
          <p:cNvSpPr>
            <a:spLocks noGrp="1"/>
          </p:cNvSpPr>
          <p:nvPr/>
        </p:nvSpPr>
        <p:spPr>
          <a:xfrm>
            <a:off x="-72866" y="6206789"/>
            <a:ext cx="45380" cy="45380"/>
          </a:xfrm>
          <a:prstGeom prst="ellipse">
            <a:avLst/>
          </a:prstGeom>
          <a:solidFill>
            <a:srgbClr val="457BE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33" name="knowledge-node">
            <a:extLst>
              <a:ext uri="{FF2B5EF4-FFF2-40B4-BE49-F238E27FC236}">
                <a16:creationId xmlns:a16="http://schemas.microsoft.com/office/drawing/2014/main" id="{3A5E7C88-AE9E-4672-A78C-F2ADDA2628BB}"/>
              </a:ext>
            </a:extLst>
          </p:cNvPr>
          <p:cNvSpPr>
            <a:spLocks noGrp="1"/>
          </p:cNvSpPr>
          <p:nvPr/>
        </p:nvSpPr>
        <p:spPr>
          <a:xfrm>
            <a:off x="-64384" y="6367553"/>
            <a:ext cx="19101" cy="19101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4" name="knowledge-node">
            <a:extLst>
              <a:ext uri="{FF2B5EF4-FFF2-40B4-BE49-F238E27FC236}">
                <a16:creationId xmlns:a16="http://schemas.microsoft.com/office/drawing/2014/main" id="{E69E5597-E5FA-49F8-B5C6-749BF7D28637}"/>
              </a:ext>
            </a:extLst>
          </p:cNvPr>
          <p:cNvSpPr>
            <a:spLocks noGrp="1"/>
          </p:cNvSpPr>
          <p:nvPr/>
        </p:nvSpPr>
        <p:spPr>
          <a:xfrm>
            <a:off x="-64766" y="6606859"/>
            <a:ext cx="26592" cy="26592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5" name="knowledge-node">
            <a:extLst>
              <a:ext uri="{FF2B5EF4-FFF2-40B4-BE49-F238E27FC236}">
                <a16:creationId xmlns:a16="http://schemas.microsoft.com/office/drawing/2014/main" id="{0D71139E-DD4D-4FA1-A9CD-BAF62187F5CC}"/>
              </a:ext>
            </a:extLst>
          </p:cNvPr>
          <p:cNvSpPr>
            <a:spLocks noGrp="1"/>
          </p:cNvSpPr>
          <p:nvPr/>
        </p:nvSpPr>
        <p:spPr>
          <a:xfrm>
            <a:off x="617512" y="5783759"/>
            <a:ext cx="19562" cy="19562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6" name="knowledge-node">
            <a:extLst>
              <a:ext uri="{FF2B5EF4-FFF2-40B4-BE49-F238E27FC236}">
                <a16:creationId xmlns:a16="http://schemas.microsoft.com/office/drawing/2014/main" id="{5DADA1EC-21A6-44B8-A9C6-E1689232028A}"/>
              </a:ext>
            </a:extLst>
          </p:cNvPr>
          <p:cNvSpPr>
            <a:spLocks noGrp="1"/>
          </p:cNvSpPr>
          <p:nvPr/>
        </p:nvSpPr>
        <p:spPr>
          <a:xfrm>
            <a:off x="577259" y="6110102"/>
            <a:ext cx="26291" cy="26291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7" name="knowledge-node">
            <a:extLst>
              <a:ext uri="{FF2B5EF4-FFF2-40B4-BE49-F238E27FC236}">
                <a16:creationId xmlns:a16="http://schemas.microsoft.com/office/drawing/2014/main" id="{B210E344-9072-4323-92CC-DB2EA1208E10}"/>
              </a:ext>
            </a:extLst>
          </p:cNvPr>
          <p:cNvSpPr>
            <a:spLocks noGrp="1"/>
          </p:cNvSpPr>
          <p:nvPr/>
        </p:nvSpPr>
        <p:spPr>
          <a:xfrm>
            <a:off x="540017" y="6026990"/>
            <a:ext cx="23773" cy="23773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8" name="knowledge-node">
            <a:extLst>
              <a:ext uri="{FF2B5EF4-FFF2-40B4-BE49-F238E27FC236}">
                <a16:creationId xmlns:a16="http://schemas.microsoft.com/office/drawing/2014/main" id="{FF297970-7DEE-476E-8D97-079B48750A1C}"/>
              </a:ext>
            </a:extLst>
          </p:cNvPr>
          <p:cNvSpPr>
            <a:spLocks noGrp="1"/>
          </p:cNvSpPr>
          <p:nvPr/>
        </p:nvSpPr>
        <p:spPr>
          <a:xfrm>
            <a:off x="376148" y="6062928"/>
            <a:ext cx="47915" cy="47915"/>
          </a:xfrm>
          <a:prstGeom prst="ellipse">
            <a:avLst/>
          </a:prstGeom>
          <a:solidFill>
            <a:srgbClr val="4872DB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39" name="knowledge-node">
            <a:extLst>
              <a:ext uri="{FF2B5EF4-FFF2-40B4-BE49-F238E27FC236}">
                <a16:creationId xmlns:a16="http://schemas.microsoft.com/office/drawing/2014/main" id="{27595B26-3A01-4EEC-81C5-7E69C758A66B}"/>
              </a:ext>
            </a:extLst>
          </p:cNvPr>
          <p:cNvSpPr>
            <a:spLocks noGrp="1"/>
          </p:cNvSpPr>
          <p:nvPr/>
        </p:nvSpPr>
        <p:spPr>
          <a:xfrm>
            <a:off x="502418" y="6126188"/>
            <a:ext cx="26769" cy="26769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0" name="knowledge-node">
            <a:extLst>
              <a:ext uri="{FF2B5EF4-FFF2-40B4-BE49-F238E27FC236}">
                <a16:creationId xmlns:a16="http://schemas.microsoft.com/office/drawing/2014/main" id="{9959728D-01FB-4854-B301-714C72FEDD9F}"/>
              </a:ext>
            </a:extLst>
          </p:cNvPr>
          <p:cNvSpPr>
            <a:spLocks noGrp="1"/>
          </p:cNvSpPr>
          <p:nvPr/>
        </p:nvSpPr>
        <p:spPr>
          <a:xfrm>
            <a:off x="543872" y="6359177"/>
            <a:ext cx="25882" cy="25882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1" name="knowledge-node">
            <a:extLst>
              <a:ext uri="{FF2B5EF4-FFF2-40B4-BE49-F238E27FC236}">
                <a16:creationId xmlns:a16="http://schemas.microsoft.com/office/drawing/2014/main" id="{8C6543BD-BCE5-4F69-81EC-2A3A9FD8F3B4}"/>
              </a:ext>
            </a:extLst>
          </p:cNvPr>
          <p:cNvSpPr>
            <a:spLocks noGrp="1"/>
          </p:cNvSpPr>
          <p:nvPr/>
        </p:nvSpPr>
        <p:spPr>
          <a:xfrm>
            <a:off x="395606" y="6659391"/>
            <a:ext cx="18676" cy="18676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2" name="knowledge-node">
            <a:extLst>
              <a:ext uri="{FF2B5EF4-FFF2-40B4-BE49-F238E27FC236}">
                <a16:creationId xmlns:a16="http://schemas.microsoft.com/office/drawing/2014/main" id="{4F0B9E32-B073-4654-8849-DC7CEE9D8212}"/>
              </a:ext>
            </a:extLst>
          </p:cNvPr>
          <p:cNvSpPr>
            <a:spLocks noGrp="1"/>
          </p:cNvSpPr>
          <p:nvPr/>
        </p:nvSpPr>
        <p:spPr>
          <a:xfrm>
            <a:off x="1062965" y="5896124"/>
            <a:ext cx="26539" cy="26539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3" name="knowledge-node">
            <a:extLst>
              <a:ext uri="{FF2B5EF4-FFF2-40B4-BE49-F238E27FC236}">
                <a16:creationId xmlns:a16="http://schemas.microsoft.com/office/drawing/2014/main" id="{22311838-CB13-4806-B78E-A00C3F78BC3E}"/>
              </a:ext>
            </a:extLst>
          </p:cNvPr>
          <p:cNvSpPr>
            <a:spLocks noGrp="1"/>
          </p:cNvSpPr>
          <p:nvPr/>
        </p:nvSpPr>
        <p:spPr>
          <a:xfrm>
            <a:off x="787166" y="6133806"/>
            <a:ext cx="52351" cy="52351"/>
          </a:xfrm>
          <a:prstGeom prst="ellipse">
            <a:avLst/>
          </a:prstGeom>
          <a:solidFill>
            <a:srgbClr val="4B68C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44" name="knowledge-node">
            <a:extLst>
              <a:ext uri="{FF2B5EF4-FFF2-40B4-BE49-F238E27FC236}">
                <a16:creationId xmlns:a16="http://schemas.microsoft.com/office/drawing/2014/main" id="{6F4A7FA7-F4C0-481C-9F56-95E8CFDD77D0}"/>
              </a:ext>
            </a:extLst>
          </p:cNvPr>
          <p:cNvSpPr>
            <a:spLocks noGrp="1"/>
          </p:cNvSpPr>
          <p:nvPr/>
        </p:nvSpPr>
        <p:spPr>
          <a:xfrm>
            <a:off x="863752" y="6203978"/>
            <a:ext cx="22536" cy="22536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5" name="knowledge-node">
            <a:extLst>
              <a:ext uri="{FF2B5EF4-FFF2-40B4-BE49-F238E27FC236}">
                <a16:creationId xmlns:a16="http://schemas.microsoft.com/office/drawing/2014/main" id="{7F673904-BFE0-4D1C-82C8-BA5F5CD43D66}"/>
              </a:ext>
            </a:extLst>
          </p:cNvPr>
          <p:cNvSpPr>
            <a:spLocks noGrp="1"/>
          </p:cNvSpPr>
          <p:nvPr/>
        </p:nvSpPr>
        <p:spPr>
          <a:xfrm>
            <a:off x="825858" y="6180313"/>
            <a:ext cx="19737" cy="19737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6" name="knowledge-node">
            <a:extLst>
              <a:ext uri="{FF2B5EF4-FFF2-40B4-BE49-F238E27FC236}">
                <a16:creationId xmlns:a16="http://schemas.microsoft.com/office/drawing/2014/main" id="{34A925F1-C466-405D-9F64-2D0DB1BF3668}"/>
              </a:ext>
            </a:extLst>
          </p:cNvPr>
          <p:cNvSpPr>
            <a:spLocks noGrp="1"/>
          </p:cNvSpPr>
          <p:nvPr/>
        </p:nvSpPr>
        <p:spPr>
          <a:xfrm>
            <a:off x="1058579" y="6232667"/>
            <a:ext cx="16978" cy="16978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7" name="knowledge-node">
            <a:extLst>
              <a:ext uri="{FF2B5EF4-FFF2-40B4-BE49-F238E27FC236}">
                <a16:creationId xmlns:a16="http://schemas.microsoft.com/office/drawing/2014/main" id="{0BD8B7EB-5A2D-4504-A363-F49C3141750A}"/>
              </a:ext>
            </a:extLst>
          </p:cNvPr>
          <p:cNvSpPr>
            <a:spLocks noGrp="1"/>
          </p:cNvSpPr>
          <p:nvPr/>
        </p:nvSpPr>
        <p:spPr>
          <a:xfrm>
            <a:off x="845379" y="6581681"/>
            <a:ext cx="21616" cy="21616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8" name="knowledge-node">
            <a:extLst>
              <a:ext uri="{FF2B5EF4-FFF2-40B4-BE49-F238E27FC236}">
                <a16:creationId xmlns:a16="http://schemas.microsoft.com/office/drawing/2014/main" id="{9A7B4F1A-65E4-4B9D-ABFB-735E3BDD36FA}"/>
              </a:ext>
            </a:extLst>
          </p:cNvPr>
          <p:cNvSpPr>
            <a:spLocks noGrp="1"/>
          </p:cNvSpPr>
          <p:nvPr/>
        </p:nvSpPr>
        <p:spPr>
          <a:xfrm>
            <a:off x="1293964" y="6063219"/>
            <a:ext cx="16361" cy="16361"/>
          </a:xfrm>
          <a:prstGeom prst="ellipse">
            <a:avLst/>
          </a:prstGeom>
          <a:solidFill>
            <a:srgbClr val="4D5FC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9" name="knowledge-node">
            <a:extLst>
              <a:ext uri="{FF2B5EF4-FFF2-40B4-BE49-F238E27FC236}">
                <a16:creationId xmlns:a16="http://schemas.microsoft.com/office/drawing/2014/main" id="{43E3FE73-E9D5-4FD5-95C3-3CEA3C82E91E}"/>
              </a:ext>
            </a:extLst>
          </p:cNvPr>
          <p:cNvSpPr>
            <a:spLocks noGrp="1"/>
          </p:cNvSpPr>
          <p:nvPr/>
        </p:nvSpPr>
        <p:spPr>
          <a:xfrm>
            <a:off x="1184622" y="6181666"/>
            <a:ext cx="74615" cy="74615"/>
          </a:xfrm>
          <a:prstGeom prst="ellipse">
            <a:avLst/>
          </a:prstGeom>
          <a:solidFill>
            <a:srgbClr val="4D5FC3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50" name="knowledge-node">
            <a:extLst>
              <a:ext uri="{FF2B5EF4-FFF2-40B4-BE49-F238E27FC236}">
                <a16:creationId xmlns:a16="http://schemas.microsoft.com/office/drawing/2014/main" id="{DEB37101-361F-46A9-A060-F34F030D9517}"/>
              </a:ext>
            </a:extLst>
          </p:cNvPr>
          <p:cNvSpPr>
            <a:spLocks noGrp="1"/>
          </p:cNvSpPr>
          <p:nvPr/>
        </p:nvSpPr>
        <p:spPr>
          <a:xfrm>
            <a:off x="1374112" y="6189455"/>
            <a:ext cx="24495" cy="24495"/>
          </a:xfrm>
          <a:prstGeom prst="ellipse">
            <a:avLst/>
          </a:prstGeom>
          <a:solidFill>
            <a:srgbClr val="4D5FC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1" name="knowledge-node">
            <a:extLst>
              <a:ext uri="{FF2B5EF4-FFF2-40B4-BE49-F238E27FC236}">
                <a16:creationId xmlns:a16="http://schemas.microsoft.com/office/drawing/2014/main" id="{7F895AFF-AD6E-4BD4-BE2C-02108DB24208}"/>
              </a:ext>
            </a:extLst>
          </p:cNvPr>
          <p:cNvSpPr>
            <a:spLocks noGrp="1"/>
          </p:cNvSpPr>
          <p:nvPr/>
        </p:nvSpPr>
        <p:spPr>
          <a:xfrm>
            <a:off x="1317721" y="6304495"/>
            <a:ext cx="22839" cy="22839"/>
          </a:xfrm>
          <a:prstGeom prst="ellipse">
            <a:avLst/>
          </a:prstGeom>
          <a:solidFill>
            <a:srgbClr val="4D5FC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knowledge-node">
            <a:extLst>
              <a:ext uri="{FF2B5EF4-FFF2-40B4-BE49-F238E27FC236}">
                <a16:creationId xmlns:a16="http://schemas.microsoft.com/office/drawing/2014/main" id="{DC56428B-DB8D-4057-931D-7DB48A39221B}"/>
              </a:ext>
            </a:extLst>
          </p:cNvPr>
          <p:cNvSpPr>
            <a:spLocks noGrp="1"/>
          </p:cNvSpPr>
          <p:nvPr/>
        </p:nvSpPr>
        <p:spPr>
          <a:xfrm>
            <a:off x="1290201" y="6332126"/>
            <a:ext cx="23573" cy="23573"/>
          </a:xfrm>
          <a:prstGeom prst="ellipse">
            <a:avLst/>
          </a:prstGeom>
          <a:solidFill>
            <a:srgbClr val="4D5FC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3" name="knowledge-node">
            <a:extLst>
              <a:ext uri="{FF2B5EF4-FFF2-40B4-BE49-F238E27FC236}">
                <a16:creationId xmlns:a16="http://schemas.microsoft.com/office/drawing/2014/main" id="{86377934-B3DE-4258-827E-DAFB30D56254}"/>
              </a:ext>
            </a:extLst>
          </p:cNvPr>
          <p:cNvSpPr>
            <a:spLocks noGrp="1"/>
          </p:cNvSpPr>
          <p:nvPr/>
        </p:nvSpPr>
        <p:spPr>
          <a:xfrm>
            <a:off x="1212147" y="6642883"/>
            <a:ext cx="45749" cy="45749"/>
          </a:xfrm>
          <a:prstGeom prst="ellipse">
            <a:avLst/>
          </a:prstGeom>
          <a:solidFill>
            <a:srgbClr val="4D5FC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54" name="knowledge-node">
            <a:extLst>
              <a:ext uri="{FF2B5EF4-FFF2-40B4-BE49-F238E27FC236}">
                <a16:creationId xmlns:a16="http://schemas.microsoft.com/office/drawing/2014/main" id="{AC92DAC4-BB93-47BC-ACAB-8DA04642EF49}"/>
              </a:ext>
            </a:extLst>
          </p:cNvPr>
          <p:cNvSpPr>
            <a:spLocks noGrp="1"/>
          </p:cNvSpPr>
          <p:nvPr/>
        </p:nvSpPr>
        <p:spPr>
          <a:xfrm>
            <a:off x="1619853" y="5979612"/>
            <a:ext cx="21186" cy="21186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knowledge-node">
            <a:extLst>
              <a:ext uri="{FF2B5EF4-FFF2-40B4-BE49-F238E27FC236}">
                <a16:creationId xmlns:a16="http://schemas.microsoft.com/office/drawing/2014/main" id="{12F78AF1-0937-4E1C-9581-AA2B0DC19586}"/>
              </a:ext>
            </a:extLst>
          </p:cNvPr>
          <p:cNvSpPr>
            <a:spLocks noGrp="1"/>
          </p:cNvSpPr>
          <p:nvPr/>
        </p:nvSpPr>
        <p:spPr>
          <a:xfrm>
            <a:off x="1841589" y="6076032"/>
            <a:ext cx="20274" cy="20274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6" name="knowledge-node">
            <a:extLst>
              <a:ext uri="{FF2B5EF4-FFF2-40B4-BE49-F238E27FC236}">
                <a16:creationId xmlns:a16="http://schemas.microsoft.com/office/drawing/2014/main" id="{BF135CC6-BF5F-48D7-AD9A-805C97A76263}"/>
              </a:ext>
            </a:extLst>
          </p:cNvPr>
          <p:cNvSpPr>
            <a:spLocks noGrp="1"/>
          </p:cNvSpPr>
          <p:nvPr/>
        </p:nvSpPr>
        <p:spPr>
          <a:xfrm>
            <a:off x="1824542" y="6217123"/>
            <a:ext cx="22725" cy="22725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knowledge-node">
            <a:extLst>
              <a:ext uri="{FF2B5EF4-FFF2-40B4-BE49-F238E27FC236}">
                <a16:creationId xmlns:a16="http://schemas.microsoft.com/office/drawing/2014/main" id="{E3DD5595-D060-480A-8739-01FDFC149C8E}"/>
              </a:ext>
            </a:extLst>
          </p:cNvPr>
          <p:cNvSpPr>
            <a:spLocks noGrp="1"/>
          </p:cNvSpPr>
          <p:nvPr/>
        </p:nvSpPr>
        <p:spPr>
          <a:xfrm>
            <a:off x="1784169" y="6217022"/>
            <a:ext cx="16846" cy="16846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8" name="knowledge-node">
            <a:extLst>
              <a:ext uri="{FF2B5EF4-FFF2-40B4-BE49-F238E27FC236}">
                <a16:creationId xmlns:a16="http://schemas.microsoft.com/office/drawing/2014/main" id="{CBF938B8-4E46-4597-982F-A9E684ABEAD8}"/>
              </a:ext>
            </a:extLst>
          </p:cNvPr>
          <p:cNvSpPr>
            <a:spLocks noGrp="1"/>
          </p:cNvSpPr>
          <p:nvPr/>
        </p:nvSpPr>
        <p:spPr>
          <a:xfrm>
            <a:off x="1790354" y="6524761"/>
            <a:ext cx="14896" cy="14896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knowledge-node">
            <a:extLst>
              <a:ext uri="{FF2B5EF4-FFF2-40B4-BE49-F238E27FC236}">
                <a16:creationId xmlns:a16="http://schemas.microsoft.com/office/drawing/2014/main" id="{672DF738-B2AC-4D58-8841-F571AF12B8EE}"/>
              </a:ext>
            </a:extLst>
          </p:cNvPr>
          <p:cNvSpPr>
            <a:spLocks noGrp="1"/>
          </p:cNvSpPr>
          <p:nvPr/>
        </p:nvSpPr>
        <p:spPr>
          <a:xfrm>
            <a:off x="2277677" y="6099438"/>
            <a:ext cx="20025" cy="20025"/>
          </a:xfrm>
          <a:prstGeom prst="ellipse">
            <a:avLst/>
          </a:prstGeom>
          <a:solidFill>
            <a:srgbClr val="534CA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knowledge-node">
            <a:extLst>
              <a:ext uri="{FF2B5EF4-FFF2-40B4-BE49-F238E27FC236}">
                <a16:creationId xmlns:a16="http://schemas.microsoft.com/office/drawing/2014/main" id="{9FF7D115-7E16-4A8E-ABF0-B21DFE268B44}"/>
              </a:ext>
            </a:extLst>
          </p:cNvPr>
          <p:cNvSpPr>
            <a:spLocks noGrp="1"/>
          </p:cNvSpPr>
          <p:nvPr/>
        </p:nvSpPr>
        <p:spPr>
          <a:xfrm>
            <a:off x="2183629" y="6123484"/>
            <a:ext cx="69498" cy="69498"/>
          </a:xfrm>
          <a:prstGeom prst="ellipse">
            <a:avLst/>
          </a:prstGeom>
          <a:solidFill>
            <a:srgbClr val="534CAA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61" name="knowledge-node">
            <a:extLst>
              <a:ext uri="{FF2B5EF4-FFF2-40B4-BE49-F238E27FC236}">
                <a16:creationId xmlns:a16="http://schemas.microsoft.com/office/drawing/2014/main" id="{8253D4F2-18DE-42D4-A70C-A5A6EF5D6CD1}"/>
              </a:ext>
            </a:extLst>
          </p:cNvPr>
          <p:cNvSpPr>
            <a:spLocks noGrp="1"/>
          </p:cNvSpPr>
          <p:nvPr/>
        </p:nvSpPr>
        <p:spPr>
          <a:xfrm>
            <a:off x="2059114" y="6133714"/>
            <a:ext cx="43858" cy="43858"/>
          </a:xfrm>
          <a:prstGeom prst="ellipse">
            <a:avLst/>
          </a:prstGeom>
          <a:solidFill>
            <a:srgbClr val="534CAA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62" name="knowledge-node">
            <a:extLst>
              <a:ext uri="{FF2B5EF4-FFF2-40B4-BE49-F238E27FC236}">
                <a16:creationId xmlns:a16="http://schemas.microsoft.com/office/drawing/2014/main" id="{51EAF92F-A014-4D6C-800C-5DCC273F0307}"/>
              </a:ext>
            </a:extLst>
          </p:cNvPr>
          <p:cNvSpPr>
            <a:spLocks noGrp="1"/>
          </p:cNvSpPr>
          <p:nvPr/>
        </p:nvSpPr>
        <p:spPr>
          <a:xfrm>
            <a:off x="2171692" y="6233930"/>
            <a:ext cx="17164" cy="17164"/>
          </a:xfrm>
          <a:prstGeom prst="ellipse">
            <a:avLst/>
          </a:prstGeom>
          <a:solidFill>
            <a:srgbClr val="534CA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knowledge-node">
            <a:extLst>
              <a:ext uri="{FF2B5EF4-FFF2-40B4-BE49-F238E27FC236}">
                <a16:creationId xmlns:a16="http://schemas.microsoft.com/office/drawing/2014/main" id="{7FF88EB5-9337-4319-8A32-D9A89FB9BE33}"/>
              </a:ext>
            </a:extLst>
          </p:cNvPr>
          <p:cNvSpPr>
            <a:spLocks noGrp="1"/>
          </p:cNvSpPr>
          <p:nvPr/>
        </p:nvSpPr>
        <p:spPr>
          <a:xfrm>
            <a:off x="2180317" y="6653956"/>
            <a:ext cx="28339" cy="28339"/>
          </a:xfrm>
          <a:prstGeom prst="ellipse">
            <a:avLst/>
          </a:prstGeom>
          <a:solidFill>
            <a:srgbClr val="534CA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4" name="knowledge-node">
            <a:extLst>
              <a:ext uri="{FF2B5EF4-FFF2-40B4-BE49-F238E27FC236}">
                <a16:creationId xmlns:a16="http://schemas.microsoft.com/office/drawing/2014/main" id="{57CE1E01-C735-4911-B88D-728E73D73A7A}"/>
              </a:ext>
            </a:extLst>
          </p:cNvPr>
          <p:cNvSpPr>
            <a:spLocks noGrp="1"/>
          </p:cNvSpPr>
          <p:nvPr/>
        </p:nvSpPr>
        <p:spPr>
          <a:xfrm>
            <a:off x="2638414" y="6157977"/>
            <a:ext cx="25530" cy="25530"/>
          </a:xfrm>
          <a:prstGeom prst="ellipse">
            <a:avLst/>
          </a:prstGeom>
          <a:solidFill>
            <a:srgbClr val="56429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knowledge-node">
            <a:extLst>
              <a:ext uri="{FF2B5EF4-FFF2-40B4-BE49-F238E27FC236}">
                <a16:creationId xmlns:a16="http://schemas.microsoft.com/office/drawing/2014/main" id="{39C46421-0021-4D2E-9B8B-1D472EE4D4D6}"/>
              </a:ext>
            </a:extLst>
          </p:cNvPr>
          <p:cNvSpPr>
            <a:spLocks noGrp="1"/>
          </p:cNvSpPr>
          <p:nvPr/>
        </p:nvSpPr>
        <p:spPr>
          <a:xfrm>
            <a:off x="2452055" y="6086188"/>
            <a:ext cx="15117" cy="15117"/>
          </a:xfrm>
          <a:prstGeom prst="ellipse">
            <a:avLst/>
          </a:prstGeom>
          <a:solidFill>
            <a:srgbClr val="56429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6" name="knowledge-node">
            <a:extLst>
              <a:ext uri="{FF2B5EF4-FFF2-40B4-BE49-F238E27FC236}">
                <a16:creationId xmlns:a16="http://schemas.microsoft.com/office/drawing/2014/main" id="{1BFFF75E-91F4-4F27-A092-A2E087E76D08}"/>
              </a:ext>
            </a:extLst>
          </p:cNvPr>
          <p:cNvSpPr>
            <a:spLocks noGrp="1"/>
          </p:cNvSpPr>
          <p:nvPr/>
        </p:nvSpPr>
        <p:spPr>
          <a:xfrm>
            <a:off x="2618583" y="6157276"/>
            <a:ext cx="48025" cy="48025"/>
          </a:xfrm>
          <a:prstGeom prst="ellipse">
            <a:avLst/>
          </a:prstGeom>
          <a:solidFill>
            <a:srgbClr val="56429E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67" name="knowledge-node">
            <a:extLst>
              <a:ext uri="{FF2B5EF4-FFF2-40B4-BE49-F238E27FC236}">
                <a16:creationId xmlns:a16="http://schemas.microsoft.com/office/drawing/2014/main" id="{726E4E6C-9F6D-485A-B888-5CA1B3B8000E}"/>
              </a:ext>
            </a:extLst>
          </p:cNvPr>
          <p:cNvSpPr>
            <a:spLocks noGrp="1"/>
          </p:cNvSpPr>
          <p:nvPr/>
        </p:nvSpPr>
        <p:spPr>
          <a:xfrm>
            <a:off x="2459423" y="6421649"/>
            <a:ext cx="21040" cy="21040"/>
          </a:xfrm>
          <a:prstGeom prst="ellipse">
            <a:avLst/>
          </a:prstGeom>
          <a:solidFill>
            <a:srgbClr val="56429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8" name="knowledge-node">
            <a:extLst>
              <a:ext uri="{FF2B5EF4-FFF2-40B4-BE49-F238E27FC236}">
                <a16:creationId xmlns:a16="http://schemas.microsoft.com/office/drawing/2014/main" id="{E7BF58F4-8BB3-4CBE-84AC-2BF91588EDF8}"/>
              </a:ext>
            </a:extLst>
          </p:cNvPr>
          <p:cNvSpPr>
            <a:spLocks noGrp="1"/>
          </p:cNvSpPr>
          <p:nvPr/>
        </p:nvSpPr>
        <p:spPr>
          <a:xfrm>
            <a:off x="2453987" y="6723703"/>
            <a:ext cx="27683" cy="27683"/>
          </a:xfrm>
          <a:prstGeom prst="ellipse">
            <a:avLst/>
          </a:prstGeom>
          <a:solidFill>
            <a:srgbClr val="56429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knowledge-node">
            <a:extLst>
              <a:ext uri="{FF2B5EF4-FFF2-40B4-BE49-F238E27FC236}">
                <a16:creationId xmlns:a16="http://schemas.microsoft.com/office/drawing/2014/main" id="{1E208177-DDE3-422F-9763-9C70356C3833}"/>
              </a:ext>
            </a:extLst>
          </p:cNvPr>
          <p:cNvSpPr>
            <a:spLocks noGrp="1"/>
          </p:cNvSpPr>
          <p:nvPr/>
        </p:nvSpPr>
        <p:spPr>
          <a:xfrm>
            <a:off x="3011646" y="5983734"/>
            <a:ext cx="25045" cy="25045"/>
          </a:xfrm>
          <a:prstGeom prst="ellipse">
            <a:avLst/>
          </a:prstGeom>
          <a:solidFill>
            <a:srgbClr val="5D3B9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knowledge-node">
            <a:extLst>
              <a:ext uri="{FF2B5EF4-FFF2-40B4-BE49-F238E27FC236}">
                <a16:creationId xmlns:a16="http://schemas.microsoft.com/office/drawing/2014/main" id="{DBD5468F-4329-4C0C-B6F6-C9CF5F07C500}"/>
              </a:ext>
            </a:extLst>
          </p:cNvPr>
          <p:cNvSpPr>
            <a:spLocks noGrp="1"/>
          </p:cNvSpPr>
          <p:nvPr/>
        </p:nvSpPr>
        <p:spPr>
          <a:xfrm>
            <a:off x="3009010" y="5992732"/>
            <a:ext cx="22837" cy="22837"/>
          </a:xfrm>
          <a:prstGeom prst="ellipse">
            <a:avLst/>
          </a:prstGeom>
          <a:solidFill>
            <a:srgbClr val="5D3B9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1" name="knowledge-node">
            <a:extLst>
              <a:ext uri="{FF2B5EF4-FFF2-40B4-BE49-F238E27FC236}">
                <a16:creationId xmlns:a16="http://schemas.microsoft.com/office/drawing/2014/main" id="{055FF420-ADBF-497A-9FC1-F1F9503512CC}"/>
              </a:ext>
            </a:extLst>
          </p:cNvPr>
          <p:cNvSpPr>
            <a:spLocks noGrp="1"/>
          </p:cNvSpPr>
          <p:nvPr/>
        </p:nvSpPr>
        <p:spPr>
          <a:xfrm>
            <a:off x="2961928" y="6210576"/>
            <a:ext cx="60488" cy="60488"/>
          </a:xfrm>
          <a:prstGeom prst="ellipse">
            <a:avLst/>
          </a:prstGeom>
          <a:solidFill>
            <a:srgbClr val="5D3B92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72" name="knowledge-node">
            <a:extLst>
              <a:ext uri="{FF2B5EF4-FFF2-40B4-BE49-F238E27FC236}">
                <a16:creationId xmlns:a16="http://schemas.microsoft.com/office/drawing/2014/main" id="{24C65CAD-6B2C-44A9-97EF-E82136F01A56}"/>
              </a:ext>
            </a:extLst>
          </p:cNvPr>
          <p:cNvSpPr>
            <a:spLocks noGrp="1"/>
          </p:cNvSpPr>
          <p:nvPr/>
        </p:nvSpPr>
        <p:spPr>
          <a:xfrm>
            <a:off x="2996069" y="6425817"/>
            <a:ext cx="17026" cy="17026"/>
          </a:xfrm>
          <a:prstGeom prst="ellipse">
            <a:avLst/>
          </a:prstGeom>
          <a:solidFill>
            <a:srgbClr val="5D3B9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knowledge-node">
            <a:extLst>
              <a:ext uri="{FF2B5EF4-FFF2-40B4-BE49-F238E27FC236}">
                <a16:creationId xmlns:a16="http://schemas.microsoft.com/office/drawing/2014/main" id="{9F99F628-53DA-460F-9CAB-04306F774F65}"/>
              </a:ext>
            </a:extLst>
          </p:cNvPr>
          <p:cNvSpPr>
            <a:spLocks noGrp="1"/>
          </p:cNvSpPr>
          <p:nvPr/>
        </p:nvSpPr>
        <p:spPr>
          <a:xfrm>
            <a:off x="3015212" y="6724938"/>
            <a:ext cx="25908" cy="25908"/>
          </a:xfrm>
          <a:prstGeom prst="ellipse">
            <a:avLst/>
          </a:prstGeom>
          <a:solidFill>
            <a:srgbClr val="5D3B9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knowledge-node">
            <a:extLst>
              <a:ext uri="{FF2B5EF4-FFF2-40B4-BE49-F238E27FC236}">
                <a16:creationId xmlns:a16="http://schemas.microsoft.com/office/drawing/2014/main" id="{B303BBFD-FE81-4F24-9548-45674278D3D6}"/>
              </a:ext>
            </a:extLst>
          </p:cNvPr>
          <p:cNvSpPr>
            <a:spLocks noGrp="1"/>
          </p:cNvSpPr>
          <p:nvPr/>
        </p:nvSpPr>
        <p:spPr>
          <a:xfrm>
            <a:off x="3326299" y="6060608"/>
            <a:ext cx="24894" cy="24894"/>
          </a:xfrm>
          <a:prstGeom prst="ellipse">
            <a:avLst/>
          </a:prstGeom>
          <a:solidFill>
            <a:srgbClr val="703C8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knowledge-node">
            <a:extLst>
              <a:ext uri="{FF2B5EF4-FFF2-40B4-BE49-F238E27FC236}">
                <a16:creationId xmlns:a16="http://schemas.microsoft.com/office/drawing/2014/main" id="{BFB15986-17FD-470A-84FE-76DD491771DD}"/>
              </a:ext>
            </a:extLst>
          </p:cNvPr>
          <p:cNvSpPr>
            <a:spLocks noGrp="1"/>
          </p:cNvSpPr>
          <p:nvPr/>
        </p:nvSpPr>
        <p:spPr>
          <a:xfrm>
            <a:off x="3547222" y="6133118"/>
            <a:ext cx="27215" cy="27215"/>
          </a:xfrm>
          <a:prstGeom prst="ellipse">
            <a:avLst/>
          </a:prstGeom>
          <a:solidFill>
            <a:srgbClr val="703C8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6" name="knowledge-node">
            <a:extLst>
              <a:ext uri="{FF2B5EF4-FFF2-40B4-BE49-F238E27FC236}">
                <a16:creationId xmlns:a16="http://schemas.microsoft.com/office/drawing/2014/main" id="{84CBEB55-0EBE-4D47-AD5C-400313AD4C78}"/>
              </a:ext>
            </a:extLst>
          </p:cNvPr>
          <p:cNvSpPr>
            <a:spLocks noGrp="1"/>
          </p:cNvSpPr>
          <p:nvPr/>
        </p:nvSpPr>
        <p:spPr>
          <a:xfrm>
            <a:off x="3498945" y="6155849"/>
            <a:ext cx="23513" cy="23513"/>
          </a:xfrm>
          <a:prstGeom prst="ellipse">
            <a:avLst/>
          </a:prstGeom>
          <a:solidFill>
            <a:srgbClr val="703C8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knowledge-node">
            <a:extLst>
              <a:ext uri="{FF2B5EF4-FFF2-40B4-BE49-F238E27FC236}">
                <a16:creationId xmlns:a16="http://schemas.microsoft.com/office/drawing/2014/main" id="{F4E64876-A5A5-49DE-A2C0-D6C8D996FF38}"/>
              </a:ext>
            </a:extLst>
          </p:cNvPr>
          <p:cNvSpPr>
            <a:spLocks noGrp="1"/>
          </p:cNvSpPr>
          <p:nvPr/>
        </p:nvSpPr>
        <p:spPr>
          <a:xfrm>
            <a:off x="3347242" y="6413458"/>
            <a:ext cx="44292" cy="44292"/>
          </a:xfrm>
          <a:prstGeom prst="ellipse">
            <a:avLst/>
          </a:prstGeom>
          <a:solidFill>
            <a:srgbClr val="703C86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78" name="knowledge-node">
            <a:extLst>
              <a:ext uri="{FF2B5EF4-FFF2-40B4-BE49-F238E27FC236}">
                <a16:creationId xmlns:a16="http://schemas.microsoft.com/office/drawing/2014/main" id="{32D63877-9EAD-4E9A-A767-2FF882C19E48}"/>
              </a:ext>
            </a:extLst>
          </p:cNvPr>
          <p:cNvSpPr>
            <a:spLocks noGrp="1"/>
          </p:cNvSpPr>
          <p:nvPr/>
        </p:nvSpPr>
        <p:spPr>
          <a:xfrm>
            <a:off x="3357599" y="6767762"/>
            <a:ext cx="15526" cy="15526"/>
          </a:xfrm>
          <a:prstGeom prst="ellipse">
            <a:avLst/>
          </a:prstGeom>
          <a:solidFill>
            <a:srgbClr val="703C8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9" name="knowledge-node">
            <a:extLst>
              <a:ext uri="{FF2B5EF4-FFF2-40B4-BE49-F238E27FC236}">
                <a16:creationId xmlns:a16="http://schemas.microsoft.com/office/drawing/2014/main" id="{E88D4F23-C3C3-4F8C-B795-FD64B2538936}"/>
              </a:ext>
            </a:extLst>
          </p:cNvPr>
          <p:cNvSpPr>
            <a:spLocks noGrp="1"/>
          </p:cNvSpPr>
          <p:nvPr/>
        </p:nvSpPr>
        <p:spPr>
          <a:xfrm>
            <a:off x="3878374" y="6010075"/>
            <a:ext cx="22592" cy="22592"/>
          </a:xfrm>
          <a:prstGeom prst="ellipse">
            <a:avLst/>
          </a:prstGeom>
          <a:solidFill>
            <a:srgbClr val="823D7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knowledge-node">
            <a:extLst>
              <a:ext uri="{FF2B5EF4-FFF2-40B4-BE49-F238E27FC236}">
                <a16:creationId xmlns:a16="http://schemas.microsoft.com/office/drawing/2014/main" id="{6A255A0A-1D2E-4453-ACF3-02BB85900B17}"/>
              </a:ext>
            </a:extLst>
          </p:cNvPr>
          <p:cNvSpPr>
            <a:spLocks noGrp="1"/>
          </p:cNvSpPr>
          <p:nvPr/>
        </p:nvSpPr>
        <p:spPr>
          <a:xfrm>
            <a:off x="3892957" y="6156657"/>
            <a:ext cx="20513" cy="20513"/>
          </a:xfrm>
          <a:prstGeom prst="ellipse">
            <a:avLst/>
          </a:prstGeom>
          <a:solidFill>
            <a:srgbClr val="823D7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knowledge-node">
            <a:extLst>
              <a:ext uri="{FF2B5EF4-FFF2-40B4-BE49-F238E27FC236}">
                <a16:creationId xmlns:a16="http://schemas.microsoft.com/office/drawing/2014/main" id="{8851B54F-238E-4F06-A5A9-746BC1B607F3}"/>
              </a:ext>
            </a:extLst>
          </p:cNvPr>
          <p:cNvSpPr>
            <a:spLocks noGrp="1"/>
          </p:cNvSpPr>
          <p:nvPr/>
        </p:nvSpPr>
        <p:spPr>
          <a:xfrm>
            <a:off x="3906479" y="6283113"/>
            <a:ext cx="25953" cy="25953"/>
          </a:xfrm>
          <a:prstGeom prst="ellipse">
            <a:avLst/>
          </a:prstGeom>
          <a:solidFill>
            <a:srgbClr val="823D7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knowledge-node">
            <a:extLst>
              <a:ext uri="{FF2B5EF4-FFF2-40B4-BE49-F238E27FC236}">
                <a16:creationId xmlns:a16="http://schemas.microsoft.com/office/drawing/2014/main" id="{3459B829-0F51-4815-8C1E-86C83C657214}"/>
              </a:ext>
            </a:extLst>
          </p:cNvPr>
          <p:cNvSpPr>
            <a:spLocks noGrp="1"/>
          </p:cNvSpPr>
          <p:nvPr/>
        </p:nvSpPr>
        <p:spPr>
          <a:xfrm>
            <a:off x="3806430" y="6562185"/>
            <a:ext cx="23137" cy="23137"/>
          </a:xfrm>
          <a:prstGeom prst="ellipse">
            <a:avLst/>
          </a:prstGeom>
          <a:solidFill>
            <a:srgbClr val="823D7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knowledge-node">
            <a:extLst>
              <a:ext uri="{FF2B5EF4-FFF2-40B4-BE49-F238E27FC236}">
                <a16:creationId xmlns:a16="http://schemas.microsoft.com/office/drawing/2014/main" id="{407A1C11-626D-456D-90E8-72D8509F189C}"/>
              </a:ext>
            </a:extLst>
          </p:cNvPr>
          <p:cNvSpPr>
            <a:spLocks noGrp="1"/>
          </p:cNvSpPr>
          <p:nvPr/>
        </p:nvSpPr>
        <p:spPr>
          <a:xfrm>
            <a:off x="4089976" y="5815833"/>
            <a:ext cx="45250" cy="45250"/>
          </a:xfrm>
          <a:prstGeom prst="ellipse">
            <a:avLst/>
          </a:prstGeom>
          <a:solidFill>
            <a:srgbClr val="953E6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84" name="knowledge-node">
            <a:extLst>
              <a:ext uri="{FF2B5EF4-FFF2-40B4-BE49-F238E27FC236}">
                <a16:creationId xmlns:a16="http://schemas.microsoft.com/office/drawing/2014/main" id="{76D52B05-9B81-4881-BCD0-62F9ED41039C}"/>
              </a:ext>
            </a:extLst>
          </p:cNvPr>
          <p:cNvSpPr>
            <a:spLocks noGrp="1"/>
          </p:cNvSpPr>
          <p:nvPr/>
        </p:nvSpPr>
        <p:spPr>
          <a:xfrm>
            <a:off x="4225602" y="6054438"/>
            <a:ext cx="24355" cy="24355"/>
          </a:xfrm>
          <a:prstGeom prst="ellipse">
            <a:avLst/>
          </a:prstGeom>
          <a:solidFill>
            <a:srgbClr val="953E6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knowledge-node">
            <a:extLst>
              <a:ext uri="{FF2B5EF4-FFF2-40B4-BE49-F238E27FC236}">
                <a16:creationId xmlns:a16="http://schemas.microsoft.com/office/drawing/2014/main" id="{C3557816-6DBF-41A8-8596-1C3ADFA52634}"/>
              </a:ext>
            </a:extLst>
          </p:cNvPr>
          <p:cNvSpPr>
            <a:spLocks noGrp="1"/>
          </p:cNvSpPr>
          <p:nvPr/>
        </p:nvSpPr>
        <p:spPr>
          <a:xfrm>
            <a:off x="4105207" y="6369317"/>
            <a:ext cx="26727" cy="26727"/>
          </a:xfrm>
          <a:prstGeom prst="ellipse">
            <a:avLst/>
          </a:prstGeom>
          <a:solidFill>
            <a:srgbClr val="953E6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knowledge-node">
            <a:extLst>
              <a:ext uri="{FF2B5EF4-FFF2-40B4-BE49-F238E27FC236}">
                <a16:creationId xmlns:a16="http://schemas.microsoft.com/office/drawing/2014/main" id="{B8B15CFA-CDC2-4986-A4CA-E63E46641DBF}"/>
              </a:ext>
            </a:extLst>
          </p:cNvPr>
          <p:cNvSpPr>
            <a:spLocks noGrp="1"/>
          </p:cNvSpPr>
          <p:nvPr/>
        </p:nvSpPr>
        <p:spPr>
          <a:xfrm>
            <a:off x="4286902" y="6572400"/>
            <a:ext cx="19087" cy="19087"/>
          </a:xfrm>
          <a:prstGeom prst="ellipse">
            <a:avLst/>
          </a:prstGeom>
          <a:solidFill>
            <a:srgbClr val="953E6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knowledge-node">
            <a:extLst>
              <a:ext uri="{FF2B5EF4-FFF2-40B4-BE49-F238E27FC236}">
                <a16:creationId xmlns:a16="http://schemas.microsoft.com/office/drawing/2014/main" id="{E1385821-6B66-4E35-9B74-06C4FB8F3C1F}"/>
              </a:ext>
            </a:extLst>
          </p:cNvPr>
          <p:cNvSpPr>
            <a:spLocks noGrp="1"/>
          </p:cNvSpPr>
          <p:nvPr/>
        </p:nvSpPr>
        <p:spPr>
          <a:xfrm>
            <a:off x="4594547" y="5860975"/>
            <a:ext cx="28534" cy="28534"/>
          </a:xfrm>
          <a:prstGeom prst="ellipse">
            <a:avLst/>
          </a:prstGeom>
          <a:solidFill>
            <a:srgbClr val="A83F6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knowledge-node">
            <a:extLst>
              <a:ext uri="{FF2B5EF4-FFF2-40B4-BE49-F238E27FC236}">
                <a16:creationId xmlns:a16="http://schemas.microsoft.com/office/drawing/2014/main" id="{610057DE-2BFE-4193-944F-6B56FDE35C3C}"/>
              </a:ext>
            </a:extLst>
          </p:cNvPr>
          <p:cNvSpPr>
            <a:spLocks noGrp="1"/>
          </p:cNvSpPr>
          <p:nvPr/>
        </p:nvSpPr>
        <p:spPr>
          <a:xfrm>
            <a:off x="4523784" y="6051740"/>
            <a:ext cx="46106" cy="46106"/>
          </a:xfrm>
          <a:prstGeom prst="ellipse">
            <a:avLst/>
          </a:prstGeom>
          <a:solidFill>
            <a:srgbClr val="A83F6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89" name="knowledge-node">
            <a:extLst>
              <a:ext uri="{FF2B5EF4-FFF2-40B4-BE49-F238E27FC236}">
                <a16:creationId xmlns:a16="http://schemas.microsoft.com/office/drawing/2014/main" id="{7E6D23E4-6DD7-4502-83B3-1C540136ABF6}"/>
              </a:ext>
            </a:extLst>
          </p:cNvPr>
          <p:cNvSpPr>
            <a:spLocks noGrp="1"/>
          </p:cNvSpPr>
          <p:nvPr/>
        </p:nvSpPr>
        <p:spPr>
          <a:xfrm>
            <a:off x="4709232" y="6333970"/>
            <a:ext cx="62297" cy="62297"/>
          </a:xfrm>
          <a:prstGeom prst="ellipse">
            <a:avLst/>
          </a:prstGeom>
          <a:solidFill>
            <a:srgbClr val="A83F6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90" name="knowledge-node">
            <a:extLst>
              <a:ext uri="{FF2B5EF4-FFF2-40B4-BE49-F238E27FC236}">
                <a16:creationId xmlns:a16="http://schemas.microsoft.com/office/drawing/2014/main" id="{972E6435-D39F-4426-AFE8-90560C00DE30}"/>
              </a:ext>
            </a:extLst>
          </p:cNvPr>
          <p:cNvSpPr>
            <a:spLocks noGrp="1"/>
          </p:cNvSpPr>
          <p:nvPr/>
        </p:nvSpPr>
        <p:spPr>
          <a:xfrm>
            <a:off x="4658964" y="6579012"/>
            <a:ext cx="69824" cy="69824"/>
          </a:xfrm>
          <a:prstGeom prst="ellipse">
            <a:avLst/>
          </a:prstGeom>
          <a:solidFill>
            <a:srgbClr val="A83F6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91" name="knowledge-node">
            <a:extLst>
              <a:ext uri="{FF2B5EF4-FFF2-40B4-BE49-F238E27FC236}">
                <a16:creationId xmlns:a16="http://schemas.microsoft.com/office/drawing/2014/main" id="{D40DBFF5-DEDC-41D8-83BD-BC30BE641EFF}"/>
              </a:ext>
            </a:extLst>
          </p:cNvPr>
          <p:cNvSpPr>
            <a:spLocks noGrp="1"/>
          </p:cNvSpPr>
          <p:nvPr/>
        </p:nvSpPr>
        <p:spPr>
          <a:xfrm>
            <a:off x="5212437" y="5897158"/>
            <a:ext cx="28081" cy="28081"/>
          </a:xfrm>
          <a:prstGeom prst="ellipse">
            <a:avLst/>
          </a:prstGeom>
          <a:solidFill>
            <a:srgbClr val="BB405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knowledge-node">
            <a:extLst>
              <a:ext uri="{FF2B5EF4-FFF2-40B4-BE49-F238E27FC236}">
                <a16:creationId xmlns:a16="http://schemas.microsoft.com/office/drawing/2014/main" id="{B0FFF404-60B9-442C-8DF2-3E1FD160325D}"/>
              </a:ext>
            </a:extLst>
          </p:cNvPr>
          <p:cNvSpPr>
            <a:spLocks noGrp="1"/>
          </p:cNvSpPr>
          <p:nvPr/>
        </p:nvSpPr>
        <p:spPr>
          <a:xfrm>
            <a:off x="4927796" y="6215385"/>
            <a:ext cx="24495" cy="24495"/>
          </a:xfrm>
          <a:prstGeom prst="ellipse">
            <a:avLst/>
          </a:prstGeom>
          <a:solidFill>
            <a:srgbClr val="BB405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knowledge-node">
            <a:extLst>
              <a:ext uri="{FF2B5EF4-FFF2-40B4-BE49-F238E27FC236}">
                <a16:creationId xmlns:a16="http://schemas.microsoft.com/office/drawing/2014/main" id="{9E0873A3-D6C7-4461-B546-6706EE833891}"/>
              </a:ext>
            </a:extLst>
          </p:cNvPr>
          <p:cNvSpPr>
            <a:spLocks noGrp="1"/>
          </p:cNvSpPr>
          <p:nvPr/>
        </p:nvSpPr>
        <p:spPr>
          <a:xfrm>
            <a:off x="5202476" y="6474984"/>
            <a:ext cx="15122" cy="15122"/>
          </a:xfrm>
          <a:prstGeom prst="ellipse">
            <a:avLst/>
          </a:prstGeom>
          <a:solidFill>
            <a:srgbClr val="BB405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4" name="knowledge-node">
            <a:extLst>
              <a:ext uri="{FF2B5EF4-FFF2-40B4-BE49-F238E27FC236}">
                <a16:creationId xmlns:a16="http://schemas.microsoft.com/office/drawing/2014/main" id="{038DE0AC-46D5-4370-82A3-9FE3B38EDD42}"/>
              </a:ext>
            </a:extLst>
          </p:cNvPr>
          <p:cNvSpPr>
            <a:spLocks noGrp="1"/>
          </p:cNvSpPr>
          <p:nvPr/>
        </p:nvSpPr>
        <p:spPr>
          <a:xfrm>
            <a:off x="5217344" y="6722185"/>
            <a:ext cx="25591" cy="25591"/>
          </a:xfrm>
          <a:prstGeom prst="ellipse">
            <a:avLst/>
          </a:prstGeom>
          <a:solidFill>
            <a:srgbClr val="BB405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knowledge-node">
            <a:extLst>
              <a:ext uri="{FF2B5EF4-FFF2-40B4-BE49-F238E27FC236}">
                <a16:creationId xmlns:a16="http://schemas.microsoft.com/office/drawing/2014/main" id="{5EE3672F-A790-4007-95D7-22D89F80BD54}"/>
              </a:ext>
            </a:extLst>
          </p:cNvPr>
          <p:cNvSpPr>
            <a:spLocks noGrp="1"/>
          </p:cNvSpPr>
          <p:nvPr/>
        </p:nvSpPr>
        <p:spPr>
          <a:xfrm>
            <a:off x="5559172" y="5896537"/>
            <a:ext cx="24651" cy="24651"/>
          </a:xfrm>
          <a:prstGeom prst="ellipse">
            <a:avLst/>
          </a:prstGeom>
          <a:solidFill>
            <a:srgbClr val="CE414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6" name="knowledge-node">
            <a:extLst>
              <a:ext uri="{FF2B5EF4-FFF2-40B4-BE49-F238E27FC236}">
                <a16:creationId xmlns:a16="http://schemas.microsoft.com/office/drawing/2014/main" id="{5B58453E-3A99-4AB9-B66D-F65930CB082D}"/>
              </a:ext>
            </a:extLst>
          </p:cNvPr>
          <p:cNvSpPr>
            <a:spLocks noGrp="1"/>
          </p:cNvSpPr>
          <p:nvPr/>
        </p:nvSpPr>
        <p:spPr>
          <a:xfrm>
            <a:off x="5348729" y="6139847"/>
            <a:ext cx="47739" cy="47739"/>
          </a:xfrm>
          <a:prstGeom prst="ellipse">
            <a:avLst/>
          </a:prstGeom>
          <a:solidFill>
            <a:srgbClr val="CE414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97" name="knowledge-node">
            <a:extLst>
              <a:ext uri="{FF2B5EF4-FFF2-40B4-BE49-F238E27FC236}">
                <a16:creationId xmlns:a16="http://schemas.microsoft.com/office/drawing/2014/main" id="{44A70CB0-4D9F-42E8-ADD9-2A4D940F7DF8}"/>
              </a:ext>
            </a:extLst>
          </p:cNvPr>
          <p:cNvSpPr>
            <a:spLocks noGrp="1"/>
          </p:cNvSpPr>
          <p:nvPr/>
        </p:nvSpPr>
        <p:spPr>
          <a:xfrm>
            <a:off x="5429484" y="6452908"/>
            <a:ext cx="21746" cy="21746"/>
          </a:xfrm>
          <a:prstGeom prst="ellipse">
            <a:avLst/>
          </a:prstGeom>
          <a:solidFill>
            <a:srgbClr val="CE414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knowledge-node">
            <a:extLst>
              <a:ext uri="{FF2B5EF4-FFF2-40B4-BE49-F238E27FC236}">
                <a16:creationId xmlns:a16="http://schemas.microsoft.com/office/drawing/2014/main" id="{729AA13F-5A89-4A38-9F72-3E3A31F50D41}"/>
              </a:ext>
            </a:extLst>
          </p:cNvPr>
          <p:cNvSpPr>
            <a:spLocks noGrp="1"/>
          </p:cNvSpPr>
          <p:nvPr/>
        </p:nvSpPr>
        <p:spPr>
          <a:xfrm>
            <a:off x="5970285" y="5861445"/>
            <a:ext cx="15894" cy="15894"/>
          </a:xfrm>
          <a:prstGeom prst="ellipse">
            <a:avLst/>
          </a:prstGeom>
          <a:solidFill>
            <a:srgbClr val="E142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knowledge-node">
            <a:extLst>
              <a:ext uri="{FF2B5EF4-FFF2-40B4-BE49-F238E27FC236}">
                <a16:creationId xmlns:a16="http://schemas.microsoft.com/office/drawing/2014/main" id="{D4B0E294-2556-411F-822E-91EC6EDF92DE}"/>
              </a:ext>
            </a:extLst>
          </p:cNvPr>
          <p:cNvSpPr>
            <a:spLocks noGrp="1"/>
          </p:cNvSpPr>
          <p:nvPr/>
        </p:nvSpPr>
        <p:spPr>
          <a:xfrm>
            <a:off x="5937772" y="6135769"/>
            <a:ext cx="20068" cy="20068"/>
          </a:xfrm>
          <a:prstGeom prst="ellipse">
            <a:avLst/>
          </a:prstGeom>
          <a:solidFill>
            <a:srgbClr val="E142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0" name="knowledge-node">
            <a:extLst>
              <a:ext uri="{FF2B5EF4-FFF2-40B4-BE49-F238E27FC236}">
                <a16:creationId xmlns:a16="http://schemas.microsoft.com/office/drawing/2014/main" id="{E2C24B19-75D4-4795-BF16-AAD4B64CE510}"/>
              </a:ext>
            </a:extLst>
          </p:cNvPr>
          <p:cNvSpPr>
            <a:spLocks noGrp="1"/>
          </p:cNvSpPr>
          <p:nvPr/>
        </p:nvSpPr>
        <p:spPr>
          <a:xfrm>
            <a:off x="5848135" y="6484205"/>
            <a:ext cx="16817" cy="16817"/>
          </a:xfrm>
          <a:prstGeom prst="ellipse">
            <a:avLst/>
          </a:prstGeom>
          <a:solidFill>
            <a:srgbClr val="E142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knowledge-node">
            <a:extLst>
              <a:ext uri="{FF2B5EF4-FFF2-40B4-BE49-F238E27FC236}">
                <a16:creationId xmlns:a16="http://schemas.microsoft.com/office/drawing/2014/main" id="{CD3B9A48-E322-4676-9732-9E5E172D8776}"/>
              </a:ext>
            </a:extLst>
          </p:cNvPr>
          <p:cNvSpPr>
            <a:spLocks noGrp="1"/>
          </p:cNvSpPr>
          <p:nvPr/>
        </p:nvSpPr>
        <p:spPr>
          <a:xfrm>
            <a:off x="6080996" y="6701240"/>
            <a:ext cx="17943" cy="17943"/>
          </a:xfrm>
          <a:prstGeom prst="ellipse">
            <a:avLst/>
          </a:prstGeom>
          <a:solidFill>
            <a:srgbClr val="E142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knowledge-node">
            <a:extLst>
              <a:ext uri="{FF2B5EF4-FFF2-40B4-BE49-F238E27FC236}">
                <a16:creationId xmlns:a16="http://schemas.microsoft.com/office/drawing/2014/main" id="{E8231223-30F0-47E3-8941-DE22396C848A}"/>
              </a:ext>
            </a:extLst>
          </p:cNvPr>
          <p:cNvSpPr>
            <a:spLocks noGrp="1"/>
          </p:cNvSpPr>
          <p:nvPr/>
        </p:nvSpPr>
        <p:spPr>
          <a:xfrm>
            <a:off x="6234042" y="5950919"/>
            <a:ext cx="19249" cy="19249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knowledge-node">
            <a:extLst>
              <a:ext uri="{FF2B5EF4-FFF2-40B4-BE49-F238E27FC236}">
                <a16:creationId xmlns:a16="http://schemas.microsoft.com/office/drawing/2014/main" id="{E0F4FA6E-78CD-49DE-ADE9-B2F47C723413}"/>
              </a:ext>
            </a:extLst>
          </p:cNvPr>
          <p:cNvSpPr>
            <a:spLocks noGrp="1"/>
          </p:cNvSpPr>
          <p:nvPr/>
        </p:nvSpPr>
        <p:spPr>
          <a:xfrm>
            <a:off x="6385705" y="6140576"/>
            <a:ext cx="27465" cy="27465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knowledge-node">
            <a:extLst>
              <a:ext uri="{FF2B5EF4-FFF2-40B4-BE49-F238E27FC236}">
                <a16:creationId xmlns:a16="http://schemas.microsoft.com/office/drawing/2014/main" id="{EB725254-ECDF-4913-806A-81953CC05D05}"/>
              </a:ext>
            </a:extLst>
          </p:cNvPr>
          <p:cNvSpPr>
            <a:spLocks noGrp="1"/>
          </p:cNvSpPr>
          <p:nvPr/>
        </p:nvSpPr>
        <p:spPr>
          <a:xfrm>
            <a:off x="6270516" y="6521272"/>
            <a:ext cx="23688" cy="23688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5" name="knowledge-node">
            <a:extLst>
              <a:ext uri="{FF2B5EF4-FFF2-40B4-BE49-F238E27FC236}">
                <a16:creationId xmlns:a16="http://schemas.microsoft.com/office/drawing/2014/main" id="{8E98A4F3-32CD-44D7-A24D-DFACAEACE5E3}"/>
              </a:ext>
            </a:extLst>
          </p:cNvPr>
          <p:cNvSpPr>
            <a:spLocks noGrp="1"/>
          </p:cNvSpPr>
          <p:nvPr/>
        </p:nvSpPr>
        <p:spPr>
          <a:xfrm>
            <a:off x="6291510" y="6675991"/>
            <a:ext cx="15804" cy="15804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knowledge-node">
            <a:extLst>
              <a:ext uri="{FF2B5EF4-FFF2-40B4-BE49-F238E27FC236}">
                <a16:creationId xmlns:a16="http://schemas.microsoft.com/office/drawing/2014/main" id="{AB4CB818-4243-4D43-9D53-FCC2DD244592}"/>
              </a:ext>
            </a:extLst>
          </p:cNvPr>
          <p:cNvSpPr>
            <a:spLocks noGrp="1"/>
          </p:cNvSpPr>
          <p:nvPr/>
        </p:nvSpPr>
        <p:spPr>
          <a:xfrm>
            <a:off x="6447142" y="6763515"/>
            <a:ext cx="65294" cy="65294"/>
          </a:xfrm>
          <a:prstGeom prst="ellipse">
            <a:avLst/>
          </a:prstGeom>
          <a:solidFill>
            <a:srgbClr val="EB4B32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07" name="knowledge-node">
            <a:extLst>
              <a:ext uri="{FF2B5EF4-FFF2-40B4-BE49-F238E27FC236}">
                <a16:creationId xmlns:a16="http://schemas.microsoft.com/office/drawing/2014/main" id="{BDFF386F-C8E9-411E-BAF6-D48540B6B290}"/>
              </a:ext>
            </a:extLst>
          </p:cNvPr>
          <p:cNvSpPr>
            <a:spLocks noGrp="1"/>
          </p:cNvSpPr>
          <p:nvPr/>
        </p:nvSpPr>
        <p:spPr>
          <a:xfrm>
            <a:off x="6404514" y="6780474"/>
            <a:ext cx="24092" cy="24092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knowledge-node">
            <a:extLst>
              <a:ext uri="{FF2B5EF4-FFF2-40B4-BE49-F238E27FC236}">
                <a16:creationId xmlns:a16="http://schemas.microsoft.com/office/drawing/2014/main" id="{4A7712AF-1B66-4466-A4C5-1D28AC40DC43}"/>
              </a:ext>
            </a:extLst>
          </p:cNvPr>
          <p:cNvSpPr>
            <a:spLocks noGrp="1"/>
          </p:cNvSpPr>
          <p:nvPr/>
        </p:nvSpPr>
        <p:spPr>
          <a:xfrm>
            <a:off x="6726705" y="5975809"/>
            <a:ext cx="49580" cy="49580"/>
          </a:xfrm>
          <a:prstGeom prst="ellipse">
            <a:avLst/>
          </a:prstGeom>
          <a:solidFill>
            <a:srgbClr val="ED5A2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09" name="knowledge-node">
            <a:extLst>
              <a:ext uri="{FF2B5EF4-FFF2-40B4-BE49-F238E27FC236}">
                <a16:creationId xmlns:a16="http://schemas.microsoft.com/office/drawing/2014/main" id="{7E0C060B-D725-411C-964C-CA6569D772DE}"/>
              </a:ext>
            </a:extLst>
          </p:cNvPr>
          <p:cNvSpPr>
            <a:spLocks noGrp="1"/>
          </p:cNvSpPr>
          <p:nvPr/>
        </p:nvSpPr>
        <p:spPr>
          <a:xfrm>
            <a:off x="6843663" y="6342601"/>
            <a:ext cx="18928" cy="18928"/>
          </a:xfrm>
          <a:prstGeom prst="ellipse">
            <a:avLst/>
          </a:prstGeom>
          <a:solidFill>
            <a:srgbClr val="ED5A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0" name="knowledge-node">
            <a:extLst>
              <a:ext uri="{FF2B5EF4-FFF2-40B4-BE49-F238E27FC236}">
                <a16:creationId xmlns:a16="http://schemas.microsoft.com/office/drawing/2014/main" id="{0BEFEEFE-41B9-4102-88BC-9C75B99B35C2}"/>
              </a:ext>
            </a:extLst>
          </p:cNvPr>
          <p:cNvSpPr>
            <a:spLocks noGrp="1"/>
          </p:cNvSpPr>
          <p:nvPr/>
        </p:nvSpPr>
        <p:spPr>
          <a:xfrm>
            <a:off x="6839105" y="6479070"/>
            <a:ext cx="45957" cy="45957"/>
          </a:xfrm>
          <a:prstGeom prst="ellipse">
            <a:avLst/>
          </a:prstGeom>
          <a:solidFill>
            <a:srgbClr val="ED5A2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11" name="knowledge-node">
            <a:extLst>
              <a:ext uri="{FF2B5EF4-FFF2-40B4-BE49-F238E27FC236}">
                <a16:creationId xmlns:a16="http://schemas.microsoft.com/office/drawing/2014/main" id="{0CF2B553-5B74-4B9F-99A3-8EA6826E55CD}"/>
              </a:ext>
            </a:extLst>
          </p:cNvPr>
          <p:cNvSpPr>
            <a:spLocks noGrp="1"/>
          </p:cNvSpPr>
          <p:nvPr/>
        </p:nvSpPr>
        <p:spPr>
          <a:xfrm>
            <a:off x="6681904" y="6586612"/>
            <a:ext cx="27991" cy="27991"/>
          </a:xfrm>
          <a:prstGeom prst="ellipse">
            <a:avLst/>
          </a:prstGeom>
          <a:solidFill>
            <a:srgbClr val="ED5A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knowledge-node">
            <a:extLst>
              <a:ext uri="{FF2B5EF4-FFF2-40B4-BE49-F238E27FC236}">
                <a16:creationId xmlns:a16="http://schemas.microsoft.com/office/drawing/2014/main" id="{73DEBCA4-AEBC-489E-9494-A3264D2A26AB}"/>
              </a:ext>
            </a:extLst>
          </p:cNvPr>
          <p:cNvSpPr>
            <a:spLocks noGrp="1"/>
          </p:cNvSpPr>
          <p:nvPr/>
        </p:nvSpPr>
        <p:spPr>
          <a:xfrm>
            <a:off x="6749173" y="6734658"/>
            <a:ext cx="22277" cy="22277"/>
          </a:xfrm>
          <a:prstGeom prst="ellipse">
            <a:avLst/>
          </a:prstGeom>
          <a:solidFill>
            <a:srgbClr val="ED5A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knowledge-node">
            <a:extLst>
              <a:ext uri="{FF2B5EF4-FFF2-40B4-BE49-F238E27FC236}">
                <a16:creationId xmlns:a16="http://schemas.microsoft.com/office/drawing/2014/main" id="{7C53D386-D0E5-4583-B711-C6443C53C84A}"/>
              </a:ext>
            </a:extLst>
          </p:cNvPr>
          <p:cNvSpPr>
            <a:spLocks noGrp="1"/>
          </p:cNvSpPr>
          <p:nvPr/>
        </p:nvSpPr>
        <p:spPr>
          <a:xfrm>
            <a:off x="6732065" y="6735045"/>
            <a:ext cx="15054" cy="15054"/>
          </a:xfrm>
          <a:prstGeom prst="ellipse">
            <a:avLst/>
          </a:prstGeom>
          <a:solidFill>
            <a:srgbClr val="ED5A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knowledge-node">
            <a:extLst>
              <a:ext uri="{FF2B5EF4-FFF2-40B4-BE49-F238E27FC236}">
                <a16:creationId xmlns:a16="http://schemas.microsoft.com/office/drawing/2014/main" id="{9917263B-B7FE-4889-A125-4AEE06177F76}"/>
              </a:ext>
            </a:extLst>
          </p:cNvPr>
          <p:cNvSpPr>
            <a:spLocks noGrp="1"/>
          </p:cNvSpPr>
          <p:nvPr/>
        </p:nvSpPr>
        <p:spPr>
          <a:xfrm>
            <a:off x="7090743" y="5935379"/>
            <a:ext cx="26109" cy="26109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5" name="knowledge-node">
            <a:extLst>
              <a:ext uri="{FF2B5EF4-FFF2-40B4-BE49-F238E27FC236}">
                <a16:creationId xmlns:a16="http://schemas.microsoft.com/office/drawing/2014/main" id="{A416AF15-4460-4C82-8C75-4FAA03998514}"/>
              </a:ext>
            </a:extLst>
          </p:cNvPr>
          <p:cNvSpPr>
            <a:spLocks noGrp="1"/>
          </p:cNvSpPr>
          <p:nvPr/>
        </p:nvSpPr>
        <p:spPr>
          <a:xfrm>
            <a:off x="7310942" y="6228632"/>
            <a:ext cx="23088" cy="23088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knowledge-node">
            <a:extLst>
              <a:ext uri="{FF2B5EF4-FFF2-40B4-BE49-F238E27FC236}">
                <a16:creationId xmlns:a16="http://schemas.microsoft.com/office/drawing/2014/main" id="{494FE893-62C1-4427-AF67-E9583833B4C7}"/>
              </a:ext>
            </a:extLst>
          </p:cNvPr>
          <p:cNvSpPr>
            <a:spLocks noGrp="1"/>
          </p:cNvSpPr>
          <p:nvPr/>
        </p:nvSpPr>
        <p:spPr>
          <a:xfrm>
            <a:off x="7143764" y="6475934"/>
            <a:ext cx="18509" cy="18509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knowledge-node">
            <a:extLst>
              <a:ext uri="{FF2B5EF4-FFF2-40B4-BE49-F238E27FC236}">
                <a16:creationId xmlns:a16="http://schemas.microsoft.com/office/drawing/2014/main" id="{04AE6067-7E11-4AF8-A14A-5CFFF31D7DD8}"/>
              </a:ext>
            </a:extLst>
          </p:cNvPr>
          <p:cNvSpPr>
            <a:spLocks noGrp="1"/>
          </p:cNvSpPr>
          <p:nvPr/>
        </p:nvSpPr>
        <p:spPr>
          <a:xfrm>
            <a:off x="7008636" y="6507586"/>
            <a:ext cx="65075" cy="65075"/>
          </a:xfrm>
          <a:prstGeom prst="ellipse">
            <a:avLst/>
          </a:prstGeom>
          <a:solidFill>
            <a:srgbClr val="EF6A26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18" name="knowledge-node">
            <a:extLst>
              <a:ext uri="{FF2B5EF4-FFF2-40B4-BE49-F238E27FC236}">
                <a16:creationId xmlns:a16="http://schemas.microsoft.com/office/drawing/2014/main" id="{9D3BDDF0-CDD4-422E-B706-5845B7B1C16B}"/>
              </a:ext>
            </a:extLst>
          </p:cNvPr>
          <p:cNvSpPr>
            <a:spLocks noGrp="1"/>
          </p:cNvSpPr>
          <p:nvPr/>
        </p:nvSpPr>
        <p:spPr>
          <a:xfrm>
            <a:off x="7162306" y="6662426"/>
            <a:ext cx="14672" cy="14672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9" name="knowledge-node">
            <a:extLst>
              <a:ext uri="{FF2B5EF4-FFF2-40B4-BE49-F238E27FC236}">
                <a16:creationId xmlns:a16="http://schemas.microsoft.com/office/drawing/2014/main" id="{DEC920FA-BFAA-482A-972D-D924A516B86F}"/>
              </a:ext>
            </a:extLst>
          </p:cNvPr>
          <p:cNvSpPr>
            <a:spLocks noGrp="1"/>
          </p:cNvSpPr>
          <p:nvPr/>
        </p:nvSpPr>
        <p:spPr>
          <a:xfrm>
            <a:off x="7168379" y="6777849"/>
            <a:ext cx="21324" cy="21324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0" name="knowledge-node">
            <a:extLst>
              <a:ext uri="{FF2B5EF4-FFF2-40B4-BE49-F238E27FC236}">
                <a16:creationId xmlns:a16="http://schemas.microsoft.com/office/drawing/2014/main" id="{E88F81D8-04F0-4435-8B73-F44024467576}"/>
              </a:ext>
            </a:extLst>
          </p:cNvPr>
          <p:cNvSpPr>
            <a:spLocks noGrp="1"/>
          </p:cNvSpPr>
          <p:nvPr/>
        </p:nvSpPr>
        <p:spPr>
          <a:xfrm>
            <a:off x="7646555" y="5934958"/>
            <a:ext cx="24888" cy="24888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knowledge-node">
            <a:extLst>
              <a:ext uri="{FF2B5EF4-FFF2-40B4-BE49-F238E27FC236}">
                <a16:creationId xmlns:a16="http://schemas.microsoft.com/office/drawing/2014/main" id="{9FA56830-C923-4216-B7CC-31CE3494DFAF}"/>
              </a:ext>
            </a:extLst>
          </p:cNvPr>
          <p:cNvSpPr>
            <a:spLocks noGrp="1"/>
          </p:cNvSpPr>
          <p:nvPr/>
        </p:nvSpPr>
        <p:spPr>
          <a:xfrm>
            <a:off x="7711826" y="6190417"/>
            <a:ext cx="19405" cy="19405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2" name="knowledge-node">
            <a:extLst>
              <a:ext uri="{FF2B5EF4-FFF2-40B4-BE49-F238E27FC236}">
                <a16:creationId xmlns:a16="http://schemas.microsoft.com/office/drawing/2014/main" id="{0BC5060D-B3BC-4E4B-949B-3CDCA00347AB}"/>
              </a:ext>
            </a:extLst>
          </p:cNvPr>
          <p:cNvSpPr>
            <a:spLocks noGrp="1"/>
          </p:cNvSpPr>
          <p:nvPr/>
        </p:nvSpPr>
        <p:spPr>
          <a:xfrm>
            <a:off x="7543646" y="6507123"/>
            <a:ext cx="27313" cy="27313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knowledge-node">
            <a:extLst>
              <a:ext uri="{FF2B5EF4-FFF2-40B4-BE49-F238E27FC236}">
                <a16:creationId xmlns:a16="http://schemas.microsoft.com/office/drawing/2014/main" id="{919FF4BC-284A-4D4B-B572-702FFBB1D9DB}"/>
              </a:ext>
            </a:extLst>
          </p:cNvPr>
          <p:cNvSpPr>
            <a:spLocks noGrp="1"/>
          </p:cNvSpPr>
          <p:nvPr/>
        </p:nvSpPr>
        <p:spPr>
          <a:xfrm>
            <a:off x="7623059" y="6574385"/>
            <a:ext cx="45918" cy="45918"/>
          </a:xfrm>
          <a:prstGeom prst="ellipse">
            <a:avLst/>
          </a:prstGeom>
          <a:solidFill>
            <a:srgbClr val="F27A1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4" name="knowledge-node">
            <a:extLst>
              <a:ext uri="{FF2B5EF4-FFF2-40B4-BE49-F238E27FC236}">
                <a16:creationId xmlns:a16="http://schemas.microsoft.com/office/drawing/2014/main" id="{F4B3230C-45A2-4E83-8FB7-B9FD7462A103}"/>
              </a:ext>
            </a:extLst>
          </p:cNvPr>
          <p:cNvSpPr>
            <a:spLocks noGrp="1"/>
          </p:cNvSpPr>
          <p:nvPr/>
        </p:nvSpPr>
        <p:spPr>
          <a:xfrm>
            <a:off x="7649579" y="6594445"/>
            <a:ext cx="23961" cy="23961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5" name="knowledge-node">
            <a:extLst>
              <a:ext uri="{FF2B5EF4-FFF2-40B4-BE49-F238E27FC236}">
                <a16:creationId xmlns:a16="http://schemas.microsoft.com/office/drawing/2014/main" id="{67801E11-E2CC-419D-85C7-FF8CC9B1D308}"/>
              </a:ext>
            </a:extLst>
          </p:cNvPr>
          <p:cNvSpPr>
            <a:spLocks noGrp="1"/>
          </p:cNvSpPr>
          <p:nvPr/>
        </p:nvSpPr>
        <p:spPr>
          <a:xfrm>
            <a:off x="7543778" y="6687884"/>
            <a:ext cx="15054" cy="15054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knowledge-node">
            <a:extLst>
              <a:ext uri="{FF2B5EF4-FFF2-40B4-BE49-F238E27FC236}">
                <a16:creationId xmlns:a16="http://schemas.microsoft.com/office/drawing/2014/main" id="{31401CB2-E0C1-4E97-93A7-9D06881C0799}"/>
              </a:ext>
            </a:extLst>
          </p:cNvPr>
          <p:cNvSpPr>
            <a:spLocks noGrp="1"/>
          </p:cNvSpPr>
          <p:nvPr/>
        </p:nvSpPr>
        <p:spPr>
          <a:xfrm>
            <a:off x="7874912" y="6094436"/>
            <a:ext cx="19267" cy="19267"/>
          </a:xfrm>
          <a:prstGeom prst="ellipse">
            <a:avLst/>
          </a:prstGeom>
          <a:solidFill>
            <a:srgbClr val="F489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knowledge-node">
            <a:extLst>
              <a:ext uri="{FF2B5EF4-FFF2-40B4-BE49-F238E27FC236}">
                <a16:creationId xmlns:a16="http://schemas.microsoft.com/office/drawing/2014/main" id="{4FE5232E-CC66-4168-AAF9-449233B14106}"/>
              </a:ext>
            </a:extLst>
          </p:cNvPr>
          <p:cNvSpPr>
            <a:spLocks noGrp="1"/>
          </p:cNvSpPr>
          <p:nvPr/>
        </p:nvSpPr>
        <p:spPr>
          <a:xfrm>
            <a:off x="7902239" y="6351940"/>
            <a:ext cx="24463" cy="24463"/>
          </a:xfrm>
          <a:prstGeom prst="ellipse">
            <a:avLst/>
          </a:prstGeom>
          <a:solidFill>
            <a:srgbClr val="F489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knowledge-node">
            <a:extLst>
              <a:ext uri="{FF2B5EF4-FFF2-40B4-BE49-F238E27FC236}">
                <a16:creationId xmlns:a16="http://schemas.microsoft.com/office/drawing/2014/main" id="{45AEBF37-B0BF-42B1-AECF-AF6BCDB81B86}"/>
              </a:ext>
            </a:extLst>
          </p:cNvPr>
          <p:cNvSpPr>
            <a:spLocks noGrp="1"/>
          </p:cNvSpPr>
          <p:nvPr/>
        </p:nvSpPr>
        <p:spPr>
          <a:xfrm>
            <a:off x="8041821" y="6421449"/>
            <a:ext cx="28153" cy="28153"/>
          </a:xfrm>
          <a:prstGeom prst="ellipse">
            <a:avLst/>
          </a:prstGeom>
          <a:solidFill>
            <a:srgbClr val="F489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knowledge-node">
            <a:extLst>
              <a:ext uri="{FF2B5EF4-FFF2-40B4-BE49-F238E27FC236}">
                <a16:creationId xmlns:a16="http://schemas.microsoft.com/office/drawing/2014/main" id="{A05CB6AE-9A9A-4AAF-846E-59AAD8176026}"/>
              </a:ext>
            </a:extLst>
          </p:cNvPr>
          <p:cNvSpPr>
            <a:spLocks noGrp="1"/>
          </p:cNvSpPr>
          <p:nvPr/>
        </p:nvSpPr>
        <p:spPr>
          <a:xfrm>
            <a:off x="8144949" y="6418879"/>
            <a:ext cx="44886" cy="44886"/>
          </a:xfrm>
          <a:prstGeom prst="ellipse">
            <a:avLst/>
          </a:prstGeom>
          <a:solidFill>
            <a:srgbClr val="F4891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0" name="knowledge-node">
            <a:extLst>
              <a:ext uri="{FF2B5EF4-FFF2-40B4-BE49-F238E27FC236}">
                <a16:creationId xmlns:a16="http://schemas.microsoft.com/office/drawing/2014/main" id="{21ACEFD0-9447-4A2D-A3E1-C6DE5409ECDE}"/>
              </a:ext>
            </a:extLst>
          </p:cNvPr>
          <p:cNvSpPr>
            <a:spLocks noGrp="1"/>
          </p:cNvSpPr>
          <p:nvPr/>
        </p:nvSpPr>
        <p:spPr>
          <a:xfrm>
            <a:off x="8159735" y="6535620"/>
            <a:ext cx="14367" cy="14367"/>
          </a:xfrm>
          <a:prstGeom prst="ellipse">
            <a:avLst/>
          </a:prstGeom>
          <a:solidFill>
            <a:srgbClr val="F489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knowledge-node">
            <a:extLst>
              <a:ext uri="{FF2B5EF4-FFF2-40B4-BE49-F238E27FC236}">
                <a16:creationId xmlns:a16="http://schemas.microsoft.com/office/drawing/2014/main" id="{D3E0631F-B520-451E-81C0-3D64294E0CA0}"/>
              </a:ext>
            </a:extLst>
          </p:cNvPr>
          <p:cNvSpPr>
            <a:spLocks noGrp="1"/>
          </p:cNvSpPr>
          <p:nvPr/>
        </p:nvSpPr>
        <p:spPr>
          <a:xfrm>
            <a:off x="7931483" y="6551115"/>
            <a:ext cx="64007" cy="64007"/>
          </a:xfrm>
          <a:prstGeom prst="ellipse">
            <a:avLst/>
          </a:prstGeom>
          <a:solidFill>
            <a:srgbClr val="F4891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32" name="knowledge-node">
            <a:extLst>
              <a:ext uri="{FF2B5EF4-FFF2-40B4-BE49-F238E27FC236}">
                <a16:creationId xmlns:a16="http://schemas.microsoft.com/office/drawing/2014/main" id="{A833B73C-6034-43BF-A6ED-DB524E46298D}"/>
              </a:ext>
            </a:extLst>
          </p:cNvPr>
          <p:cNvSpPr>
            <a:spLocks noGrp="1"/>
          </p:cNvSpPr>
          <p:nvPr/>
        </p:nvSpPr>
        <p:spPr>
          <a:xfrm>
            <a:off x="8333873" y="5938389"/>
            <a:ext cx="27181" cy="27181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knowledge-node">
            <a:extLst>
              <a:ext uri="{FF2B5EF4-FFF2-40B4-BE49-F238E27FC236}">
                <a16:creationId xmlns:a16="http://schemas.microsoft.com/office/drawing/2014/main" id="{B467EEC4-C34B-48E9-940F-C1E5F51F701F}"/>
              </a:ext>
            </a:extLst>
          </p:cNvPr>
          <p:cNvSpPr>
            <a:spLocks noGrp="1"/>
          </p:cNvSpPr>
          <p:nvPr/>
        </p:nvSpPr>
        <p:spPr>
          <a:xfrm>
            <a:off x="8578613" y="6182351"/>
            <a:ext cx="26608" cy="26608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4" name="knowledge-node">
            <a:extLst>
              <a:ext uri="{FF2B5EF4-FFF2-40B4-BE49-F238E27FC236}">
                <a16:creationId xmlns:a16="http://schemas.microsoft.com/office/drawing/2014/main" id="{6500F013-E511-4DBB-B723-F494CE073116}"/>
              </a:ext>
            </a:extLst>
          </p:cNvPr>
          <p:cNvSpPr>
            <a:spLocks noGrp="1"/>
          </p:cNvSpPr>
          <p:nvPr/>
        </p:nvSpPr>
        <p:spPr>
          <a:xfrm>
            <a:off x="8374901" y="6217057"/>
            <a:ext cx="18817" cy="18817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knowledge-node">
            <a:extLst>
              <a:ext uri="{FF2B5EF4-FFF2-40B4-BE49-F238E27FC236}">
                <a16:creationId xmlns:a16="http://schemas.microsoft.com/office/drawing/2014/main" id="{3854F533-B907-4DA1-B960-12DFF5DF4AC4}"/>
              </a:ext>
            </a:extLst>
          </p:cNvPr>
          <p:cNvSpPr>
            <a:spLocks noGrp="1"/>
          </p:cNvSpPr>
          <p:nvPr/>
        </p:nvSpPr>
        <p:spPr>
          <a:xfrm>
            <a:off x="8444505" y="6343908"/>
            <a:ext cx="22999" cy="22999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knowledge-node">
            <a:extLst>
              <a:ext uri="{FF2B5EF4-FFF2-40B4-BE49-F238E27FC236}">
                <a16:creationId xmlns:a16="http://schemas.microsoft.com/office/drawing/2014/main" id="{DC38372B-C170-4DFA-AA74-CA3172A2F769}"/>
              </a:ext>
            </a:extLst>
          </p:cNvPr>
          <p:cNvSpPr>
            <a:spLocks noGrp="1"/>
          </p:cNvSpPr>
          <p:nvPr/>
        </p:nvSpPr>
        <p:spPr>
          <a:xfrm>
            <a:off x="8314734" y="6404277"/>
            <a:ext cx="14409" cy="14409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knowledge-node">
            <a:extLst>
              <a:ext uri="{FF2B5EF4-FFF2-40B4-BE49-F238E27FC236}">
                <a16:creationId xmlns:a16="http://schemas.microsoft.com/office/drawing/2014/main" id="{CF3D3A0F-064C-4C2E-A701-13673E4D9658}"/>
              </a:ext>
            </a:extLst>
          </p:cNvPr>
          <p:cNvSpPr>
            <a:spLocks noGrp="1"/>
          </p:cNvSpPr>
          <p:nvPr/>
        </p:nvSpPr>
        <p:spPr>
          <a:xfrm>
            <a:off x="8438100" y="6622270"/>
            <a:ext cx="24073" cy="24073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knowledge-node">
            <a:extLst>
              <a:ext uri="{FF2B5EF4-FFF2-40B4-BE49-F238E27FC236}">
                <a16:creationId xmlns:a16="http://schemas.microsoft.com/office/drawing/2014/main" id="{4C56F255-CEF4-4E63-B762-1B0AE49EB46F}"/>
              </a:ext>
            </a:extLst>
          </p:cNvPr>
          <p:cNvSpPr>
            <a:spLocks noGrp="1"/>
          </p:cNvSpPr>
          <p:nvPr/>
        </p:nvSpPr>
        <p:spPr>
          <a:xfrm>
            <a:off x="8816058" y="5772674"/>
            <a:ext cx="40680" cy="40680"/>
          </a:xfrm>
          <a:prstGeom prst="ellipse">
            <a:avLst/>
          </a:prstGeom>
          <a:solidFill>
            <a:srgbClr val="F8A80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9" name="knowledge-node">
            <a:extLst>
              <a:ext uri="{FF2B5EF4-FFF2-40B4-BE49-F238E27FC236}">
                <a16:creationId xmlns:a16="http://schemas.microsoft.com/office/drawing/2014/main" id="{8C4C2D9E-B9BC-4E98-9821-E75AB13DC011}"/>
              </a:ext>
            </a:extLst>
          </p:cNvPr>
          <p:cNvSpPr>
            <a:spLocks noGrp="1"/>
          </p:cNvSpPr>
          <p:nvPr/>
        </p:nvSpPr>
        <p:spPr>
          <a:xfrm>
            <a:off x="8718813" y="6068807"/>
            <a:ext cx="24136" cy="24136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knowledge-node">
            <a:extLst>
              <a:ext uri="{FF2B5EF4-FFF2-40B4-BE49-F238E27FC236}">
                <a16:creationId xmlns:a16="http://schemas.microsoft.com/office/drawing/2014/main" id="{A9A9D9EE-C2F7-406B-9394-D6604A9664D2}"/>
              </a:ext>
            </a:extLst>
          </p:cNvPr>
          <p:cNvSpPr>
            <a:spLocks noGrp="1"/>
          </p:cNvSpPr>
          <p:nvPr/>
        </p:nvSpPr>
        <p:spPr>
          <a:xfrm>
            <a:off x="8990325" y="6057550"/>
            <a:ext cx="25143" cy="25143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1" name="knowledge-node">
            <a:extLst>
              <a:ext uri="{FF2B5EF4-FFF2-40B4-BE49-F238E27FC236}">
                <a16:creationId xmlns:a16="http://schemas.microsoft.com/office/drawing/2014/main" id="{5DB7CBFB-299C-4F23-BC2C-D15EEB52BB52}"/>
              </a:ext>
            </a:extLst>
          </p:cNvPr>
          <p:cNvSpPr>
            <a:spLocks noGrp="1"/>
          </p:cNvSpPr>
          <p:nvPr/>
        </p:nvSpPr>
        <p:spPr>
          <a:xfrm>
            <a:off x="8750115" y="6091776"/>
            <a:ext cx="21553" cy="21553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knowledge-node">
            <a:extLst>
              <a:ext uri="{FF2B5EF4-FFF2-40B4-BE49-F238E27FC236}">
                <a16:creationId xmlns:a16="http://schemas.microsoft.com/office/drawing/2014/main" id="{FDE333C4-A359-41D8-81F3-9CD340E42DE7}"/>
              </a:ext>
            </a:extLst>
          </p:cNvPr>
          <p:cNvSpPr>
            <a:spLocks noGrp="1"/>
          </p:cNvSpPr>
          <p:nvPr/>
        </p:nvSpPr>
        <p:spPr>
          <a:xfrm>
            <a:off x="8911159" y="6193494"/>
            <a:ext cx="19232" cy="19232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3" name="knowledge-node">
            <a:extLst>
              <a:ext uri="{FF2B5EF4-FFF2-40B4-BE49-F238E27FC236}">
                <a16:creationId xmlns:a16="http://schemas.microsoft.com/office/drawing/2014/main" id="{FADCB698-363D-4848-93C3-40D19EB61109}"/>
              </a:ext>
            </a:extLst>
          </p:cNvPr>
          <p:cNvSpPr>
            <a:spLocks noGrp="1"/>
          </p:cNvSpPr>
          <p:nvPr/>
        </p:nvSpPr>
        <p:spPr>
          <a:xfrm>
            <a:off x="8726465" y="6513686"/>
            <a:ext cx="18139" cy="18139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knowledge-node">
            <a:extLst>
              <a:ext uri="{FF2B5EF4-FFF2-40B4-BE49-F238E27FC236}">
                <a16:creationId xmlns:a16="http://schemas.microsoft.com/office/drawing/2014/main" id="{66147C3C-A64E-4FA7-A3B5-5F88BB7A6D6D}"/>
              </a:ext>
            </a:extLst>
          </p:cNvPr>
          <p:cNvSpPr>
            <a:spLocks noGrp="1"/>
          </p:cNvSpPr>
          <p:nvPr/>
        </p:nvSpPr>
        <p:spPr>
          <a:xfrm>
            <a:off x="9262276" y="5734190"/>
            <a:ext cx="26703" cy="26703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5" name="knowledge-node">
            <a:extLst>
              <a:ext uri="{FF2B5EF4-FFF2-40B4-BE49-F238E27FC236}">
                <a16:creationId xmlns:a16="http://schemas.microsoft.com/office/drawing/2014/main" id="{A1C30876-C3D7-403A-BD96-E639D7B74B23}"/>
              </a:ext>
            </a:extLst>
          </p:cNvPr>
          <p:cNvSpPr>
            <a:spLocks noGrp="1"/>
          </p:cNvSpPr>
          <p:nvPr/>
        </p:nvSpPr>
        <p:spPr>
          <a:xfrm>
            <a:off x="9213722" y="5730091"/>
            <a:ext cx="24119" cy="24119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knowledge-node">
            <a:extLst>
              <a:ext uri="{FF2B5EF4-FFF2-40B4-BE49-F238E27FC236}">
                <a16:creationId xmlns:a16="http://schemas.microsoft.com/office/drawing/2014/main" id="{5A3C160F-D2A7-47FF-A05B-D5D2733C6CB2}"/>
              </a:ext>
            </a:extLst>
          </p:cNvPr>
          <p:cNvSpPr>
            <a:spLocks noGrp="1"/>
          </p:cNvSpPr>
          <p:nvPr/>
        </p:nvSpPr>
        <p:spPr>
          <a:xfrm>
            <a:off x="9173488" y="5761498"/>
            <a:ext cx="14135" cy="14135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7" name="knowledge-node">
            <a:extLst>
              <a:ext uri="{FF2B5EF4-FFF2-40B4-BE49-F238E27FC236}">
                <a16:creationId xmlns:a16="http://schemas.microsoft.com/office/drawing/2014/main" id="{BC55028D-136A-4E22-A6E7-DF11DFB07633}"/>
              </a:ext>
            </a:extLst>
          </p:cNvPr>
          <p:cNvSpPr>
            <a:spLocks noGrp="1"/>
          </p:cNvSpPr>
          <p:nvPr/>
        </p:nvSpPr>
        <p:spPr>
          <a:xfrm>
            <a:off x="9128485" y="5907869"/>
            <a:ext cx="17130" cy="17130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knowledge-node">
            <a:extLst>
              <a:ext uri="{FF2B5EF4-FFF2-40B4-BE49-F238E27FC236}">
                <a16:creationId xmlns:a16="http://schemas.microsoft.com/office/drawing/2014/main" id="{83F14527-2CE5-4304-BDE3-9B96F96DFED5}"/>
              </a:ext>
            </a:extLst>
          </p:cNvPr>
          <p:cNvSpPr>
            <a:spLocks noGrp="1"/>
          </p:cNvSpPr>
          <p:nvPr/>
        </p:nvSpPr>
        <p:spPr>
          <a:xfrm>
            <a:off x="9172169" y="6174452"/>
            <a:ext cx="47501" cy="47501"/>
          </a:xfrm>
          <a:prstGeom prst="ellipse">
            <a:avLst/>
          </a:prstGeom>
          <a:solidFill>
            <a:srgbClr val="FAB80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49" name="knowledge-node">
            <a:extLst>
              <a:ext uri="{FF2B5EF4-FFF2-40B4-BE49-F238E27FC236}">
                <a16:creationId xmlns:a16="http://schemas.microsoft.com/office/drawing/2014/main" id="{BAA59376-B29E-4F14-8730-A77CFC370F52}"/>
              </a:ext>
            </a:extLst>
          </p:cNvPr>
          <p:cNvSpPr>
            <a:spLocks noGrp="1"/>
          </p:cNvSpPr>
          <p:nvPr/>
        </p:nvSpPr>
        <p:spPr>
          <a:xfrm>
            <a:off x="9333874" y="6392490"/>
            <a:ext cx="17371" cy="17371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knowledge-node">
            <a:extLst>
              <a:ext uri="{FF2B5EF4-FFF2-40B4-BE49-F238E27FC236}">
                <a16:creationId xmlns:a16="http://schemas.microsoft.com/office/drawing/2014/main" id="{8833C31B-54F5-493A-BDE9-848C290A140D}"/>
              </a:ext>
            </a:extLst>
          </p:cNvPr>
          <p:cNvSpPr>
            <a:spLocks noGrp="1"/>
          </p:cNvSpPr>
          <p:nvPr/>
        </p:nvSpPr>
        <p:spPr>
          <a:xfrm>
            <a:off x="9663156" y="5548896"/>
            <a:ext cx="20612" cy="20612"/>
          </a:xfrm>
          <a:prstGeom prst="ellipse">
            <a:avLst/>
          </a:prstGeom>
          <a:solidFill>
            <a:srgbClr val="E8BA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knowledge-node">
            <a:extLst>
              <a:ext uri="{FF2B5EF4-FFF2-40B4-BE49-F238E27FC236}">
                <a16:creationId xmlns:a16="http://schemas.microsoft.com/office/drawing/2014/main" id="{624DA064-CAD0-45D4-9959-D5ECD30DCB01}"/>
              </a:ext>
            </a:extLst>
          </p:cNvPr>
          <p:cNvSpPr>
            <a:spLocks noGrp="1"/>
          </p:cNvSpPr>
          <p:nvPr/>
        </p:nvSpPr>
        <p:spPr>
          <a:xfrm>
            <a:off x="9758366" y="5662699"/>
            <a:ext cx="13903" cy="13903"/>
          </a:xfrm>
          <a:prstGeom prst="ellipse">
            <a:avLst/>
          </a:prstGeom>
          <a:solidFill>
            <a:srgbClr val="E8BA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knowledge-node">
            <a:extLst>
              <a:ext uri="{FF2B5EF4-FFF2-40B4-BE49-F238E27FC236}">
                <a16:creationId xmlns:a16="http://schemas.microsoft.com/office/drawing/2014/main" id="{FACE6A63-B5BE-4BB9-A06B-EC60DE18503C}"/>
              </a:ext>
            </a:extLst>
          </p:cNvPr>
          <p:cNvSpPr>
            <a:spLocks noGrp="1"/>
          </p:cNvSpPr>
          <p:nvPr/>
        </p:nvSpPr>
        <p:spPr>
          <a:xfrm>
            <a:off x="9656758" y="5747661"/>
            <a:ext cx="50599" cy="50599"/>
          </a:xfrm>
          <a:prstGeom prst="ellipse">
            <a:avLst/>
          </a:prstGeom>
          <a:solidFill>
            <a:srgbClr val="E8BA0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53" name="knowledge-node">
            <a:extLst>
              <a:ext uri="{FF2B5EF4-FFF2-40B4-BE49-F238E27FC236}">
                <a16:creationId xmlns:a16="http://schemas.microsoft.com/office/drawing/2014/main" id="{3F80AF8E-3772-4302-A259-9D06D7E106E9}"/>
              </a:ext>
            </a:extLst>
          </p:cNvPr>
          <p:cNvSpPr>
            <a:spLocks noGrp="1"/>
          </p:cNvSpPr>
          <p:nvPr/>
        </p:nvSpPr>
        <p:spPr>
          <a:xfrm>
            <a:off x="9708439" y="5687124"/>
            <a:ext cx="20846" cy="20846"/>
          </a:xfrm>
          <a:prstGeom prst="ellipse">
            <a:avLst/>
          </a:prstGeom>
          <a:solidFill>
            <a:srgbClr val="E8BA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4" name="knowledge-node">
            <a:extLst>
              <a:ext uri="{FF2B5EF4-FFF2-40B4-BE49-F238E27FC236}">
                <a16:creationId xmlns:a16="http://schemas.microsoft.com/office/drawing/2014/main" id="{71F99D2E-CFCE-4D22-8D11-25C6448F6578}"/>
              </a:ext>
            </a:extLst>
          </p:cNvPr>
          <p:cNvSpPr>
            <a:spLocks noGrp="1"/>
          </p:cNvSpPr>
          <p:nvPr/>
        </p:nvSpPr>
        <p:spPr>
          <a:xfrm>
            <a:off x="9592441" y="5950368"/>
            <a:ext cx="74576" cy="74576"/>
          </a:xfrm>
          <a:prstGeom prst="ellipse">
            <a:avLst/>
          </a:prstGeom>
          <a:solidFill>
            <a:srgbClr val="E8BA0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55" name="knowledge-node">
            <a:extLst>
              <a:ext uri="{FF2B5EF4-FFF2-40B4-BE49-F238E27FC236}">
                <a16:creationId xmlns:a16="http://schemas.microsoft.com/office/drawing/2014/main" id="{0D4D08E6-ABDC-491C-91A4-492F615DA429}"/>
              </a:ext>
            </a:extLst>
          </p:cNvPr>
          <p:cNvSpPr>
            <a:spLocks noGrp="1"/>
          </p:cNvSpPr>
          <p:nvPr/>
        </p:nvSpPr>
        <p:spPr>
          <a:xfrm>
            <a:off x="9566667" y="6303034"/>
            <a:ext cx="14946" cy="14946"/>
          </a:xfrm>
          <a:prstGeom prst="ellipse">
            <a:avLst/>
          </a:prstGeom>
          <a:solidFill>
            <a:srgbClr val="E8BA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knowledge-node">
            <a:extLst>
              <a:ext uri="{FF2B5EF4-FFF2-40B4-BE49-F238E27FC236}">
                <a16:creationId xmlns:a16="http://schemas.microsoft.com/office/drawing/2014/main" id="{9ACBE509-9024-4098-869C-65691E8F2817}"/>
              </a:ext>
            </a:extLst>
          </p:cNvPr>
          <p:cNvSpPr>
            <a:spLocks noGrp="1"/>
          </p:cNvSpPr>
          <p:nvPr/>
        </p:nvSpPr>
        <p:spPr>
          <a:xfrm>
            <a:off x="9693778" y="6719586"/>
            <a:ext cx="60640" cy="60640"/>
          </a:xfrm>
          <a:prstGeom prst="ellipse">
            <a:avLst/>
          </a:prstGeom>
          <a:solidFill>
            <a:srgbClr val="E8BA0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57" name="knowledge-node">
            <a:extLst>
              <a:ext uri="{FF2B5EF4-FFF2-40B4-BE49-F238E27FC236}">
                <a16:creationId xmlns:a16="http://schemas.microsoft.com/office/drawing/2014/main" id="{59CD5FDD-1C19-40B9-B57E-F5472042DBA7}"/>
              </a:ext>
            </a:extLst>
          </p:cNvPr>
          <p:cNvSpPr>
            <a:spLocks noGrp="1"/>
          </p:cNvSpPr>
          <p:nvPr/>
        </p:nvSpPr>
        <p:spPr>
          <a:xfrm>
            <a:off x="10135213" y="5331378"/>
            <a:ext cx="25076" cy="25076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knowledge-node">
            <a:extLst>
              <a:ext uri="{FF2B5EF4-FFF2-40B4-BE49-F238E27FC236}">
                <a16:creationId xmlns:a16="http://schemas.microsoft.com/office/drawing/2014/main" id="{36B50FA9-C8A4-4A7C-B109-645C47B0C4CF}"/>
              </a:ext>
            </a:extLst>
          </p:cNvPr>
          <p:cNvSpPr>
            <a:spLocks noGrp="1"/>
          </p:cNvSpPr>
          <p:nvPr/>
        </p:nvSpPr>
        <p:spPr>
          <a:xfrm>
            <a:off x="10137973" y="5348604"/>
            <a:ext cx="41176" cy="41176"/>
          </a:xfrm>
          <a:prstGeom prst="ellipse">
            <a:avLst/>
          </a:prstGeom>
          <a:solidFill>
            <a:srgbClr val="CEB71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59" name="knowledge-node">
            <a:extLst>
              <a:ext uri="{FF2B5EF4-FFF2-40B4-BE49-F238E27FC236}">
                <a16:creationId xmlns:a16="http://schemas.microsoft.com/office/drawing/2014/main" id="{85290A5D-2943-48D8-A1EE-528715470B13}"/>
              </a:ext>
            </a:extLst>
          </p:cNvPr>
          <p:cNvSpPr>
            <a:spLocks noGrp="1"/>
          </p:cNvSpPr>
          <p:nvPr/>
        </p:nvSpPr>
        <p:spPr>
          <a:xfrm>
            <a:off x="10056826" y="5394432"/>
            <a:ext cx="15791" cy="15791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0" name="knowledge-node">
            <a:extLst>
              <a:ext uri="{FF2B5EF4-FFF2-40B4-BE49-F238E27FC236}">
                <a16:creationId xmlns:a16="http://schemas.microsoft.com/office/drawing/2014/main" id="{CAE5C30B-EB31-4285-A8FD-AD6B08B0CCE9}"/>
              </a:ext>
            </a:extLst>
          </p:cNvPr>
          <p:cNvSpPr>
            <a:spLocks noGrp="1"/>
          </p:cNvSpPr>
          <p:nvPr/>
        </p:nvSpPr>
        <p:spPr>
          <a:xfrm>
            <a:off x="10024460" y="5697379"/>
            <a:ext cx="17135" cy="17135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knowledge-node">
            <a:extLst>
              <a:ext uri="{FF2B5EF4-FFF2-40B4-BE49-F238E27FC236}">
                <a16:creationId xmlns:a16="http://schemas.microsoft.com/office/drawing/2014/main" id="{B1F31A93-4660-4CE5-AB06-E702BEB65718}"/>
              </a:ext>
            </a:extLst>
          </p:cNvPr>
          <p:cNvSpPr>
            <a:spLocks noGrp="1"/>
          </p:cNvSpPr>
          <p:nvPr/>
        </p:nvSpPr>
        <p:spPr>
          <a:xfrm>
            <a:off x="9978444" y="5863188"/>
            <a:ext cx="18326" cy="18326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knowledge-node">
            <a:extLst>
              <a:ext uri="{FF2B5EF4-FFF2-40B4-BE49-F238E27FC236}">
                <a16:creationId xmlns:a16="http://schemas.microsoft.com/office/drawing/2014/main" id="{00BAB5A8-42C0-4B93-A28A-808D3CFFB633}"/>
              </a:ext>
            </a:extLst>
          </p:cNvPr>
          <p:cNvSpPr>
            <a:spLocks noGrp="1"/>
          </p:cNvSpPr>
          <p:nvPr/>
        </p:nvSpPr>
        <p:spPr>
          <a:xfrm>
            <a:off x="10008752" y="6166874"/>
            <a:ext cx="22505" cy="22505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knowledge-node">
            <a:extLst>
              <a:ext uri="{FF2B5EF4-FFF2-40B4-BE49-F238E27FC236}">
                <a16:creationId xmlns:a16="http://schemas.microsoft.com/office/drawing/2014/main" id="{C73817CE-2178-4229-8B2F-67EE30E66B4D}"/>
              </a:ext>
            </a:extLst>
          </p:cNvPr>
          <p:cNvSpPr>
            <a:spLocks noGrp="1"/>
          </p:cNvSpPr>
          <p:nvPr/>
        </p:nvSpPr>
        <p:spPr>
          <a:xfrm>
            <a:off x="10135502" y="6664854"/>
            <a:ext cx="21149" cy="21149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4" name="knowledge-node">
            <a:extLst>
              <a:ext uri="{FF2B5EF4-FFF2-40B4-BE49-F238E27FC236}">
                <a16:creationId xmlns:a16="http://schemas.microsoft.com/office/drawing/2014/main" id="{EA73827C-A947-4735-B69E-D8D5075BD5F6}"/>
              </a:ext>
            </a:extLst>
          </p:cNvPr>
          <p:cNvSpPr>
            <a:spLocks noGrp="1"/>
          </p:cNvSpPr>
          <p:nvPr/>
        </p:nvSpPr>
        <p:spPr>
          <a:xfrm>
            <a:off x="10634178" y="5155820"/>
            <a:ext cx="23022" cy="23022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knowledge-node">
            <a:extLst>
              <a:ext uri="{FF2B5EF4-FFF2-40B4-BE49-F238E27FC236}">
                <a16:creationId xmlns:a16="http://schemas.microsoft.com/office/drawing/2014/main" id="{D1DB235B-79C0-4911-BB17-65DEF3D038D1}"/>
              </a:ext>
            </a:extLst>
          </p:cNvPr>
          <p:cNvSpPr>
            <a:spLocks noGrp="1"/>
          </p:cNvSpPr>
          <p:nvPr/>
        </p:nvSpPr>
        <p:spPr>
          <a:xfrm>
            <a:off x="10449260" y="5105146"/>
            <a:ext cx="25816" cy="25816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knowledge-node">
            <a:extLst>
              <a:ext uri="{FF2B5EF4-FFF2-40B4-BE49-F238E27FC236}">
                <a16:creationId xmlns:a16="http://schemas.microsoft.com/office/drawing/2014/main" id="{419B868B-C329-42E7-984A-013E5014C37B}"/>
              </a:ext>
            </a:extLst>
          </p:cNvPr>
          <p:cNvSpPr>
            <a:spLocks noGrp="1"/>
          </p:cNvSpPr>
          <p:nvPr/>
        </p:nvSpPr>
        <p:spPr>
          <a:xfrm>
            <a:off x="10392169" y="5225977"/>
            <a:ext cx="27763" cy="27763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knowledge-node">
            <a:extLst>
              <a:ext uri="{FF2B5EF4-FFF2-40B4-BE49-F238E27FC236}">
                <a16:creationId xmlns:a16="http://schemas.microsoft.com/office/drawing/2014/main" id="{96AA41FD-233F-4829-A11A-7567C40E7C69}"/>
              </a:ext>
            </a:extLst>
          </p:cNvPr>
          <p:cNvSpPr>
            <a:spLocks noGrp="1"/>
          </p:cNvSpPr>
          <p:nvPr/>
        </p:nvSpPr>
        <p:spPr>
          <a:xfrm>
            <a:off x="10637084" y="5483958"/>
            <a:ext cx="27388" cy="27388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8" name="knowledge-node">
            <a:extLst>
              <a:ext uri="{FF2B5EF4-FFF2-40B4-BE49-F238E27FC236}">
                <a16:creationId xmlns:a16="http://schemas.microsoft.com/office/drawing/2014/main" id="{5F55A53D-9BF5-46C5-8258-5D34E8EB3AB6}"/>
              </a:ext>
            </a:extLst>
          </p:cNvPr>
          <p:cNvSpPr>
            <a:spLocks noGrp="1"/>
          </p:cNvSpPr>
          <p:nvPr/>
        </p:nvSpPr>
        <p:spPr>
          <a:xfrm>
            <a:off x="10563573" y="5761331"/>
            <a:ext cx="18853" cy="18853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knowledge-node">
            <a:extLst>
              <a:ext uri="{FF2B5EF4-FFF2-40B4-BE49-F238E27FC236}">
                <a16:creationId xmlns:a16="http://schemas.microsoft.com/office/drawing/2014/main" id="{E4C930BD-ACBE-4257-B935-6DE8E4C5A784}"/>
              </a:ext>
            </a:extLst>
          </p:cNvPr>
          <p:cNvSpPr>
            <a:spLocks noGrp="1"/>
          </p:cNvSpPr>
          <p:nvPr/>
        </p:nvSpPr>
        <p:spPr>
          <a:xfrm>
            <a:off x="10612233" y="6096100"/>
            <a:ext cx="49026" cy="49026"/>
          </a:xfrm>
          <a:prstGeom prst="ellipse">
            <a:avLst/>
          </a:prstGeom>
          <a:solidFill>
            <a:srgbClr val="B4B52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70" name="knowledge-node">
            <a:extLst>
              <a:ext uri="{FF2B5EF4-FFF2-40B4-BE49-F238E27FC236}">
                <a16:creationId xmlns:a16="http://schemas.microsoft.com/office/drawing/2014/main" id="{35CAEF91-CB1B-4A0A-857C-BE177F37C442}"/>
              </a:ext>
            </a:extLst>
          </p:cNvPr>
          <p:cNvSpPr>
            <a:spLocks noGrp="1"/>
          </p:cNvSpPr>
          <p:nvPr/>
        </p:nvSpPr>
        <p:spPr>
          <a:xfrm>
            <a:off x="10518976" y="6310116"/>
            <a:ext cx="28468" cy="28468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knowledge-node">
            <a:extLst>
              <a:ext uri="{FF2B5EF4-FFF2-40B4-BE49-F238E27FC236}">
                <a16:creationId xmlns:a16="http://schemas.microsoft.com/office/drawing/2014/main" id="{673B949B-BF08-4EC1-971E-1C3532116BFD}"/>
              </a:ext>
            </a:extLst>
          </p:cNvPr>
          <p:cNvSpPr>
            <a:spLocks noGrp="1"/>
          </p:cNvSpPr>
          <p:nvPr/>
        </p:nvSpPr>
        <p:spPr>
          <a:xfrm>
            <a:off x="11040777" y="4926524"/>
            <a:ext cx="18164" cy="18164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2" name="knowledge-node">
            <a:extLst>
              <a:ext uri="{FF2B5EF4-FFF2-40B4-BE49-F238E27FC236}">
                <a16:creationId xmlns:a16="http://schemas.microsoft.com/office/drawing/2014/main" id="{D6F1F957-8031-41B7-8DFB-13BE57BF3ED3}"/>
              </a:ext>
            </a:extLst>
          </p:cNvPr>
          <p:cNvSpPr>
            <a:spLocks noGrp="1"/>
          </p:cNvSpPr>
          <p:nvPr/>
        </p:nvSpPr>
        <p:spPr>
          <a:xfrm>
            <a:off x="10905177" y="4921795"/>
            <a:ext cx="19934" cy="19934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knowledge-node">
            <a:extLst>
              <a:ext uri="{FF2B5EF4-FFF2-40B4-BE49-F238E27FC236}">
                <a16:creationId xmlns:a16="http://schemas.microsoft.com/office/drawing/2014/main" id="{A264F64E-6D97-4AE2-9A81-B53178A67F12}"/>
              </a:ext>
            </a:extLst>
          </p:cNvPr>
          <p:cNvSpPr>
            <a:spLocks noGrp="1"/>
          </p:cNvSpPr>
          <p:nvPr/>
        </p:nvSpPr>
        <p:spPr>
          <a:xfrm>
            <a:off x="10881215" y="5044949"/>
            <a:ext cx="18869" cy="18869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knowledge-node">
            <a:extLst>
              <a:ext uri="{FF2B5EF4-FFF2-40B4-BE49-F238E27FC236}">
                <a16:creationId xmlns:a16="http://schemas.microsoft.com/office/drawing/2014/main" id="{3C86C4E8-9385-4A31-B0D6-17DF6D133B8A}"/>
              </a:ext>
            </a:extLst>
          </p:cNvPr>
          <p:cNvSpPr>
            <a:spLocks noGrp="1"/>
          </p:cNvSpPr>
          <p:nvPr/>
        </p:nvSpPr>
        <p:spPr>
          <a:xfrm>
            <a:off x="11041786" y="5290544"/>
            <a:ext cx="27293" cy="27293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5" name="knowledge-node">
            <a:extLst>
              <a:ext uri="{FF2B5EF4-FFF2-40B4-BE49-F238E27FC236}">
                <a16:creationId xmlns:a16="http://schemas.microsoft.com/office/drawing/2014/main" id="{E168048C-C3AC-486A-AA71-8D39BA491467}"/>
              </a:ext>
            </a:extLst>
          </p:cNvPr>
          <p:cNvSpPr>
            <a:spLocks noGrp="1"/>
          </p:cNvSpPr>
          <p:nvPr/>
        </p:nvSpPr>
        <p:spPr>
          <a:xfrm>
            <a:off x="10951054" y="5799773"/>
            <a:ext cx="18190" cy="18190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knowledge-node">
            <a:extLst>
              <a:ext uri="{FF2B5EF4-FFF2-40B4-BE49-F238E27FC236}">
                <a16:creationId xmlns:a16="http://schemas.microsoft.com/office/drawing/2014/main" id="{57A7BAEE-B6FE-4E58-8BAE-AC737D846747}"/>
              </a:ext>
            </a:extLst>
          </p:cNvPr>
          <p:cNvSpPr>
            <a:spLocks noGrp="1"/>
          </p:cNvSpPr>
          <p:nvPr/>
        </p:nvSpPr>
        <p:spPr>
          <a:xfrm>
            <a:off x="10779230" y="6004043"/>
            <a:ext cx="26123" cy="26123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knowledge-node">
            <a:extLst>
              <a:ext uri="{FF2B5EF4-FFF2-40B4-BE49-F238E27FC236}">
                <a16:creationId xmlns:a16="http://schemas.microsoft.com/office/drawing/2014/main" id="{BC1264E8-B8D9-4073-A56F-FD460829EB05}"/>
              </a:ext>
            </a:extLst>
          </p:cNvPr>
          <p:cNvSpPr>
            <a:spLocks noGrp="1"/>
          </p:cNvSpPr>
          <p:nvPr/>
        </p:nvSpPr>
        <p:spPr>
          <a:xfrm>
            <a:off x="10802467" y="6234570"/>
            <a:ext cx="16107" cy="16107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knowledge-node">
            <a:extLst>
              <a:ext uri="{FF2B5EF4-FFF2-40B4-BE49-F238E27FC236}">
                <a16:creationId xmlns:a16="http://schemas.microsoft.com/office/drawing/2014/main" id="{A8244D1B-96F2-40B1-A25A-4C742633A3CF}"/>
              </a:ext>
            </a:extLst>
          </p:cNvPr>
          <p:cNvSpPr>
            <a:spLocks noGrp="1"/>
          </p:cNvSpPr>
          <p:nvPr/>
        </p:nvSpPr>
        <p:spPr>
          <a:xfrm>
            <a:off x="11439388" y="4824644"/>
            <a:ext cx="26787" cy="26787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knowledge-node">
            <a:extLst>
              <a:ext uri="{FF2B5EF4-FFF2-40B4-BE49-F238E27FC236}">
                <a16:creationId xmlns:a16="http://schemas.microsoft.com/office/drawing/2014/main" id="{DD5F71C3-914A-42BC-B5F8-9FF3DB40139A}"/>
              </a:ext>
            </a:extLst>
          </p:cNvPr>
          <p:cNvSpPr>
            <a:spLocks noGrp="1"/>
          </p:cNvSpPr>
          <p:nvPr/>
        </p:nvSpPr>
        <p:spPr>
          <a:xfrm>
            <a:off x="11420025" y="4843213"/>
            <a:ext cx="22895" cy="22895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knowledge-node">
            <a:extLst>
              <a:ext uri="{FF2B5EF4-FFF2-40B4-BE49-F238E27FC236}">
                <a16:creationId xmlns:a16="http://schemas.microsoft.com/office/drawing/2014/main" id="{B24715FD-FCEC-4648-9BF6-023B7722E677}"/>
              </a:ext>
            </a:extLst>
          </p:cNvPr>
          <p:cNvSpPr>
            <a:spLocks noGrp="1"/>
          </p:cNvSpPr>
          <p:nvPr/>
        </p:nvSpPr>
        <p:spPr>
          <a:xfrm>
            <a:off x="11430186" y="5072377"/>
            <a:ext cx="43971" cy="43971"/>
          </a:xfrm>
          <a:prstGeom prst="ellipse">
            <a:avLst/>
          </a:prstGeom>
          <a:solidFill>
            <a:srgbClr val="81B03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81" name="knowledge-node">
            <a:extLst>
              <a:ext uri="{FF2B5EF4-FFF2-40B4-BE49-F238E27FC236}">
                <a16:creationId xmlns:a16="http://schemas.microsoft.com/office/drawing/2014/main" id="{63B3E709-CC97-4959-ACA5-ABE2B8E62166}"/>
              </a:ext>
            </a:extLst>
          </p:cNvPr>
          <p:cNvSpPr>
            <a:spLocks noGrp="1"/>
          </p:cNvSpPr>
          <p:nvPr/>
        </p:nvSpPr>
        <p:spPr>
          <a:xfrm>
            <a:off x="11313048" y="5230479"/>
            <a:ext cx="22123" cy="22123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knowledge-node">
            <a:extLst>
              <a:ext uri="{FF2B5EF4-FFF2-40B4-BE49-F238E27FC236}">
                <a16:creationId xmlns:a16="http://schemas.microsoft.com/office/drawing/2014/main" id="{68A1779C-44D4-4783-B2E8-2629A551DF95}"/>
              </a:ext>
            </a:extLst>
          </p:cNvPr>
          <p:cNvSpPr>
            <a:spLocks noGrp="1"/>
          </p:cNvSpPr>
          <p:nvPr/>
        </p:nvSpPr>
        <p:spPr>
          <a:xfrm>
            <a:off x="11453136" y="5686766"/>
            <a:ext cx="18104" cy="18104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knowledge-node">
            <a:extLst>
              <a:ext uri="{FF2B5EF4-FFF2-40B4-BE49-F238E27FC236}">
                <a16:creationId xmlns:a16="http://schemas.microsoft.com/office/drawing/2014/main" id="{EE9C488C-B755-4E0D-803E-789B7795F711}"/>
              </a:ext>
            </a:extLst>
          </p:cNvPr>
          <p:cNvSpPr>
            <a:spLocks noGrp="1"/>
          </p:cNvSpPr>
          <p:nvPr/>
        </p:nvSpPr>
        <p:spPr>
          <a:xfrm>
            <a:off x="11225609" y="5904509"/>
            <a:ext cx="16450" cy="16450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knowledge-node">
            <a:extLst>
              <a:ext uri="{FF2B5EF4-FFF2-40B4-BE49-F238E27FC236}">
                <a16:creationId xmlns:a16="http://schemas.microsoft.com/office/drawing/2014/main" id="{05D15960-BCC8-4D79-8F5B-A003E692A3EB}"/>
              </a:ext>
            </a:extLst>
          </p:cNvPr>
          <p:cNvSpPr>
            <a:spLocks noGrp="1"/>
          </p:cNvSpPr>
          <p:nvPr/>
        </p:nvSpPr>
        <p:spPr>
          <a:xfrm>
            <a:off x="11339892" y="6072005"/>
            <a:ext cx="27694" cy="27694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5" name="knowledge-node">
            <a:extLst>
              <a:ext uri="{FF2B5EF4-FFF2-40B4-BE49-F238E27FC236}">
                <a16:creationId xmlns:a16="http://schemas.microsoft.com/office/drawing/2014/main" id="{BF471AF0-6344-4F5A-9D1D-D11014360BAA}"/>
              </a:ext>
            </a:extLst>
          </p:cNvPr>
          <p:cNvSpPr>
            <a:spLocks noGrp="1"/>
          </p:cNvSpPr>
          <p:nvPr/>
        </p:nvSpPr>
        <p:spPr>
          <a:xfrm>
            <a:off x="11825829" y="4664523"/>
            <a:ext cx="45464" cy="45464"/>
          </a:xfrm>
          <a:prstGeom prst="ellipse">
            <a:avLst/>
          </a:prstGeom>
          <a:solidFill>
            <a:srgbClr val="67AD3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86" name="knowledge-node">
            <a:extLst>
              <a:ext uri="{FF2B5EF4-FFF2-40B4-BE49-F238E27FC236}">
                <a16:creationId xmlns:a16="http://schemas.microsoft.com/office/drawing/2014/main" id="{1F364EBD-0D91-4AB8-9905-02212F124B2D}"/>
              </a:ext>
            </a:extLst>
          </p:cNvPr>
          <p:cNvSpPr>
            <a:spLocks noGrp="1"/>
          </p:cNvSpPr>
          <p:nvPr/>
        </p:nvSpPr>
        <p:spPr>
          <a:xfrm>
            <a:off x="11605237" y="4942375"/>
            <a:ext cx="28025" cy="28025"/>
          </a:xfrm>
          <a:prstGeom prst="ellipse">
            <a:avLst/>
          </a:prstGeom>
          <a:solidFill>
            <a:srgbClr val="67AD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knowledge-node">
            <a:extLst>
              <a:ext uri="{FF2B5EF4-FFF2-40B4-BE49-F238E27FC236}">
                <a16:creationId xmlns:a16="http://schemas.microsoft.com/office/drawing/2014/main" id="{8FC41074-8A49-48E0-BAAB-4C2A14C904A3}"/>
              </a:ext>
            </a:extLst>
          </p:cNvPr>
          <p:cNvSpPr>
            <a:spLocks noGrp="1"/>
          </p:cNvSpPr>
          <p:nvPr/>
        </p:nvSpPr>
        <p:spPr>
          <a:xfrm>
            <a:off x="11822447" y="5314516"/>
            <a:ext cx="21981" cy="21981"/>
          </a:xfrm>
          <a:prstGeom prst="ellipse">
            <a:avLst/>
          </a:prstGeom>
          <a:solidFill>
            <a:srgbClr val="67AD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knowledge-node">
            <a:extLst>
              <a:ext uri="{FF2B5EF4-FFF2-40B4-BE49-F238E27FC236}">
                <a16:creationId xmlns:a16="http://schemas.microsoft.com/office/drawing/2014/main" id="{CB4CA817-CDD7-4E3E-AEC0-75F5F4663920}"/>
              </a:ext>
            </a:extLst>
          </p:cNvPr>
          <p:cNvSpPr>
            <a:spLocks noGrp="1"/>
          </p:cNvSpPr>
          <p:nvPr/>
        </p:nvSpPr>
        <p:spPr>
          <a:xfrm>
            <a:off x="11755477" y="5503485"/>
            <a:ext cx="24870" cy="24870"/>
          </a:xfrm>
          <a:prstGeom prst="ellipse">
            <a:avLst/>
          </a:prstGeom>
          <a:solidFill>
            <a:srgbClr val="67AD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knowledge-node">
            <a:extLst>
              <a:ext uri="{FF2B5EF4-FFF2-40B4-BE49-F238E27FC236}">
                <a16:creationId xmlns:a16="http://schemas.microsoft.com/office/drawing/2014/main" id="{B3E0B4CF-1275-4C13-BE31-7EEF4A54F340}"/>
              </a:ext>
            </a:extLst>
          </p:cNvPr>
          <p:cNvSpPr>
            <a:spLocks noGrp="1"/>
          </p:cNvSpPr>
          <p:nvPr/>
        </p:nvSpPr>
        <p:spPr>
          <a:xfrm>
            <a:off x="11656465" y="5891320"/>
            <a:ext cx="22872" cy="22872"/>
          </a:xfrm>
          <a:prstGeom prst="ellipse">
            <a:avLst/>
          </a:prstGeom>
          <a:solidFill>
            <a:srgbClr val="67AD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knowledge-node">
            <a:extLst>
              <a:ext uri="{FF2B5EF4-FFF2-40B4-BE49-F238E27FC236}">
                <a16:creationId xmlns:a16="http://schemas.microsoft.com/office/drawing/2014/main" id="{AC449934-0EE8-480D-8103-CC541023953A}"/>
              </a:ext>
            </a:extLst>
          </p:cNvPr>
          <p:cNvSpPr>
            <a:spLocks noGrp="1"/>
          </p:cNvSpPr>
          <p:nvPr/>
        </p:nvSpPr>
        <p:spPr>
          <a:xfrm>
            <a:off x="11691651" y="5912462"/>
            <a:ext cx="47798" cy="47798"/>
          </a:xfrm>
          <a:prstGeom prst="ellipse">
            <a:avLst/>
          </a:prstGeom>
          <a:solidFill>
            <a:srgbClr val="67AD3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91" name="knowledge-node">
            <a:extLst>
              <a:ext uri="{FF2B5EF4-FFF2-40B4-BE49-F238E27FC236}">
                <a16:creationId xmlns:a16="http://schemas.microsoft.com/office/drawing/2014/main" id="{A1674D4E-85D3-4242-BBD4-2CBDE54AADEE}"/>
              </a:ext>
            </a:extLst>
          </p:cNvPr>
          <p:cNvSpPr>
            <a:spLocks noGrp="1"/>
          </p:cNvSpPr>
          <p:nvPr/>
        </p:nvSpPr>
        <p:spPr>
          <a:xfrm>
            <a:off x="12144078" y="5010991"/>
            <a:ext cx="14782" cy="14782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2" name="knowledge-node">
            <a:extLst>
              <a:ext uri="{FF2B5EF4-FFF2-40B4-BE49-F238E27FC236}">
                <a16:creationId xmlns:a16="http://schemas.microsoft.com/office/drawing/2014/main" id="{F2C8E321-5153-4BE3-8C06-E7D2945144F7}"/>
              </a:ext>
            </a:extLst>
          </p:cNvPr>
          <p:cNvSpPr>
            <a:spLocks noGrp="1"/>
          </p:cNvSpPr>
          <p:nvPr/>
        </p:nvSpPr>
        <p:spPr>
          <a:xfrm>
            <a:off x="12124304" y="5313439"/>
            <a:ext cx="18158" cy="18158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knowledge-node">
            <a:extLst>
              <a:ext uri="{FF2B5EF4-FFF2-40B4-BE49-F238E27FC236}">
                <a16:creationId xmlns:a16="http://schemas.microsoft.com/office/drawing/2014/main" id="{C714B53E-DDFE-42B7-9A2B-DB6C1C87FE14}"/>
              </a:ext>
            </a:extLst>
          </p:cNvPr>
          <p:cNvSpPr>
            <a:spLocks noGrp="1"/>
          </p:cNvSpPr>
          <p:nvPr/>
        </p:nvSpPr>
        <p:spPr>
          <a:xfrm>
            <a:off x="12032283" y="5527500"/>
            <a:ext cx="14920" cy="14920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4" name="knowledge-node">
            <a:extLst>
              <a:ext uri="{FF2B5EF4-FFF2-40B4-BE49-F238E27FC236}">
                <a16:creationId xmlns:a16="http://schemas.microsoft.com/office/drawing/2014/main" id="{CE7592D6-865B-4A40-91EB-AD2A6477DEBC}"/>
              </a:ext>
            </a:extLst>
          </p:cNvPr>
          <p:cNvSpPr>
            <a:spLocks noGrp="1"/>
          </p:cNvSpPr>
          <p:nvPr/>
        </p:nvSpPr>
        <p:spPr>
          <a:xfrm>
            <a:off x="12236531" y="5615303"/>
            <a:ext cx="67690" cy="67690"/>
          </a:xfrm>
          <a:prstGeom prst="ellipse">
            <a:avLst/>
          </a:prstGeom>
          <a:solidFill>
            <a:srgbClr val="4EAB4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95" name="knowledge-node">
            <a:extLst>
              <a:ext uri="{FF2B5EF4-FFF2-40B4-BE49-F238E27FC236}">
                <a16:creationId xmlns:a16="http://schemas.microsoft.com/office/drawing/2014/main" id="{DE0586E4-0487-4FA9-86FA-B512631BC59D}"/>
              </a:ext>
            </a:extLst>
          </p:cNvPr>
          <p:cNvSpPr>
            <a:spLocks noGrp="1"/>
          </p:cNvSpPr>
          <p:nvPr/>
        </p:nvSpPr>
        <p:spPr>
          <a:xfrm>
            <a:off x="12191912" y="5737298"/>
            <a:ext cx="17996" cy="17996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6" name="knowledge-node">
            <a:extLst>
              <a:ext uri="{FF2B5EF4-FFF2-40B4-BE49-F238E27FC236}">
                <a16:creationId xmlns:a16="http://schemas.microsoft.com/office/drawing/2014/main" id="{5F3999C9-68B4-441A-B380-4EE7E5E249BD}"/>
              </a:ext>
            </a:extLst>
          </p:cNvPr>
          <p:cNvSpPr>
            <a:spLocks noGrp="1"/>
          </p:cNvSpPr>
          <p:nvPr/>
        </p:nvSpPr>
        <p:spPr>
          <a:xfrm>
            <a:off x="12638010" y="4667996"/>
            <a:ext cx="15187" cy="15187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7" name="knowledge-node">
            <a:extLst>
              <a:ext uri="{FF2B5EF4-FFF2-40B4-BE49-F238E27FC236}">
                <a16:creationId xmlns:a16="http://schemas.microsoft.com/office/drawing/2014/main" id="{58DE287C-26FC-4495-9A9F-863183AD6C26}"/>
              </a:ext>
            </a:extLst>
          </p:cNvPr>
          <p:cNvSpPr>
            <a:spLocks noGrp="1"/>
          </p:cNvSpPr>
          <p:nvPr/>
        </p:nvSpPr>
        <p:spPr>
          <a:xfrm>
            <a:off x="12731911" y="4840497"/>
            <a:ext cx="26679" cy="26679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8" name="knowledge-node">
            <a:extLst>
              <a:ext uri="{FF2B5EF4-FFF2-40B4-BE49-F238E27FC236}">
                <a16:creationId xmlns:a16="http://schemas.microsoft.com/office/drawing/2014/main" id="{89D81A08-C7B3-4ED0-9DEC-017AB93378A5}"/>
              </a:ext>
            </a:extLst>
          </p:cNvPr>
          <p:cNvSpPr>
            <a:spLocks noGrp="1"/>
          </p:cNvSpPr>
          <p:nvPr/>
        </p:nvSpPr>
        <p:spPr>
          <a:xfrm>
            <a:off x="12594196" y="5287947"/>
            <a:ext cx="48608" cy="48608"/>
          </a:xfrm>
          <a:prstGeom prst="ellipse">
            <a:avLst/>
          </a:prstGeom>
          <a:solidFill>
            <a:srgbClr val="34A85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99" name="knowledge-node">
            <a:extLst>
              <a:ext uri="{FF2B5EF4-FFF2-40B4-BE49-F238E27FC236}">
                <a16:creationId xmlns:a16="http://schemas.microsoft.com/office/drawing/2014/main" id="{B442697C-D9F7-443B-AB7B-8EC0A7DD99F8}"/>
              </a:ext>
            </a:extLst>
          </p:cNvPr>
          <p:cNvSpPr>
            <a:spLocks noGrp="1"/>
          </p:cNvSpPr>
          <p:nvPr/>
        </p:nvSpPr>
        <p:spPr>
          <a:xfrm>
            <a:off x="12604915" y="5392986"/>
            <a:ext cx="46304" cy="46304"/>
          </a:xfrm>
          <a:prstGeom prst="ellipse">
            <a:avLst/>
          </a:prstGeom>
          <a:solidFill>
            <a:srgbClr val="34A85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00" name="knowledge-node">
            <a:extLst>
              <a:ext uri="{FF2B5EF4-FFF2-40B4-BE49-F238E27FC236}">
                <a16:creationId xmlns:a16="http://schemas.microsoft.com/office/drawing/2014/main" id="{6F46E9BF-C09F-436D-B548-FB5870D26A08}"/>
              </a:ext>
            </a:extLst>
          </p:cNvPr>
          <p:cNvSpPr>
            <a:spLocks noGrp="1"/>
          </p:cNvSpPr>
          <p:nvPr/>
        </p:nvSpPr>
        <p:spPr>
          <a:xfrm>
            <a:off x="12709179" y="5501558"/>
            <a:ext cx="23805" cy="23805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1" name="knowledge-node">
            <a:extLst>
              <a:ext uri="{FF2B5EF4-FFF2-40B4-BE49-F238E27FC236}">
                <a16:creationId xmlns:a16="http://schemas.microsoft.com/office/drawing/2014/main" id="{3E49BDD2-9D90-499B-9EE8-C3A15D4B44F5}"/>
              </a:ext>
            </a:extLst>
          </p:cNvPr>
          <p:cNvSpPr>
            <a:spLocks noGrp="1"/>
          </p:cNvSpPr>
          <p:nvPr/>
        </p:nvSpPr>
        <p:spPr>
          <a:xfrm>
            <a:off x="12504076" y="5605646"/>
            <a:ext cx="21175" cy="21175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2" name="矩形 601">
            <a:extLst>
              <a:ext uri="{FF2B5EF4-FFF2-40B4-BE49-F238E27FC236}">
                <a16:creationId xmlns:a16="http://schemas.microsoft.com/office/drawing/2014/main" id="{570217EC-E11A-441F-8C11-C14482DB9FC7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07142F"/>
                </a:solidFill>
                <a:latin typeface="+mn-ea"/>
                <a:cs typeface="Space Grotesk"/>
              </a:rPr>
              <a:t>01</a:t>
            </a:r>
          </a:p>
        </p:txBody>
      </p:sp>
      <p:sp>
        <p:nvSpPr>
          <p:cNvPr id="603" name="矩形 602">
            <a:extLst>
              <a:ext uri="{FF2B5EF4-FFF2-40B4-BE49-F238E27FC236}">
                <a16:creationId xmlns:a16="http://schemas.microsoft.com/office/drawing/2014/main" id="{08991423-91DF-4CBB-B16B-B5DD60BFDD77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COVER</a:t>
            </a:r>
          </a:p>
        </p:txBody>
      </p:sp>
      <p:pic>
        <p:nvPicPr>
          <p:cNvPr id="1220" name="图片 12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1257300"/>
            <a:ext cx="1657350" cy="1657350"/>
          </a:xfrm>
          <a:prstGeom prst="rect">
            <a:avLst/>
          </a:prstGeom>
        </p:spPr>
      </p:pic>
      <p:sp>
        <p:nvSpPr>
          <p:cNvPr id="605" name="vertical-divider">
            <a:extLst>
              <a:ext uri="{FF2B5EF4-FFF2-40B4-BE49-F238E27FC236}">
                <a16:creationId xmlns:a16="http://schemas.microsoft.com/office/drawing/2014/main" id="{24422110-C34A-4C01-9E7B-F92E3BC8A5A1}"/>
              </a:ext>
            </a:extLst>
          </p:cNvPr>
          <p:cNvSpPr>
            <a:spLocks noGrp="1"/>
          </p:cNvSpPr>
          <p:nvPr/>
        </p:nvSpPr>
        <p:spPr>
          <a:xfrm>
            <a:off x="4076700" y="990600"/>
            <a:ext cx="9525" cy="2133600"/>
          </a:xfrm>
          <a:custGeom>
            <a:avLst/>
            <a:gdLst/>
            <a:ahLst/>
            <a:cxnLst/>
            <a:rect l="0" t="0" r="0" b="0"/>
            <a:pathLst>
              <a:path w="952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/>
          <a:ln w="10478">
            <a:solidFill>
              <a:srgbClr val="5C6472">
                <a:alpha val="34000"/>
              </a:srgbClr>
            </a:solidFill>
            <a:prstDash val="solid"/>
          </a:ln>
        </p:spPr>
      </p:sp>
      <p:sp>
        <p:nvSpPr>
          <p:cNvPr id="606" name="矩形 605">
            <a:extLst>
              <a:ext uri="{FF2B5EF4-FFF2-40B4-BE49-F238E27FC236}">
                <a16:creationId xmlns:a16="http://schemas.microsoft.com/office/drawing/2014/main" id="{477311AB-1656-4B50-810C-B016049CFB73}"/>
              </a:ext>
            </a:extLst>
          </p:cNvPr>
          <p:cNvSpPr>
            <a:spLocks noGrp="1"/>
          </p:cNvSpPr>
          <p:nvPr/>
        </p:nvSpPr>
        <p:spPr>
          <a:xfrm>
            <a:off x="4591050" y="1066800"/>
            <a:ext cx="6667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1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6150" b="1" dirty="0">
                <a:solidFill>
                  <a:srgbClr val="07142F"/>
                </a:solidFill>
                <a:latin typeface="+mn-ea"/>
                <a:cs typeface="Space Grotesk"/>
              </a:rPr>
              <a:t>LUMIA LAB</a:t>
            </a:r>
          </a:p>
        </p:txBody>
      </p:sp>
      <p:sp>
        <p:nvSpPr>
          <p:cNvPr id="607" name="矩形 606">
            <a:extLst>
              <a:ext uri="{FF2B5EF4-FFF2-40B4-BE49-F238E27FC236}">
                <a16:creationId xmlns:a16="http://schemas.microsoft.com/office/drawing/2014/main" id="{A3EA3A6A-DBE7-4BD2-8488-861715906FEB}"/>
              </a:ext>
            </a:extLst>
          </p:cNvPr>
          <p:cNvSpPr>
            <a:spLocks noGrp="1"/>
          </p:cNvSpPr>
          <p:nvPr/>
        </p:nvSpPr>
        <p:spPr>
          <a:xfrm>
            <a:off x="4629150" y="2190750"/>
            <a:ext cx="628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5C6472"/>
                </a:solidFill>
                <a:latin typeface="+mn-ea"/>
                <a:cs typeface="Inter"/>
              </a:rPr>
              <a:t>Language Understanding and</a:t>
            </a:r>
          </a:p>
          <a:p>
            <a:pPr algn="l">
              <a:lnSpc>
                <a:spcPct val="118000"/>
              </a:lnSpc>
              <a:buNone/>
              <a:defRPr sz="22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5C6472"/>
                </a:solidFill>
                <a:latin typeface="+mn-ea"/>
                <a:cs typeface="Inter"/>
              </a:rPr>
              <a:t>Machine Intelligence Algorithms</a:t>
            </a:r>
          </a:p>
        </p:txBody>
      </p:sp>
      <p:sp>
        <p:nvSpPr>
          <p:cNvPr id="608" name="brand-bar-1">
            <a:extLst>
              <a:ext uri="{FF2B5EF4-FFF2-40B4-BE49-F238E27FC236}">
                <a16:creationId xmlns:a16="http://schemas.microsoft.com/office/drawing/2014/main" id="{33F30569-D116-44EC-89F5-A76B9EF71666}"/>
              </a:ext>
            </a:extLst>
          </p:cNvPr>
          <p:cNvSpPr>
            <a:spLocks noGrp="1"/>
          </p:cNvSpPr>
          <p:nvPr/>
        </p:nvSpPr>
        <p:spPr>
          <a:xfrm>
            <a:off x="4629150" y="32194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609" name="brand-bar-2">
            <a:extLst>
              <a:ext uri="{FF2B5EF4-FFF2-40B4-BE49-F238E27FC236}">
                <a16:creationId xmlns:a16="http://schemas.microsoft.com/office/drawing/2014/main" id="{234F99B6-3BB9-4F11-8E28-44883A131D8A}"/>
              </a:ext>
            </a:extLst>
          </p:cNvPr>
          <p:cNvSpPr>
            <a:spLocks noGrp="1"/>
          </p:cNvSpPr>
          <p:nvPr/>
        </p:nvSpPr>
        <p:spPr>
          <a:xfrm>
            <a:off x="4972050" y="32194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10" name="brand-bar-3">
            <a:extLst>
              <a:ext uri="{FF2B5EF4-FFF2-40B4-BE49-F238E27FC236}">
                <a16:creationId xmlns:a16="http://schemas.microsoft.com/office/drawing/2014/main" id="{CC9E6476-7113-4848-8C30-669B5716DB5A}"/>
              </a:ext>
            </a:extLst>
          </p:cNvPr>
          <p:cNvSpPr>
            <a:spLocks noGrp="1"/>
          </p:cNvSpPr>
          <p:nvPr/>
        </p:nvSpPr>
        <p:spPr>
          <a:xfrm>
            <a:off x="5314950" y="32194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611" name="brand-bar-4">
            <a:extLst>
              <a:ext uri="{FF2B5EF4-FFF2-40B4-BE49-F238E27FC236}">
                <a16:creationId xmlns:a16="http://schemas.microsoft.com/office/drawing/2014/main" id="{52573514-E26F-4EF2-A15A-96BC82F0437D}"/>
              </a:ext>
            </a:extLst>
          </p:cNvPr>
          <p:cNvSpPr>
            <a:spLocks noGrp="1"/>
          </p:cNvSpPr>
          <p:nvPr/>
        </p:nvSpPr>
        <p:spPr>
          <a:xfrm>
            <a:off x="5657850" y="32194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612" name="brand-bar-5">
            <a:extLst>
              <a:ext uri="{FF2B5EF4-FFF2-40B4-BE49-F238E27FC236}">
                <a16:creationId xmlns:a16="http://schemas.microsoft.com/office/drawing/2014/main" id="{9AA120C9-A22E-4A44-9161-29E2175F97A0}"/>
              </a:ext>
            </a:extLst>
          </p:cNvPr>
          <p:cNvSpPr>
            <a:spLocks noGrp="1"/>
          </p:cNvSpPr>
          <p:nvPr/>
        </p:nvSpPr>
        <p:spPr>
          <a:xfrm>
            <a:off x="6000750" y="32194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613" name="矩形 612">
            <a:extLst>
              <a:ext uri="{FF2B5EF4-FFF2-40B4-BE49-F238E27FC236}">
                <a16:creationId xmlns:a16="http://schemas.microsoft.com/office/drawing/2014/main" id="{B1B803F9-CB8C-4DCC-8CDC-6892391EEC56}"/>
              </a:ext>
            </a:extLst>
          </p:cNvPr>
          <p:cNvSpPr>
            <a:spLocks noGrp="1"/>
          </p:cNvSpPr>
          <p:nvPr/>
        </p:nvSpPr>
        <p:spPr>
          <a:xfrm>
            <a:off x="3714750" y="36766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7142F"/>
                </a:solidFill>
                <a:latin typeface="+mn-ea"/>
                <a:cs typeface="Space Grotesk"/>
              </a:rPr>
              <a:t>Presentation Title</a:t>
            </a:r>
          </a:p>
        </p:txBody>
      </p:sp>
      <p:sp>
        <p:nvSpPr>
          <p:cNvPr id="614" name="矩形 613">
            <a:extLst>
              <a:ext uri="{FF2B5EF4-FFF2-40B4-BE49-F238E27FC236}">
                <a16:creationId xmlns:a16="http://schemas.microsoft.com/office/drawing/2014/main" id="{D70FCA22-C461-483A-ADD8-EE6BD58968B7}"/>
              </a:ext>
            </a:extLst>
          </p:cNvPr>
          <p:cNvSpPr>
            <a:spLocks noGrp="1"/>
          </p:cNvSpPr>
          <p:nvPr/>
        </p:nvSpPr>
        <p:spPr>
          <a:xfrm>
            <a:off x="3714750" y="41719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16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C6472"/>
                </a:solidFill>
                <a:latin typeface="+mn-ea"/>
                <a:cs typeface="Inter"/>
              </a:rPr>
              <a:t>Presenter Name</a:t>
            </a:r>
          </a:p>
          <a:p>
            <a:pPr algn="ctr">
              <a:lnSpc>
                <a:spcPct val="130000"/>
              </a:lnSpc>
              <a:buNone/>
              <a:defRPr sz="16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C6472"/>
                </a:solidFill>
                <a:latin typeface="+mn-ea"/>
                <a:cs typeface="Inter"/>
              </a:rPr>
              <a:t>Institution  -  Date</a:t>
            </a:r>
          </a:p>
        </p:txBody>
      </p:sp>
      <p:sp>
        <p:nvSpPr>
          <p:cNvPr id="615" name="矩形 614">
            <a:extLst>
              <a:ext uri="{FF2B5EF4-FFF2-40B4-BE49-F238E27FC236}">
                <a16:creationId xmlns:a16="http://schemas.microsoft.com/office/drawing/2014/main" id="{FA38BCAA-B233-4E1A-9A35-8B3FD2C5ED5E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07142F"/>
                </a:solidFill>
                <a:latin typeface="+mn-ea"/>
                <a:cs typeface="Inter"/>
              </a:rPr>
              <a:t>01</a:t>
            </a:r>
          </a:p>
        </p:txBody>
      </p:sp>
      <p:sp>
        <p:nvSpPr>
          <p:cNvPr id="616" name="矩形 615">
            <a:extLst>
              <a:ext uri="{FF2B5EF4-FFF2-40B4-BE49-F238E27FC236}">
                <a16:creationId xmlns:a16="http://schemas.microsoft.com/office/drawing/2014/main" id="{39A09888-33C2-40E3-BCCD-68328C3E2B0C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70960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knowledge-edge">
            <a:extLst>
              <a:ext uri="{FF2B5EF4-FFF2-40B4-BE49-F238E27FC236}">
                <a16:creationId xmlns:a16="http://schemas.microsoft.com/office/drawing/2014/main" id="{0F674796-78D3-41B9-9F7E-0834434C4637}"/>
              </a:ext>
            </a:extLst>
          </p:cNvPr>
          <p:cNvSpPr>
            <a:spLocks noGrp="1"/>
          </p:cNvSpPr>
          <p:nvPr/>
        </p:nvSpPr>
        <p:spPr>
          <a:xfrm>
            <a:off x="-444082" y="5779559"/>
            <a:ext cx="437310" cy="22167"/>
          </a:xfrm>
          <a:custGeom>
            <a:avLst/>
            <a:gdLst/>
            <a:ahLst/>
            <a:cxnLst/>
            <a:rect l="0" t="0" r="0" b="0"/>
            <a:pathLst>
              <a:path w="437310" h="22167">
                <a:moveTo>
                  <a:pt x="0" y="8378"/>
                </a:moveTo>
                <a:lnTo>
                  <a:pt x="31236" y="12487"/>
                </a:lnTo>
                <a:lnTo>
                  <a:pt x="62473" y="15871"/>
                </a:lnTo>
                <a:lnTo>
                  <a:pt x="93709" y="18531"/>
                </a:lnTo>
                <a:lnTo>
                  <a:pt x="124946" y="20467"/>
                </a:lnTo>
                <a:lnTo>
                  <a:pt x="156182" y="21679"/>
                </a:lnTo>
                <a:lnTo>
                  <a:pt x="187418" y="22167"/>
                </a:lnTo>
                <a:lnTo>
                  <a:pt x="218655" y="21931"/>
                </a:lnTo>
                <a:lnTo>
                  <a:pt x="249891" y="20970"/>
                </a:lnTo>
                <a:lnTo>
                  <a:pt x="281128" y="19286"/>
                </a:lnTo>
                <a:lnTo>
                  <a:pt x="312364" y="16877"/>
                </a:lnTo>
                <a:lnTo>
                  <a:pt x="343600" y="13744"/>
                </a:lnTo>
                <a:lnTo>
                  <a:pt x="374837" y="9887"/>
                </a:lnTo>
                <a:lnTo>
                  <a:pt x="406073" y="5305"/>
                </a:lnTo>
                <a:lnTo>
                  <a:pt x="437310" y="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2" name="knowledge-cross-edge">
            <a:extLst>
              <a:ext uri="{FF2B5EF4-FFF2-40B4-BE49-F238E27FC236}">
                <a16:creationId xmlns:a16="http://schemas.microsoft.com/office/drawing/2014/main" id="{62825CC5-A439-4FB6-A5A5-35353E384073}"/>
              </a:ext>
            </a:extLst>
          </p:cNvPr>
          <p:cNvSpPr>
            <a:spLocks noGrp="1"/>
          </p:cNvSpPr>
          <p:nvPr/>
        </p:nvSpPr>
        <p:spPr>
          <a:xfrm>
            <a:off x="-444082" y="5773632"/>
            <a:ext cx="388270" cy="297996"/>
          </a:xfrm>
          <a:custGeom>
            <a:avLst/>
            <a:gdLst/>
            <a:ahLst/>
            <a:cxnLst/>
            <a:rect l="0" t="0" r="0" b="0"/>
            <a:pathLst>
              <a:path w="388270" h="297996">
                <a:moveTo>
                  <a:pt x="0" y="14305"/>
                </a:moveTo>
                <a:lnTo>
                  <a:pt x="46908" y="4073"/>
                </a:lnTo>
                <a:lnTo>
                  <a:pt x="91170" y="0"/>
                </a:lnTo>
                <a:lnTo>
                  <a:pt x="132786" y="2085"/>
                </a:lnTo>
                <a:lnTo>
                  <a:pt x="171757" y="10330"/>
                </a:lnTo>
                <a:lnTo>
                  <a:pt x="208081" y="24732"/>
                </a:lnTo>
                <a:lnTo>
                  <a:pt x="241760" y="45294"/>
                </a:lnTo>
                <a:lnTo>
                  <a:pt x="272793" y="72014"/>
                </a:lnTo>
                <a:lnTo>
                  <a:pt x="301180" y="104893"/>
                </a:lnTo>
                <a:lnTo>
                  <a:pt x="326921" y="143931"/>
                </a:lnTo>
                <a:lnTo>
                  <a:pt x="350017" y="189127"/>
                </a:lnTo>
                <a:lnTo>
                  <a:pt x="370467" y="240482"/>
                </a:lnTo>
                <a:lnTo>
                  <a:pt x="388270" y="297996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3" name="knowledge-edge">
            <a:extLst>
              <a:ext uri="{FF2B5EF4-FFF2-40B4-BE49-F238E27FC236}">
                <a16:creationId xmlns:a16="http://schemas.microsoft.com/office/drawing/2014/main" id="{ACB7CB45-A32A-4AB1-A636-4D27E485661F}"/>
              </a:ext>
            </a:extLst>
          </p:cNvPr>
          <p:cNvSpPr>
            <a:spLocks noGrp="1"/>
          </p:cNvSpPr>
          <p:nvPr/>
        </p:nvSpPr>
        <p:spPr>
          <a:xfrm>
            <a:off x="-414898" y="5934259"/>
            <a:ext cx="359086" cy="137369"/>
          </a:xfrm>
          <a:custGeom>
            <a:avLst/>
            <a:gdLst/>
            <a:ahLst/>
            <a:cxnLst/>
            <a:rect l="0" t="0" r="0" b="0"/>
            <a:pathLst>
              <a:path w="359086" h="137369">
                <a:moveTo>
                  <a:pt x="0" y="0"/>
                </a:moveTo>
                <a:lnTo>
                  <a:pt x="25649" y="9637"/>
                </a:lnTo>
                <a:lnTo>
                  <a:pt x="51298" y="19301"/>
                </a:lnTo>
                <a:lnTo>
                  <a:pt x="76947" y="28991"/>
                </a:lnTo>
                <a:lnTo>
                  <a:pt x="102596" y="38709"/>
                </a:lnTo>
                <a:lnTo>
                  <a:pt x="128245" y="48454"/>
                </a:lnTo>
                <a:lnTo>
                  <a:pt x="153894" y="58225"/>
                </a:lnTo>
                <a:lnTo>
                  <a:pt x="179543" y="68024"/>
                </a:lnTo>
                <a:lnTo>
                  <a:pt x="205192" y="77849"/>
                </a:lnTo>
                <a:lnTo>
                  <a:pt x="230841" y="87702"/>
                </a:lnTo>
                <a:lnTo>
                  <a:pt x="256490" y="97581"/>
                </a:lnTo>
                <a:lnTo>
                  <a:pt x="282139" y="107488"/>
                </a:lnTo>
                <a:lnTo>
                  <a:pt x="307788" y="117421"/>
                </a:lnTo>
                <a:lnTo>
                  <a:pt x="333437" y="127381"/>
                </a:lnTo>
                <a:lnTo>
                  <a:pt x="359086" y="137369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4" name="knowledge-cross-edge">
            <a:extLst>
              <a:ext uri="{FF2B5EF4-FFF2-40B4-BE49-F238E27FC236}">
                <a16:creationId xmlns:a16="http://schemas.microsoft.com/office/drawing/2014/main" id="{AE0FB536-760E-4C12-8474-E7280E9D4486}"/>
              </a:ext>
            </a:extLst>
          </p:cNvPr>
          <p:cNvSpPr>
            <a:spLocks noGrp="1"/>
          </p:cNvSpPr>
          <p:nvPr/>
        </p:nvSpPr>
        <p:spPr>
          <a:xfrm>
            <a:off x="-414898" y="5912547"/>
            <a:ext cx="433261" cy="73716"/>
          </a:xfrm>
          <a:custGeom>
            <a:avLst/>
            <a:gdLst/>
            <a:ahLst/>
            <a:cxnLst/>
            <a:rect l="0" t="0" r="0" b="0"/>
            <a:pathLst>
              <a:path w="433261" h="73716">
                <a:moveTo>
                  <a:pt x="0" y="21713"/>
                </a:moveTo>
                <a:lnTo>
                  <a:pt x="50657" y="12624"/>
                </a:lnTo>
                <a:lnTo>
                  <a:pt x="98668" y="5976"/>
                </a:lnTo>
                <a:lnTo>
                  <a:pt x="144034" y="1768"/>
                </a:lnTo>
                <a:lnTo>
                  <a:pt x="186754" y="0"/>
                </a:lnTo>
                <a:lnTo>
                  <a:pt x="226827" y="673"/>
                </a:lnTo>
                <a:lnTo>
                  <a:pt x="264255" y="3786"/>
                </a:lnTo>
                <a:lnTo>
                  <a:pt x="299038" y="9340"/>
                </a:lnTo>
                <a:lnTo>
                  <a:pt x="331174" y="17334"/>
                </a:lnTo>
                <a:lnTo>
                  <a:pt x="360664" y="27769"/>
                </a:lnTo>
                <a:lnTo>
                  <a:pt x="387509" y="40644"/>
                </a:lnTo>
                <a:lnTo>
                  <a:pt x="411708" y="55960"/>
                </a:lnTo>
                <a:lnTo>
                  <a:pt x="433261" y="73716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5" name="knowledge-edge">
            <a:extLst>
              <a:ext uri="{FF2B5EF4-FFF2-40B4-BE49-F238E27FC236}">
                <a16:creationId xmlns:a16="http://schemas.microsoft.com/office/drawing/2014/main" id="{B3FB4556-7DC9-46DE-86A0-CC8C8496488A}"/>
              </a:ext>
            </a:extLst>
          </p:cNvPr>
          <p:cNvSpPr>
            <a:spLocks noGrp="1"/>
          </p:cNvSpPr>
          <p:nvPr/>
        </p:nvSpPr>
        <p:spPr>
          <a:xfrm>
            <a:off x="-367913" y="5986262"/>
            <a:ext cx="386276" cy="15673"/>
          </a:xfrm>
          <a:custGeom>
            <a:avLst/>
            <a:gdLst/>
            <a:ahLst/>
            <a:cxnLst/>
            <a:rect l="0" t="0" r="0" b="0"/>
            <a:pathLst>
              <a:path w="386276" h="15673">
                <a:moveTo>
                  <a:pt x="0" y="15673"/>
                </a:moveTo>
                <a:lnTo>
                  <a:pt x="27591" y="13524"/>
                </a:lnTo>
                <a:lnTo>
                  <a:pt x="55182" y="11534"/>
                </a:lnTo>
                <a:lnTo>
                  <a:pt x="82774" y="9702"/>
                </a:lnTo>
                <a:lnTo>
                  <a:pt x="110365" y="8028"/>
                </a:lnTo>
                <a:lnTo>
                  <a:pt x="137956" y="6513"/>
                </a:lnTo>
                <a:lnTo>
                  <a:pt x="165547" y="5156"/>
                </a:lnTo>
                <a:lnTo>
                  <a:pt x="193138" y="3957"/>
                </a:lnTo>
                <a:lnTo>
                  <a:pt x="220729" y="2917"/>
                </a:lnTo>
                <a:lnTo>
                  <a:pt x="248321" y="2035"/>
                </a:lnTo>
                <a:lnTo>
                  <a:pt x="275912" y="1311"/>
                </a:lnTo>
                <a:lnTo>
                  <a:pt x="303503" y="746"/>
                </a:lnTo>
                <a:lnTo>
                  <a:pt x="331094" y="339"/>
                </a:lnTo>
                <a:lnTo>
                  <a:pt x="358685" y="90"/>
                </a:lnTo>
                <a:lnTo>
                  <a:pt x="386276" y="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6" name="knowledge-cross-edge">
            <a:extLst>
              <a:ext uri="{FF2B5EF4-FFF2-40B4-BE49-F238E27FC236}">
                <a16:creationId xmlns:a16="http://schemas.microsoft.com/office/drawing/2014/main" id="{D5629D8B-75E2-469C-B480-0F48FE914F39}"/>
              </a:ext>
            </a:extLst>
          </p:cNvPr>
          <p:cNvSpPr>
            <a:spLocks noGrp="1"/>
          </p:cNvSpPr>
          <p:nvPr/>
        </p:nvSpPr>
        <p:spPr>
          <a:xfrm>
            <a:off x="-367913" y="5957160"/>
            <a:ext cx="523664" cy="44775"/>
          </a:xfrm>
          <a:custGeom>
            <a:avLst/>
            <a:gdLst/>
            <a:ahLst/>
            <a:cxnLst/>
            <a:rect l="0" t="0" r="0" b="0"/>
            <a:pathLst>
              <a:path w="523664" h="44775">
                <a:moveTo>
                  <a:pt x="0" y="44775"/>
                </a:moveTo>
                <a:lnTo>
                  <a:pt x="58191" y="31373"/>
                </a:lnTo>
                <a:lnTo>
                  <a:pt x="113736" y="20346"/>
                </a:lnTo>
                <a:lnTo>
                  <a:pt x="166635" y="11696"/>
                </a:lnTo>
                <a:lnTo>
                  <a:pt x="216888" y="5421"/>
                </a:lnTo>
                <a:lnTo>
                  <a:pt x="264495" y="1523"/>
                </a:lnTo>
                <a:lnTo>
                  <a:pt x="309457" y="0"/>
                </a:lnTo>
                <a:lnTo>
                  <a:pt x="351773" y="853"/>
                </a:lnTo>
                <a:lnTo>
                  <a:pt x="391443" y="4082"/>
                </a:lnTo>
                <a:lnTo>
                  <a:pt x="428467" y="9688"/>
                </a:lnTo>
                <a:lnTo>
                  <a:pt x="462845" y="17669"/>
                </a:lnTo>
                <a:lnTo>
                  <a:pt x="494577" y="28026"/>
                </a:lnTo>
                <a:lnTo>
                  <a:pt x="523664" y="40758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7" name="knowledge-edge">
            <a:extLst>
              <a:ext uri="{FF2B5EF4-FFF2-40B4-BE49-F238E27FC236}">
                <a16:creationId xmlns:a16="http://schemas.microsoft.com/office/drawing/2014/main" id="{7DD53CAA-C873-43A3-967B-3253245EB922}"/>
              </a:ext>
            </a:extLst>
          </p:cNvPr>
          <p:cNvSpPr>
            <a:spLocks noGrp="1"/>
          </p:cNvSpPr>
          <p:nvPr/>
        </p:nvSpPr>
        <p:spPr>
          <a:xfrm>
            <a:off x="-327950" y="5997918"/>
            <a:ext cx="483700" cy="89878"/>
          </a:xfrm>
          <a:custGeom>
            <a:avLst/>
            <a:gdLst/>
            <a:ahLst/>
            <a:cxnLst/>
            <a:rect l="0" t="0" r="0" b="0"/>
            <a:pathLst>
              <a:path w="483700" h="89878">
                <a:moveTo>
                  <a:pt x="0" y="53077"/>
                </a:moveTo>
                <a:lnTo>
                  <a:pt x="34550" y="65394"/>
                </a:lnTo>
                <a:lnTo>
                  <a:pt x="69100" y="75232"/>
                </a:lnTo>
                <a:lnTo>
                  <a:pt x="103650" y="82592"/>
                </a:lnTo>
                <a:lnTo>
                  <a:pt x="138200" y="87474"/>
                </a:lnTo>
                <a:lnTo>
                  <a:pt x="172750" y="89878"/>
                </a:lnTo>
                <a:lnTo>
                  <a:pt x="207300" y="89804"/>
                </a:lnTo>
                <a:lnTo>
                  <a:pt x="241850" y="87251"/>
                </a:lnTo>
                <a:lnTo>
                  <a:pt x="276400" y="82221"/>
                </a:lnTo>
                <a:lnTo>
                  <a:pt x="310950" y="74713"/>
                </a:lnTo>
                <a:lnTo>
                  <a:pt x="345500" y="64726"/>
                </a:lnTo>
                <a:lnTo>
                  <a:pt x="380050" y="52262"/>
                </a:lnTo>
                <a:lnTo>
                  <a:pt x="414600" y="37319"/>
                </a:lnTo>
                <a:lnTo>
                  <a:pt x="449150" y="19899"/>
                </a:lnTo>
                <a:lnTo>
                  <a:pt x="483700" y="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8" name="knowledge-long-edge">
            <a:extLst>
              <a:ext uri="{FF2B5EF4-FFF2-40B4-BE49-F238E27FC236}">
                <a16:creationId xmlns:a16="http://schemas.microsoft.com/office/drawing/2014/main" id="{41DDCFB6-2746-47F3-AC8E-ED09760A1F35}"/>
              </a:ext>
            </a:extLst>
          </p:cNvPr>
          <p:cNvSpPr>
            <a:spLocks noGrp="1"/>
          </p:cNvSpPr>
          <p:nvPr/>
        </p:nvSpPr>
        <p:spPr>
          <a:xfrm>
            <a:off x="-327950" y="5831710"/>
            <a:ext cx="744757" cy="517099"/>
          </a:xfrm>
          <a:custGeom>
            <a:avLst/>
            <a:gdLst/>
            <a:ahLst/>
            <a:cxnLst/>
            <a:rect l="0" t="0" r="0" b="0"/>
            <a:pathLst>
              <a:path w="744757" h="517099">
                <a:moveTo>
                  <a:pt x="0" y="219286"/>
                </a:moveTo>
                <a:lnTo>
                  <a:pt x="46547" y="155157"/>
                </a:lnTo>
                <a:lnTo>
                  <a:pt x="93095" y="102062"/>
                </a:lnTo>
                <a:lnTo>
                  <a:pt x="139642" y="59998"/>
                </a:lnTo>
                <a:lnTo>
                  <a:pt x="186189" y="28966"/>
                </a:lnTo>
                <a:lnTo>
                  <a:pt x="232737" y="8967"/>
                </a:lnTo>
                <a:lnTo>
                  <a:pt x="279284" y="0"/>
                </a:lnTo>
                <a:lnTo>
                  <a:pt x="325831" y="2065"/>
                </a:lnTo>
                <a:lnTo>
                  <a:pt x="372379" y="15162"/>
                </a:lnTo>
                <a:lnTo>
                  <a:pt x="418926" y="39292"/>
                </a:lnTo>
                <a:lnTo>
                  <a:pt x="465473" y="74453"/>
                </a:lnTo>
                <a:lnTo>
                  <a:pt x="512021" y="120647"/>
                </a:lnTo>
                <a:lnTo>
                  <a:pt x="558568" y="177873"/>
                </a:lnTo>
                <a:lnTo>
                  <a:pt x="605115" y="246131"/>
                </a:lnTo>
                <a:lnTo>
                  <a:pt x="651663" y="325422"/>
                </a:lnTo>
                <a:lnTo>
                  <a:pt x="698210" y="415744"/>
                </a:lnTo>
                <a:lnTo>
                  <a:pt x="744757" y="517099"/>
                </a:lnTo>
              </a:path>
            </a:pathLst>
          </a:custGeom>
          <a:noFill/>
          <a:ln w="4286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9" name="knowledge-edge">
            <a:extLst>
              <a:ext uri="{FF2B5EF4-FFF2-40B4-BE49-F238E27FC236}">
                <a16:creationId xmlns:a16="http://schemas.microsoft.com/office/drawing/2014/main" id="{F5FD0AED-AA7B-4B5A-B390-953890E9F57F}"/>
              </a:ext>
            </a:extLst>
          </p:cNvPr>
          <p:cNvSpPr>
            <a:spLocks noGrp="1"/>
          </p:cNvSpPr>
          <p:nvPr/>
        </p:nvSpPr>
        <p:spPr>
          <a:xfrm>
            <a:off x="-396972" y="6070456"/>
            <a:ext cx="457947" cy="133618"/>
          </a:xfrm>
          <a:custGeom>
            <a:avLst/>
            <a:gdLst/>
            <a:ahLst/>
            <a:cxnLst/>
            <a:rect l="0" t="0" r="0" b="0"/>
            <a:pathLst>
              <a:path w="457947" h="133618">
                <a:moveTo>
                  <a:pt x="0" y="0"/>
                </a:moveTo>
                <a:lnTo>
                  <a:pt x="32710" y="26619"/>
                </a:lnTo>
                <a:lnTo>
                  <a:pt x="65421" y="50291"/>
                </a:lnTo>
                <a:lnTo>
                  <a:pt x="98131" y="71018"/>
                </a:lnTo>
                <a:lnTo>
                  <a:pt x="130842" y="88799"/>
                </a:lnTo>
                <a:lnTo>
                  <a:pt x="163552" y="103634"/>
                </a:lnTo>
                <a:lnTo>
                  <a:pt x="196263" y="115523"/>
                </a:lnTo>
                <a:lnTo>
                  <a:pt x="228973" y="124466"/>
                </a:lnTo>
                <a:lnTo>
                  <a:pt x="261684" y="130462"/>
                </a:lnTo>
                <a:lnTo>
                  <a:pt x="294394" y="133513"/>
                </a:lnTo>
                <a:lnTo>
                  <a:pt x="327105" y="133618"/>
                </a:lnTo>
                <a:lnTo>
                  <a:pt x="359815" y="130778"/>
                </a:lnTo>
                <a:lnTo>
                  <a:pt x="392526" y="124991"/>
                </a:lnTo>
                <a:lnTo>
                  <a:pt x="425236" y="116258"/>
                </a:lnTo>
                <a:lnTo>
                  <a:pt x="457947" y="104579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0" name="knowledge-cross-edge">
            <a:extLst>
              <a:ext uri="{FF2B5EF4-FFF2-40B4-BE49-F238E27FC236}">
                <a16:creationId xmlns:a16="http://schemas.microsoft.com/office/drawing/2014/main" id="{51DE4429-227E-4696-8A50-800598C0F77A}"/>
              </a:ext>
            </a:extLst>
          </p:cNvPr>
          <p:cNvSpPr>
            <a:spLocks noGrp="1"/>
          </p:cNvSpPr>
          <p:nvPr/>
        </p:nvSpPr>
        <p:spPr>
          <a:xfrm>
            <a:off x="-396972" y="6066955"/>
            <a:ext cx="536025" cy="269347"/>
          </a:xfrm>
          <a:custGeom>
            <a:avLst/>
            <a:gdLst/>
            <a:ahLst/>
            <a:cxnLst/>
            <a:rect l="0" t="0" r="0" b="0"/>
            <a:pathLst>
              <a:path w="536025" h="269347">
                <a:moveTo>
                  <a:pt x="0" y="3501"/>
                </a:moveTo>
                <a:lnTo>
                  <a:pt x="59221" y="0"/>
                </a:lnTo>
                <a:lnTo>
                  <a:pt x="115796" y="1163"/>
                </a:lnTo>
                <a:lnTo>
                  <a:pt x="169725" y="6992"/>
                </a:lnTo>
                <a:lnTo>
                  <a:pt x="221008" y="17484"/>
                </a:lnTo>
                <a:lnTo>
                  <a:pt x="269646" y="32641"/>
                </a:lnTo>
                <a:lnTo>
                  <a:pt x="315638" y="52463"/>
                </a:lnTo>
                <a:lnTo>
                  <a:pt x="358983" y="76949"/>
                </a:lnTo>
                <a:lnTo>
                  <a:pt x="399683" y="106099"/>
                </a:lnTo>
                <a:lnTo>
                  <a:pt x="437738" y="139914"/>
                </a:lnTo>
                <a:lnTo>
                  <a:pt x="473146" y="178394"/>
                </a:lnTo>
                <a:lnTo>
                  <a:pt x="505908" y="221538"/>
                </a:lnTo>
                <a:lnTo>
                  <a:pt x="536025" y="269347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1" name="knowledge-edge">
            <a:extLst>
              <a:ext uri="{FF2B5EF4-FFF2-40B4-BE49-F238E27FC236}">
                <a16:creationId xmlns:a16="http://schemas.microsoft.com/office/drawing/2014/main" id="{FBFE7223-50C9-49B5-BADC-58D46EE8199C}"/>
              </a:ext>
            </a:extLst>
          </p:cNvPr>
          <p:cNvSpPr>
            <a:spLocks noGrp="1"/>
          </p:cNvSpPr>
          <p:nvPr/>
        </p:nvSpPr>
        <p:spPr>
          <a:xfrm>
            <a:off x="-421310" y="6316286"/>
            <a:ext cx="560363" cy="61304"/>
          </a:xfrm>
          <a:custGeom>
            <a:avLst/>
            <a:gdLst/>
            <a:ahLst/>
            <a:cxnLst/>
            <a:rect l="0" t="0" r="0" b="0"/>
            <a:pathLst>
              <a:path w="560363" h="61304">
                <a:moveTo>
                  <a:pt x="0" y="61304"/>
                </a:moveTo>
                <a:lnTo>
                  <a:pt x="40026" y="48312"/>
                </a:lnTo>
                <a:lnTo>
                  <a:pt x="80052" y="36866"/>
                </a:lnTo>
                <a:lnTo>
                  <a:pt x="120078" y="26965"/>
                </a:lnTo>
                <a:lnTo>
                  <a:pt x="160104" y="18608"/>
                </a:lnTo>
                <a:lnTo>
                  <a:pt x="200130" y="11797"/>
                </a:lnTo>
                <a:lnTo>
                  <a:pt x="240156" y="6530"/>
                </a:lnTo>
                <a:lnTo>
                  <a:pt x="280181" y="2808"/>
                </a:lnTo>
                <a:lnTo>
                  <a:pt x="320207" y="632"/>
                </a:lnTo>
                <a:lnTo>
                  <a:pt x="360233" y="0"/>
                </a:lnTo>
                <a:lnTo>
                  <a:pt x="400259" y="913"/>
                </a:lnTo>
                <a:lnTo>
                  <a:pt x="440285" y="3371"/>
                </a:lnTo>
                <a:lnTo>
                  <a:pt x="480311" y="7374"/>
                </a:lnTo>
                <a:lnTo>
                  <a:pt x="520337" y="12922"/>
                </a:lnTo>
                <a:lnTo>
                  <a:pt x="560363" y="20015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2" name="knowledge-edge">
            <a:extLst>
              <a:ext uri="{FF2B5EF4-FFF2-40B4-BE49-F238E27FC236}">
                <a16:creationId xmlns:a16="http://schemas.microsoft.com/office/drawing/2014/main" id="{D7489162-A34A-4311-AE84-9E1254FCB4D1}"/>
              </a:ext>
            </a:extLst>
          </p:cNvPr>
          <p:cNvSpPr>
            <a:spLocks noGrp="1"/>
          </p:cNvSpPr>
          <p:nvPr/>
        </p:nvSpPr>
        <p:spPr>
          <a:xfrm>
            <a:off x="-285723" y="6683340"/>
            <a:ext cx="478429" cy="138164"/>
          </a:xfrm>
          <a:custGeom>
            <a:avLst/>
            <a:gdLst/>
            <a:ahLst/>
            <a:cxnLst/>
            <a:rect l="0" t="0" r="0" b="0"/>
            <a:pathLst>
              <a:path w="478429" h="138164">
                <a:moveTo>
                  <a:pt x="0" y="0"/>
                </a:moveTo>
                <a:lnTo>
                  <a:pt x="34174" y="22104"/>
                </a:lnTo>
                <a:lnTo>
                  <a:pt x="68347" y="42282"/>
                </a:lnTo>
                <a:lnTo>
                  <a:pt x="102521" y="60535"/>
                </a:lnTo>
                <a:lnTo>
                  <a:pt x="136694" y="76863"/>
                </a:lnTo>
                <a:lnTo>
                  <a:pt x="170868" y="91264"/>
                </a:lnTo>
                <a:lnTo>
                  <a:pt x="205041" y="103741"/>
                </a:lnTo>
                <a:lnTo>
                  <a:pt x="239215" y="114292"/>
                </a:lnTo>
                <a:lnTo>
                  <a:pt x="273388" y="122917"/>
                </a:lnTo>
                <a:lnTo>
                  <a:pt x="307562" y="129617"/>
                </a:lnTo>
                <a:lnTo>
                  <a:pt x="341735" y="134392"/>
                </a:lnTo>
                <a:lnTo>
                  <a:pt x="375909" y="137240"/>
                </a:lnTo>
                <a:lnTo>
                  <a:pt x="410082" y="138164"/>
                </a:lnTo>
                <a:lnTo>
                  <a:pt x="444256" y="137162"/>
                </a:lnTo>
                <a:lnTo>
                  <a:pt x="478429" y="134234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3" name="knowledge-edge">
            <a:extLst>
              <a:ext uri="{FF2B5EF4-FFF2-40B4-BE49-F238E27FC236}">
                <a16:creationId xmlns:a16="http://schemas.microsoft.com/office/drawing/2014/main" id="{70D2BFCA-EA8D-4B37-A036-A23946B14AA3}"/>
              </a:ext>
            </a:extLst>
          </p:cNvPr>
          <p:cNvSpPr>
            <a:spLocks noGrp="1"/>
          </p:cNvSpPr>
          <p:nvPr/>
        </p:nvSpPr>
        <p:spPr>
          <a:xfrm>
            <a:off x="-6772" y="5779559"/>
            <a:ext cx="513213" cy="169149"/>
          </a:xfrm>
          <a:custGeom>
            <a:avLst/>
            <a:gdLst/>
            <a:ahLst/>
            <a:cxnLst/>
            <a:rect l="0" t="0" r="0" b="0"/>
            <a:pathLst>
              <a:path w="513213" h="169149">
                <a:moveTo>
                  <a:pt x="0" y="0"/>
                </a:moveTo>
                <a:lnTo>
                  <a:pt x="36658" y="11817"/>
                </a:lnTo>
                <a:lnTo>
                  <a:pt x="73316" y="23676"/>
                </a:lnTo>
                <a:lnTo>
                  <a:pt x="109974" y="35574"/>
                </a:lnTo>
                <a:lnTo>
                  <a:pt x="146632" y="47514"/>
                </a:lnTo>
                <a:lnTo>
                  <a:pt x="183290" y="59494"/>
                </a:lnTo>
                <a:lnTo>
                  <a:pt x="219948" y="71515"/>
                </a:lnTo>
                <a:lnTo>
                  <a:pt x="256607" y="83577"/>
                </a:lnTo>
                <a:lnTo>
                  <a:pt x="293265" y="95679"/>
                </a:lnTo>
                <a:lnTo>
                  <a:pt x="329923" y="107823"/>
                </a:lnTo>
                <a:lnTo>
                  <a:pt x="366581" y="120006"/>
                </a:lnTo>
                <a:lnTo>
                  <a:pt x="403239" y="132231"/>
                </a:lnTo>
                <a:lnTo>
                  <a:pt x="439897" y="144496"/>
                </a:lnTo>
                <a:lnTo>
                  <a:pt x="476555" y="156802"/>
                </a:lnTo>
                <a:lnTo>
                  <a:pt x="513213" y="169149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4" name="knowledge-edge">
            <a:extLst>
              <a:ext uri="{FF2B5EF4-FFF2-40B4-BE49-F238E27FC236}">
                <a16:creationId xmlns:a16="http://schemas.microsoft.com/office/drawing/2014/main" id="{C47E72EF-C738-4293-BFBB-4945287EF88B}"/>
              </a:ext>
            </a:extLst>
          </p:cNvPr>
          <p:cNvSpPr>
            <a:spLocks noGrp="1"/>
          </p:cNvSpPr>
          <p:nvPr/>
        </p:nvSpPr>
        <p:spPr>
          <a:xfrm>
            <a:off x="-55812" y="6007777"/>
            <a:ext cx="405599" cy="63851"/>
          </a:xfrm>
          <a:custGeom>
            <a:avLst/>
            <a:gdLst/>
            <a:ahLst/>
            <a:cxnLst/>
            <a:rect l="0" t="0" r="0" b="0"/>
            <a:pathLst>
              <a:path w="405599" h="63851">
                <a:moveTo>
                  <a:pt x="0" y="63851"/>
                </a:moveTo>
                <a:lnTo>
                  <a:pt x="28971" y="49505"/>
                </a:lnTo>
                <a:lnTo>
                  <a:pt x="57943" y="36978"/>
                </a:lnTo>
                <a:lnTo>
                  <a:pt x="86914" y="26268"/>
                </a:lnTo>
                <a:lnTo>
                  <a:pt x="115886" y="17378"/>
                </a:lnTo>
                <a:lnTo>
                  <a:pt x="144857" y="10305"/>
                </a:lnTo>
                <a:lnTo>
                  <a:pt x="173828" y="5052"/>
                </a:lnTo>
                <a:lnTo>
                  <a:pt x="202800" y="1617"/>
                </a:lnTo>
                <a:lnTo>
                  <a:pt x="231771" y="0"/>
                </a:lnTo>
                <a:lnTo>
                  <a:pt x="260742" y="202"/>
                </a:lnTo>
                <a:lnTo>
                  <a:pt x="289714" y="2222"/>
                </a:lnTo>
                <a:lnTo>
                  <a:pt x="318685" y="6061"/>
                </a:lnTo>
                <a:lnTo>
                  <a:pt x="347657" y="11718"/>
                </a:lnTo>
                <a:lnTo>
                  <a:pt x="376628" y="19194"/>
                </a:lnTo>
                <a:lnTo>
                  <a:pt x="405599" y="28489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5" name="knowledge-cross-edge">
            <a:extLst>
              <a:ext uri="{FF2B5EF4-FFF2-40B4-BE49-F238E27FC236}">
                <a16:creationId xmlns:a16="http://schemas.microsoft.com/office/drawing/2014/main" id="{E86CEB41-E776-48A0-A191-5778C0F68388}"/>
              </a:ext>
            </a:extLst>
          </p:cNvPr>
          <p:cNvSpPr>
            <a:spLocks noGrp="1"/>
          </p:cNvSpPr>
          <p:nvPr/>
        </p:nvSpPr>
        <p:spPr>
          <a:xfrm>
            <a:off x="-55812" y="6013495"/>
            <a:ext cx="447162" cy="154716"/>
          </a:xfrm>
          <a:custGeom>
            <a:avLst/>
            <a:gdLst/>
            <a:ahLst/>
            <a:cxnLst/>
            <a:rect l="0" t="0" r="0" b="0"/>
            <a:pathLst>
              <a:path w="447162" h="154716">
                <a:moveTo>
                  <a:pt x="0" y="58133"/>
                </a:moveTo>
                <a:lnTo>
                  <a:pt x="51816" y="35264"/>
                </a:lnTo>
                <a:lnTo>
                  <a:pt x="100985" y="18016"/>
                </a:lnTo>
                <a:lnTo>
                  <a:pt x="147509" y="6389"/>
                </a:lnTo>
                <a:lnTo>
                  <a:pt x="191387" y="384"/>
                </a:lnTo>
                <a:lnTo>
                  <a:pt x="232620" y="0"/>
                </a:lnTo>
                <a:lnTo>
                  <a:pt x="271206" y="5238"/>
                </a:lnTo>
                <a:lnTo>
                  <a:pt x="307147" y="16097"/>
                </a:lnTo>
                <a:lnTo>
                  <a:pt x="340441" y="32578"/>
                </a:lnTo>
                <a:lnTo>
                  <a:pt x="371090" y="54680"/>
                </a:lnTo>
                <a:lnTo>
                  <a:pt x="399094" y="82404"/>
                </a:lnTo>
                <a:lnTo>
                  <a:pt x="424451" y="115749"/>
                </a:lnTo>
                <a:lnTo>
                  <a:pt x="447162" y="154716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16" name="knowledge-edge">
            <a:extLst>
              <a:ext uri="{FF2B5EF4-FFF2-40B4-BE49-F238E27FC236}">
                <a16:creationId xmlns:a16="http://schemas.microsoft.com/office/drawing/2014/main" id="{7A87CFFC-935C-4823-847C-BD6BE6376D0A}"/>
              </a:ext>
            </a:extLst>
          </p:cNvPr>
          <p:cNvSpPr>
            <a:spLocks noGrp="1"/>
          </p:cNvSpPr>
          <p:nvPr/>
        </p:nvSpPr>
        <p:spPr>
          <a:xfrm>
            <a:off x="18363" y="5986262"/>
            <a:ext cx="372987" cy="181948"/>
          </a:xfrm>
          <a:custGeom>
            <a:avLst/>
            <a:gdLst/>
            <a:ahLst/>
            <a:cxnLst/>
            <a:rect l="0" t="0" r="0" b="0"/>
            <a:pathLst>
              <a:path w="372987" h="181948">
                <a:moveTo>
                  <a:pt x="0" y="0"/>
                </a:moveTo>
                <a:lnTo>
                  <a:pt x="26642" y="19361"/>
                </a:lnTo>
                <a:lnTo>
                  <a:pt x="53284" y="37743"/>
                </a:lnTo>
                <a:lnTo>
                  <a:pt x="79926" y="55146"/>
                </a:lnTo>
                <a:lnTo>
                  <a:pt x="106568" y="71569"/>
                </a:lnTo>
                <a:lnTo>
                  <a:pt x="133210" y="87013"/>
                </a:lnTo>
                <a:lnTo>
                  <a:pt x="159852" y="101479"/>
                </a:lnTo>
                <a:lnTo>
                  <a:pt x="186494" y="114964"/>
                </a:lnTo>
                <a:lnTo>
                  <a:pt x="213136" y="127471"/>
                </a:lnTo>
                <a:lnTo>
                  <a:pt x="239777" y="138999"/>
                </a:lnTo>
                <a:lnTo>
                  <a:pt x="266419" y="149547"/>
                </a:lnTo>
                <a:lnTo>
                  <a:pt x="293061" y="159116"/>
                </a:lnTo>
                <a:lnTo>
                  <a:pt x="319703" y="167706"/>
                </a:lnTo>
                <a:lnTo>
                  <a:pt x="346345" y="175317"/>
                </a:lnTo>
                <a:lnTo>
                  <a:pt x="372987" y="181948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7" name="knowledge-cross-edge">
            <a:extLst>
              <a:ext uri="{FF2B5EF4-FFF2-40B4-BE49-F238E27FC236}">
                <a16:creationId xmlns:a16="http://schemas.microsoft.com/office/drawing/2014/main" id="{783CC7CD-9065-44B6-9BB7-D23503AF235F}"/>
              </a:ext>
            </a:extLst>
          </p:cNvPr>
          <p:cNvSpPr>
            <a:spLocks noGrp="1"/>
          </p:cNvSpPr>
          <p:nvPr/>
        </p:nvSpPr>
        <p:spPr>
          <a:xfrm>
            <a:off x="18363" y="5986262"/>
            <a:ext cx="316627" cy="82380"/>
          </a:xfrm>
          <a:custGeom>
            <a:avLst/>
            <a:gdLst/>
            <a:ahLst/>
            <a:cxnLst/>
            <a:rect l="0" t="0" r="0" b="0"/>
            <a:pathLst>
              <a:path w="316627" h="82380">
                <a:moveTo>
                  <a:pt x="0" y="0"/>
                </a:moveTo>
                <a:lnTo>
                  <a:pt x="40938" y="13115"/>
                </a:lnTo>
                <a:lnTo>
                  <a:pt x="79229" y="25094"/>
                </a:lnTo>
                <a:lnTo>
                  <a:pt x="114875" y="35936"/>
                </a:lnTo>
                <a:lnTo>
                  <a:pt x="147876" y="45642"/>
                </a:lnTo>
                <a:lnTo>
                  <a:pt x="178230" y="54212"/>
                </a:lnTo>
                <a:lnTo>
                  <a:pt x="205938" y="61645"/>
                </a:lnTo>
                <a:lnTo>
                  <a:pt x="231001" y="67942"/>
                </a:lnTo>
                <a:lnTo>
                  <a:pt x="253418" y="73102"/>
                </a:lnTo>
                <a:lnTo>
                  <a:pt x="273189" y="77126"/>
                </a:lnTo>
                <a:lnTo>
                  <a:pt x="290314" y="80014"/>
                </a:lnTo>
                <a:lnTo>
                  <a:pt x="304793" y="81765"/>
                </a:lnTo>
                <a:lnTo>
                  <a:pt x="316627" y="82380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18" name="knowledge-edge">
            <a:extLst>
              <a:ext uri="{FF2B5EF4-FFF2-40B4-BE49-F238E27FC236}">
                <a16:creationId xmlns:a16="http://schemas.microsoft.com/office/drawing/2014/main" id="{BD503943-5D20-4B9F-A2BE-1D2F5BB7D617}"/>
              </a:ext>
            </a:extLst>
          </p:cNvPr>
          <p:cNvSpPr>
            <a:spLocks noGrp="1"/>
          </p:cNvSpPr>
          <p:nvPr/>
        </p:nvSpPr>
        <p:spPr>
          <a:xfrm>
            <a:off x="155751" y="5997918"/>
            <a:ext cx="179239" cy="87755"/>
          </a:xfrm>
          <a:custGeom>
            <a:avLst/>
            <a:gdLst/>
            <a:ahLst/>
            <a:cxnLst/>
            <a:rect l="0" t="0" r="0" b="0"/>
            <a:pathLst>
              <a:path w="179239" h="87755">
                <a:moveTo>
                  <a:pt x="0" y="0"/>
                </a:moveTo>
                <a:lnTo>
                  <a:pt x="12803" y="17154"/>
                </a:lnTo>
                <a:lnTo>
                  <a:pt x="25606" y="32446"/>
                </a:lnTo>
                <a:lnTo>
                  <a:pt x="38408" y="45876"/>
                </a:lnTo>
                <a:lnTo>
                  <a:pt x="51211" y="57445"/>
                </a:lnTo>
                <a:lnTo>
                  <a:pt x="64014" y="67151"/>
                </a:lnTo>
                <a:lnTo>
                  <a:pt x="76817" y="74996"/>
                </a:lnTo>
                <a:lnTo>
                  <a:pt x="89620" y="80978"/>
                </a:lnTo>
                <a:lnTo>
                  <a:pt x="102422" y="85099"/>
                </a:lnTo>
                <a:lnTo>
                  <a:pt x="115225" y="87358"/>
                </a:lnTo>
                <a:lnTo>
                  <a:pt x="128028" y="87755"/>
                </a:lnTo>
                <a:lnTo>
                  <a:pt x="140831" y="86290"/>
                </a:lnTo>
                <a:lnTo>
                  <a:pt x="153634" y="82963"/>
                </a:lnTo>
                <a:lnTo>
                  <a:pt x="166436" y="77774"/>
                </a:lnTo>
                <a:lnTo>
                  <a:pt x="179239" y="70724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9" name="knowledge-cross-edge">
            <a:extLst>
              <a:ext uri="{FF2B5EF4-FFF2-40B4-BE49-F238E27FC236}">
                <a16:creationId xmlns:a16="http://schemas.microsoft.com/office/drawing/2014/main" id="{7C3E39C4-2740-42A2-9EF8-870CD4136289}"/>
              </a:ext>
            </a:extLst>
          </p:cNvPr>
          <p:cNvSpPr>
            <a:spLocks noGrp="1"/>
          </p:cNvSpPr>
          <p:nvPr/>
        </p:nvSpPr>
        <p:spPr>
          <a:xfrm>
            <a:off x="155751" y="5977913"/>
            <a:ext cx="261057" cy="370896"/>
          </a:xfrm>
          <a:custGeom>
            <a:avLst/>
            <a:gdLst/>
            <a:ahLst/>
            <a:cxnLst/>
            <a:rect l="0" t="0" r="0" b="0"/>
            <a:pathLst>
              <a:path w="261057" h="370896">
                <a:moveTo>
                  <a:pt x="0" y="20005"/>
                </a:moveTo>
                <a:lnTo>
                  <a:pt x="36307" y="6078"/>
                </a:lnTo>
                <a:lnTo>
                  <a:pt x="69968" y="0"/>
                </a:lnTo>
                <a:lnTo>
                  <a:pt x="100983" y="1770"/>
                </a:lnTo>
                <a:lnTo>
                  <a:pt x="129352" y="11390"/>
                </a:lnTo>
                <a:lnTo>
                  <a:pt x="155076" y="28858"/>
                </a:lnTo>
                <a:lnTo>
                  <a:pt x="178153" y="54174"/>
                </a:lnTo>
                <a:lnTo>
                  <a:pt x="198585" y="87339"/>
                </a:lnTo>
                <a:lnTo>
                  <a:pt x="216371" y="128353"/>
                </a:lnTo>
                <a:lnTo>
                  <a:pt x="231511" y="177216"/>
                </a:lnTo>
                <a:lnTo>
                  <a:pt x="244006" y="233927"/>
                </a:lnTo>
                <a:lnTo>
                  <a:pt x="253854" y="298487"/>
                </a:lnTo>
                <a:lnTo>
                  <a:pt x="261057" y="370896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20" name="knowledge-edge">
            <a:extLst>
              <a:ext uri="{FF2B5EF4-FFF2-40B4-BE49-F238E27FC236}">
                <a16:creationId xmlns:a16="http://schemas.microsoft.com/office/drawing/2014/main" id="{66B4D8B2-3286-4B1E-89A5-5AA70E43212E}"/>
              </a:ext>
            </a:extLst>
          </p:cNvPr>
          <p:cNvSpPr>
            <a:spLocks noGrp="1"/>
          </p:cNvSpPr>
          <p:nvPr/>
        </p:nvSpPr>
        <p:spPr>
          <a:xfrm>
            <a:off x="60974" y="6175035"/>
            <a:ext cx="355833" cy="173774"/>
          </a:xfrm>
          <a:custGeom>
            <a:avLst/>
            <a:gdLst/>
            <a:ahLst/>
            <a:cxnLst/>
            <a:rect l="0" t="0" r="0" b="0"/>
            <a:pathLst>
              <a:path w="355833" h="173774">
                <a:moveTo>
                  <a:pt x="0" y="0"/>
                </a:moveTo>
                <a:lnTo>
                  <a:pt x="25417" y="23885"/>
                </a:lnTo>
                <a:lnTo>
                  <a:pt x="50833" y="46005"/>
                </a:lnTo>
                <a:lnTo>
                  <a:pt x="76250" y="66360"/>
                </a:lnTo>
                <a:lnTo>
                  <a:pt x="101667" y="84950"/>
                </a:lnTo>
                <a:lnTo>
                  <a:pt x="127083" y="101775"/>
                </a:lnTo>
                <a:lnTo>
                  <a:pt x="152500" y="116835"/>
                </a:lnTo>
                <a:lnTo>
                  <a:pt x="177917" y="130130"/>
                </a:lnTo>
                <a:lnTo>
                  <a:pt x="203333" y="141660"/>
                </a:lnTo>
                <a:lnTo>
                  <a:pt x="228750" y="151425"/>
                </a:lnTo>
                <a:lnTo>
                  <a:pt x="254167" y="159425"/>
                </a:lnTo>
                <a:lnTo>
                  <a:pt x="279583" y="165660"/>
                </a:lnTo>
                <a:lnTo>
                  <a:pt x="305000" y="170130"/>
                </a:lnTo>
                <a:lnTo>
                  <a:pt x="330417" y="172834"/>
                </a:lnTo>
                <a:lnTo>
                  <a:pt x="355833" y="173774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1" name="knowledge-cross-edge">
            <a:extLst>
              <a:ext uri="{FF2B5EF4-FFF2-40B4-BE49-F238E27FC236}">
                <a16:creationId xmlns:a16="http://schemas.microsoft.com/office/drawing/2014/main" id="{9B4BDF1D-7CED-4820-8CF1-BB6CF300A7D2}"/>
              </a:ext>
            </a:extLst>
          </p:cNvPr>
          <p:cNvSpPr>
            <a:spLocks noGrp="1"/>
          </p:cNvSpPr>
          <p:nvPr/>
        </p:nvSpPr>
        <p:spPr>
          <a:xfrm>
            <a:off x="60974" y="6175035"/>
            <a:ext cx="499342" cy="383565"/>
          </a:xfrm>
          <a:custGeom>
            <a:avLst/>
            <a:gdLst/>
            <a:ahLst/>
            <a:cxnLst/>
            <a:rect l="0" t="0" r="0" b="0"/>
            <a:pathLst>
              <a:path w="499342" h="383565">
                <a:moveTo>
                  <a:pt x="0" y="0"/>
                </a:moveTo>
                <a:lnTo>
                  <a:pt x="56164" y="14510"/>
                </a:lnTo>
                <a:lnTo>
                  <a:pt x="109682" y="32194"/>
                </a:lnTo>
                <a:lnTo>
                  <a:pt x="160554" y="53051"/>
                </a:lnTo>
                <a:lnTo>
                  <a:pt x="208781" y="77081"/>
                </a:lnTo>
                <a:lnTo>
                  <a:pt x="254361" y="104285"/>
                </a:lnTo>
                <a:lnTo>
                  <a:pt x="297296" y="134662"/>
                </a:lnTo>
                <a:lnTo>
                  <a:pt x="337585" y="168212"/>
                </a:lnTo>
                <a:lnTo>
                  <a:pt x="375228" y="204936"/>
                </a:lnTo>
                <a:lnTo>
                  <a:pt x="410225" y="244833"/>
                </a:lnTo>
                <a:lnTo>
                  <a:pt x="442577" y="287904"/>
                </a:lnTo>
                <a:lnTo>
                  <a:pt x="472282" y="334147"/>
                </a:lnTo>
                <a:lnTo>
                  <a:pt x="499342" y="383565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22" name="knowledge-edge">
            <a:extLst>
              <a:ext uri="{FF2B5EF4-FFF2-40B4-BE49-F238E27FC236}">
                <a16:creationId xmlns:a16="http://schemas.microsoft.com/office/drawing/2014/main" id="{1EA144FC-0E7C-4F88-A3C3-D4E9D961803E}"/>
              </a:ext>
            </a:extLst>
          </p:cNvPr>
          <p:cNvSpPr>
            <a:spLocks noGrp="1"/>
          </p:cNvSpPr>
          <p:nvPr/>
        </p:nvSpPr>
        <p:spPr>
          <a:xfrm>
            <a:off x="139053" y="6336302"/>
            <a:ext cx="421263" cy="226259"/>
          </a:xfrm>
          <a:custGeom>
            <a:avLst/>
            <a:gdLst/>
            <a:ahLst/>
            <a:cxnLst/>
            <a:rect l="0" t="0" r="0" b="0"/>
            <a:pathLst>
              <a:path w="421263" h="226259">
                <a:moveTo>
                  <a:pt x="0" y="0"/>
                </a:moveTo>
                <a:lnTo>
                  <a:pt x="30090" y="35226"/>
                </a:lnTo>
                <a:lnTo>
                  <a:pt x="60180" y="67475"/>
                </a:lnTo>
                <a:lnTo>
                  <a:pt x="90271" y="96748"/>
                </a:lnTo>
                <a:lnTo>
                  <a:pt x="120361" y="123044"/>
                </a:lnTo>
                <a:lnTo>
                  <a:pt x="150451" y="146364"/>
                </a:lnTo>
                <a:lnTo>
                  <a:pt x="180541" y="166707"/>
                </a:lnTo>
                <a:lnTo>
                  <a:pt x="210632" y="184074"/>
                </a:lnTo>
                <a:lnTo>
                  <a:pt x="240722" y="198464"/>
                </a:lnTo>
                <a:lnTo>
                  <a:pt x="270812" y="209878"/>
                </a:lnTo>
                <a:lnTo>
                  <a:pt x="300902" y="218315"/>
                </a:lnTo>
                <a:lnTo>
                  <a:pt x="330993" y="223775"/>
                </a:lnTo>
                <a:lnTo>
                  <a:pt x="361083" y="226259"/>
                </a:lnTo>
                <a:lnTo>
                  <a:pt x="391173" y="225767"/>
                </a:lnTo>
                <a:lnTo>
                  <a:pt x="421263" y="222298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3" name="knowledge-cross-edge">
            <a:extLst>
              <a:ext uri="{FF2B5EF4-FFF2-40B4-BE49-F238E27FC236}">
                <a16:creationId xmlns:a16="http://schemas.microsoft.com/office/drawing/2014/main" id="{45EA9E6C-78C0-40EE-A4FF-C74E373797EF}"/>
              </a:ext>
            </a:extLst>
          </p:cNvPr>
          <p:cNvSpPr>
            <a:spLocks noGrp="1"/>
          </p:cNvSpPr>
          <p:nvPr/>
        </p:nvSpPr>
        <p:spPr>
          <a:xfrm>
            <a:off x="139053" y="6304189"/>
            <a:ext cx="414707" cy="574534"/>
          </a:xfrm>
          <a:custGeom>
            <a:avLst/>
            <a:gdLst/>
            <a:ahLst/>
            <a:cxnLst/>
            <a:rect l="0" t="0" r="0" b="0"/>
            <a:pathLst>
              <a:path w="414707" h="574534">
                <a:moveTo>
                  <a:pt x="0" y="32112"/>
                </a:moveTo>
                <a:lnTo>
                  <a:pt x="49111" y="9930"/>
                </a:lnTo>
                <a:lnTo>
                  <a:pt x="95576" y="0"/>
                </a:lnTo>
                <a:lnTo>
                  <a:pt x="139396" y="2321"/>
                </a:lnTo>
                <a:lnTo>
                  <a:pt x="180569" y="16894"/>
                </a:lnTo>
                <a:lnTo>
                  <a:pt x="219097" y="43718"/>
                </a:lnTo>
                <a:lnTo>
                  <a:pt x="254979" y="82794"/>
                </a:lnTo>
                <a:lnTo>
                  <a:pt x="288215" y="134122"/>
                </a:lnTo>
                <a:lnTo>
                  <a:pt x="318805" y="197701"/>
                </a:lnTo>
                <a:lnTo>
                  <a:pt x="346749" y="273532"/>
                </a:lnTo>
                <a:lnTo>
                  <a:pt x="372048" y="361614"/>
                </a:lnTo>
                <a:lnTo>
                  <a:pt x="394700" y="461948"/>
                </a:lnTo>
                <a:lnTo>
                  <a:pt x="414707" y="574534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24" name="knowledge-cross-edge">
            <a:extLst>
              <a:ext uri="{FF2B5EF4-FFF2-40B4-BE49-F238E27FC236}">
                <a16:creationId xmlns:a16="http://schemas.microsoft.com/office/drawing/2014/main" id="{5429C642-DDCE-498D-8DC4-C2809228E637}"/>
              </a:ext>
            </a:extLst>
          </p:cNvPr>
          <p:cNvSpPr>
            <a:spLocks noGrp="1"/>
          </p:cNvSpPr>
          <p:nvPr/>
        </p:nvSpPr>
        <p:spPr>
          <a:xfrm>
            <a:off x="139053" y="6309143"/>
            <a:ext cx="277755" cy="39666"/>
          </a:xfrm>
          <a:custGeom>
            <a:avLst/>
            <a:gdLst/>
            <a:ahLst/>
            <a:cxnLst/>
            <a:rect l="0" t="0" r="0" b="0"/>
            <a:pathLst>
              <a:path w="277755" h="39666">
                <a:moveTo>
                  <a:pt x="0" y="27159"/>
                </a:moveTo>
                <a:lnTo>
                  <a:pt x="8594" y="18027"/>
                </a:lnTo>
                <a:lnTo>
                  <a:pt x="19834" y="10746"/>
                </a:lnTo>
                <a:lnTo>
                  <a:pt x="33720" y="5314"/>
                </a:lnTo>
                <a:lnTo>
                  <a:pt x="50252" y="1732"/>
                </a:lnTo>
                <a:lnTo>
                  <a:pt x="69429" y="0"/>
                </a:lnTo>
                <a:lnTo>
                  <a:pt x="91252" y="117"/>
                </a:lnTo>
                <a:lnTo>
                  <a:pt x="115722" y="2085"/>
                </a:lnTo>
                <a:lnTo>
                  <a:pt x="142837" y="5901"/>
                </a:lnTo>
                <a:lnTo>
                  <a:pt x="172597" y="11568"/>
                </a:lnTo>
                <a:lnTo>
                  <a:pt x="205004" y="19084"/>
                </a:lnTo>
                <a:lnTo>
                  <a:pt x="240057" y="28450"/>
                </a:lnTo>
                <a:lnTo>
                  <a:pt x="277755" y="39666"/>
                </a:lnTo>
              </a:path>
            </a:pathLst>
          </a:custGeom>
          <a:noFill/>
          <a:ln w="4953">
            <a:solidFill>
              <a:srgbClr val="457CE8">
                <a:alpha val="12000"/>
              </a:srgbClr>
            </a:solidFill>
            <a:prstDash val="solid"/>
          </a:ln>
        </p:spPr>
      </p:sp>
      <p:sp>
        <p:nvSpPr>
          <p:cNvPr id="25" name="knowledge-edge">
            <a:extLst>
              <a:ext uri="{FF2B5EF4-FFF2-40B4-BE49-F238E27FC236}">
                <a16:creationId xmlns:a16="http://schemas.microsoft.com/office/drawing/2014/main" id="{C86825CA-BF2F-4E9F-B4F7-329A434B1601}"/>
              </a:ext>
            </a:extLst>
          </p:cNvPr>
          <p:cNvSpPr>
            <a:spLocks noGrp="1"/>
          </p:cNvSpPr>
          <p:nvPr/>
        </p:nvSpPr>
        <p:spPr>
          <a:xfrm>
            <a:off x="192706" y="6789877"/>
            <a:ext cx="361054" cy="88846"/>
          </a:xfrm>
          <a:custGeom>
            <a:avLst/>
            <a:gdLst/>
            <a:ahLst/>
            <a:cxnLst/>
            <a:rect l="0" t="0" r="0" b="0"/>
            <a:pathLst>
              <a:path w="361054" h="88846">
                <a:moveTo>
                  <a:pt x="0" y="27696"/>
                </a:moveTo>
                <a:lnTo>
                  <a:pt x="25790" y="17754"/>
                </a:lnTo>
                <a:lnTo>
                  <a:pt x="51579" y="10013"/>
                </a:lnTo>
                <a:lnTo>
                  <a:pt x="77369" y="4474"/>
                </a:lnTo>
                <a:lnTo>
                  <a:pt x="103158" y="1136"/>
                </a:lnTo>
                <a:lnTo>
                  <a:pt x="128948" y="0"/>
                </a:lnTo>
                <a:lnTo>
                  <a:pt x="154738" y="1065"/>
                </a:lnTo>
                <a:lnTo>
                  <a:pt x="180527" y="4333"/>
                </a:lnTo>
                <a:lnTo>
                  <a:pt x="206317" y="9801"/>
                </a:lnTo>
                <a:lnTo>
                  <a:pt x="232106" y="17471"/>
                </a:lnTo>
                <a:lnTo>
                  <a:pt x="257896" y="27343"/>
                </a:lnTo>
                <a:lnTo>
                  <a:pt x="283685" y="39416"/>
                </a:lnTo>
                <a:lnTo>
                  <a:pt x="309475" y="53691"/>
                </a:lnTo>
                <a:lnTo>
                  <a:pt x="335265" y="70168"/>
                </a:lnTo>
                <a:lnTo>
                  <a:pt x="361054" y="88846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6" name="knowledge-cross-edge">
            <a:extLst>
              <a:ext uri="{FF2B5EF4-FFF2-40B4-BE49-F238E27FC236}">
                <a16:creationId xmlns:a16="http://schemas.microsoft.com/office/drawing/2014/main" id="{6DAB8FB5-04A2-4B83-A5AE-09B9E6A9CF3E}"/>
              </a:ext>
            </a:extLst>
          </p:cNvPr>
          <p:cNvSpPr>
            <a:spLocks noGrp="1"/>
          </p:cNvSpPr>
          <p:nvPr/>
        </p:nvSpPr>
        <p:spPr>
          <a:xfrm>
            <a:off x="192706" y="6558600"/>
            <a:ext cx="367610" cy="258974"/>
          </a:xfrm>
          <a:custGeom>
            <a:avLst/>
            <a:gdLst/>
            <a:ahLst/>
            <a:cxnLst/>
            <a:rect l="0" t="0" r="0" b="0"/>
            <a:pathLst>
              <a:path w="367610" h="258974">
                <a:moveTo>
                  <a:pt x="0" y="258974"/>
                </a:moveTo>
                <a:lnTo>
                  <a:pt x="16082" y="227701"/>
                </a:lnTo>
                <a:lnTo>
                  <a:pt x="34810" y="198191"/>
                </a:lnTo>
                <a:lnTo>
                  <a:pt x="56184" y="170442"/>
                </a:lnTo>
                <a:lnTo>
                  <a:pt x="80203" y="144455"/>
                </a:lnTo>
                <a:lnTo>
                  <a:pt x="106869" y="120231"/>
                </a:lnTo>
                <a:lnTo>
                  <a:pt x="136180" y="97769"/>
                </a:lnTo>
                <a:lnTo>
                  <a:pt x="168137" y="77069"/>
                </a:lnTo>
                <a:lnTo>
                  <a:pt x="202740" y="58131"/>
                </a:lnTo>
                <a:lnTo>
                  <a:pt x="239989" y="40955"/>
                </a:lnTo>
                <a:lnTo>
                  <a:pt x="279884" y="25541"/>
                </a:lnTo>
                <a:lnTo>
                  <a:pt x="322424" y="11889"/>
                </a:lnTo>
                <a:lnTo>
                  <a:pt x="367610" y="0"/>
                </a:lnTo>
              </a:path>
            </a:pathLst>
          </a:custGeom>
          <a:noFill/>
          <a:ln w="4953">
            <a:solidFill>
              <a:srgbClr val="457CE8">
                <a:alpha val="12000"/>
              </a:srgbClr>
            </a:solidFill>
            <a:prstDash val="solid"/>
          </a:ln>
        </p:spPr>
      </p:sp>
      <p:sp>
        <p:nvSpPr>
          <p:cNvPr id="27" name="knowledge-long-edge">
            <a:extLst>
              <a:ext uri="{FF2B5EF4-FFF2-40B4-BE49-F238E27FC236}">
                <a16:creationId xmlns:a16="http://schemas.microsoft.com/office/drawing/2014/main" id="{0992A2CC-0077-4662-A808-77A5AA35682F}"/>
              </a:ext>
            </a:extLst>
          </p:cNvPr>
          <p:cNvSpPr>
            <a:spLocks noGrp="1"/>
          </p:cNvSpPr>
          <p:nvPr/>
        </p:nvSpPr>
        <p:spPr>
          <a:xfrm>
            <a:off x="192706" y="6638356"/>
            <a:ext cx="679394" cy="459270"/>
          </a:xfrm>
          <a:custGeom>
            <a:avLst/>
            <a:gdLst/>
            <a:ahLst/>
            <a:cxnLst/>
            <a:rect l="0" t="0" r="0" b="0"/>
            <a:pathLst>
              <a:path w="679394" h="459270">
                <a:moveTo>
                  <a:pt x="0" y="179218"/>
                </a:moveTo>
                <a:lnTo>
                  <a:pt x="42462" y="125662"/>
                </a:lnTo>
                <a:lnTo>
                  <a:pt x="84924" y="81580"/>
                </a:lnTo>
                <a:lnTo>
                  <a:pt x="127386" y="46973"/>
                </a:lnTo>
                <a:lnTo>
                  <a:pt x="169848" y="21841"/>
                </a:lnTo>
                <a:lnTo>
                  <a:pt x="212311" y="6183"/>
                </a:lnTo>
                <a:lnTo>
                  <a:pt x="254773" y="0"/>
                </a:lnTo>
                <a:lnTo>
                  <a:pt x="297235" y="3291"/>
                </a:lnTo>
                <a:lnTo>
                  <a:pt x="339697" y="16057"/>
                </a:lnTo>
                <a:lnTo>
                  <a:pt x="382159" y="38298"/>
                </a:lnTo>
                <a:lnTo>
                  <a:pt x="424621" y="70013"/>
                </a:lnTo>
                <a:lnTo>
                  <a:pt x="467083" y="111203"/>
                </a:lnTo>
                <a:lnTo>
                  <a:pt x="509545" y="161867"/>
                </a:lnTo>
                <a:lnTo>
                  <a:pt x="552007" y="222006"/>
                </a:lnTo>
                <a:lnTo>
                  <a:pt x="594470" y="291619"/>
                </a:lnTo>
                <a:lnTo>
                  <a:pt x="636932" y="370707"/>
                </a:lnTo>
                <a:lnTo>
                  <a:pt x="679394" y="459270"/>
                </a:lnTo>
              </a:path>
            </a:pathLst>
          </a:custGeom>
          <a:noFill/>
          <a:ln w="4286">
            <a:solidFill>
              <a:srgbClr val="457CE8">
                <a:alpha val="9000"/>
              </a:srgbClr>
            </a:solidFill>
            <a:prstDash val="solid"/>
          </a:ln>
        </p:spPr>
      </p:sp>
      <p:sp>
        <p:nvSpPr>
          <p:cNvPr id="28" name="knowledge-edge">
            <a:extLst>
              <a:ext uri="{FF2B5EF4-FFF2-40B4-BE49-F238E27FC236}">
                <a16:creationId xmlns:a16="http://schemas.microsoft.com/office/drawing/2014/main" id="{13604834-4FD6-4991-8EF8-C1614B4CF8AF}"/>
              </a:ext>
            </a:extLst>
          </p:cNvPr>
          <p:cNvSpPr>
            <a:spLocks noGrp="1"/>
          </p:cNvSpPr>
          <p:nvPr/>
        </p:nvSpPr>
        <p:spPr>
          <a:xfrm>
            <a:off x="506441" y="5858353"/>
            <a:ext cx="262467" cy="108759"/>
          </a:xfrm>
          <a:custGeom>
            <a:avLst/>
            <a:gdLst/>
            <a:ahLst/>
            <a:cxnLst/>
            <a:rect l="0" t="0" r="0" b="0"/>
            <a:pathLst>
              <a:path w="262467" h="108759">
                <a:moveTo>
                  <a:pt x="0" y="90355"/>
                </a:moveTo>
                <a:lnTo>
                  <a:pt x="18748" y="98273"/>
                </a:lnTo>
                <a:lnTo>
                  <a:pt x="37495" y="103979"/>
                </a:lnTo>
                <a:lnTo>
                  <a:pt x="56243" y="107475"/>
                </a:lnTo>
                <a:lnTo>
                  <a:pt x="74990" y="108759"/>
                </a:lnTo>
                <a:lnTo>
                  <a:pt x="93738" y="107833"/>
                </a:lnTo>
                <a:lnTo>
                  <a:pt x="112486" y="104695"/>
                </a:lnTo>
                <a:lnTo>
                  <a:pt x="131233" y="99347"/>
                </a:lnTo>
                <a:lnTo>
                  <a:pt x="149981" y="91787"/>
                </a:lnTo>
                <a:lnTo>
                  <a:pt x="168729" y="82017"/>
                </a:lnTo>
                <a:lnTo>
                  <a:pt x="187476" y="70036"/>
                </a:lnTo>
                <a:lnTo>
                  <a:pt x="206224" y="55843"/>
                </a:lnTo>
                <a:lnTo>
                  <a:pt x="224971" y="39440"/>
                </a:lnTo>
                <a:lnTo>
                  <a:pt x="243719" y="20825"/>
                </a:lnTo>
                <a:lnTo>
                  <a:pt x="262467" y="0"/>
                </a:lnTo>
              </a:path>
            </a:pathLst>
          </a:custGeom>
          <a:noFill/>
          <a:ln w="6477">
            <a:solidFill>
              <a:srgbClr val="4773DD">
                <a:alpha val="17000"/>
              </a:srgbClr>
            </a:solidFill>
            <a:prstDash val="solid"/>
          </a:ln>
        </p:spPr>
      </p:sp>
      <p:sp>
        <p:nvSpPr>
          <p:cNvPr id="29" name="knowledge-cross-edge">
            <a:extLst>
              <a:ext uri="{FF2B5EF4-FFF2-40B4-BE49-F238E27FC236}">
                <a16:creationId xmlns:a16="http://schemas.microsoft.com/office/drawing/2014/main" id="{AE840F41-E615-417F-8018-46E9A7910DE4}"/>
              </a:ext>
            </a:extLst>
          </p:cNvPr>
          <p:cNvSpPr>
            <a:spLocks noGrp="1"/>
          </p:cNvSpPr>
          <p:nvPr/>
        </p:nvSpPr>
        <p:spPr>
          <a:xfrm>
            <a:off x="506441" y="5930041"/>
            <a:ext cx="402656" cy="141828"/>
          </a:xfrm>
          <a:custGeom>
            <a:avLst/>
            <a:gdLst/>
            <a:ahLst/>
            <a:cxnLst/>
            <a:rect l="0" t="0" r="0" b="0"/>
            <a:pathLst>
              <a:path w="402656" h="141828">
                <a:moveTo>
                  <a:pt x="0" y="18667"/>
                </a:moveTo>
                <a:lnTo>
                  <a:pt x="48107" y="8781"/>
                </a:lnTo>
                <a:lnTo>
                  <a:pt x="93568" y="2559"/>
                </a:lnTo>
                <a:lnTo>
                  <a:pt x="136383" y="0"/>
                </a:lnTo>
                <a:lnTo>
                  <a:pt x="176552" y="1105"/>
                </a:lnTo>
                <a:lnTo>
                  <a:pt x="214075" y="5873"/>
                </a:lnTo>
                <a:lnTo>
                  <a:pt x="248953" y="14304"/>
                </a:lnTo>
                <a:lnTo>
                  <a:pt x="281185" y="26399"/>
                </a:lnTo>
                <a:lnTo>
                  <a:pt x="310770" y="42158"/>
                </a:lnTo>
                <a:lnTo>
                  <a:pt x="337710" y="61580"/>
                </a:lnTo>
                <a:lnTo>
                  <a:pt x="362005" y="84666"/>
                </a:lnTo>
                <a:lnTo>
                  <a:pt x="383653" y="111415"/>
                </a:lnTo>
                <a:lnTo>
                  <a:pt x="402656" y="141828"/>
                </a:lnTo>
              </a:path>
            </a:pathLst>
          </a:custGeom>
          <a:noFill/>
          <a:ln w="5334">
            <a:solidFill>
              <a:srgbClr val="4773DD">
                <a:alpha val="13000"/>
              </a:srgbClr>
            </a:solidFill>
            <a:prstDash val="solid"/>
          </a:ln>
        </p:spPr>
      </p:sp>
      <p:sp>
        <p:nvSpPr>
          <p:cNvPr id="30" name="knowledge-edge">
            <a:extLst>
              <a:ext uri="{FF2B5EF4-FFF2-40B4-BE49-F238E27FC236}">
                <a16:creationId xmlns:a16="http://schemas.microsoft.com/office/drawing/2014/main" id="{BBCA7421-BE89-484F-8400-1B20613F659C}"/>
              </a:ext>
            </a:extLst>
          </p:cNvPr>
          <p:cNvSpPr>
            <a:spLocks noGrp="1"/>
          </p:cNvSpPr>
          <p:nvPr/>
        </p:nvSpPr>
        <p:spPr>
          <a:xfrm>
            <a:off x="349788" y="6036265"/>
            <a:ext cx="559309" cy="56578"/>
          </a:xfrm>
          <a:custGeom>
            <a:avLst/>
            <a:gdLst/>
            <a:ahLst/>
            <a:cxnLst/>
            <a:rect l="0" t="0" r="0" b="0"/>
            <a:pathLst>
              <a:path w="559309" h="56578">
                <a:moveTo>
                  <a:pt x="0" y="0"/>
                </a:moveTo>
                <a:lnTo>
                  <a:pt x="39951" y="12276"/>
                </a:lnTo>
                <a:lnTo>
                  <a:pt x="79901" y="23054"/>
                </a:lnTo>
                <a:lnTo>
                  <a:pt x="119852" y="32335"/>
                </a:lnTo>
                <a:lnTo>
                  <a:pt x="159802" y="40119"/>
                </a:lnTo>
                <a:lnTo>
                  <a:pt x="199753" y="46405"/>
                </a:lnTo>
                <a:lnTo>
                  <a:pt x="239704" y="51194"/>
                </a:lnTo>
                <a:lnTo>
                  <a:pt x="279654" y="54486"/>
                </a:lnTo>
                <a:lnTo>
                  <a:pt x="319605" y="56280"/>
                </a:lnTo>
                <a:lnTo>
                  <a:pt x="359556" y="56578"/>
                </a:lnTo>
                <a:lnTo>
                  <a:pt x="399506" y="55377"/>
                </a:lnTo>
                <a:lnTo>
                  <a:pt x="439457" y="52680"/>
                </a:lnTo>
                <a:lnTo>
                  <a:pt x="479407" y="48485"/>
                </a:lnTo>
                <a:lnTo>
                  <a:pt x="519358" y="42793"/>
                </a:lnTo>
                <a:lnTo>
                  <a:pt x="559309" y="35603"/>
                </a:lnTo>
              </a:path>
            </a:pathLst>
          </a:custGeom>
          <a:noFill/>
          <a:ln w="6477">
            <a:solidFill>
              <a:srgbClr val="4773DD">
                <a:alpha val="17000"/>
              </a:srgbClr>
            </a:solidFill>
            <a:prstDash val="solid"/>
          </a:ln>
        </p:spPr>
      </p:sp>
      <p:sp>
        <p:nvSpPr>
          <p:cNvPr id="31" name="knowledge-cross-edge">
            <a:extLst>
              <a:ext uri="{FF2B5EF4-FFF2-40B4-BE49-F238E27FC236}">
                <a16:creationId xmlns:a16="http://schemas.microsoft.com/office/drawing/2014/main" id="{09D3E995-3C6F-446B-B309-8D6CFB54E432}"/>
              </a:ext>
            </a:extLst>
          </p:cNvPr>
          <p:cNvSpPr>
            <a:spLocks noGrp="1"/>
          </p:cNvSpPr>
          <p:nvPr/>
        </p:nvSpPr>
        <p:spPr>
          <a:xfrm>
            <a:off x="349788" y="5857431"/>
            <a:ext cx="419120" cy="178834"/>
          </a:xfrm>
          <a:custGeom>
            <a:avLst/>
            <a:gdLst/>
            <a:ahLst/>
            <a:cxnLst/>
            <a:rect l="0" t="0" r="0" b="0"/>
            <a:pathLst>
              <a:path w="419120" h="178834">
                <a:moveTo>
                  <a:pt x="0" y="178834"/>
                </a:moveTo>
                <a:lnTo>
                  <a:pt x="20375" y="148260"/>
                </a:lnTo>
                <a:lnTo>
                  <a:pt x="43395" y="120549"/>
                </a:lnTo>
                <a:lnTo>
                  <a:pt x="69061" y="95701"/>
                </a:lnTo>
                <a:lnTo>
                  <a:pt x="97373" y="73717"/>
                </a:lnTo>
                <a:lnTo>
                  <a:pt x="128331" y="54596"/>
                </a:lnTo>
                <a:lnTo>
                  <a:pt x="161935" y="38338"/>
                </a:lnTo>
                <a:lnTo>
                  <a:pt x="198184" y="24944"/>
                </a:lnTo>
                <a:lnTo>
                  <a:pt x="237080" y="14413"/>
                </a:lnTo>
                <a:lnTo>
                  <a:pt x="278621" y="6745"/>
                </a:lnTo>
                <a:lnTo>
                  <a:pt x="322808" y="1941"/>
                </a:lnTo>
                <a:lnTo>
                  <a:pt x="369641" y="0"/>
                </a:lnTo>
                <a:lnTo>
                  <a:pt x="419120" y="922"/>
                </a:lnTo>
              </a:path>
            </a:pathLst>
          </a:custGeom>
          <a:noFill/>
          <a:ln w="4953">
            <a:solidFill>
              <a:srgbClr val="4773DD">
                <a:alpha val="12000"/>
              </a:srgbClr>
            </a:solidFill>
            <a:prstDash val="solid"/>
          </a:ln>
        </p:spPr>
      </p:sp>
      <p:sp>
        <p:nvSpPr>
          <p:cNvPr id="32" name="knowledge-long-edge">
            <a:extLst>
              <a:ext uri="{FF2B5EF4-FFF2-40B4-BE49-F238E27FC236}">
                <a16:creationId xmlns:a16="http://schemas.microsoft.com/office/drawing/2014/main" id="{E1570985-B3CF-4B05-8A1B-EBB5EE321524}"/>
              </a:ext>
            </a:extLst>
          </p:cNvPr>
          <p:cNvSpPr>
            <a:spLocks noGrp="1"/>
          </p:cNvSpPr>
          <p:nvPr/>
        </p:nvSpPr>
        <p:spPr>
          <a:xfrm>
            <a:off x="349788" y="5790631"/>
            <a:ext cx="860892" cy="396807"/>
          </a:xfrm>
          <a:custGeom>
            <a:avLst/>
            <a:gdLst/>
            <a:ahLst/>
            <a:cxnLst/>
            <a:rect l="0" t="0" r="0" b="0"/>
            <a:pathLst>
              <a:path w="860892" h="396807">
                <a:moveTo>
                  <a:pt x="0" y="245634"/>
                </a:moveTo>
                <a:lnTo>
                  <a:pt x="53806" y="180851"/>
                </a:lnTo>
                <a:lnTo>
                  <a:pt x="107611" y="125965"/>
                </a:lnTo>
                <a:lnTo>
                  <a:pt x="161417" y="80977"/>
                </a:lnTo>
                <a:lnTo>
                  <a:pt x="215223" y="45887"/>
                </a:lnTo>
                <a:lnTo>
                  <a:pt x="269029" y="20694"/>
                </a:lnTo>
                <a:lnTo>
                  <a:pt x="322834" y="5398"/>
                </a:lnTo>
                <a:lnTo>
                  <a:pt x="376640" y="0"/>
                </a:lnTo>
                <a:lnTo>
                  <a:pt x="430446" y="4500"/>
                </a:lnTo>
                <a:lnTo>
                  <a:pt x="484252" y="18897"/>
                </a:lnTo>
                <a:lnTo>
                  <a:pt x="538057" y="43191"/>
                </a:lnTo>
                <a:lnTo>
                  <a:pt x="591863" y="77383"/>
                </a:lnTo>
                <a:lnTo>
                  <a:pt x="645669" y="121473"/>
                </a:lnTo>
                <a:lnTo>
                  <a:pt x="699474" y="175460"/>
                </a:lnTo>
                <a:lnTo>
                  <a:pt x="753280" y="239345"/>
                </a:lnTo>
                <a:lnTo>
                  <a:pt x="807086" y="313127"/>
                </a:lnTo>
                <a:lnTo>
                  <a:pt x="860892" y="396807"/>
                </a:lnTo>
              </a:path>
            </a:pathLst>
          </a:custGeom>
          <a:noFill/>
          <a:ln w="4286">
            <a:solidFill>
              <a:srgbClr val="4773DD">
                <a:alpha val="9000"/>
              </a:srgbClr>
            </a:solidFill>
            <a:prstDash val="solid"/>
          </a:ln>
        </p:spPr>
      </p:sp>
      <p:sp>
        <p:nvSpPr>
          <p:cNvPr id="33" name="knowledge-edge">
            <a:extLst>
              <a:ext uri="{FF2B5EF4-FFF2-40B4-BE49-F238E27FC236}">
                <a16:creationId xmlns:a16="http://schemas.microsoft.com/office/drawing/2014/main" id="{675FC1B7-1133-4457-BCFD-2FCC60DC99F8}"/>
              </a:ext>
            </a:extLst>
          </p:cNvPr>
          <p:cNvSpPr>
            <a:spLocks noGrp="1"/>
          </p:cNvSpPr>
          <p:nvPr/>
        </p:nvSpPr>
        <p:spPr>
          <a:xfrm>
            <a:off x="391351" y="6110586"/>
            <a:ext cx="603122" cy="65732"/>
          </a:xfrm>
          <a:custGeom>
            <a:avLst/>
            <a:gdLst/>
            <a:ahLst/>
            <a:cxnLst/>
            <a:rect l="0" t="0" r="0" b="0"/>
            <a:pathLst>
              <a:path w="603122" h="65732">
                <a:moveTo>
                  <a:pt x="0" y="57624"/>
                </a:moveTo>
                <a:lnTo>
                  <a:pt x="43080" y="41840"/>
                </a:lnTo>
                <a:lnTo>
                  <a:pt x="86160" y="28573"/>
                </a:lnTo>
                <a:lnTo>
                  <a:pt x="129240" y="17823"/>
                </a:lnTo>
                <a:lnTo>
                  <a:pt x="172321" y="9591"/>
                </a:lnTo>
                <a:lnTo>
                  <a:pt x="215401" y="3877"/>
                </a:lnTo>
                <a:lnTo>
                  <a:pt x="258481" y="680"/>
                </a:lnTo>
                <a:lnTo>
                  <a:pt x="301561" y="0"/>
                </a:lnTo>
                <a:lnTo>
                  <a:pt x="344641" y="1838"/>
                </a:lnTo>
                <a:lnTo>
                  <a:pt x="387721" y="6193"/>
                </a:lnTo>
                <a:lnTo>
                  <a:pt x="430801" y="13066"/>
                </a:lnTo>
                <a:lnTo>
                  <a:pt x="473881" y="22456"/>
                </a:lnTo>
                <a:lnTo>
                  <a:pt x="516962" y="34364"/>
                </a:lnTo>
                <a:lnTo>
                  <a:pt x="560042" y="48789"/>
                </a:lnTo>
                <a:lnTo>
                  <a:pt x="603122" y="65732"/>
                </a:lnTo>
              </a:path>
            </a:pathLst>
          </a:custGeom>
          <a:noFill/>
          <a:ln w="6477">
            <a:solidFill>
              <a:srgbClr val="4773DD">
                <a:alpha val="17000"/>
              </a:srgbClr>
            </a:solidFill>
            <a:prstDash val="solid"/>
          </a:ln>
        </p:spPr>
      </p:sp>
      <p:sp>
        <p:nvSpPr>
          <p:cNvPr id="34" name="knowledge-edge">
            <a:extLst>
              <a:ext uri="{FF2B5EF4-FFF2-40B4-BE49-F238E27FC236}">
                <a16:creationId xmlns:a16="http://schemas.microsoft.com/office/drawing/2014/main" id="{B95726CA-4071-4C17-8EAE-0A5D00085B99}"/>
              </a:ext>
            </a:extLst>
          </p:cNvPr>
          <p:cNvSpPr>
            <a:spLocks noGrp="1"/>
          </p:cNvSpPr>
          <p:nvPr/>
        </p:nvSpPr>
        <p:spPr>
          <a:xfrm>
            <a:off x="334990" y="6068642"/>
            <a:ext cx="403854" cy="162597"/>
          </a:xfrm>
          <a:custGeom>
            <a:avLst/>
            <a:gdLst/>
            <a:ahLst/>
            <a:cxnLst/>
            <a:rect l="0" t="0" r="0" b="0"/>
            <a:pathLst>
              <a:path w="403854" h="162597">
                <a:moveTo>
                  <a:pt x="0" y="0"/>
                </a:moveTo>
                <a:lnTo>
                  <a:pt x="28847" y="25938"/>
                </a:lnTo>
                <a:lnTo>
                  <a:pt x="57693" y="49623"/>
                </a:lnTo>
                <a:lnTo>
                  <a:pt x="86540" y="71056"/>
                </a:lnTo>
                <a:lnTo>
                  <a:pt x="115387" y="90236"/>
                </a:lnTo>
                <a:lnTo>
                  <a:pt x="144234" y="107165"/>
                </a:lnTo>
                <a:lnTo>
                  <a:pt x="173080" y="121841"/>
                </a:lnTo>
                <a:lnTo>
                  <a:pt x="201927" y="134264"/>
                </a:lnTo>
                <a:lnTo>
                  <a:pt x="230774" y="144435"/>
                </a:lnTo>
                <a:lnTo>
                  <a:pt x="259621" y="152354"/>
                </a:lnTo>
                <a:lnTo>
                  <a:pt x="288467" y="158021"/>
                </a:lnTo>
                <a:lnTo>
                  <a:pt x="317314" y="161435"/>
                </a:lnTo>
                <a:lnTo>
                  <a:pt x="346161" y="162597"/>
                </a:lnTo>
                <a:lnTo>
                  <a:pt x="375008" y="161507"/>
                </a:lnTo>
                <a:lnTo>
                  <a:pt x="403854" y="158164"/>
                </a:lnTo>
              </a:path>
            </a:pathLst>
          </a:custGeom>
          <a:noFill/>
          <a:ln w="6477">
            <a:solidFill>
              <a:srgbClr val="4773DD">
                <a:alpha val="17000"/>
              </a:srgbClr>
            </a:solidFill>
            <a:prstDash val="solid"/>
          </a:ln>
        </p:spPr>
      </p:sp>
      <p:sp>
        <p:nvSpPr>
          <p:cNvPr id="35" name="knowledge-edge">
            <a:extLst>
              <a:ext uri="{FF2B5EF4-FFF2-40B4-BE49-F238E27FC236}">
                <a16:creationId xmlns:a16="http://schemas.microsoft.com/office/drawing/2014/main" id="{F834359A-5938-45AD-ADA8-D624C15881F6}"/>
              </a:ext>
            </a:extLst>
          </p:cNvPr>
          <p:cNvSpPr>
            <a:spLocks noGrp="1"/>
          </p:cNvSpPr>
          <p:nvPr/>
        </p:nvSpPr>
        <p:spPr>
          <a:xfrm>
            <a:off x="416808" y="6348809"/>
            <a:ext cx="284945" cy="99136"/>
          </a:xfrm>
          <a:custGeom>
            <a:avLst/>
            <a:gdLst/>
            <a:ahLst/>
            <a:cxnLst/>
            <a:rect l="0" t="0" r="0" b="0"/>
            <a:pathLst>
              <a:path w="284945" h="99136">
                <a:moveTo>
                  <a:pt x="0" y="0"/>
                </a:moveTo>
                <a:lnTo>
                  <a:pt x="20353" y="17536"/>
                </a:lnTo>
                <a:lnTo>
                  <a:pt x="40706" y="33368"/>
                </a:lnTo>
                <a:lnTo>
                  <a:pt x="61060" y="47494"/>
                </a:lnTo>
                <a:lnTo>
                  <a:pt x="81413" y="59916"/>
                </a:lnTo>
                <a:lnTo>
                  <a:pt x="101766" y="70633"/>
                </a:lnTo>
                <a:lnTo>
                  <a:pt x="122119" y="79646"/>
                </a:lnTo>
                <a:lnTo>
                  <a:pt x="142473" y="86953"/>
                </a:lnTo>
                <a:lnTo>
                  <a:pt x="162826" y="92556"/>
                </a:lnTo>
                <a:lnTo>
                  <a:pt x="183179" y="96454"/>
                </a:lnTo>
                <a:lnTo>
                  <a:pt x="203532" y="98648"/>
                </a:lnTo>
                <a:lnTo>
                  <a:pt x="223885" y="99136"/>
                </a:lnTo>
                <a:lnTo>
                  <a:pt x="244239" y="97920"/>
                </a:lnTo>
                <a:lnTo>
                  <a:pt x="264592" y="94999"/>
                </a:lnTo>
                <a:lnTo>
                  <a:pt x="284945" y="90374"/>
                </a:lnTo>
              </a:path>
            </a:pathLst>
          </a:custGeom>
          <a:noFill/>
          <a:ln w="6477">
            <a:solidFill>
              <a:srgbClr val="4773DD">
                <a:alpha val="17000"/>
              </a:srgbClr>
            </a:solidFill>
            <a:prstDash val="solid"/>
          </a:ln>
        </p:spPr>
      </p:sp>
      <p:sp>
        <p:nvSpPr>
          <p:cNvPr id="36" name="knowledge-cross-edge">
            <a:extLst>
              <a:ext uri="{FF2B5EF4-FFF2-40B4-BE49-F238E27FC236}">
                <a16:creationId xmlns:a16="http://schemas.microsoft.com/office/drawing/2014/main" id="{42A8A9EE-E7D6-488E-982F-B5B60A4E3702}"/>
              </a:ext>
            </a:extLst>
          </p:cNvPr>
          <p:cNvSpPr>
            <a:spLocks noGrp="1"/>
          </p:cNvSpPr>
          <p:nvPr/>
        </p:nvSpPr>
        <p:spPr>
          <a:xfrm>
            <a:off x="416808" y="6348809"/>
            <a:ext cx="466083" cy="285737"/>
          </a:xfrm>
          <a:custGeom>
            <a:avLst/>
            <a:gdLst/>
            <a:ahLst/>
            <a:cxnLst/>
            <a:rect l="0" t="0" r="0" b="0"/>
            <a:pathLst>
              <a:path w="466083" h="285737">
                <a:moveTo>
                  <a:pt x="0" y="0"/>
                </a:moveTo>
                <a:lnTo>
                  <a:pt x="53392" y="7405"/>
                </a:lnTo>
                <a:lnTo>
                  <a:pt x="104139" y="17792"/>
                </a:lnTo>
                <a:lnTo>
                  <a:pt x="152240" y="31163"/>
                </a:lnTo>
                <a:lnTo>
                  <a:pt x="197694" y="47516"/>
                </a:lnTo>
                <a:lnTo>
                  <a:pt x="240503" y="66853"/>
                </a:lnTo>
                <a:lnTo>
                  <a:pt x="280667" y="89173"/>
                </a:lnTo>
                <a:lnTo>
                  <a:pt x="318184" y="114476"/>
                </a:lnTo>
                <a:lnTo>
                  <a:pt x="353055" y="142762"/>
                </a:lnTo>
                <a:lnTo>
                  <a:pt x="385281" y="174031"/>
                </a:lnTo>
                <a:lnTo>
                  <a:pt x="414861" y="208283"/>
                </a:lnTo>
                <a:lnTo>
                  <a:pt x="441795" y="245518"/>
                </a:lnTo>
                <a:lnTo>
                  <a:pt x="466083" y="285737"/>
                </a:lnTo>
              </a:path>
            </a:pathLst>
          </a:custGeom>
          <a:noFill/>
          <a:ln w="5334">
            <a:solidFill>
              <a:srgbClr val="4773DD">
                <a:alpha val="13000"/>
              </a:srgbClr>
            </a:solidFill>
            <a:prstDash val="solid"/>
          </a:ln>
        </p:spPr>
      </p:sp>
      <p:sp>
        <p:nvSpPr>
          <p:cNvPr id="37" name="knowledge-edge">
            <a:extLst>
              <a:ext uri="{FF2B5EF4-FFF2-40B4-BE49-F238E27FC236}">
                <a16:creationId xmlns:a16="http://schemas.microsoft.com/office/drawing/2014/main" id="{D52657AF-B83C-489C-A448-453C90CCD47F}"/>
              </a:ext>
            </a:extLst>
          </p:cNvPr>
          <p:cNvSpPr>
            <a:spLocks noGrp="1"/>
          </p:cNvSpPr>
          <p:nvPr/>
        </p:nvSpPr>
        <p:spPr>
          <a:xfrm>
            <a:off x="560316" y="6558600"/>
            <a:ext cx="322575" cy="75946"/>
          </a:xfrm>
          <a:custGeom>
            <a:avLst/>
            <a:gdLst/>
            <a:ahLst/>
            <a:cxnLst/>
            <a:rect l="0" t="0" r="0" b="0"/>
            <a:pathLst>
              <a:path w="322575" h="75946">
                <a:moveTo>
                  <a:pt x="0" y="0"/>
                </a:moveTo>
                <a:lnTo>
                  <a:pt x="23041" y="9049"/>
                </a:lnTo>
                <a:lnTo>
                  <a:pt x="46082" y="17541"/>
                </a:lnTo>
                <a:lnTo>
                  <a:pt x="69123" y="25475"/>
                </a:lnTo>
                <a:lnTo>
                  <a:pt x="92164" y="32852"/>
                </a:lnTo>
                <a:lnTo>
                  <a:pt x="115205" y="39670"/>
                </a:lnTo>
                <a:lnTo>
                  <a:pt x="138246" y="45932"/>
                </a:lnTo>
                <a:lnTo>
                  <a:pt x="161287" y="51635"/>
                </a:lnTo>
                <a:lnTo>
                  <a:pt x="184328" y="56781"/>
                </a:lnTo>
                <a:lnTo>
                  <a:pt x="207369" y="61369"/>
                </a:lnTo>
                <a:lnTo>
                  <a:pt x="230410" y="65400"/>
                </a:lnTo>
                <a:lnTo>
                  <a:pt x="253451" y="68873"/>
                </a:lnTo>
                <a:lnTo>
                  <a:pt x="276493" y="71788"/>
                </a:lnTo>
                <a:lnTo>
                  <a:pt x="299534" y="74146"/>
                </a:lnTo>
                <a:lnTo>
                  <a:pt x="322575" y="75946"/>
                </a:lnTo>
              </a:path>
            </a:pathLst>
          </a:custGeom>
          <a:noFill/>
          <a:ln w="6477">
            <a:solidFill>
              <a:srgbClr val="4773DD">
                <a:alpha val="17000"/>
              </a:srgbClr>
            </a:solidFill>
            <a:prstDash val="solid"/>
          </a:ln>
        </p:spPr>
      </p:sp>
      <p:sp>
        <p:nvSpPr>
          <p:cNvPr id="38" name="knowledge-edge">
            <a:extLst>
              <a:ext uri="{FF2B5EF4-FFF2-40B4-BE49-F238E27FC236}">
                <a16:creationId xmlns:a16="http://schemas.microsoft.com/office/drawing/2014/main" id="{41E0C778-A0FB-4DA3-BFBF-A172C88AF5DC}"/>
              </a:ext>
            </a:extLst>
          </p:cNvPr>
          <p:cNvSpPr>
            <a:spLocks noGrp="1"/>
          </p:cNvSpPr>
          <p:nvPr/>
        </p:nvSpPr>
        <p:spPr>
          <a:xfrm>
            <a:off x="553760" y="6873666"/>
            <a:ext cx="318340" cy="223960"/>
          </a:xfrm>
          <a:custGeom>
            <a:avLst/>
            <a:gdLst/>
            <a:ahLst/>
            <a:cxnLst/>
            <a:rect l="0" t="0" r="0" b="0"/>
            <a:pathLst>
              <a:path w="318340" h="223960">
                <a:moveTo>
                  <a:pt x="0" y="5058"/>
                </a:moveTo>
                <a:lnTo>
                  <a:pt x="22739" y="1015"/>
                </a:lnTo>
                <a:lnTo>
                  <a:pt x="45477" y="0"/>
                </a:lnTo>
                <a:lnTo>
                  <a:pt x="68216" y="2012"/>
                </a:lnTo>
                <a:lnTo>
                  <a:pt x="90954" y="7052"/>
                </a:lnTo>
                <a:lnTo>
                  <a:pt x="113693" y="15119"/>
                </a:lnTo>
                <a:lnTo>
                  <a:pt x="136431" y="26214"/>
                </a:lnTo>
                <a:lnTo>
                  <a:pt x="159170" y="40336"/>
                </a:lnTo>
                <a:lnTo>
                  <a:pt x="181908" y="57486"/>
                </a:lnTo>
                <a:lnTo>
                  <a:pt x="204647" y="77663"/>
                </a:lnTo>
                <a:lnTo>
                  <a:pt x="227385" y="100867"/>
                </a:lnTo>
                <a:lnTo>
                  <a:pt x="250124" y="127099"/>
                </a:lnTo>
                <a:lnTo>
                  <a:pt x="272862" y="156359"/>
                </a:lnTo>
                <a:lnTo>
                  <a:pt x="295601" y="188646"/>
                </a:lnTo>
                <a:lnTo>
                  <a:pt x="318340" y="223960"/>
                </a:lnTo>
              </a:path>
            </a:pathLst>
          </a:custGeom>
          <a:noFill/>
          <a:ln w="6477">
            <a:solidFill>
              <a:srgbClr val="4773DD">
                <a:alpha val="17000"/>
              </a:srgbClr>
            </a:solidFill>
            <a:prstDash val="solid"/>
          </a:ln>
        </p:spPr>
      </p:sp>
      <p:sp>
        <p:nvSpPr>
          <p:cNvPr id="39" name="knowledge-edge">
            <a:extLst>
              <a:ext uri="{FF2B5EF4-FFF2-40B4-BE49-F238E27FC236}">
                <a16:creationId xmlns:a16="http://schemas.microsoft.com/office/drawing/2014/main" id="{7108D2C7-E0AC-4357-B062-4F7AE17B0C77}"/>
              </a:ext>
            </a:extLst>
          </p:cNvPr>
          <p:cNvSpPr>
            <a:spLocks noGrp="1"/>
          </p:cNvSpPr>
          <p:nvPr/>
        </p:nvSpPr>
        <p:spPr>
          <a:xfrm>
            <a:off x="768907" y="5858353"/>
            <a:ext cx="631146" cy="209280"/>
          </a:xfrm>
          <a:custGeom>
            <a:avLst/>
            <a:gdLst/>
            <a:ahLst/>
            <a:cxnLst/>
            <a:rect l="0" t="0" r="0" b="0"/>
            <a:pathLst>
              <a:path w="631146" h="209280">
                <a:moveTo>
                  <a:pt x="0" y="0"/>
                </a:moveTo>
                <a:lnTo>
                  <a:pt x="45082" y="2080"/>
                </a:lnTo>
                <a:lnTo>
                  <a:pt x="90164" y="6140"/>
                </a:lnTo>
                <a:lnTo>
                  <a:pt x="135246" y="12179"/>
                </a:lnTo>
                <a:lnTo>
                  <a:pt x="180327" y="20198"/>
                </a:lnTo>
                <a:lnTo>
                  <a:pt x="225409" y="30197"/>
                </a:lnTo>
                <a:lnTo>
                  <a:pt x="270491" y="42176"/>
                </a:lnTo>
                <a:lnTo>
                  <a:pt x="315573" y="56135"/>
                </a:lnTo>
                <a:lnTo>
                  <a:pt x="360655" y="72073"/>
                </a:lnTo>
                <a:lnTo>
                  <a:pt x="405737" y="89992"/>
                </a:lnTo>
                <a:lnTo>
                  <a:pt x="450819" y="109890"/>
                </a:lnTo>
                <a:lnTo>
                  <a:pt x="495901" y="131768"/>
                </a:lnTo>
                <a:lnTo>
                  <a:pt x="540982" y="155625"/>
                </a:lnTo>
                <a:lnTo>
                  <a:pt x="586064" y="181463"/>
                </a:lnTo>
                <a:lnTo>
                  <a:pt x="631146" y="209280"/>
                </a:lnTo>
              </a:path>
            </a:pathLst>
          </a:custGeom>
          <a:noFill/>
          <a:ln w="6477">
            <a:solidFill>
              <a:srgbClr val="4A6AD1">
                <a:alpha val="17000"/>
              </a:srgbClr>
            </a:solidFill>
            <a:prstDash val="solid"/>
          </a:ln>
        </p:spPr>
      </p:sp>
      <p:sp>
        <p:nvSpPr>
          <p:cNvPr id="40" name="knowledge-edge">
            <a:extLst>
              <a:ext uri="{FF2B5EF4-FFF2-40B4-BE49-F238E27FC236}">
                <a16:creationId xmlns:a16="http://schemas.microsoft.com/office/drawing/2014/main" id="{4860E070-92EC-4216-8794-021B24552197}"/>
              </a:ext>
            </a:extLst>
          </p:cNvPr>
          <p:cNvSpPr>
            <a:spLocks noGrp="1"/>
          </p:cNvSpPr>
          <p:nvPr/>
        </p:nvSpPr>
        <p:spPr>
          <a:xfrm>
            <a:off x="909096" y="6051267"/>
            <a:ext cx="364163" cy="64194"/>
          </a:xfrm>
          <a:custGeom>
            <a:avLst/>
            <a:gdLst/>
            <a:ahLst/>
            <a:cxnLst/>
            <a:rect l="0" t="0" r="0" b="0"/>
            <a:pathLst>
              <a:path w="364163" h="64194">
                <a:moveTo>
                  <a:pt x="0" y="20602"/>
                </a:moveTo>
                <a:lnTo>
                  <a:pt x="26012" y="33328"/>
                </a:lnTo>
                <a:lnTo>
                  <a:pt x="52023" y="43870"/>
                </a:lnTo>
                <a:lnTo>
                  <a:pt x="78035" y="52227"/>
                </a:lnTo>
                <a:lnTo>
                  <a:pt x="104047" y="58400"/>
                </a:lnTo>
                <a:lnTo>
                  <a:pt x="130058" y="62389"/>
                </a:lnTo>
                <a:lnTo>
                  <a:pt x="156070" y="64194"/>
                </a:lnTo>
                <a:lnTo>
                  <a:pt x="182081" y="63815"/>
                </a:lnTo>
                <a:lnTo>
                  <a:pt x="208093" y="61251"/>
                </a:lnTo>
                <a:lnTo>
                  <a:pt x="234105" y="56503"/>
                </a:lnTo>
                <a:lnTo>
                  <a:pt x="260116" y="49571"/>
                </a:lnTo>
                <a:lnTo>
                  <a:pt x="286128" y="40455"/>
                </a:lnTo>
                <a:lnTo>
                  <a:pt x="312140" y="29154"/>
                </a:lnTo>
                <a:lnTo>
                  <a:pt x="338151" y="15669"/>
                </a:lnTo>
                <a:lnTo>
                  <a:pt x="364163" y="0"/>
                </a:lnTo>
              </a:path>
            </a:pathLst>
          </a:custGeom>
          <a:noFill/>
          <a:ln w="6477">
            <a:solidFill>
              <a:srgbClr val="4A6AD1">
                <a:alpha val="17000"/>
              </a:srgbClr>
            </a:solidFill>
            <a:prstDash val="solid"/>
          </a:ln>
        </p:spPr>
      </p:sp>
      <p:sp>
        <p:nvSpPr>
          <p:cNvPr id="41" name="knowledge-cross-edge">
            <a:extLst>
              <a:ext uri="{FF2B5EF4-FFF2-40B4-BE49-F238E27FC236}">
                <a16:creationId xmlns:a16="http://schemas.microsoft.com/office/drawing/2014/main" id="{506FE46E-7F5B-4680-8407-8D889B577F0D}"/>
              </a:ext>
            </a:extLst>
          </p:cNvPr>
          <p:cNvSpPr>
            <a:spLocks noGrp="1"/>
          </p:cNvSpPr>
          <p:nvPr/>
        </p:nvSpPr>
        <p:spPr>
          <a:xfrm>
            <a:off x="909096" y="6071869"/>
            <a:ext cx="301583" cy="115569"/>
          </a:xfrm>
          <a:custGeom>
            <a:avLst/>
            <a:gdLst/>
            <a:ahLst/>
            <a:cxnLst/>
            <a:rect l="0" t="0" r="0" b="0"/>
            <a:pathLst>
              <a:path w="301583" h="115569">
                <a:moveTo>
                  <a:pt x="0" y="0"/>
                </a:moveTo>
                <a:lnTo>
                  <a:pt x="39684" y="4878"/>
                </a:lnTo>
                <a:lnTo>
                  <a:pt x="76722" y="10621"/>
                </a:lnTo>
                <a:lnTo>
                  <a:pt x="111115" y="17228"/>
                </a:lnTo>
                <a:lnTo>
                  <a:pt x="142861" y="24698"/>
                </a:lnTo>
                <a:lnTo>
                  <a:pt x="171962" y="33033"/>
                </a:lnTo>
                <a:lnTo>
                  <a:pt x="198417" y="42232"/>
                </a:lnTo>
                <a:lnTo>
                  <a:pt x="222226" y="52294"/>
                </a:lnTo>
                <a:lnTo>
                  <a:pt x="243389" y="63221"/>
                </a:lnTo>
                <a:lnTo>
                  <a:pt x="261906" y="75012"/>
                </a:lnTo>
                <a:lnTo>
                  <a:pt x="277778" y="87667"/>
                </a:lnTo>
                <a:lnTo>
                  <a:pt x="291003" y="101186"/>
                </a:lnTo>
                <a:lnTo>
                  <a:pt x="301583" y="115569"/>
                </a:lnTo>
              </a:path>
            </a:pathLst>
          </a:custGeom>
          <a:noFill/>
          <a:ln w="5334">
            <a:solidFill>
              <a:srgbClr val="4A6AD1">
                <a:alpha val="13000"/>
              </a:srgbClr>
            </a:solidFill>
            <a:prstDash val="solid"/>
          </a:ln>
        </p:spPr>
      </p:sp>
      <p:sp>
        <p:nvSpPr>
          <p:cNvPr id="42" name="knowledge-cross-edge">
            <a:extLst>
              <a:ext uri="{FF2B5EF4-FFF2-40B4-BE49-F238E27FC236}">
                <a16:creationId xmlns:a16="http://schemas.microsoft.com/office/drawing/2014/main" id="{92D66530-8941-4DC2-95F1-F78905D8721B}"/>
              </a:ext>
            </a:extLst>
          </p:cNvPr>
          <p:cNvSpPr>
            <a:spLocks noGrp="1"/>
          </p:cNvSpPr>
          <p:nvPr/>
        </p:nvSpPr>
        <p:spPr>
          <a:xfrm>
            <a:off x="909096" y="6037304"/>
            <a:ext cx="490957" cy="34564"/>
          </a:xfrm>
          <a:custGeom>
            <a:avLst/>
            <a:gdLst/>
            <a:ahLst/>
            <a:cxnLst/>
            <a:rect l="0" t="0" r="0" b="0"/>
            <a:pathLst>
              <a:path w="490957" h="34564">
                <a:moveTo>
                  <a:pt x="0" y="34564"/>
                </a:moveTo>
                <a:lnTo>
                  <a:pt x="26361" y="24297"/>
                </a:lnTo>
                <a:lnTo>
                  <a:pt x="55368" y="15832"/>
                </a:lnTo>
                <a:lnTo>
                  <a:pt x="87021" y="9170"/>
                </a:lnTo>
                <a:lnTo>
                  <a:pt x="121319" y="4311"/>
                </a:lnTo>
                <a:lnTo>
                  <a:pt x="158263" y="1254"/>
                </a:lnTo>
                <a:lnTo>
                  <a:pt x="197854" y="0"/>
                </a:lnTo>
                <a:lnTo>
                  <a:pt x="240090" y="548"/>
                </a:lnTo>
                <a:lnTo>
                  <a:pt x="284971" y="2899"/>
                </a:lnTo>
                <a:lnTo>
                  <a:pt x="332499" y="7053"/>
                </a:lnTo>
                <a:lnTo>
                  <a:pt x="382673" y="13009"/>
                </a:lnTo>
                <a:lnTo>
                  <a:pt x="435492" y="20768"/>
                </a:lnTo>
                <a:lnTo>
                  <a:pt x="490957" y="30329"/>
                </a:lnTo>
              </a:path>
            </a:pathLst>
          </a:custGeom>
          <a:noFill/>
          <a:ln w="4953">
            <a:solidFill>
              <a:srgbClr val="4A6AD1">
                <a:alpha val="12000"/>
              </a:srgbClr>
            </a:solidFill>
            <a:prstDash val="solid"/>
          </a:ln>
        </p:spPr>
      </p:sp>
      <p:sp>
        <p:nvSpPr>
          <p:cNvPr id="43" name="knowledge-edge">
            <a:extLst>
              <a:ext uri="{FF2B5EF4-FFF2-40B4-BE49-F238E27FC236}">
                <a16:creationId xmlns:a16="http://schemas.microsoft.com/office/drawing/2014/main" id="{5D8CC876-8481-4AC1-B0F3-1AFE7D9915BA}"/>
              </a:ext>
            </a:extLst>
          </p:cNvPr>
          <p:cNvSpPr>
            <a:spLocks noGrp="1"/>
          </p:cNvSpPr>
          <p:nvPr/>
        </p:nvSpPr>
        <p:spPr>
          <a:xfrm>
            <a:off x="994472" y="6108745"/>
            <a:ext cx="216207" cy="78693"/>
          </a:xfrm>
          <a:custGeom>
            <a:avLst/>
            <a:gdLst/>
            <a:ahLst/>
            <a:cxnLst/>
            <a:rect l="0" t="0" r="0" b="0"/>
            <a:pathLst>
              <a:path w="216207" h="78693">
                <a:moveTo>
                  <a:pt x="0" y="67573"/>
                </a:moveTo>
                <a:lnTo>
                  <a:pt x="15443" y="48965"/>
                </a:lnTo>
                <a:lnTo>
                  <a:pt x="30887" y="33341"/>
                </a:lnTo>
                <a:lnTo>
                  <a:pt x="46330" y="20703"/>
                </a:lnTo>
                <a:lnTo>
                  <a:pt x="61773" y="11050"/>
                </a:lnTo>
                <a:lnTo>
                  <a:pt x="77217" y="4381"/>
                </a:lnTo>
                <a:lnTo>
                  <a:pt x="92660" y="698"/>
                </a:lnTo>
                <a:lnTo>
                  <a:pt x="108103" y="0"/>
                </a:lnTo>
                <a:lnTo>
                  <a:pt x="123547" y="2287"/>
                </a:lnTo>
                <a:lnTo>
                  <a:pt x="138990" y="7559"/>
                </a:lnTo>
                <a:lnTo>
                  <a:pt x="154434" y="15815"/>
                </a:lnTo>
                <a:lnTo>
                  <a:pt x="169877" y="27057"/>
                </a:lnTo>
                <a:lnTo>
                  <a:pt x="185320" y="41284"/>
                </a:lnTo>
                <a:lnTo>
                  <a:pt x="200764" y="58496"/>
                </a:lnTo>
                <a:lnTo>
                  <a:pt x="216207" y="78693"/>
                </a:lnTo>
              </a:path>
            </a:pathLst>
          </a:custGeom>
          <a:noFill/>
          <a:ln w="6477">
            <a:solidFill>
              <a:srgbClr val="4A6AD1">
                <a:alpha val="17000"/>
              </a:srgbClr>
            </a:solidFill>
            <a:prstDash val="solid"/>
          </a:ln>
        </p:spPr>
      </p:sp>
      <p:sp>
        <p:nvSpPr>
          <p:cNvPr id="44" name="knowledge-cross-edge">
            <a:extLst>
              <a:ext uri="{FF2B5EF4-FFF2-40B4-BE49-F238E27FC236}">
                <a16:creationId xmlns:a16="http://schemas.microsoft.com/office/drawing/2014/main" id="{60CD13D3-A0F1-4B25-AA91-E9654459C619}"/>
              </a:ext>
            </a:extLst>
          </p:cNvPr>
          <p:cNvSpPr>
            <a:spLocks noGrp="1"/>
          </p:cNvSpPr>
          <p:nvPr/>
        </p:nvSpPr>
        <p:spPr>
          <a:xfrm>
            <a:off x="994472" y="6158582"/>
            <a:ext cx="230314" cy="137284"/>
          </a:xfrm>
          <a:custGeom>
            <a:avLst/>
            <a:gdLst/>
            <a:ahLst/>
            <a:cxnLst/>
            <a:rect l="0" t="0" r="0" b="0"/>
            <a:pathLst>
              <a:path w="230314" h="137284">
                <a:moveTo>
                  <a:pt x="0" y="17737"/>
                </a:moveTo>
                <a:lnTo>
                  <a:pt x="33745" y="8297"/>
                </a:lnTo>
                <a:lnTo>
                  <a:pt x="64844" y="2385"/>
                </a:lnTo>
                <a:lnTo>
                  <a:pt x="93297" y="0"/>
                </a:lnTo>
                <a:lnTo>
                  <a:pt x="119105" y="1143"/>
                </a:lnTo>
                <a:lnTo>
                  <a:pt x="142266" y="5814"/>
                </a:lnTo>
                <a:lnTo>
                  <a:pt x="162782" y="14012"/>
                </a:lnTo>
                <a:lnTo>
                  <a:pt x="180652" y="25738"/>
                </a:lnTo>
                <a:lnTo>
                  <a:pt x="195876" y="40992"/>
                </a:lnTo>
                <a:lnTo>
                  <a:pt x="208455" y="59774"/>
                </a:lnTo>
                <a:lnTo>
                  <a:pt x="218387" y="82083"/>
                </a:lnTo>
                <a:lnTo>
                  <a:pt x="225674" y="107920"/>
                </a:lnTo>
                <a:lnTo>
                  <a:pt x="230314" y="137284"/>
                </a:lnTo>
              </a:path>
            </a:pathLst>
          </a:custGeom>
          <a:noFill/>
          <a:ln w="5334">
            <a:solidFill>
              <a:srgbClr val="4A6AD1">
                <a:alpha val="13000"/>
              </a:srgbClr>
            </a:solidFill>
            <a:prstDash val="solid"/>
          </a:ln>
        </p:spPr>
      </p:sp>
      <p:sp>
        <p:nvSpPr>
          <p:cNvPr id="45" name="knowledge-edge">
            <a:extLst>
              <a:ext uri="{FF2B5EF4-FFF2-40B4-BE49-F238E27FC236}">
                <a16:creationId xmlns:a16="http://schemas.microsoft.com/office/drawing/2014/main" id="{5BE6F2AD-A410-40DD-A38F-6AE65FDF64C4}"/>
              </a:ext>
            </a:extLst>
          </p:cNvPr>
          <p:cNvSpPr>
            <a:spLocks noGrp="1"/>
          </p:cNvSpPr>
          <p:nvPr/>
        </p:nvSpPr>
        <p:spPr>
          <a:xfrm>
            <a:off x="738844" y="6226806"/>
            <a:ext cx="485943" cy="69060"/>
          </a:xfrm>
          <a:custGeom>
            <a:avLst/>
            <a:gdLst/>
            <a:ahLst/>
            <a:cxnLst/>
            <a:rect l="0" t="0" r="0" b="0"/>
            <a:pathLst>
              <a:path w="485943" h="69060">
                <a:moveTo>
                  <a:pt x="0" y="0"/>
                </a:moveTo>
                <a:lnTo>
                  <a:pt x="34710" y="5270"/>
                </a:lnTo>
                <a:lnTo>
                  <a:pt x="69420" y="10488"/>
                </a:lnTo>
                <a:lnTo>
                  <a:pt x="104131" y="15655"/>
                </a:lnTo>
                <a:lnTo>
                  <a:pt x="138841" y="20769"/>
                </a:lnTo>
                <a:lnTo>
                  <a:pt x="173551" y="25832"/>
                </a:lnTo>
                <a:lnTo>
                  <a:pt x="208261" y="30842"/>
                </a:lnTo>
                <a:lnTo>
                  <a:pt x="242971" y="35801"/>
                </a:lnTo>
                <a:lnTo>
                  <a:pt x="277681" y="40708"/>
                </a:lnTo>
                <a:lnTo>
                  <a:pt x="312392" y="45563"/>
                </a:lnTo>
                <a:lnTo>
                  <a:pt x="347102" y="50366"/>
                </a:lnTo>
                <a:lnTo>
                  <a:pt x="381812" y="55117"/>
                </a:lnTo>
                <a:lnTo>
                  <a:pt x="416522" y="59817"/>
                </a:lnTo>
                <a:lnTo>
                  <a:pt x="451232" y="64464"/>
                </a:lnTo>
                <a:lnTo>
                  <a:pt x="485943" y="69060"/>
                </a:lnTo>
              </a:path>
            </a:pathLst>
          </a:custGeom>
          <a:noFill/>
          <a:ln w="6477">
            <a:solidFill>
              <a:srgbClr val="4A6AD1">
                <a:alpha val="17000"/>
              </a:srgbClr>
            </a:solidFill>
            <a:prstDash val="solid"/>
          </a:ln>
        </p:spPr>
      </p:sp>
      <p:sp>
        <p:nvSpPr>
          <p:cNvPr id="46" name="knowledge-cross-edge">
            <a:extLst>
              <a:ext uri="{FF2B5EF4-FFF2-40B4-BE49-F238E27FC236}">
                <a16:creationId xmlns:a16="http://schemas.microsoft.com/office/drawing/2014/main" id="{CDCF006E-195E-49DE-A67F-8A53753583BD}"/>
              </a:ext>
            </a:extLst>
          </p:cNvPr>
          <p:cNvSpPr>
            <a:spLocks noGrp="1"/>
          </p:cNvSpPr>
          <p:nvPr/>
        </p:nvSpPr>
        <p:spPr>
          <a:xfrm>
            <a:off x="738844" y="6183132"/>
            <a:ext cx="478445" cy="349347"/>
          </a:xfrm>
          <a:custGeom>
            <a:avLst/>
            <a:gdLst/>
            <a:ahLst/>
            <a:cxnLst/>
            <a:rect l="0" t="0" r="0" b="0"/>
            <a:pathLst>
              <a:path w="478445" h="349347">
                <a:moveTo>
                  <a:pt x="0" y="43674"/>
                </a:moveTo>
                <a:lnTo>
                  <a:pt x="54423" y="20220"/>
                </a:lnTo>
                <a:lnTo>
                  <a:pt x="106199" y="5662"/>
                </a:lnTo>
                <a:lnTo>
                  <a:pt x="155330" y="0"/>
                </a:lnTo>
                <a:lnTo>
                  <a:pt x="201815" y="3233"/>
                </a:lnTo>
                <a:lnTo>
                  <a:pt x="245654" y="15363"/>
                </a:lnTo>
                <a:lnTo>
                  <a:pt x="286848" y="36387"/>
                </a:lnTo>
                <a:lnTo>
                  <a:pt x="325395" y="66308"/>
                </a:lnTo>
                <a:lnTo>
                  <a:pt x="361297" y="105124"/>
                </a:lnTo>
                <a:lnTo>
                  <a:pt x="394553" y="152836"/>
                </a:lnTo>
                <a:lnTo>
                  <a:pt x="425163" y="209444"/>
                </a:lnTo>
                <a:lnTo>
                  <a:pt x="453127" y="274948"/>
                </a:lnTo>
                <a:lnTo>
                  <a:pt x="478445" y="349347"/>
                </a:lnTo>
              </a:path>
            </a:pathLst>
          </a:custGeom>
          <a:noFill/>
          <a:ln w="5334">
            <a:solidFill>
              <a:srgbClr val="4A6AD1">
                <a:alpha val="13000"/>
              </a:srgbClr>
            </a:solidFill>
            <a:prstDash val="solid"/>
          </a:ln>
        </p:spPr>
      </p:sp>
      <p:sp>
        <p:nvSpPr>
          <p:cNvPr id="47" name="knowledge-edge">
            <a:extLst>
              <a:ext uri="{FF2B5EF4-FFF2-40B4-BE49-F238E27FC236}">
                <a16:creationId xmlns:a16="http://schemas.microsoft.com/office/drawing/2014/main" id="{B91DA550-9624-46C1-B190-2C7B154C0712}"/>
              </a:ext>
            </a:extLst>
          </p:cNvPr>
          <p:cNvSpPr>
            <a:spLocks noGrp="1"/>
          </p:cNvSpPr>
          <p:nvPr/>
        </p:nvSpPr>
        <p:spPr>
          <a:xfrm>
            <a:off x="701753" y="6409713"/>
            <a:ext cx="515537" cy="122766"/>
          </a:xfrm>
          <a:custGeom>
            <a:avLst/>
            <a:gdLst/>
            <a:ahLst/>
            <a:cxnLst/>
            <a:rect l="0" t="0" r="0" b="0"/>
            <a:pathLst>
              <a:path w="515537" h="122766">
                <a:moveTo>
                  <a:pt x="0" y="29470"/>
                </a:moveTo>
                <a:lnTo>
                  <a:pt x="36824" y="17995"/>
                </a:lnTo>
                <a:lnTo>
                  <a:pt x="73648" y="9310"/>
                </a:lnTo>
                <a:lnTo>
                  <a:pt x="110472" y="3416"/>
                </a:lnTo>
                <a:lnTo>
                  <a:pt x="147296" y="313"/>
                </a:lnTo>
                <a:lnTo>
                  <a:pt x="184120" y="0"/>
                </a:lnTo>
                <a:lnTo>
                  <a:pt x="220944" y="2478"/>
                </a:lnTo>
                <a:lnTo>
                  <a:pt x="257769" y="7747"/>
                </a:lnTo>
                <a:lnTo>
                  <a:pt x="294593" y="15806"/>
                </a:lnTo>
                <a:lnTo>
                  <a:pt x="331417" y="26656"/>
                </a:lnTo>
                <a:lnTo>
                  <a:pt x="368241" y="40297"/>
                </a:lnTo>
                <a:lnTo>
                  <a:pt x="405065" y="56728"/>
                </a:lnTo>
                <a:lnTo>
                  <a:pt x="441889" y="75950"/>
                </a:lnTo>
                <a:lnTo>
                  <a:pt x="478713" y="97963"/>
                </a:lnTo>
                <a:lnTo>
                  <a:pt x="515537" y="122766"/>
                </a:lnTo>
              </a:path>
            </a:pathLst>
          </a:custGeom>
          <a:noFill/>
          <a:ln w="6477">
            <a:solidFill>
              <a:srgbClr val="4A6AD1">
                <a:alpha val="17000"/>
              </a:srgbClr>
            </a:solidFill>
            <a:prstDash val="solid"/>
          </a:ln>
        </p:spPr>
      </p:sp>
      <p:sp>
        <p:nvSpPr>
          <p:cNvPr id="48" name="knowledge-cross-edge">
            <a:extLst>
              <a:ext uri="{FF2B5EF4-FFF2-40B4-BE49-F238E27FC236}">
                <a16:creationId xmlns:a16="http://schemas.microsoft.com/office/drawing/2014/main" id="{83BC1580-174B-40F3-9098-BEC4B31AE038}"/>
              </a:ext>
            </a:extLst>
          </p:cNvPr>
          <p:cNvSpPr>
            <a:spLocks noGrp="1"/>
          </p:cNvSpPr>
          <p:nvPr/>
        </p:nvSpPr>
        <p:spPr>
          <a:xfrm>
            <a:off x="701753" y="6430138"/>
            <a:ext cx="582628" cy="427760"/>
          </a:xfrm>
          <a:custGeom>
            <a:avLst/>
            <a:gdLst/>
            <a:ahLst/>
            <a:cxnLst/>
            <a:rect l="0" t="0" r="0" b="0"/>
            <a:pathLst>
              <a:path w="582628" h="427760">
                <a:moveTo>
                  <a:pt x="0" y="9045"/>
                </a:moveTo>
                <a:lnTo>
                  <a:pt x="63104" y="581"/>
                </a:lnTo>
                <a:lnTo>
                  <a:pt x="123563" y="0"/>
                </a:lnTo>
                <a:lnTo>
                  <a:pt x="181376" y="7302"/>
                </a:lnTo>
                <a:lnTo>
                  <a:pt x="236543" y="22488"/>
                </a:lnTo>
                <a:lnTo>
                  <a:pt x="289064" y="45556"/>
                </a:lnTo>
                <a:lnTo>
                  <a:pt x="338939" y="76507"/>
                </a:lnTo>
                <a:lnTo>
                  <a:pt x="386169" y="115342"/>
                </a:lnTo>
                <a:lnTo>
                  <a:pt x="430752" y="162059"/>
                </a:lnTo>
                <a:lnTo>
                  <a:pt x="472690" y="216660"/>
                </a:lnTo>
                <a:lnTo>
                  <a:pt x="511982" y="279144"/>
                </a:lnTo>
                <a:lnTo>
                  <a:pt x="548628" y="349510"/>
                </a:lnTo>
                <a:lnTo>
                  <a:pt x="582628" y="427760"/>
                </a:lnTo>
              </a:path>
            </a:pathLst>
          </a:custGeom>
          <a:noFill/>
          <a:ln w="5334">
            <a:solidFill>
              <a:srgbClr val="4A6AD1">
                <a:alpha val="13000"/>
              </a:srgbClr>
            </a:solidFill>
            <a:prstDash val="solid"/>
          </a:ln>
        </p:spPr>
      </p:sp>
      <p:sp>
        <p:nvSpPr>
          <p:cNvPr id="49" name="knowledge-long-edge">
            <a:extLst>
              <a:ext uri="{FF2B5EF4-FFF2-40B4-BE49-F238E27FC236}">
                <a16:creationId xmlns:a16="http://schemas.microsoft.com/office/drawing/2014/main" id="{9A0FA4BD-74CE-483E-8606-4E22451D1D3F}"/>
              </a:ext>
            </a:extLst>
          </p:cNvPr>
          <p:cNvSpPr>
            <a:spLocks noGrp="1"/>
          </p:cNvSpPr>
          <p:nvPr/>
        </p:nvSpPr>
        <p:spPr>
          <a:xfrm>
            <a:off x="701753" y="6280374"/>
            <a:ext cx="1008910" cy="728120"/>
          </a:xfrm>
          <a:custGeom>
            <a:avLst/>
            <a:gdLst/>
            <a:ahLst/>
            <a:cxnLst/>
            <a:rect l="0" t="0" r="0" b="0"/>
            <a:pathLst>
              <a:path w="1008910" h="728120">
                <a:moveTo>
                  <a:pt x="0" y="158809"/>
                </a:moveTo>
                <a:lnTo>
                  <a:pt x="63057" y="102559"/>
                </a:lnTo>
                <a:lnTo>
                  <a:pt x="126114" y="58552"/>
                </a:lnTo>
                <a:lnTo>
                  <a:pt x="189171" y="26791"/>
                </a:lnTo>
                <a:lnTo>
                  <a:pt x="252228" y="7273"/>
                </a:lnTo>
                <a:lnTo>
                  <a:pt x="315284" y="0"/>
                </a:lnTo>
                <a:lnTo>
                  <a:pt x="378341" y="4971"/>
                </a:lnTo>
                <a:lnTo>
                  <a:pt x="441398" y="22187"/>
                </a:lnTo>
                <a:lnTo>
                  <a:pt x="504455" y="51646"/>
                </a:lnTo>
                <a:lnTo>
                  <a:pt x="567512" y="93351"/>
                </a:lnTo>
                <a:lnTo>
                  <a:pt x="630569" y="147299"/>
                </a:lnTo>
                <a:lnTo>
                  <a:pt x="693626" y="213492"/>
                </a:lnTo>
                <a:lnTo>
                  <a:pt x="756683" y="291929"/>
                </a:lnTo>
                <a:lnTo>
                  <a:pt x="819739" y="382610"/>
                </a:lnTo>
                <a:lnTo>
                  <a:pt x="882796" y="485536"/>
                </a:lnTo>
                <a:lnTo>
                  <a:pt x="945853" y="600706"/>
                </a:lnTo>
                <a:lnTo>
                  <a:pt x="1008910" y="728120"/>
                </a:lnTo>
              </a:path>
            </a:pathLst>
          </a:custGeom>
          <a:noFill/>
          <a:ln w="4286">
            <a:solidFill>
              <a:srgbClr val="4A6AD1">
                <a:alpha val="9000"/>
              </a:srgbClr>
            </a:solidFill>
            <a:prstDash val="solid"/>
          </a:ln>
        </p:spPr>
      </p:sp>
      <p:sp>
        <p:nvSpPr>
          <p:cNvPr id="50" name="knowledge-edge">
            <a:extLst>
              <a:ext uri="{FF2B5EF4-FFF2-40B4-BE49-F238E27FC236}">
                <a16:creationId xmlns:a16="http://schemas.microsoft.com/office/drawing/2014/main" id="{F680CD82-59F4-402E-A038-89F043DB209D}"/>
              </a:ext>
            </a:extLst>
          </p:cNvPr>
          <p:cNvSpPr>
            <a:spLocks noGrp="1"/>
          </p:cNvSpPr>
          <p:nvPr/>
        </p:nvSpPr>
        <p:spPr>
          <a:xfrm>
            <a:off x="882891" y="6634546"/>
            <a:ext cx="401490" cy="223352"/>
          </a:xfrm>
          <a:custGeom>
            <a:avLst/>
            <a:gdLst/>
            <a:ahLst/>
            <a:cxnLst/>
            <a:rect l="0" t="0" r="0" b="0"/>
            <a:pathLst>
              <a:path w="401490" h="223352">
                <a:moveTo>
                  <a:pt x="0" y="0"/>
                </a:moveTo>
                <a:lnTo>
                  <a:pt x="28678" y="20505"/>
                </a:lnTo>
                <a:lnTo>
                  <a:pt x="57356" y="40311"/>
                </a:lnTo>
                <a:lnTo>
                  <a:pt x="86034" y="59415"/>
                </a:lnTo>
                <a:lnTo>
                  <a:pt x="114711" y="77820"/>
                </a:lnTo>
                <a:lnTo>
                  <a:pt x="143389" y="95524"/>
                </a:lnTo>
                <a:lnTo>
                  <a:pt x="172067" y="112529"/>
                </a:lnTo>
                <a:lnTo>
                  <a:pt x="200745" y="128832"/>
                </a:lnTo>
                <a:lnTo>
                  <a:pt x="229423" y="144436"/>
                </a:lnTo>
                <a:lnTo>
                  <a:pt x="258101" y="159339"/>
                </a:lnTo>
                <a:lnTo>
                  <a:pt x="286779" y="173542"/>
                </a:lnTo>
                <a:lnTo>
                  <a:pt x="315457" y="187045"/>
                </a:lnTo>
                <a:lnTo>
                  <a:pt x="344134" y="199848"/>
                </a:lnTo>
                <a:lnTo>
                  <a:pt x="372812" y="211950"/>
                </a:lnTo>
                <a:lnTo>
                  <a:pt x="401490" y="223352"/>
                </a:lnTo>
              </a:path>
            </a:pathLst>
          </a:custGeom>
          <a:noFill/>
          <a:ln w="6477">
            <a:solidFill>
              <a:srgbClr val="4A6AD1">
                <a:alpha val="17000"/>
              </a:srgbClr>
            </a:solidFill>
            <a:prstDash val="solid"/>
          </a:ln>
        </p:spPr>
      </p:sp>
      <p:sp>
        <p:nvSpPr>
          <p:cNvPr id="51" name="knowledge-cross-edge">
            <a:extLst>
              <a:ext uri="{FF2B5EF4-FFF2-40B4-BE49-F238E27FC236}">
                <a16:creationId xmlns:a16="http://schemas.microsoft.com/office/drawing/2014/main" id="{12CD014F-5E0F-4BD4-9675-9CF7675D2346}"/>
              </a:ext>
            </a:extLst>
          </p:cNvPr>
          <p:cNvSpPr>
            <a:spLocks noGrp="1"/>
          </p:cNvSpPr>
          <p:nvPr/>
        </p:nvSpPr>
        <p:spPr>
          <a:xfrm>
            <a:off x="882891" y="6622635"/>
            <a:ext cx="449125" cy="542328"/>
          </a:xfrm>
          <a:custGeom>
            <a:avLst/>
            <a:gdLst/>
            <a:ahLst/>
            <a:cxnLst/>
            <a:rect l="0" t="0" r="0" b="0"/>
            <a:pathLst>
              <a:path w="449125" h="542328">
                <a:moveTo>
                  <a:pt x="0" y="11910"/>
                </a:moveTo>
                <a:lnTo>
                  <a:pt x="51979" y="940"/>
                </a:lnTo>
                <a:lnTo>
                  <a:pt x="101312" y="0"/>
                </a:lnTo>
                <a:lnTo>
                  <a:pt x="148000" y="9092"/>
                </a:lnTo>
                <a:lnTo>
                  <a:pt x="192042" y="28215"/>
                </a:lnTo>
                <a:lnTo>
                  <a:pt x="233437" y="57369"/>
                </a:lnTo>
                <a:lnTo>
                  <a:pt x="272187" y="96555"/>
                </a:lnTo>
                <a:lnTo>
                  <a:pt x="308292" y="145772"/>
                </a:lnTo>
                <a:lnTo>
                  <a:pt x="341750" y="205021"/>
                </a:lnTo>
                <a:lnTo>
                  <a:pt x="372562" y="274300"/>
                </a:lnTo>
                <a:lnTo>
                  <a:pt x="400729" y="353612"/>
                </a:lnTo>
                <a:lnTo>
                  <a:pt x="426250" y="442954"/>
                </a:lnTo>
                <a:lnTo>
                  <a:pt x="449125" y="542328"/>
                </a:lnTo>
              </a:path>
            </a:pathLst>
          </a:custGeom>
          <a:noFill/>
          <a:ln w="5334">
            <a:solidFill>
              <a:srgbClr val="4A6AD1">
                <a:alpha val="13000"/>
              </a:srgbClr>
            </a:solidFill>
            <a:prstDash val="solid"/>
          </a:ln>
        </p:spPr>
      </p:sp>
      <p:sp>
        <p:nvSpPr>
          <p:cNvPr id="52" name="knowledge-edge">
            <a:extLst>
              <a:ext uri="{FF2B5EF4-FFF2-40B4-BE49-F238E27FC236}">
                <a16:creationId xmlns:a16="http://schemas.microsoft.com/office/drawing/2014/main" id="{FB4A5D34-7AFF-4898-8D75-2E6688D39151}"/>
              </a:ext>
            </a:extLst>
          </p:cNvPr>
          <p:cNvSpPr>
            <a:spLocks noGrp="1"/>
          </p:cNvSpPr>
          <p:nvPr/>
        </p:nvSpPr>
        <p:spPr>
          <a:xfrm>
            <a:off x="872099" y="7097184"/>
            <a:ext cx="459916" cy="67779"/>
          </a:xfrm>
          <a:custGeom>
            <a:avLst/>
            <a:gdLst/>
            <a:ahLst/>
            <a:cxnLst/>
            <a:rect l="0" t="0" r="0" b="0"/>
            <a:pathLst>
              <a:path w="459916" h="67779">
                <a:moveTo>
                  <a:pt x="0" y="442"/>
                </a:moveTo>
                <a:lnTo>
                  <a:pt x="32851" y="0"/>
                </a:lnTo>
                <a:lnTo>
                  <a:pt x="65702" y="366"/>
                </a:lnTo>
                <a:lnTo>
                  <a:pt x="98553" y="1540"/>
                </a:lnTo>
                <a:lnTo>
                  <a:pt x="131405" y="3522"/>
                </a:lnTo>
                <a:lnTo>
                  <a:pt x="164256" y="6312"/>
                </a:lnTo>
                <a:lnTo>
                  <a:pt x="197107" y="9910"/>
                </a:lnTo>
                <a:lnTo>
                  <a:pt x="229958" y="14316"/>
                </a:lnTo>
                <a:lnTo>
                  <a:pt x="262809" y="19529"/>
                </a:lnTo>
                <a:lnTo>
                  <a:pt x="295660" y="25551"/>
                </a:lnTo>
                <a:lnTo>
                  <a:pt x="328512" y="32381"/>
                </a:lnTo>
                <a:lnTo>
                  <a:pt x="361363" y="40019"/>
                </a:lnTo>
                <a:lnTo>
                  <a:pt x="394214" y="48464"/>
                </a:lnTo>
                <a:lnTo>
                  <a:pt x="427065" y="57718"/>
                </a:lnTo>
                <a:lnTo>
                  <a:pt x="459916" y="67779"/>
                </a:lnTo>
              </a:path>
            </a:pathLst>
          </a:custGeom>
          <a:noFill/>
          <a:ln w="6477">
            <a:solidFill>
              <a:srgbClr val="4A6AD1">
                <a:alpha val="17000"/>
              </a:srgbClr>
            </a:solidFill>
            <a:prstDash val="solid"/>
          </a:ln>
        </p:spPr>
      </p:sp>
      <p:sp>
        <p:nvSpPr>
          <p:cNvPr id="53" name="knowledge-edge">
            <a:extLst>
              <a:ext uri="{FF2B5EF4-FFF2-40B4-BE49-F238E27FC236}">
                <a16:creationId xmlns:a16="http://schemas.microsoft.com/office/drawing/2014/main" id="{B4F9D3CE-5819-4CBF-9D27-6A1896D66AAE}"/>
              </a:ext>
            </a:extLst>
          </p:cNvPr>
          <p:cNvSpPr>
            <a:spLocks noGrp="1"/>
          </p:cNvSpPr>
          <p:nvPr/>
        </p:nvSpPr>
        <p:spPr>
          <a:xfrm>
            <a:off x="1400054" y="6042703"/>
            <a:ext cx="355879" cy="49037"/>
          </a:xfrm>
          <a:custGeom>
            <a:avLst/>
            <a:gdLst/>
            <a:ahLst/>
            <a:cxnLst/>
            <a:rect l="0" t="0" r="0" b="0"/>
            <a:pathLst>
              <a:path w="355879" h="49037">
                <a:moveTo>
                  <a:pt x="0" y="24930"/>
                </a:moveTo>
                <a:lnTo>
                  <a:pt x="25420" y="17102"/>
                </a:lnTo>
                <a:lnTo>
                  <a:pt x="50840" y="10743"/>
                </a:lnTo>
                <a:lnTo>
                  <a:pt x="76260" y="5853"/>
                </a:lnTo>
                <a:lnTo>
                  <a:pt x="101680" y="2433"/>
                </a:lnTo>
                <a:lnTo>
                  <a:pt x="127100" y="482"/>
                </a:lnTo>
                <a:lnTo>
                  <a:pt x="152520" y="0"/>
                </a:lnTo>
                <a:lnTo>
                  <a:pt x="177939" y="987"/>
                </a:lnTo>
                <a:lnTo>
                  <a:pt x="203359" y="3444"/>
                </a:lnTo>
                <a:lnTo>
                  <a:pt x="228779" y="7370"/>
                </a:lnTo>
                <a:lnTo>
                  <a:pt x="254199" y="12765"/>
                </a:lnTo>
                <a:lnTo>
                  <a:pt x="279619" y="19629"/>
                </a:lnTo>
                <a:lnTo>
                  <a:pt x="305039" y="27962"/>
                </a:lnTo>
                <a:lnTo>
                  <a:pt x="330459" y="37765"/>
                </a:lnTo>
                <a:lnTo>
                  <a:pt x="355879" y="49037"/>
                </a:lnTo>
              </a:path>
            </a:pathLst>
          </a:custGeom>
          <a:noFill/>
          <a:ln w="6477">
            <a:solidFill>
              <a:srgbClr val="4D61C6">
                <a:alpha val="17000"/>
              </a:srgbClr>
            </a:solidFill>
            <a:prstDash val="solid"/>
          </a:ln>
        </p:spPr>
      </p:sp>
      <p:sp>
        <p:nvSpPr>
          <p:cNvPr id="54" name="knowledge-edge">
            <a:extLst>
              <a:ext uri="{FF2B5EF4-FFF2-40B4-BE49-F238E27FC236}">
                <a16:creationId xmlns:a16="http://schemas.microsoft.com/office/drawing/2014/main" id="{D3457682-5C19-4930-BCE7-800957699982}"/>
              </a:ext>
            </a:extLst>
          </p:cNvPr>
          <p:cNvSpPr>
            <a:spLocks noGrp="1"/>
          </p:cNvSpPr>
          <p:nvPr/>
        </p:nvSpPr>
        <p:spPr>
          <a:xfrm>
            <a:off x="1273259" y="6015568"/>
            <a:ext cx="417671" cy="35699"/>
          </a:xfrm>
          <a:custGeom>
            <a:avLst/>
            <a:gdLst/>
            <a:ahLst/>
            <a:cxnLst/>
            <a:rect l="0" t="0" r="0" b="0"/>
            <a:pathLst>
              <a:path w="417671" h="35699">
                <a:moveTo>
                  <a:pt x="0" y="35699"/>
                </a:moveTo>
                <a:lnTo>
                  <a:pt x="29834" y="35181"/>
                </a:lnTo>
                <a:lnTo>
                  <a:pt x="59667" y="34350"/>
                </a:lnTo>
                <a:lnTo>
                  <a:pt x="89501" y="33207"/>
                </a:lnTo>
                <a:lnTo>
                  <a:pt x="119334" y="31751"/>
                </a:lnTo>
                <a:lnTo>
                  <a:pt x="149168" y="29983"/>
                </a:lnTo>
                <a:lnTo>
                  <a:pt x="179002" y="27902"/>
                </a:lnTo>
                <a:lnTo>
                  <a:pt x="208835" y="25508"/>
                </a:lnTo>
                <a:lnTo>
                  <a:pt x="238669" y="22802"/>
                </a:lnTo>
                <a:lnTo>
                  <a:pt x="268503" y="19783"/>
                </a:lnTo>
                <a:lnTo>
                  <a:pt x="298336" y="16452"/>
                </a:lnTo>
                <a:lnTo>
                  <a:pt x="328170" y="12808"/>
                </a:lnTo>
                <a:lnTo>
                  <a:pt x="358003" y="8851"/>
                </a:lnTo>
                <a:lnTo>
                  <a:pt x="387837" y="4582"/>
                </a:lnTo>
                <a:lnTo>
                  <a:pt x="417671" y="0"/>
                </a:lnTo>
              </a:path>
            </a:pathLst>
          </a:custGeom>
          <a:noFill/>
          <a:ln w="6477">
            <a:solidFill>
              <a:srgbClr val="4D61C6">
                <a:alpha val="17000"/>
              </a:srgbClr>
            </a:solidFill>
            <a:prstDash val="solid"/>
          </a:ln>
        </p:spPr>
      </p:sp>
      <p:sp>
        <p:nvSpPr>
          <p:cNvPr id="55" name="knowledge-cross-edge">
            <a:extLst>
              <a:ext uri="{FF2B5EF4-FFF2-40B4-BE49-F238E27FC236}">
                <a16:creationId xmlns:a16="http://schemas.microsoft.com/office/drawing/2014/main" id="{2AB22D74-F1B1-4950-9B59-296AD9FD886F}"/>
              </a:ext>
            </a:extLst>
          </p:cNvPr>
          <p:cNvSpPr>
            <a:spLocks noGrp="1"/>
          </p:cNvSpPr>
          <p:nvPr/>
        </p:nvSpPr>
        <p:spPr>
          <a:xfrm>
            <a:off x="1273259" y="6034031"/>
            <a:ext cx="363952" cy="135988"/>
          </a:xfrm>
          <a:custGeom>
            <a:avLst/>
            <a:gdLst/>
            <a:ahLst/>
            <a:cxnLst/>
            <a:rect l="0" t="0" r="0" b="0"/>
            <a:pathLst>
              <a:path w="363952" h="135988">
                <a:moveTo>
                  <a:pt x="0" y="17236"/>
                </a:moveTo>
                <a:lnTo>
                  <a:pt x="44881" y="8015"/>
                </a:lnTo>
                <a:lnTo>
                  <a:pt x="87117" y="2269"/>
                </a:lnTo>
                <a:lnTo>
                  <a:pt x="126707" y="0"/>
                </a:lnTo>
                <a:lnTo>
                  <a:pt x="163651" y="1206"/>
                </a:lnTo>
                <a:lnTo>
                  <a:pt x="197949" y="5889"/>
                </a:lnTo>
                <a:lnTo>
                  <a:pt x="229601" y="14047"/>
                </a:lnTo>
                <a:lnTo>
                  <a:pt x="258607" y="25681"/>
                </a:lnTo>
                <a:lnTo>
                  <a:pt x="284968" y="40791"/>
                </a:lnTo>
                <a:lnTo>
                  <a:pt x="308683" y="59376"/>
                </a:lnTo>
                <a:lnTo>
                  <a:pt x="329751" y="81438"/>
                </a:lnTo>
                <a:lnTo>
                  <a:pt x="348175" y="106975"/>
                </a:lnTo>
                <a:lnTo>
                  <a:pt x="363952" y="135988"/>
                </a:lnTo>
              </a:path>
            </a:pathLst>
          </a:custGeom>
          <a:noFill/>
          <a:ln w="5334">
            <a:solidFill>
              <a:srgbClr val="4D61C6">
                <a:alpha val="13000"/>
              </a:srgbClr>
            </a:solidFill>
            <a:prstDash val="solid"/>
          </a:ln>
        </p:spPr>
      </p:sp>
      <p:sp>
        <p:nvSpPr>
          <p:cNvPr id="56" name="knowledge-edge">
            <a:extLst>
              <a:ext uri="{FF2B5EF4-FFF2-40B4-BE49-F238E27FC236}">
                <a16:creationId xmlns:a16="http://schemas.microsoft.com/office/drawing/2014/main" id="{44E8F964-F6B7-4099-9313-FB969F2D37E8}"/>
              </a:ext>
            </a:extLst>
          </p:cNvPr>
          <p:cNvSpPr>
            <a:spLocks noGrp="1"/>
          </p:cNvSpPr>
          <p:nvPr/>
        </p:nvSpPr>
        <p:spPr>
          <a:xfrm>
            <a:off x="1210679" y="6170019"/>
            <a:ext cx="426532" cy="44267"/>
          </a:xfrm>
          <a:custGeom>
            <a:avLst/>
            <a:gdLst/>
            <a:ahLst/>
            <a:cxnLst/>
            <a:rect l="0" t="0" r="0" b="0"/>
            <a:pathLst>
              <a:path w="426532" h="44267">
                <a:moveTo>
                  <a:pt x="0" y="17419"/>
                </a:moveTo>
                <a:lnTo>
                  <a:pt x="30467" y="25468"/>
                </a:lnTo>
                <a:lnTo>
                  <a:pt x="60933" y="32087"/>
                </a:lnTo>
                <a:lnTo>
                  <a:pt x="91400" y="37277"/>
                </a:lnTo>
                <a:lnTo>
                  <a:pt x="121866" y="41036"/>
                </a:lnTo>
                <a:lnTo>
                  <a:pt x="152333" y="43367"/>
                </a:lnTo>
                <a:lnTo>
                  <a:pt x="182799" y="44267"/>
                </a:lnTo>
                <a:lnTo>
                  <a:pt x="213266" y="43738"/>
                </a:lnTo>
                <a:lnTo>
                  <a:pt x="243732" y="41779"/>
                </a:lnTo>
                <a:lnTo>
                  <a:pt x="274199" y="38390"/>
                </a:lnTo>
                <a:lnTo>
                  <a:pt x="304665" y="33571"/>
                </a:lnTo>
                <a:lnTo>
                  <a:pt x="335132" y="27323"/>
                </a:lnTo>
                <a:lnTo>
                  <a:pt x="365598" y="19645"/>
                </a:lnTo>
                <a:lnTo>
                  <a:pt x="396065" y="10537"/>
                </a:lnTo>
                <a:lnTo>
                  <a:pt x="426532" y="0"/>
                </a:lnTo>
              </a:path>
            </a:pathLst>
          </a:custGeom>
          <a:noFill/>
          <a:ln w="6477">
            <a:solidFill>
              <a:srgbClr val="4D61C6">
                <a:alpha val="17000"/>
              </a:srgbClr>
            </a:solidFill>
            <a:prstDash val="solid"/>
          </a:ln>
        </p:spPr>
      </p:sp>
      <p:sp>
        <p:nvSpPr>
          <p:cNvPr id="57" name="knowledge-cross-edge">
            <a:extLst>
              <a:ext uri="{FF2B5EF4-FFF2-40B4-BE49-F238E27FC236}">
                <a16:creationId xmlns:a16="http://schemas.microsoft.com/office/drawing/2014/main" id="{44386E0A-CD72-4736-A967-0AF3809112B7}"/>
              </a:ext>
            </a:extLst>
          </p:cNvPr>
          <p:cNvSpPr>
            <a:spLocks noGrp="1"/>
          </p:cNvSpPr>
          <p:nvPr/>
        </p:nvSpPr>
        <p:spPr>
          <a:xfrm>
            <a:off x="1210679" y="6121974"/>
            <a:ext cx="556302" cy="161206"/>
          </a:xfrm>
          <a:custGeom>
            <a:avLst/>
            <a:gdLst/>
            <a:ahLst/>
            <a:cxnLst/>
            <a:rect l="0" t="0" r="0" b="0"/>
            <a:pathLst>
              <a:path w="556302" h="161206">
                <a:moveTo>
                  <a:pt x="0" y="65464"/>
                </a:moveTo>
                <a:lnTo>
                  <a:pt x="60911" y="40330"/>
                </a:lnTo>
                <a:lnTo>
                  <a:pt x="119175" y="21217"/>
                </a:lnTo>
                <a:lnTo>
                  <a:pt x="174794" y="8124"/>
                </a:lnTo>
                <a:lnTo>
                  <a:pt x="227767" y="1052"/>
                </a:lnTo>
                <a:lnTo>
                  <a:pt x="278095" y="0"/>
                </a:lnTo>
                <a:lnTo>
                  <a:pt x="325776" y="4968"/>
                </a:lnTo>
                <a:lnTo>
                  <a:pt x="370812" y="15957"/>
                </a:lnTo>
                <a:lnTo>
                  <a:pt x="413202" y="32966"/>
                </a:lnTo>
                <a:lnTo>
                  <a:pt x="452946" y="55996"/>
                </a:lnTo>
                <a:lnTo>
                  <a:pt x="490044" y="85045"/>
                </a:lnTo>
                <a:lnTo>
                  <a:pt x="524496" y="120116"/>
                </a:lnTo>
                <a:lnTo>
                  <a:pt x="556302" y="161206"/>
                </a:lnTo>
              </a:path>
            </a:pathLst>
          </a:custGeom>
          <a:noFill/>
          <a:ln w="5334">
            <a:solidFill>
              <a:srgbClr val="4D61C6">
                <a:alpha val="13000"/>
              </a:srgbClr>
            </a:solidFill>
            <a:prstDash val="solid"/>
          </a:ln>
        </p:spPr>
      </p:sp>
      <p:sp>
        <p:nvSpPr>
          <p:cNvPr id="58" name="knowledge-edge">
            <a:extLst>
              <a:ext uri="{FF2B5EF4-FFF2-40B4-BE49-F238E27FC236}">
                <a16:creationId xmlns:a16="http://schemas.microsoft.com/office/drawing/2014/main" id="{0664DA14-5202-4E59-A9C1-E2BDA1A11F39}"/>
              </a:ext>
            </a:extLst>
          </p:cNvPr>
          <p:cNvSpPr>
            <a:spLocks noGrp="1"/>
          </p:cNvSpPr>
          <p:nvPr/>
        </p:nvSpPr>
        <p:spPr>
          <a:xfrm>
            <a:off x="1224787" y="6283180"/>
            <a:ext cx="542195" cy="49858"/>
          </a:xfrm>
          <a:custGeom>
            <a:avLst/>
            <a:gdLst/>
            <a:ahLst/>
            <a:cxnLst/>
            <a:rect l="0" t="0" r="0" b="0"/>
            <a:pathLst>
              <a:path w="542195" h="49858">
                <a:moveTo>
                  <a:pt x="0" y="12685"/>
                </a:moveTo>
                <a:lnTo>
                  <a:pt x="38728" y="23319"/>
                </a:lnTo>
                <a:lnTo>
                  <a:pt x="77456" y="32178"/>
                </a:lnTo>
                <a:lnTo>
                  <a:pt x="116185" y="39261"/>
                </a:lnTo>
                <a:lnTo>
                  <a:pt x="154913" y="44569"/>
                </a:lnTo>
                <a:lnTo>
                  <a:pt x="193641" y="48101"/>
                </a:lnTo>
                <a:lnTo>
                  <a:pt x="232369" y="49858"/>
                </a:lnTo>
                <a:lnTo>
                  <a:pt x="271097" y="49840"/>
                </a:lnTo>
                <a:lnTo>
                  <a:pt x="309826" y="48046"/>
                </a:lnTo>
                <a:lnTo>
                  <a:pt x="348554" y="44477"/>
                </a:lnTo>
                <a:lnTo>
                  <a:pt x="387282" y="39132"/>
                </a:lnTo>
                <a:lnTo>
                  <a:pt x="426010" y="32012"/>
                </a:lnTo>
                <a:lnTo>
                  <a:pt x="464739" y="23117"/>
                </a:lnTo>
                <a:lnTo>
                  <a:pt x="503467" y="12446"/>
                </a:lnTo>
                <a:lnTo>
                  <a:pt x="542195" y="0"/>
                </a:lnTo>
              </a:path>
            </a:pathLst>
          </a:custGeom>
          <a:noFill/>
          <a:ln w="6477">
            <a:solidFill>
              <a:srgbClr val="4D61C6">
                <a:alpha val="17000"/>
              </a:srgbClr>
            </a:solidFill>
            <a:prstDash val="solid"/>
          </a:ln>
        </p:spPr>
      </p:sp>
      <p:sp>
        <p:nvSpPr>
          <p:cNvPr id="59" name="knowledge-edge">
            <a:extLst>
              <a:ext uri="{FF2B5EF4-FFF2-40B4-BE49-F238E27FC236}">
                <a16:creationId xmlns:a16="http://schemas.microsoft.com/office/drawing/2014/main" id="{32001D51-09A8-4965-ADAD-19940D2B44A4}"/>
              </a:ext>
            </a:extLst>
          </p:cNvPr>
          <p:cNvSpPr>
            <a:spLocks noGrp="1"/>
          </p:cNvSpPr>
          <p:nvPr/>
        </p:nvSpPr>
        <p:spPr>
          <a:xfrm>
            <a:off x="1217290" y="6455616"/>
            <a:ext cx="579771" cy="76862"/>
          </a:xfrm>
          <a:custGeom>
            <a:avLst/>
            <a:gdLst/>
            <a:ahLst/>
            <a:cxnLst/>
            <a:rect l="0" t="0" r="0" b="0"/>
            <a:pathLst>
              <a:path w="579771" h="76862">
                <a:moveTo>
                  <a:pt x="0" y="76862"/>
                </a:moveTo>
                <a:lnTo>
                  <a:pt x="41412" y="57530"/>
                </a:lnTo>
                <a:lnTo>
                  <a:pt x="82824" y="40981"/>
                </a:lnTo>
                <a:lnTo>
                  <a:pt x="124237" y="27217"/>
                </a:lnTo>
                <a:lnTo>
                  <a:pt x="165649" y="16237"/>
                </a:lnTo>
                <a:lnTo>
                  <a:pt x="207061" y="8040"/>
                </a:lnTo>
                <a:lnTo>
                  <a:pt x="248473" y="2628"/>
                </a:lnTo>
                <a:lnTo>
                  <a:pt x="289885" y="0"/>
                </a:lnTo>
                <a:lnTo>
                  <a:pt x="331297" y="156"/>
                </a:lnTo>
                <a:lnTo>
                  <a:pt x="372710" y="3096"/>
                </a:lnTo>
                <a:lnTo>
                  <a:pt x="414122" y="8820"/>
                </a:lnTo>
                <a:lnTo>
                  <a:pt x="455534" y="17328"/>
                </a:lnTo>
                <a:lnTo>
                  <a:pt x="496946" y="28620"/>
                </a:lnTo>
                <a:lnTo>
                  <a:pt x="538358" y="42696"/>
                </a:lnTo>
                <a:lnTo>
                  <a:pt x="579771" y="59556"/>
                </a:lnTo>
              </a:path>
            </a:pathLst>
          </a:custGeom>
          <a:noFill/>
          <a:ln w="6477">
            <a:solidFill>
              <a:srgbClr val="4D61C6">
                <a:alpha val="17000"/>
              </a:srgbClr>
            </a:solidFill>
            <a:prstDash val="solid"/>
          </a:ln>
        </p:spPr>
      </p:sp>
      <p:sp>
        <p:nvSpPr>
          <p:cNvPr id="60" name="knowledge-cross-edge">
            <a:extLst>
              <a:ext uri="{FF2B5EF4-FFF2-40B4-BE49-F238E27FC236}">
                <a16:creationId xmlns:a16="http://schemas.microsoft.com/office/drawing/2014/main" id="{9BAC30AC-F9B2-493A-BA68-9B0DC62544F5}"/>
              </a:ext>
            </a:extLst>
          </p:cNvPr>
          <p:cNvSpPr>
            <a:spLocks noGrp="1"/>
          </p:cNvSpPr>
          <p:nvPr/>
        </p:nvSpPr>
        <p:spPr>
          <a:xfrm>
            <a:off x="1217290" y="6508773"/>
            <a:ext cx="493373" cy="499721"/>
          </a:xfrm>
          <a:custGeom>
            <a:avLst/>
            <a:gdLst/>
            <a:ahLst/>
            <a:cxnLst/>
            <a:rect l="0" t="0" r="0" b="0"/>
            <a:pathLst>
              <a:path w="493373" h="499721">
                <a:moveTo>
                  <a:pt x="0" y="23706"/>
                </a:moveTo>
                <a:lnTo>
                  <a:pt x="55666" y="6701"/>
                </a:lnTo>
                <a:lnTo>
                  <a:pt x="108687" y="0"/>
                </a:lnTo>
                <a:lnTo>
                  <a:pt x="159062" y="3603"/>
                </a:lnTo>
                <a:lnTo>
                  <a:pt x="206791" y="17511"/>
                </a:lnTo>
                <a:lnTo>
                  <a:pt x="251874" y="41723"/>
                </a:lnTo>
                <a:lnTo>
                  <a:pt x="294311" y="76239"/>
                </a:lnTo>
                <a:lnTo>
                  <a:pt x="334103" y="121059"/>
                </a:lnTo>
                <a:lnTo>
                  <a:pt x="371249" y="176183"/>
                </a:lnTo>
                <a:lnTo>
                  <a:pt x="405748" y="241611"/>
                </a:lnTo>
                <a:lnTo>
                  <a:pt x="437602" y="317343"/>
                </a:lnTo>
                <a:lnTo>
                  <a:pt x="466811" y="403380"/>
                </a:lnTo>
                <a:lnTo>
                  <a:pt x="493373" y="499721"/>
                </a:lnTo>
              </a:path>
            </a:pathLst>
          </a:custGeom>
          <a:noFill/>
          <a:ln w="5334">
            <a:solidFill>
              <a:srgbClr val="4D61C6">
                <a:alpha val="13000"/>
              </a:srgbClr>
            </a:solidFill>
            <a:prstDash val="solid"/>
          </a:ln>
        </p:spPr>
      </p:sp>
      <p:sp>
        <p:nvSpPr>
          <p:cNvPr id="61" name="knowledge-edge">
            <a:extLst>
              <a:ext uri="{FF2B5EF4-FFF2-40B4-BE49-F238E27FC236}">
                <a16:creationId xmlns:a16="http://schemas.microsoft.com/office/drawing/2014/main" id="{9EE3265C-8F01-4108-80AD-49775F8D79B6}"/>
              </a:ext>
            </a:extLst>
          </p:cNvPr>
          <p:cNvSpPr>
            <a:spLocks noGrp="1"/>
          </p:cNvSpPr>
          <p:nvPr/>
        </p:nvSpPr>
        <p:spPr>
          <a:xfrm>
            <a:off x="1284381" y="6857898"/>
            <a:ext cx="426282" cy="150596"/>
          </a:xfrm>
          <a:custGeom>
            <a:avLst/>
            <a:gdLst/>
            <a:ahLst/>
            <a:cxnLst/>
            <a:rect l="0" t="0" r="0" b="0"/>
            <a:pathLst>
              <a:path w="426282" h="150596">
                <a:moveTo>
                  <a:pt x="0" y="0"/>
                </a:moveTo>
                <a:lnTo>
                  <a:pt x="30449" y="5229"/>
                </a:lnTo>
                <a:lnTo>
                  <a:pt x="60897" y="11308"/>
                </a:lnTo>
                <a:lnTo>
                  <a:pt x="91346" y="18237"/>
                </a:lnTo>
                <a:lnTo>
                  <a:pt x="121795" y="26017"/>
                </a:lnTo>
                <a:lnTo>
                  <a:pt x="152244" y="34648"/>
                </a:lnTo>
                <a:lnTo>
                  <a:pt x="182692" y="44129"/>
                </a:lnTo>
                <a:lnTo>
                  <a:pt x="213141" y="54461"/>
                </a:lnTo>
                <a:lnTo>
                  <a:pt x="243590" y="65643"/>
                </a:lnTo>
                <a:lnTo>
                  <a:pt x="274038" y="77675"/>
                </a:lnTo>
                <a:lnTo>
                  <a:pt x="304487" y="90558"/>
                </a:lnTo>
                <a:lnTo>
                  <a:pt x="334936" y="104292"/>
                </a:lnTo>
                <a:lnTo>
                  <a:pt x="365384" y="118876"/>
                </a:lnTo>
                <a:lnTo>
                  <a:pt x="395833" y="134311"/>
                </a:lnTo>
                <a:lnTo>
                  <a:pt x="426282" y="150596"/>
                </a:lnTo>
              </a:path>
            </a:pathLst>
          </a:custGeom>
          <a:noFill/>
          <a:ln w="6477">
            <a:solidFill>
              <a:srgbClr val="4D61C6">
                <a:alpha val="17000"/>
              </a:srgbClr>
            </a:solidFill>
            <a:prstDash val="solid"/>
          </a:ln>
        </p:spPr>
      </p:sp>
      <p:sp>
        <p:nvSpPr>
          <p:cNvPr id="62" name="knowledge-edge">
            <a:extLst>
              <a:ext uri="{FF2B5EF4-FFF2-40B4-BE49-F238E27FC236}">
                <a16:creationId xmlns:a16="http://schemas.microsoft.com/office/drawing/2014/main" id="{5C62A559-B09D-4E1C-BA70-938F02063EFD}"/>
              </a:ext>
            </a:extLst>
          </p:cNvPr>
          <p:cNvSpPr>
            <a:spLocks noGrp="1"/>
          </p:cNvSpPr>
          <p:nvPr/>
        </p:nvSpPr>
        <p:spPr>
          <a:xfrm>
            <a:off x="1332016" y="7164963"/>
            <a:ext cx="386090" cy="80626"/>
          </a:xfrm>
          <a:custGeom>
            <a:avLst/>
            <a:gdLst/>
            <a:ahLst/>
            <a:cxnLst/>
            <a:rect l="0" t="0" r="0" b="0"/>
            <a:pathLst>
              <a:path w="386090" h="80626">
                <a:moveTo>
                  <a:pt x="0" y="0"/>
                </a:moveTo>
                <a:lnTo>
                  <a:pt x="27578" y="20818"/>
                </a:lnTo>
                <a:lnTo>
                  <a:pt x="55156" y="38536"/>
                </a:lnTo>
                <a:lnTo>
                  <a:pt x="82734" y="53154"/>
                </a:lnTo>
                <a:lnTo>
                  <a:pt x="110311" y="64672"/>
                </a:lnTo>
                <a:lnTo>
                  <a:pt x="137889" y="73090"/>
                </a:lnTo>
                <a:lnTo>
                  <a:pt x="165467" y="78408"/>
                </a:lnTo>
                <a:lnTo>
                  <a:pt x="193045" y="80626"/>
                </a:lnTo>
                <a:lnTo>
                  <a:pt x="220623" y="79745"/>
                </a:lnTo>
                <a:lnTo>
                  <a:pt x="248201" y="75763"/>
                </a:lnTo>
                <a:lnTo>
                  <a:pt x="275779" y="68681"/>
                </a:lnTo>
                <a:lnTo>
                  <a:pt x="303356" y="58500"/>
                </a:lnTo>
                <a:lnTo>
                  <a:pt x="330934" y="45219"/>
                </a:lnTo>
                <a:lnTo>
                  <a:pt x="358512" y="28837"/>
                </a:lnTo>
                <a:lnTo>
                  <a:pt x="386090" y="9356"/>
                </a:lnTo>
              </a:path>
            </a:pathLst>
          </a:custGeom>
          <a:noFill/>
          <a:ln w="6477">
            <a:solidFill>
              <a:srgbClr val="4D61C6">
                <a:alpha val="17000"/>
              </a:srgbClr>
            </a:solidFill>
            <a:prstDash val="solid"/>
          </a:ln>
        </p:spPr>
      </p:sp>
      <p:sp>
        <p:nvSpPr>
          <p:cNvPr id="63" name="knowledge-cross-edge">
            <a:extLst>
              <a:ext uri="{FF2B5EF4-FFF2-40B4-BE49-F238E27FC236}">
                <a16:creationId xmlns:a16="http://schemas.microsoft.com/office/drawing/2014/main" id="{4830FB7C-6B99-4169-96D4-12ED50F98A30}"/>
              </a:ext>
            </a:extLst>
          </p:cNvPr>
          <p:cNvSpPr>
            <a:spLocks noGrp="1"/>
          </p:cNvSpPr>
          <p:nvPr/>
        </p:nvSpPr>
        <p:spPr>
          <a:xfrm>
            <a:off x="1332016" y="6987479"/>
            <a:ext cx="378647" cy="177484"/>
          </a:xfrm>
          <a:custGeom>
            <a:avLst/>
            <a:gdLst/>
            <a:ahLst/>
            <a:cxnLst/>
            <a:rect l="0" t="0" r="0" b="0"/>
            <a:pathLst>
              <a:path w="378647" h="177484">
                <a:moveTo>
                  <a:pt x="0" y="177484"/>
                </a:moveTo>
                <a:lnTo>
                  <a:pt x="17002" y="139947"/>
                </a:lnTo>
                <a:lnTo>
                  <a:pt x="36649" y="106863"/>
                </a:lnTo>
                <a:lnTo>
                  <a:pt x="58943" y="78234"/>
                </a:lnTo>
                <a:lnTo>
                  <a:pt x="83882" y="54060"/>
                </a:lnTo>
                <a:lnTo>
                  <a:pt x="111467" y="34339"/>
                </a:lnTo>
                <a:lnTo>
                  <a:pt x="141698" y="19073"/>
                </a:lnTo>
                <a:lnTo>
                  <a:pt x="174575" y="8261"/>
                </a:lnTo>
                <a:lnTo>
                  <a:pt x="210098" y="1904"/>
                </a:lnTo>
                <a:lnTo>
                  <a:pt x="248266" y="0"/>
                </a:lnTo>
                <a:lnTo>
                  <a:pt x="289081" y="2551"/>
                </a:lnTo>
                <a:lnTo>
                  <a:pt x="332541" y="9556"/>
                </a:lnTo>
                <a:lnTo>
                  <a:pt x="378647" y="21015"/>
                </a:lnTo>
              </a:path>
            </a:pathLst>
          </a:custGeom>
          <a:noFill/>
          <a:ln w="4953">
            <a:solidFill>
              <a:srgbClr val="4D61C6">
                <a:alpha val="12000"/>
              </a:srgbClr>
            </a:solidFill>
            <a:prstDash val="solid"/>
          </a:ln>
        </p:spPr>
      </p:sp>
      <p:sp>
        <p:nvSpPr>
          <p:cNvPr id="64" name="knowledge-edge">
            <a:extLst>
              <a:ext uri="{FF2B5EF4-FFF2-40B4-BE49-F238E27FC236}">
                <a16:creationId xmlns:a16="http://schemas.microsoft.com/office/drawing/2014/main" id="{2CCDE230-D689-4899-9242-065C5ADC45CC}"/>
              </a:ext>
            </a:extLst>
          </p:cNvPr>
          <p:cNvSpPr>
            <a:spLocks noGrp="1"/>
          </p:cNvSpPr>
          <p:nvPr/>
        </p:nvSpPr>
        <p:spPr>
          <a:xfrm>
            <a:off x="1755932" y="5942485"/>
            <a:ext cx="337338" cy="149255"/>
          </a:xfrm>
          <a:custGeom>
            <a:avLst/>
            <a:gdLst/>
            <a:ahLst/>
            <a:cxnLst/>
            <a:rect l="0" t="0" r="0" b="0"/>
            <a:pathLst>
              <a:path w="337338" h="149255">
                <a:moveTo>
                  <a:pt x="0" y="149255"/>
                </a:moveTo>
                <a:lnTo>
                  <a:pt x="24096" y="143329"/>
                </a:lnTo>
                <a:lnTo>
                  <a:pt x="48191" y="136674"/>
                </a:lnTo>
                <a:lnTo>
                  <a:pt x="72287" y="129291"/>
                </a:lnTo>
                <a:lnTo>
                  <a:pt x="96382" y="121179"/>
                </a:lnTo>
                <a:lnTo>
                  <a:pt x="120478" y="112339"/>
                </a:lnTo>
                <a:lnTo>
                  <a:pt x="144574" y="102770"/>
                </a:lnTo>
                <a:lnTo>
                  <a:pt x="168669" y="92473"/>
                </a:lnTo>
                <a:lnTo>
                  <a:pt x="192765" y="81448"/>
                </a:lnTo>
                <a:lnTo>
                  <a:pt x="216860" y="69694"/>
                </a:lnTo>
                <a:lnTo>
                  <a:pt x="240956" y="57212"/>
                </a:lnTo>
                <a:lnTo>
                  <a:pt x="265051" y="44002"/>
                </a:lnTo>
                <a:lnTo>
                  <a:pt x="289147" y="30063"/>
                </a:lnTo>
                <a:lnTo>
                  <a:pt x="313243" y="15396"/>
                </a:lnTo>
                <a:lnTo>
                  <a:pt x="337338" y="0"/>
                </a:lnTo>
              </a:path>
            </a:pathLst>
          </a:custGeom>
          <a:noFill/>
          <a:ln w="6477">
            <a:solidFill>
              <a:srgbClr val="4F58BA">
                <a:alpha val="17000"/>
              </a:srgbClr>
            </a:solidFill>
            <a:prstDash val="solid"/>
          </a:ln>
        </p:spPr>
      </p:sp>
      <p:sp>
        <p:nvSpPr>
          <p:cNvPr id="65" name="knowledge-cross-edge">
            <a:extLst>
              <a:ext uri="{FF2B5EF4-FFF2-40B4-BE49-F238E27FC236}">
                <a16:creationId xmlns:a16="http://schemas.microsoft.com/office/drawing/2014/main" id="{36700817-2198-48B1-944A-D51159AB8B82}"/>
              </a:ext>
            </a:extLst>
          </p:cNvPr>
          <p:cNvSpPr>
            <a:spLocks noGrp="1"/>
          </p:cNvSpPr>
          <p:nvPr/>
        </p:nvSpPr>
        <p:spPr>
          <a:xfrm>
            <a:off x="1755932" y="5994820"/>
            <a:ext cx="185847" cy="96920"/>
          </a:xfrm>
          <a:custGeom>
            <a:avLst/>
            <a:gdLst/>
            <a:ahLst/>
            <a:cxnLst/>
            <a:rect l="0" t="0" r="0" b="0"/>
            <a:pathLst>
              <a:path w="185847" h="96920">
                <a:moveTo>
                  <a:pt x="0" y="96920"/>
                </a:moveTo>
                <a:lnTo>
                  <a:pt x="30039" y="72858"/>
                </a:lnTo>
                <a:lnTo>
                  <a:pt x="57433" y="52210"/>
                </a:lnTo>
                <a:lnTo>
                  <a:pt x="82180" y="34975"/>
                </a:lnTo>
                <a:lnTo>
                  <a:pt x="104282" y="21154"/>
                </a:lnTo>
                <a:lnTo>
                  <a:pt x="123738" y="10745"/>
                </a:lnTo>
                <a:lnTo>
                  <a:pt x="140548" y="3750"/>
                </a:lnTo>
                <a:lnTo>
                  <a:pt x="154713" y="168"/>
                </a:lnTo>
                <a:lnTo>
                  <a:pt x="166231" y="0"/>
                </a:lnTo>
                <a:lnTo>
                  <a:pt x="175104" y="3245"/>
                </a:lnTo>
                <a:lnTo>
                  <a:pt x="181331" y="9903"/>
                </a:lnTo>
                <a:lnTo>
                  <a:pt x="184911" y="19974"/>
                </a:lnTo>
                <a:lnTo>
                  <a:pt x="185847" y="33459"/>
                </a:lnTo>
              </a:path>
            </a:pathLst>
          </a:custGeom>
          <a:noFill/>
          <a:ln w="5334">
            <a:solidFill>
              <a:srgbClr val="4F58BA">
                <a:alpha val="13000"/>
              </a:srgbClr>
            </a:solidFill>
            <a:prstDash val="solid"/>
          </a:ln>
        </p:spPr>
      </p:sp>
      <p:sp>
        <p:nvSpPr>
          <p:cNvPr id="66" name="knowledge-edge">
            <a:extLst>
              <a:ext uri="{FF2B5EF4-FFF2-40B4-BE49-F238E27FC236}">
                <a16:creationId xmlns:a16="http://schemas.microsoft.com/office/drawing/2014/main" id="{0570350B-18CC-4CF7-AD2F-8E5BB689895F}"/>
              </a:ext>
            </a:extLst>
          </p:cNvPr>
          <p:cNvSpPr>
            <a:spLocks noGrp="1"/>
          </p:cNvSpPr>
          <p:nvPr/>
        </p:nvSpPr>
        <p:spPr>
          <a:xfrm>
            <a:off x="1690930" y="6015568"/>
            <a:ext cx="250849" cy="12711"/>
          </a:xfrm>
          <a:custGeom>
            <a:avLst/>
            <a:gdLst/>
            <a:ahLst/>
            <a:cxnLst/>
            <a:rect l="0" t="0" r="0" b="0"/>
            <a:pathLst>
              <a:path w="250849" h="12711">
                <a:moveTo>
                  <a:pt x="0" y="0"/>
                </a:moveTo>
                <a:lnTo>
                  <a:pt x="17918" y="1409"/>
                </a:lnTo>
                <a:lnTo>
                  <a:pt x="35836" y="2741"/>
                </a:lnTo>
                <a:lnTo>
                  <a:pt x="53753" y="3996"/>
                </a:lnTo>
                <a:lnTo>
                  <a:pt x="71671" y="5174"/>
                </a:lnTo>
                <a:lnTo>
                  <a:pt x="89589" y="6275"/>
                </a:lnTo>
                <a:lnTo>
                  <a:pt x="107507" y="7299"/>
                </a:lnTo>
                <a:lnTo>
                  <a:pt x="125425" y="8245"/>
                </a:lnTo>
                <a:lnTo>
                  <a:pt x="143342" y="9115"/>
                </a:lnTo>
                <a:lnTo>
                  <a:pt x="161260" y="9907"/>
                </a:lnTo>
                <a:lnTo>
                  <a:pt x="179178" y="10622"/>
                </a:lnTo>
                <a:lnTo>
                  <a:pt x="197096" y="11260"/>
                </a:lnTo>
                <a:lnTo>
                  <a:pt x="215014" y="11821"/>
                </a:lnTo>
                <a:lnTo>
                  <a:pt x="232931" y="12305"/>
                </a:lnTo>
                <a:lnTo>
                  <a:pt x="250849" y="12711"/>
                </a:lnTo>
              </a:path>
            </a:pathLst>
          </a:custGeom>
          <a:noFill/>
          <a:ln w="6477">
            <a:solidFill>
              <a:srgbClr val="4F58BA">
                <a:alpha val="17000"/>
              </a:srgbClr>
            </a:solidFill>
            <a:prstDash val="solid"/>
          </a:ln>
        </p:spPr>
      </p:sp>
      <p:sp>
        <p:nvSpPr>
          <p:cNvPr id="67" name="knowledge-cross-edge">
            <a:extLst>
              <a:ext uri="{FF2B5EF4-FFF2-40B4-BE49-F238E27FC236}">
                <a16:creationId xmlns:a16="http://schemas.microsoft.com/office/drawing/2014/main" id="{9F116CF2-991C-428B-B1B2-E215D6EA4A70}"/>
              </a:ext>
            </a:extLst>
          </p:cNvPr>
          <p:cNvSpPr>
            <a:spLocks noGrp="1"/>
          </p:cNvSpPr>
          <p:nvPr/>
        </p:nvSpPr>
        <p:spPr>
          <a:xfrm>
            <a:off x="1690930" y="6015568"/>
            <a:ext cx="227242" cy="129184"/>
          </a:xfrm>
          <a:custGeom>
            <a:avLst/>
            <a:gdLst/>
            <a:ahLst/>
            <a:cxnLst/>
            <a:rect l="0" t="0" r="0" b="0"/>
            <a:pathLst>
              <a:path w="227242" h="129184">
                <a:moveTo>
                  <a:pt x="0" y="0"/>
                </a:moveTo>
                <a:lnTo>
                  <a:pt x="33489" y="305"/>
                </a:lnTo>
                <a:lnTo>
                  <a:pt x="64332" y="2513"/>
                </a:lnTo>
                <a:lnTo>
                  <a:pt x="92529" y="6621"/>
                </a:lnTo>
                <a:lnTo>
                  <a:pt x="118081" y="12632"/>
                </a:lnTo>
                <a:lnTo>
                  <a:pt x="140986" y="20545"/>
                </a:lnTo>
                <a:lnTo>
                  <a:pt x="161246" y="30359"/>
                </a:lnTo>
                <a:lnTo>
                  <a:pt x="178860" y="42076"/>
                </a:lnTo>
                <a:lnTo>
                  <a:pt x="193828" y="55694"/>
                </a:lnTo>
                <a:lnTo>
                  <a:pt x="206150" y="71214"/>
                </a:lnTo>
                <a:lnTo>
                  <a:pt x="215827" y="88635"/>
                </a:lnTo>
                <a:lnTo>
                  <a:pt x="222857" y="107959"/>
                </a:lnTo>
                <a:lnTo>
                  <a:pt x="227242" y="129184"/>
                </a:lnTo>
              </a:path>
            </a:pathLst>
          </a:custGeom>
          <a:noFill/>
          <a:ln w="5334">
            <a:solidFill>
              <a:srgbClr val="4F58BA">
                <a:alpha val="13000"/>
              </a:srgbClr>
            </a:solidFill>
            <a:prstDash val="solid"/>
          </a:ln>
        </p:spPr>
      </p:sp>
      <p:sp>
        <p:nvSpPr>
          <p:cNvPr id="68" name="knowledge-edge">
            <a:extLst>
              <a:ext uri="{FF2B5EF4-FFF2-40B4-BE49-F238E27FC236}">
                <a16:creationId xmlns:a16="http://schemas.microsoft.com/office/drawing/2014/main" id="{B897793E-9277-47FD-AC2A-A456DDE70F89}"/>
              </a:ext>
            </a:extLst>
          </p:cNvPr>
          <p:cNvSpPr>
            <a:spLocks noGrp="1"/>
          </p:cNvSpPr>
          <p:nvPr/>
        </p:nvSpPr>
        <p:spPr>
          <a:xfrm>
            <a:off x="1637211" y="6144752"/>
            <a:ext cx="280961" cy="25268"/>
          </a:xfrm>
          <a:custGeom>
            <a:avLst/>
            <a:gdLst/>
            <a:ahLst/>
            <a:cxnLst/>
            <a:rect l="0" t="0" r="0" b="0"/>
            <a:pathLst>
              <a:path w="280961" h="25268">
                <a:moveTo>
                  <a:pt x="0" y="25268"/>
                </a:moveTo>
                <a:lnTo>
                  <a:pt x="20069" y="22992"/>
                </a:lnTo>
                <a:lnTo>
                  <a:pt x="40137" y="20788"/>
                </a:lnTo>
                <a:lnTo>
                  <a:pt x="60206" y="18657"/>
                </a:lnTo>
                <a:lnTo>
                  <a:pt x="80275" y="16599"/>
                </a:lnTo>
                <a:lnTo>
                  <a:pt x="100343" y="14613"/>
                </a:lnTo>
                <a:lnTo>
                  <a:pt x="120412" y="12699"/>
                </a:lnTo>
                <a:lnTo>
                  <a:pt x="140480" y="10858"/>
                </a:lnTo>
                <a:lnTo>
                  <a:pt x="160549" y="9090"/>
                </a:lnTo>
                <a:lnTo>
                  <a:pt x="180618" y="7393"/>
                </a:lnTo>
                <a:lnTo>
                  <a:pt x="200686" y="5770"/>
                </a:lnTo>
                <a:lnTo>
                  <a:pt x="220755" y="4219"/>
                </a:lnTo>
                <a:lnTo>
                  <a:pt x="240824" y="2740"/>
                </a:lnTo>
                <a:lnTo>
                  <a:pt x="260892" y="1334"/>
                </a:lnTo>
                <a:lnTo>
                  <a:pt x="280961" y="0"/>
                </a:lnTo>
              </a:path>
            </a:pathLst>
          </a:custGeom>
          <a:noFill/>
          <a:ln w="6477">
            <a:solidFill>
              <a:srgbClr val="4F58BA">
                <a:alpha val="17000"/>
              </a:srgbClr>
            </a:solidFill>
            <a:prstDash val="solid"/>
          </a:ln>
        </p:spPr>
      </p:sp>
      <p:sp>
        <p:nvSpPr>
          <p:cNvPr id="69" name="knowledge-edge">
            <a:extLst>
              <a:ext uri="{FF2B5EF4-FFF2-40B4-BE49-F238E27FC236}">
                <a16:creationId xmlns:a16="http://schemas.microsoft.com/office/drawing/2014/main" id="{8F1D8DDC-8F20-42EF-9259-AF487968C4FB}"/>
              </a:ext>
            </a:extLst>
          </p:cNvPr>
          <p:cNvSpPr>
            <a:spLocks noGrp="1"/>
          </p:cNvSpPr>
          <p:nvPr/>
        </p:nvSpPr>
        <p:spPr>
          <a:xfrm>
            <a:off x="1766982" y="6283180"/>
            <a:ext cx="312226" cy="154535"/>
          </a:xfrm>
          <a:custGeom>
            <a:avLst/>
            <a:gdLst/>
            <a:ahLst/>
            <a:cxnLst/>
            <a:rect l="0" t="0" r="0" b="0"/>
            <a:pathLst>
              <a:path w="312226" h="154535">
                <a:moveTo>
                  <a:pt x="0" y="0"/>
                </a:moveTo>
                <a:lnTo>
                  <a:pt x="22302" y="5997"/>
                </a:lnTo>
                <a:lnTo>
                  <a:pt x="44604" y="12770"/>
                </a:lnTo>
                <a:lnTo>
                  <a:pt x="66905" y="20319"/>
                </a:lnTo>
                <a:lnTo>
                  <a:pt x="89207" y="28642"/>
                </a:lnTo>
                <a:lnTo>
                  <a:pt x="111509" y="37742"/>
                </a:lnTo>
                <a:lnTo>
                  <a:pt x="133811" y="47617"/>
                </a:lnTo>
                <a:lnTo>
                  <a:pt x="156113" y="58267"/>
                </a:lnTo>
                <a:lnTo>
                  <a:pt x="178415" y="69693"/>
                </a:lnTo>
                <a:lnTo>
                  <a:pt x="200716" y="81895"/>
                </a:lnTo>
                <a:lnTo>
                  <a:pt x="223018" y="94872"/>
                </a:lnTo>
                <a:lnTo>
                  <a:pt x="245320" y="108625"/>
                </a:lnTo>
                <a:lnTo>
                  <a:pt x="267622" y="123153"/>
                </a:lnTo>
                <a:lnTo>
                  <a:pt x="289924" y="138456"/>
                </a:lnTo>
                <a:lnTo>
                  <a:pt x="312226" y="154535"/>
                </a:lnTo>
              </a:path>
            </a:pathLst>
          </a:custGeom>
          <a:noFill/>
          <a:ln w="6477">
            <a:solidFill>
              <a:srgbClr val="4F58BA">
                <a:alpha val="17000"/>
              </a:srgbClr>
            </a:solidFill>
            <a:prstDash val="solid"/>
          </a:ln>
        </p:spPr>
      </p:sp>
      <p:sp>
        <p:nvSpPr>
          <p:cNvPr id="70" name="knowledge-cross-edge">
            <a:extLst>
              <a:ext uri="{FF2B5EF4-FFF2-40B4-BE49-F238E27FC236}">
                <a16:creationId xmlns:a16="http://schemas.microsoft.com/office/drawing/2014/main" id="{876262BD-FAE2-4A10-971D-0E4A18503DC0}"/>
              </a:ext>
            </a:extLst>
          </p:cNvPr>
          <p:cNvSpPr>
            <a:spLocks noGrp="1"/>
          </p:cNvSpPr>
          <p:nvPr/>
        </p:nvSpPr>
        <p:spPr>
          <a:xfrm>
            <a:off x="1766982" y="6267108"/>
            <a:ext cx="160236" cy="412552"/>
          </a:xfrm>
          <a:custGeom>
            <a:avLst/>
            <a:gdLst/>
            <a:ahLst/>
            <a:cxnLst/>
            <a:rect l="0" t="0" r="0" b="0"/>
            <a:pathLst>
              <a:path w="160236" h="412552">
                <a:moveTo>
                  <a:pt x="0" y="16072"/>
                </a:moveTo>
                <a:lnTo>
                  <a:pt x="27796" y="3929"/>
                </a:lnTo>
                <a:lnTo>
                  <a:pt x="52946" y="0"/>
                </a:lnTo>
                <a:lnTo>
                  <a:pt x="75451" y="4287"/>
                </a:lnTo>
                <a:lnTo>
                  <a:pt x="95309" y="16789"/>
                </a:lnTo>
                <a:lnTo>
                  <a:pt x="112522" y="37506"/>
                </a:lnTo>
                <a:lnTo>
                  <a:pt x="127089" y="66438"/>
                </a:lnTo>
                <a:lnTo>
                  <a:pt x="139010" y="103586"/>
                </a:lnTo>
                <a:lnTo>
                  <a:pt x="148285" y="148948"/>
                </a:lnTo>
                <a:lnTo>
                  <a:pt x="154915" y="202526"/>
                </a:lnTo>
                <a:lnTo>
                  <a:pt x="158898" y="264320"/>
                </a:lnTo>
                <a:lnTo>
                  <a:pt x="160236" y="334328"/>
                </a:lnTo>
                <a:lnTo>
                  <a:pt x="158928" y="412552"/>
                </a:lnTo>
              </a:path>
            </a:pathLst>
          </a:custGeom>
          <a:noFill/>
          <a:ln w="5334">
            <a:solidFill>
              <a:srgbClr val="4F58BA">
                <a:alpha val="13000"/>
              </a:srgbClr>
            </a:solidFill>
            <a:prstDash val="solid"/>
          </a:ln>
        </p:spPr>
      </p:sp>
      <p:sp>
        <p:nvSpPr>
          <p:cNvPr id="71" name="knowledge-long-edge">
            <a:extLst>
              <a:ext uri="{FF2B5EF4-FFF2-40B4-BE49-F238E27FC236}">
                <a16:creationId xmlns:a16="http://schemas.microsoft.com/office/drawing/2014/main" id="{59D63335-2C9B-4679-A630-896FB25C99F1}"/>
              </a:ext>
            </a:extLst>
          </p:cNvPr>
          <p:cNvSpPr>
            <a:spLocks noGrp="1"/>
          </p:cNvSpPr>
          <p:nvPr/>
        </p:nvSpPr>
        <p:spPr>
          <a:xfrm>
            <a:off x="1766982" y="5948942"/>
            <a:ext cx="606051" cy="334239"/>
          </a:xfrm>
          <a:custGeom>
            <a:avLst/>
            <a:gdLst/>
            <a:ahLst/>
            <a:cxnLst/>
            <a:rect l="0" t="0" r="0" b="0"/>
            <a:pathLst>
              <a:path w="606051" h="334239">
                <a:moveTo>
                  <a:pt x="0" y="334239"/>
                </a:moveTo>
                <a:lnTo>
                  <a:pt x="37878" y="261911"/>
                </a:lnTo>
                <a:lnTo>
                  <a:pt x="75756" y="198381"/>
                </a:lnTo>
                <a:lnTo>
                  <a:pt x="113635" y="143648"/>
                </a:lnTo>
                <a:lnTo>
                  <a:pt x="151513" y="97713"/>
                </a:lnTo>
                <a:lnTo>
                  <a:pt x="189391" y="60575"/>
                </a:lnTo>
                <a:lnTo>
                  <a:pt x="227269" y="32235"/>
                </a:lnTo>
                <a:lnTo>
                  <a:pt x="265147" y="12692"/>
                </a:lnTo>
                <a:lnTo>
                  <a:pt x="303025" y="1947"/>
                </a:lnTo>
                <a:lnTo>
                  <a:pt x="340904" y="0"/>
                </a:lnTo>
                <a:lnTo>
                  <a:pt x="378782" y="6850"/>
                </a:lnTo>
                <a:lnTo>
                  <a:pt x="416660" y="22498"/>
                </a:lnTo>
                <a:lnTo>
                  <a:pt x="454538" y="46943"/>
                </a:lnTo>
                <a:lnTo>
                  <a:pt x="492416" y="80186"/>
                </a:lnTo>
                <a:lnTo>
                  <a:pt x="530295" y="122226"/>
                </a:lnTo>
                <a:lnTo>
                  <a:pt x="568173" y="173064"/>
                </a:lnTo>
                <a:lnTo>
                  <a:pt x="606051" y="232699"/>
                </a:lnTo>
              </a:path>
            </a:pathLst>
          </a:custGeom>
          <a:noFill/>
          <a:ln w="4286">
            <a:solidFill>
              <a:srgbClr val="4F58BA">
                <a:alpha val="9000"/>
              </a:srgbClr>
            </a:solidFill>
            <a:prstDash val="solid"/>
          </a:ln>
        </p:spPr>
      </p:sp>
      <p:sp>
        <p:nvSpPr>
          <p:cNvPr id="72" name="knowledge-edge">
            <a:extLst>
              <a:ext uri="{FF2B5EF4-FFF2-40B4-BE49-F238E27FC236}">
                <a16:creationId xmlns:a16="http://schemas.microsoft.com/office/drawing/2014/main" id="{F235E7DA-14BA-4DFF-B1B5-EA03D615923B}"/>
              </a:ext>
            </a:extLst>
          </p:cNvPr>
          <p:cNvSpPr>
            <a:spLocks noGrp="1"/>
          </p:cNvSpPr>
          <p:nvPr/>
        </p:nvSpPr>
        <p:spPr>
          <a:xfrm>
            <a:off x="1797060" y="6515172"/>
            <a:ext cx="128849" cy="164487"/>
          </a:xfrm>
          <a:custGeom>
            <a:avLst/>
            <a:gdLst/>
            <a:ahLst/>
            <a:cxnLst/>
            <a:rect l="0" t="0" r="0" b="0"/>
            <a:pathLst>
              <a:path w="128849" h="164487">
                <a:moveTo>
                  <a:pt x="0" y="0"/>
                </a:moveTo>
                <a:lnTo>
                  <a:pt x="9204" y="13529"/>
                </a:lnTo>
                <a:lnTo>
                  <a:pt x="18407" y="26784"/>
                </a:lnTo>
                <a:lnTo>
                  <a:pt x="27611" y="39766"/>
                </a:lnTo>
                <a:lnTo>
                  <a:pt x="36814" y="52473"/>
                </a:lnTo>
                <a:lnTo>
                  <a:pt x="46018" y="64907"/>
                </a:lnTo>
                <a:lnTo>
                  <a:pt x="55221" y="77067"/>
                </a:lnTo>
                <a:lnTo>
                  <a:pt x="64425" y="88953"/>
                </a:lnTo>
                <a:lnTo>
                  <a:pt x="73628" y="100565"/>
                </a:lnTo>
                <a:lnTo>
                  <a:pt x="82832" y="111903"/>
                </a:lnTo>
                <a:lnTo>
                  <a:pt x="92035" y="122968"/>
                </a:lnTo>
                <a:lnTo>
                  <a:pt x="101239" y="133759"/>
                </a:lnTo>
                <a:lnTo>
                  <a:pt x="110442" y="144275"/>
                </a:lnTo>
                <a:lnTo>
                  <a:pt x="119646" y="154518"/>
                </a:lnTo>
                <a:lnTo>
                  <a:pt x="128849" y="164487"/>
                </a:lnTo>
              </a:path>
            </a:pathLst>
          </a:custGeom>
          <a:noFill/>
          <a:ln w="6477">
            <a:solidFill>
              <a:srgbClr val="4F58BA">
                <a:alpha val="17000"/>
              </a:srgbClr>
            </a:solidFill>
            <a:prstDash val="solid"/>
          </a:ln>
        </p:spPr>
      </p:sp>
      <p:sp>
        <p:nvSpPr>
          <p:cNvPr id="73" name="knowledge-cross-edge">
            <a:extLst>
              <a:ext uri="{FF2B5EF4-FFF2-40B4-BE49-F238E27FC236}">
                <a16:creationId xmlns:a16="http://schemas.microsoft.com/office/drawing/2014/main" id="{DD93FCBE-8271-48D8-9B2C-57B306B2E4A9}"/>
              </a:ext>
            </a:extLst>
          </p:cNvPr>
          <p:cNvSpPr>
            <a:spLocks noGrp="1"/>
          </p:cNvSpPr>
          <p:nvPr/>
        </p:nvSpPr>
        <p:spPr>
          <a:xfrm>
            <a:off x="1797060" y="6437716"/>
            <a:ext cx="282147" cy="77457"/>
          </a:xfrm>
          <a:custGeom>
            <a:avLst/>
            <a:gdLst/>
            <a:ahLst/>
            <a:cxnLst/>
            <a:rect l="0" t="0" r="0" b="0"/>
            <a:pathLst>
              <a:path w="282147" h="77457">
                <a:moveTo>
                  <a:pt x="0" y="77457"/>
                </a:moveTo>
                <a:lnTo>
                  <a:pt x="8960" y="76393"/>
                </a:lnTo>
                <a:lnTo>
                  <a:pt x="20566" y="74349"/>
                </a:lnTo>
                <a:lnTo>
                  <a:pt x="34818" y="71325"/>
                </a:lnTo>
                <a:lnTo>
                  <a:pt x="51716" y="67321"/>
                </a:lnTo>
                <a:lnTo>
                  <a:pt x="71259" y="62337"/>
                </a:lnTo>
                <a:lnTo>
                  <a:pt x="93449" y="56372"/>
                </a:lnTo>
                <a:lnTo>
                  <a:pt x="118284" y="49427"/>
                </a:lnTo>
                <a:lnTo>
                  <a:pt x="145765" y="41502"/>
                </a:lnTo>
                <a:lnTo>
                  <a:pt x="175892" y="32597"/>
                </a:lnTo>
                <a:lnTo>
                  <a:pt x="208664" y="22712"/>
                </a:lnTo>
                <a:lnTo>
                  <a:pt x="244083" y="11846"/>
                </a:lnTo>
                <a:lnTo>
                  <a:pt x="282147" y="0"/>
                </a:lnTo>
              </a:path>
            </a:pathLst>
          </a:custGeom>
          <a:noFill/>
          <a:ln w="4953">
            <a:solidFill>
              <a:srgbClr val="4F58BA">
                <a:alpha val="12000"/>
              </a:srgbClr>
            </a:solidFill>
            <a:prstDash val="solid"/>
          </a:ln>
        </p:spPr>
      </p:sp>
      <p:sp>
        <p:nvSpPr>
          <p:cNvPr id="74" name="knowledge-edge">
            <a:extLst>
              <a:ext uri="{FF2B5EF4-FFF2-40B4-BE49-F238E27FC236}">
                <a16:creationId xmlns:a16="http://schemas.microsoft.com/office/drawing/2014/main" id="{FBE97897-85AB-4B10-9338-8C0380BFA452}"/>
              </a:ext>
            </a:extLst>
          </p:cNvPr>
          <p:cNvSpPr>
            <a:spLocks noGrp="1"/>
          </p:cNvSpPr>
          <p:nvPr/>
        </p:nvSpPr>
        <p:spPr>
          <a:xfrm>
            <a:off x="1710663" y="6988256"/>
            <a:ext cx="264866" cy="31575"/>
          </a:xfrm>
          <a:custGeom>
            <a:avLst/>
            <a:gdLst/>
            <a:ahLst/>
            <a:cxnLst/>
            <a:rect l="0" t="0" r="0" b="0"/>
            <a:pathLst>
              <a:path w="264866" h="31575">
                <a:moveTo>
                  <a:pt x="0" y="20238"/>
                </a:moveTo>
                <a:lnTo>
                  <a:pt x="18919" y="24155"/>
                </a:lnTo>
                <a:lnTo>
                  <a:pt x="37838" y="27248"/>
                </a:lnTo>
                <a:lnTo>
                  <a:pt x="56757" y="29516"/>
                </a:lnTo>
                <a:lnTo>
                  <a:pt x="75676" y="30958"/>
                </a:lnTo>
                <a:lnTo>
                  <a:pt x="94595" y="31575"/>
                </a:lnTo>
                <a:lnTo>
                  <a:pt x="113514" y="31367"/>
                </a:lnTo>
                <a:lnTo>
                  <a:pt x="132433" y="30334"/>
                </a:lnTo>
                <a:lnTo>
                  <a:pt x="151352" y="28476"/>
                </a:lnTo>
                <a:lnTo>
                  <a:pt x="170271" y="25793"/>
                </a:lnTo>
                <a:lnTo>
                  <a:pt x="189190" y="22285"/>
                </a:lnTo>
                <a:lnTo>
                  <a:pt x="208109" y="17951"/>
                </a:lnTo>
                <a:lnTo>
                  <a:pt x="227028" y="12793"/>
                </a:lnTo>
                <a:lnTo>
                  <a:pt x="245947" y="6809"/>
                </a:lnTo>
                <a:lnTo>
                  <a:pt x="264866" y="0"/>
                </a:lnTo>
              </a:path>
            </a:pathLst>
          </a:custGeom>
          <a:noFill/>
          <a:ln w="6477">
            <a:solidFill>
              <a:srgbClr val="4F58BA">
                <a:alpha val="17000"/>
              </a:srgbClr>
            </a:solidFill>
            <a:prstDash val="solid"/>
          </a:ln>
        </p:spPr>
      </p:sp>
      <p:sp>
        <p:nvSpPr>
          <p:cNvPr id="75" name="knowledge-edge">
            <a:extLst>
              <a:ext uri="{FF2B5EF4-FFF2-40B4-BE49-F238E27FC236}">
                <a16:creationId xmlns:a16="http://schemas.microsoft.com/office/drawing/2014/main" id="{F67B1A9F-FAE4-453C-9F49-56244A4767E0}"/>
              </a:ext>
            </a:extLst>
          </p:cNvPr>
          <p:cNvSpPr>
            <a:spLocks noGrp="1"/>
          </p:cNvSpPr>
          <p:nvPr/>
        </p:nvSpPr>
        <p:spPr>
          <a:xfrm>
            <a:off x="1718106" y="7174319"/>
            <a:ext cx="156961" cy="41068"/>
          </a:xfrm>
          <a:custGeom>
            <a:avLst/>
            <a:gdLst/>
            <a:ahLst/>
            <a:cxnLst/>
            <a:rect l="0" t="0" r="0" b="0"/>
            <a:pathLst>
              <a:path w="156961" h="41068">
                <a:moveTo>
                  <a:pt x="0" y="0"/>
                </a:moveTo>
                <a:lnTo>
                  <a:pt x="11212" y="5227"/>
                </a:lnTo>
                <a:lnTo>
                  <a:pt x="22423" y="10102"/>
                </a:lnTo>
                <a:lnTo>
                  <a:pt x="33635" y="14623"/>
                </a:lnTo>
                <a:lnTo>
                  <a:pt x="44846" y="18792"/>
                </a:lnTo>
                <a:lnTo>
                  <a:pt x="56058" y="22608"/>
                </a:lnTo>
                <a:lnTo>
                  <a:pt x="67269" y="26070"/>
                </a:lnTo>
                <a:lnTo>
                  <a:pt x="78481" y="29180"/>
                </a:lnTo>
                <a:lnTo>
                  <a:pt x="89692" y="31937"/>
                </a:lnTo>
                <a:lnTo>
                  <a:pt x="100904" y="34341"/>
                </a:lnTo>
                <a:lnTo>
                  <a:pt x="112115" y="36393"/>
                </a:lnTo>
                <a:lnTo>
                  <a:pt x="123327" y="38091"/>
                </a:lnTo>
                <a:lnTo>
                  <a:pt x="134538" y="39436"/>
                </a:lnTo>
                <a:lnTo>
                  <a:pt x="145750" y="40429"/>
                </a:lnTo>
                <a:lnTo>
                  <a:pt x="156961" y="41068"/>
                </a:lnTo>
              </a:path>
            </a:pathLst>
          </a:custGeom>
          <a:noFill/>
          <a:ln w="6477">
            <a:solidFill>
              <a:srgbClr val="4F58BA">
                <a:alpha val="17000"/>
              </a:srgbClr>
            </a:solidFill>
            <a:prstDash val="solid"/>
          </a:ln>
        </p:spPr>
      </p:sp>
      <p:sp>
        <p:nvSpPr>
          <p:cNvPr id="76" name="knowledge-cross-edge">
            <a:extLst>
              <a:ext uri="{FF2B5EF4-FFF2-40B4-BE49-F238E27FC236}">
                <a16:creationId xmlns:a16="http://schemas.microsoft.com/office/drawing/2014/main" id="{E6E3357B-2575-46C6-B31B-DC8B044E8BA9}"/>
              </a:ext>
            </a:extLst>
          </p:cNvPr>
          <p:cNvSpPr>
            <a:spLocks noGrp="1"/>
          </p:cNvSpPr>
          <p:nvPr/>
        </p:nvSpPr>
        <p:spPr>
          <a:xfrm>
            <a:off x="1718106" y="6988256"/>
            <a:ext cx="257423" cy="186063"/>
          </a:xfrm>
          <a:custGeom>
            <a:avLst/>
            <a:gdLst/>
            <a:ahLst/>
            <a:cxnLst/>
            <a:rect l="0" t="0" r="0" b="0"/>
            <a:pathLst>
              <a:path w="257423" h="186063">
                <a:moveTo>
                  <a:pt x="0" y="186063"/>
                </a:moveTo>
                <a:lnTo>
                  <a:pt x="6900" y="156356"/>
                </a:lnTo>
                <a:lnTo>
                  <a:pt x="16445" y="129230"/>
                </a:lnTo>
                <a:lnTo>
                  <a:pt x="28637" y="104688"/>
                </a:lnTo>
                <a:lnTo>
                  <a:pt x="43474" y="82727"/>
                </a:lnTo>
                <a:lnTo>
                  <a:pt x="60957" y="63348"/>
                </a:lnTo>
                <a:lnTo>
                  <a:pt x="81086" y="46552"/>
                </a:lnTo>
                <a:lnTo>
                  <a:pt x="103861" y="32338"/>
                </a:lnTo>
                <a:lnTo>
                  <a:pt x="129282" y="20706"/>
                </a:lnTo>
                <a:lnTo>
                  <a:pt x="157348" y="11656"/>
                </a:lnTo>
                <a:lnTo>
                  <a:pt x="188061" y="5189"/>
                </a:lnTo>
                <a:lnTo>
                  <a:pt x="221419" y="1303"/>
                </a:lnTo>
                <a:lnTo>
                  <a:pt x="257423" y="0"/>
                </a:lnTo>
              </a:path>
            </a:pathLst>
          </a:custGeom>
          <a:noFill/>
          <a:ln w="4953">
            <a:solidFill>
              <a:srgbClr val="4F58BA">
                <a:alpha val="12000"/>
              </a:srgbClr>
            </a:solidFill>
            <a:prstDash val="solid"/>
          </a:ln>
        </p:spPr>
      </p:sp>
      <p:sp>
        <p:nvSpPr>
          <p:cNvPr id="77" name="knowledge-edge">
            <a:extLst>
              <a:ext uri="{FF2B5EF4-FFF2-40B4-BE49-F238E27FC236}">
                <a16:creationId xmlns:a16="http://schemas.microsoft.com/office/drawing/2014/main" id="{6B9C3450-A6C5-4B80-B1E3-48A84A555E92}"/>
              </a:ext>
            </a:extLst>
          </p:cNvPr>
          <p:cNvSpPr>
            <a:spLocks noGrp="1"/>
          </p:cNvSpPr>
          <p:nvPr/>
        </p:nvSpPr>
        <p:spPr>
          <a:xfrm>
            <a:off x="2093271" y="5942485"/>
            <a:ext cx="353733" cy="125553"/>
          </a:xfrm>
          <a:custGeom>
            <a:avLst/>
            <a:gdLst/>
            <a:ahLst/>
            <a:cxnLst/>
            <a:rect l="0" t="0" r="0" b="0"/>
            <a:pathLst>
              <a:path w="353733" h="125553">
                <a:moveTo>
                  <a:pt x="0" y="0"/>
                </a:moveTo>
                <a:lnTo>
                  <a:pt x="25267" y="23830"/>
                </a:lnTo>
                <a:lnTo>
                  <a:pt x="50533" y="45155"/>
                </a:lnTo>
                <a:lnTo>
                  <a:pt x="75800" y="63975"/>
                </a:lnTo>
                <a:lnTo>
                  <a:pt x="101067" y="80288"/>
                </a:lnTo>
                <a:lnTo>
                  <a:pt x="126333" y="94096"/>
                </a:lnTo>
                <a:lnTo>
                  <a:pt x="151600" y="105399"/>
                </a:lnTo>
                <a:lnTo>
                  <a:pt x="176867" y="114196"/>
                </a:lnTo>
                <a:lnTo>
                  <a:pt x="202133" y="120487"/>
                </a:lnTo>
                <a:lnTo>
                  <a:pt x="227400" y="124273"/>
                </a:lnTo>
                <a:lnTo>
                  <a:pt x="252667" y="125553"/>
                </a:lnTo>
                <a:lnTo>
                  <a:pt x="277933" y="124328"/>
                </a:lnTo>
                <a:lnTo>
                  <a:pt x="303200" y="120597"/>
                </a:lnTo>
                <a:lnTo>
                  <a:pt x="328467" y="114360"/>
                </a:lnTo>
                <a:lnTo>
                  <a:pt x="353733" y="105618"/>
                </a:lnTo>
              </a:path>
            </a:pathLst>
          </a:custGeom>
          <a:noFill/>
          <a:ln w="6477">
            <a:solidFill>
              <a:srgbClr val="524FAF">
                <a:alpha val="17000"/>
              </a:srgbClr>
            </a:solidFill>
            <a:prstDash val="solid"/>
          </a:ln>
        </p:spPr>
      </p:sp>
      <p:sp>
        <p:nvSpPr>
          <p:cNvPr id="78" name="knowledge-cross-edge">
            <a:extLst>
              <a:ext uri="{FF2B5EF4-FFF2-40B4-BE49-F238E27FC236}">
                <a16:creationId xmlns:a16="http://schemas.microsoft.com/office/drawing/2014/main" id="{4ECA874B-8E37-4633-A0FC-CB7CF4E7E170}"/>
              </a:ext>
            </a:extLst>
          </p:cNvPr>
          <p:cNvSpPr>
            <a:spLocks noGrp="1"/>
          </p:cNvSpPr>
          <p:nvPr/>
        </p:nvSpPr>
        <p:spPr>
          <a:xfrm>
            <a:off x="2093271" y="5942485"/>
            <a:ext cx="282829" cy="171776"/>
          </a:xfrm>
          <a:custGeom>
            <a:avLst/>
            <a:gdLst/>
            <a:ahLst/>
            <a:cxnLst/>
            <a:rect l="0" t="0" r="0" b="0"/>
            <a:pathLst>
              <a:path w="282829" h="171776">
                <a:moveTo>
                  <a:pt x="0" y="0"/>
                </a:moveTo>
                <a:lnTo>
                  <a:pt x="38121" y="4702"/>
                </a:lnTo>
                <a:lnTo>
                  <a:pt x="73597" y="11152"/>
                </a:lnTo>
                <a:lnTo>
                  <a:pt x="106426" y="19349"/>
                </a:lnTo>
                <a:lnTo>
                  <a:pt x="136610" y="29294"/>
                </a:lnTo>
                <a:lnTo>
                  <a:pt x="164148" y="40987"/>
                </a:lnTo>
                <a:lnTo>
                  <a:pt x="189040" y="54428"/>
                </a:lnTo>
                <a:lnTo>
                  <a:pt x="211286" y="69617"/>
                </a:lnTo>
                <a:lnTo>
                  <a:pt x="230886" y="86553"/>
                </a:lnTo>
                <a:lnTo>
                  <a:pt x="247841" y="105237"/>
                </a:lnTo>
                <a:lnTo>
                  <a:pt x="262149" y="125669"/>
                </a:lnTo>
                <a:lnTo>
                  <a:pt x="273812" y="147849"/>
                </a:lnTo>
                <a:lnTo>
                  <a:pt x="282829" y="171776"/>
                </a:lnTo>
              </a:path>
            </a:pathLst>
          </a:custGeom>
          <a:noFill/>
          <a:ln w="5334">
            <a:solidFill>
              <a:srgbClr val="524FAF">
                <a:alpha val="13000"/>
              </a:srgbClr>
            </a:solidFill>
            <a:prstDash val="solid"/>
          </a:ln>
        </p:spPr>
      </p:sp>
      <p:sp>
        <p:nvSpPr>
          <p:cNvPr id="79" name="knowledge-edge">
            <a:extLst>
              <a:ext uri="{FF2B5EF4-FFF2-40B4-BE49-F238E27FC236}">
                <a16:creationId xmlns:a16="http://schemas.microsoft.com/office/drawing/2014/main" id="{A85E54C4-417E-4033-9D3F-60B2D0A1A10E}"/>
              </a:ext>
            </a:extLst>
          </p:cNvPr>
          <p:cNvSpPr>
            <a:spLocks noGrp="1"/>
          </p:cNvSpPr>
          <p:nvPr/>
        </p:nvSpPr>
        <p:spPr>
          <a:xfrm>
            <a:off x="1941779" y="6028279"/>
            <a:ext cx="434321" cy="85982"/>
          </a:xfrm>
          <a:custGeom>
            <a:avLst/>
            <a:gdLst/>
            <a:ahLst/>
            <a:cxnLst/>
            <a:rect l="0" t="0" r="0" b="0"/>
            <a:pathLst>
              <a:path w="434321" h="85982">
                <a:moveTo>
                  <a:pt x="0" y="0"/>
                </a:moveTo>
                <a:lnTo>
                  <a:pt x="31023" y="3480"/>
                </a:lnTo>
                <a:lnTo>
                  <a:pt x="62046" y="7369"/>
                </a:lnTo>
                <a:lnTo>
                  <a:pt x="93069" y="11667"/>
                </a:lnTo>
                <a:lnTo>
                  <a:pt x="124092" y="16376"/>
                </a:lnTo>
                <a:lnTo>
                  <a:pt x="155115" y="21493"/>
                </a:lnTo>
                <a:lnTo>
                  <a:pt x="186137" y="27021"/>
                </a:lnTo>
                <a:lnTo>
                  <a:pt x="217160" y="32957"/>
                </a:lnTo>
                <a:lnTo>
                  <a:pt x="248183" y="39304"/>
                </a:lnTo>
                <a:lnTo>
                  <a:pt x="279206" y="46060"/>
                </a:lnTo>
                <a:lnTo>
                  <a:pt x="310229" y="53225"/>
                </a:lnTo>
                <a:lnTo>
                  <a:pt x="341252" y="60800"/>
                </a:lnTo>
                <a:lnTo>
                  <a:pt x="372275" y="68784"/>
                </a:lnTo>
                <a:lnTo>
                  <a:pt x="403298" y="77178"/>
                </a:lnTo>
                <a:lnTo>
                  <a:pt x="434321" y="85982"/>
                </a:lnTo>
              </a:path>
            </a:pathLst>
          </a:custGeom>
          <a:noFill/>
          <a:ln w="6477">
            <a:solidFill>
              <a:srgbClr val="524FAF">
                <a:alpha val="17000"/>
              </a:srgbClr>
            </a:solidFill>
            <a:prstDash val="solid"/>
          </a:ln>
        </p:spPr>
      </p:sp>
      <p:sp>
        <p:nvSpPr>
          <p:cNvPr id="80" name="knowledge-cross-edge">
            <a:extLst>
              <a:ext uri="{FF2B5EF4-FFF2-40B4-BE49-F238E27FC236}">
                <a16:creationId xmlns:a16="http://schemas.microsoft.com/office/drawing/2014/main" id="{7BFE1309-3C01-450B-97BB-A04B1ABC321E}"/>
              </a:ext>
            </a:extLst>
          </p:cNvPr>
          <p:cNvSpPr>
            <a:spLocks noGrp="1"/>
          </p:cNvSpPr>
          <p:nvPr/>
        </p:nvSpPr>
        <p:spPr>
          <a:xfrm>
            <a:off x="1941779" y="6021516"/>
            <a:ext cx="505225" cy="26587"/>
          </a:xfrm>
          <a:custGeom>
            <a:avLst/>
            <a:gdLst/>
            <a:ahLst/>
            <a:cxnLst/>
            <a:rect l="0" t="0" r="0" b="0"/>
            <a:pathLst>
              <a:path w="505225" h="26587">
                <a:moveTo>
                  <a:pt x="0" y="6763"/>
                </a:moveTo>
                <a:lnTo>
                  <a:pt x="27550" y="3819"/>
                </a:lnTo>
                <a:lnTo>
                  <a:pt x="57746" y="1710"/>
                </a:lnTo>
                <a:lnTo>
                  <a:pt x="90588" y="437"/>
                </a:lnTo>
                <a:lnTo>
                  <a:pt x="126075" y="0"/>
                </a:lnTo>
                <a:lnTo>
                  <a:pt x="164208" y="398"/>
                </a:lnTo>
                <a:lnTo>
                  <a:pt x="204988" y="1633"/>
                </a:lnTo>
                <a:lnTo>
                  <a:pt x="248413" y="3702"/>
                </a:lnTo>
                <a:lnTo>
                  <a:pt x="294483" y="6608"/>
                </a:lnTo>
                <a:lnTo>
                  <a:pt x="343200" y="10349"/>
                </a:lnTo>
                <a:lnTo>
                  <a:pt x="394563" y="14926"/>
                </a:lnTo>
                <a:lnTo>
                  <a:pt x="448571" y="20339"/>
                </a:lnTo>
                <a:lnTo>
                  <a:pt x="505225" y="26587"/>
                </a:lnTo>
              </a:path>
            </a:pathLst>
          </a:custGeom>
          <a:noFill/>
          <a:ln w="4953">
            <a:solidFill>
              <a:srgbClr val="524FAF">
                <a:alpha val="12000"/>
              </a:srgbClr>
            </a:solidFill>
            <a:prstDash val="solid"/>
          </a:ln>
        </p:spPr>
      </p:sp>
      <p:sp>
        <p:nvSpPr>
          <p:cNvPr id="81" name="knowledge-edge">
            <a:extLst>
              <a:ext uri="{FF2B5EF4-FFF2-40B4-BE49-F238E27FC236}">
                <a16:creationId xmlns:a16="http://schemas.microsoft.com/office/drawing/2014/main" id="{9BDC876F-05F7-476C-89C2-2B6C03234A90}"/>
              </a:ext>
            </a:extLst>
          </p:cNvPr>
          <p:cNvSpPr>
            <a:spLocks noGrp="1"/>
          </p:cNvSpPr>
          <p:nvPr/>
        </p:nvSpPr>
        <p:spPr>
          <a:xfrm>
            <a:off x="1918172" y="6144752"/>
            <a:ext cx="454861" cy="86797"/>
          </a:xfrm>
          <a:custGeom>
            <a:avLst/>
            <a:gdLst/>
            <a:ahLst/>
            <a:cxnLst/>
            <a:rect l="0" t="0" r="0" b="0"/>
            <a:pathLst>
              <a:path w="454861" h="86797">
                <a:moveTo>
                  <a:pt x="0" y="0"/>
                </a:moveTo>
                <a:lnTo>
                  <a:pt x="32490" y="20434"/>
                </a:lnTo>
                <a:lnTo>
                  <a:pt x="64980" y="38129"/>
                </a:lnTo>
                <a:lnTo>
                  <a:pt x="97470" y="53086"/>
                </a:lnTo>
                <a:lnTo>
                  <a:pt x="129960" y="65305"/>
                </a:lnTo>
                <a:lnTo>
                  <a:pt x="162450" y="74785"/>
                </a:lnTo>
                <a:lnTo>
                  <a:pt x="194940" y="81527"/>
                </a:lnTo>
                <a:lnTo>
                  <a:pt x="227431" y="85531"/>
                </a:lnTo>
                <a:lnTo>
                  <a:pt x="259921" y="86797"/>
                </a:lnTo>
                <a:lnTo>
                  <a:pt x="292411" y="85325"/>
                </a:lnTo>
                <a:lnTo>
                  <a:pt x="324901" y="81114"/>
                </a:lnTo>
                <a:lnTo>
                  <a:pt x="357391" y="74165"/>
                </a:lnTo>
                <a:lnTo>
                  <a:pt x="389881" y="64478"/>
                </a:lnTo>
                <a:lnTo>
                  <a:pt x="422371" y="52053"/>
                </a:lnTo>
                <a:lnTo>
                  <a:pt x="454861" y="36889"/>
                </a:lnTo>
              </a:path>
            </a:pathLst>
          </a:custGeom>
          <a:noFill/>
          <a:ln w="6477">
            <a:solidFill>
              <a:srgbClr val="524FAF">
                <a:alpha val="17000"/>
              </a:srgbClr>
            </a:solidFill>
            <a:prstDash val="solid"/>
          </a:ln>
        </p:spPr>
      </p:sp>
      <p:sp>
        <p:nvSpPr>
          <p:cNvPr id="82" name="knowledge-edge">
            <a:extLst>
              <a:ext uri="{FF2B5EF4-FFF2-40B4-BE49-F238E27FC236}">
                <a16:creationId xmlns:a16="http://schemas.microsoft.com/office/drawing/2014/main" id="{C1374608-47B2-422A-AC50-A8444AC39B77}"/>
              </a:ext>
            </a:extLst>
          </p:cNvPr>
          <p:cNvSpPr>
            <a:spLocks noGrp="1"/>
          </p:cNvSpPr>
          <p:nvPr/>
        </p:nvSpPr>
        <p:spPr>
          <a:xfrm>
            <a:off x="2079207" y="6382515"/>
            <a:ext cx="265807" cy="55200"/>
          </a:xfrm>
          <a:custGeom>
            <a:avLst/>
            <a:gdLst/>
            <a:ahLst/>
            <a:cxnLst/>
            <a:rect l="0" t="0" r="0" b="0"/>
            <a:pathLst>
              <a:path w="265807" h="55200">
                <a:moveTo>
                  <a:pt x="0" y="55200"/>
                </a:moveTo>
                <a:lnTo>
                  <a:pt x="18986" y="41354"/>
                </a:lnTo>
                <a:lnTo>
                  <a:pt x="37972" y="29495"/>
                </a:lnTo>
                <a:lnTo>
                  <a:pt x="56959" y="19623"/>
                </a:lnTo>
                <a:lnTo>
                  <a:pt x="75945" y="11737"/>
                </a:lnTo>
                <a:lnTo>
                  <a:pt x="94931" y="5838"/>
                </a:lnTo>
                <a:lnTo>
                  <a:pt x="113917" y="1926"/>
                </a:lnTo>
                <a:lnTo>
                  <a:pt x="132904" y="0"/>
                </a:lnTo>
                <a:lnTo>
                  <a:pt x="151890" y="61"/>
                </a:lnTo>
                <a:lnTo>
                  <a:pt x="170876" y="2109"/>
                </a:lnTo>
                <a:lnTo>
                  <a:pt x="189862" y="6143"/>
                </a:lnTo>
                <a:lnTo>
                  <a:pt x="208848" y="12165"/>
                </a:lnTo>
                <a:lnTo>
                  <a:pt x="227835" y="20172"/>
                </a:lnTo>
                <a:lnTo>
                  <a:pt x="246821" y="30167"/>
                </a:lnTo>
                <a:lnTo>
                  <a:pt x="265807" y="42148"/>
                </a:lnTo>
              </a:path>
            </a:pathLst>
          </a:custGeom>
          <a:noFill/>
          <a:ln w="6477">
            <a:solidFill>
              <a:srgbClr val="524FAF">
                <a:alpha val="17000"/>
              </a:srgbClr>
            </a:solidFill>
            <a:prstDash val="solid"/>
          </a:ln>
        </p:spPr>
      </p:sp>
      <p:sp>
        <p:nvSpPr>
          <p:cNvPr id="83" name="knowledge-cross-edge">
            <a:extLst>
              <a:ext uri="{FF2B5EF4-FFF2-40B4-BE49-F238E27FC236}">
                <a16:creationId xmlns:a16="http://schemas.microsoft.com/office/drawing/2014/main" id="{418CCE71-7D7D-41D7-B2DB-887152486523}"/>
              </a:ext>
            </a:extLst>
          </p:cNvPr>
          <p:cNvSpPr>
            <a:spLocks noGrp="1"/>
          </p:cNvSpPr>
          <p:nvPr/>
        </p:nvSpPr>
        <p:spPr>
          <a:xfrm>
            <a:off x="2079207" y="6437716"/>
            <a:ext cx="277149" cy="292109"/>
          </a:xfrm>
          <a:custGeom>
            <a:avLst/>
            <a:gdLst/>
            <a:ahLst/>
            <a:cxnLst/>
            <a:rect l="0" t="0" r="0" b="0"/>
            <a:pathLst>
              <a:path w="277149" h="292109">
                <a:moveTo>
                  <a:pt x="0" y="0"/>
                </a:moveTo>
                <a:lnTo>
                  <a:pt x="37648" y="10264"/>
                </a:lnTo>
                <a:lnTo>
                  <a:pt x="72650" y="23089"/>
                </a:lnTo>
                <a:lnTo>
                  <a:pt x="105006" y="38472"/>
                </a:lnTo>
                <a:lnTo>
                  <a:pt x="134716" y="56416"/>
                </a:lnTo>
                <a:lnTo>
                  <a:pt x="161781" y="76919"/>
                </a:lnTo>
                <a:lnTo>
                  <a:pt x="186200" y="99981"/>
                </a:lnTo>
                <a:lnTo>
                  <a:pt x="207973" y="125604"/>
                </a:lnTo>
                <a:lnTo>
                  <a:pt x="227100" y="153786"/>
                </a:lnTo>
                <a:lnTo>
                  <a:pt x="243581" y="184527"/>
                </a:lnTo>
                <a:lnTo>
                  <a:pt x="257416" y="217828"/>
                </a:lnTo>
                <a:lnTo>
                  <a:pt x="268606" y="253689"/>
                </a:lnTo>
                <a:lnTo>
                  <a:pt x="277149" y="292109"/>
                </a:lnTo>
              </a:path>
            </a:pathLst>
          </a:custGeom>
          <a:noFill/>
          <a:ln w="5334">
            <a:solidFill>
              <a:srgbClr val="524FAF">
                <a:alpha val="13000"/>
              </a:srgbClr>
            </a:solidFill>
            <a:prstDash val="solid"/>
          </a:ln>
        </p:spPr>
      </p:sp>
      <p:sp>
        <p:nvSpPr>
          <p:cNvPr id="84" name="knowledge-edge">
            <a:extLst>
              <a:ext uri="{FF2B5EF4-FFF2-40B4-BE49-F238E27FC236}">
                <a16:creationId xmlns:a16="http://schemas.microsoft.com/office/drawing/2014/main" id="{90108ED9-65E1-4895-8823-F247A89AD1A9}"/>
              </a:ext>
            </a:extLst>
          </p:cNvPr>
          <p:cNvSpPr>
            <a:spLocks noGrp="1"/>
          </p:cNvSpPr>
          <p:nvPr/>
        </p:nvSpPr>
        <p:spPr>
          <a:xfrm>
            <a:off x="1925910" y="6679660"/>
            <a:ext cx="430447" cy="50166"/>
          </a:xfrm>
          <a:custGeom>
            <a:avLst/>
            <a:gdLst/>
            <a:ahLst/>
            <a:cxnLst/>
            <a:rect l="0" t="0" r="0" b="0"/>
            <a:pathLst>
              <a:path w="430447" h="50166">
                <a:moveTo>
                  <a:pt x="0" y="0"/>
                </a:moveTo>
                <a:lnTo>
                  <a:pt x="30746" y="1475"/>
                </a:lnTo>
                <a:lnTo>
                  <a:pt x="61492" y="3274"/>
                </a:lnTo>
                <a:lnTo>
                  <a:pt x="92239" y="5398"/>
                </a:lnTo>
                <a:lnTo>
                  <a:pt x="122985" y="7846"/>
                </a:lnTo>
                <a:lnTo>
                  <a:pt x="153731" y="10618"/>
                </a:lnTo>
                <a:lnTo>
                  <a:pt x="184477" y="13715"/>
                </a:lnTo>
                <a:lnTo>
                  <a:pt x="215224" y="17136"/>
                </a:lnTo>
                <a:lnTo>
                  <a:pt x="245970" y="20882"/>
                </a:lnTo>
                <a:lnTo>
                  <a:pt x="276716" y="24952"/>
                </a:lnTo>
                <a:lnTo>
                  <a:pt x="307462" y="29346"/>
                </a:lnTo>
                <a:lnTo>
                  <a:pt x="338209" y="34064"/>
                </a:lnTo>
                <a:lnTo>
                  <a:pt x="368955" y="39107"/>
                </a:lnTo>
                <a:lnTo>
                  <a:pt x="399701" y="44474"/>
                </a:lnTo>
                <a:lnTo>
                  <a:pt x="430447" y="50166"/>
                </a:lnTo>
              </a:path>
            </a:pathLst>
          </a:custGeom>
          <a:noFill/>
          <a:ln w="6477">
            <a:solidFill>
              <a:srgbClr val="524FAF">
                <a:alpha val="17000"/>
              </a:srgbClr>
            </a:solidFill>
            <a:prstDash val="solid"/>
          </a:ln>
        </p:spPr>
      </p:sp>
      <p:sp>
        <p:nvSpPr>
          <p:cNvPr id="85" name="knowledge-cross-edge">
            <a:extLst>
              <a:ext uri="{FF2B5EF4-FFF2-40B4-BE49-F238E27FC236}">
                <a16:creationId xmlns:a16="http://schemas.microsoft.com/office/drawing/2014/main" id="{33A83435-D3D1-4BBC-9DB8-952435F4905D}"/>
              </a:ext>
            </a:extLst>
          </p:cNvPr>
          <p:cNvSpPr>
            <a:spLocks noGrp="1"/>
          </p:cNvSpPr>
          <p:nvPr/>
        </p:nvSpPr>
        <p:spPr>
          <a:xfrm>
            <a:off x="1925910" y="6640733"/>
            <a:ext cx="542048" cy="392453"/>
          </a:xfrm>
          <a:custGeom>
            <a:avLst/>
            <a:gdLst/>
            <a:ahLst/>
            <a:cxnLst/>
            <a:rect l="0" t="0" r="0" b="0"/>
            <a:pathLst>
              <a:path w="542048" h="392453">
                <a:moveTo>
                  <a:pt x="0" y="38926"/>
                </a:moveTo>
                <a:lnTo>
                  <a:pt x="59723" y="16521"/>
                </a:lnTo>
                <a:lnTo>
                  <a:pt x="116800" y="3545"/>
                </a:lnTo>
                <a:lnTo>
                  <a:pt x="171231" y="0"/>
                </a:lnTo>
                <a:lnTo>
                  <a:pt x="223016" y="5885"/>
                </a:lnTo>
                <a:lnTo>
                  <a:pt x="272155" y="21200"/>
                </a:lnTo>
                <a:lnTo>
                  <a:pt x="318649" y="45946"/>
                </a:lnTo>
                <a:lnTo>
                  <a:pt x="362497" y="80121"/>
                </a:lnTo>
                <a:lnTo>
                  <a:pt x="403699" y="123727"/>
                </a:lnTo>
                <a:lnTo>
                  <a:pt x="442255" y="176763"/>
                </a:lnTo>
                <a:lnTo>
                  <a:pt x="478165" y="239230"/>
                </a:lnTo>
                <a:lnTo>
                  <a:pt x="511430" y="311126"/>
                </a:lnTo>
                <a:lnTo>
                  <a:pt x="542048" y="392453"/>
                </a:lnTo>
              </a:path>
            </a:pathLst>
          </a:custGeom>
          <a:noFill/>
          <a:ln w="5334">
            <a:solidFill>
              <a:srgbClr val="524FAF">
                <a:alpha val="13000"/>
              </a:srgbClr>
            </a:solidFill>
            <a:prstDash val="solid"/>
          </a:ln>
        </p:spPr>
      </p:sp>
      <p:sp>
        <p:nvSpPr>
          <p:cNvPr id="86" name="knowledge-edge">
            <a:extLst>
              <a:ext uri="{FF2B5EF4-FFF2-40B4-BE49-F238E27FC236}">
                <a16:creationId xmlns:a16="http://schemas.microsoft.com/office/drawing/2014/main" id="{41DAC255-A347-45F4-8FF8-082B702E6238}"/>
              </a:ext>
            </a:extLst>
          </p:cNvPr>
          <p:cNvSpPr>
            <a:spLocks noGrp="1"/>
          </p:cNvSpPr>
          <p:nvPr/>
        </p:nvSpPr>
        <p:spPr>
          <a:xfrm>
            <a:off x="1975528" y="6988256"/>
            <a:ext cx="492429" cy="71973"/>
          </a:xfrm>
          <a:custGeom>
            <a:avLst/>
            <a:gdLst/>
            <a:ahLst/>
            <a:cxnLst/>
            <a:rect l="0" t="0" r="0" b="0"/>
            <a:pathLst>
              <a:path w="492429" h="71973">
                <a:moveTo>
                  <a:pt x="0" y="0"/>
                </a:moveTo>
                <a:lnTo>
                  <a:pt x="35174" y="15657"/>
                </a:lnTo>
                <a:lnTo>
                  <a:pt x="70347" y="29399"/>
                </a:lnTo>
                <a:lnTo>
                  <a:pt x="105521" y="41227"/>
                </a:lnTo>
                <a:lnTo>
                  <a:pt x="140694" y="51139"/>
                </a:lnTo>
                <a:lnTo>
                  <a:pt x="175868" y="59136"/>
                </a:lnTo>
                <a:lnTo>
                  <a:pt x="211041" y="65217"/>
                </a:lnTo>
                <a:lnTo>
                  <a:pt x="246215" y="69384"/>
                </a:lnTo>
                <a:lnTo>
                  <a:pt x="281388" y="71636"/>
                </a:lnTo>
                <a:lnTo>
                  <a:pt x="316562" y="71973"/>
                </a:lnTo>
                <a:lnTo>
                  <a:pt x="351735" y="70394"/>
                </a:lnTo>
                <a:lnTo>
                  <a:pt x="386909" y="66901"/>
                </a:lnTo>
                <a:lnTo>
                  <a:pt x="422082" y="61492"/>
                </a:lnTo>
                <a:lnTo>
                  <a:pt x="457256" y="54169"/>
                </a:lnTo>
                <a:lnTo>
                  <a:pt x="492429" y="44930"/>
                </a:lnTo>
              </a:path>
            </a:pathLst>
          </a:custGeom>
          <a:noFill/>
          <a:ln w="6477">
            <a:solidFill>
              <a:srgbClr val="524FAF">
                <a:alpha val="17000"/>
              </a:srgbClr>
            </a:solidFill>
            <a:prstDash val="solid"/>
          </a:ln>
        </p:spPr>
      </p:sp>
      <p:sp>
        <p:nvSpPr>
          <p:cNvPr id="87" name="knowledge-cross-edge">
            <a:extLst>
              <a:ext uri="{FF2B5EF4-FFF2-40B4-BE49-F238E27FC236}">
                <a16:creationId xmlns:a16="http://schemas.microsoft.com/office/drawing/2014/main" id="{59FE0F2A-A84F-4B69-904A-1A0870DBA203}"/>
              </a:ext>
            </a:extLst>
          </p:cNvPr>
          <p:cNvSpPr>
            <a:spLocks noGrp="1"/>
          </p:cNvSpPr>
          <p:nvPr/>
        </p:nvSpPr>
        <p:spPr>
          <a:xfrm>
            <a:off x="1975528" y="6955560"/>
            <a:ext cx="293082" cy="420406"/>
          </a:xfrm>
          <a:custGeom>
            <a:avLst/>
            <a:gdLst/>
            <a:ahLst/>
            <a:cxnLst/>
            <a:rect l="0" t="0" r="0" b="0"/>
            <a:pathLst>
              <a:path w="293082" h="420406">
                <a:moveTo>
                  <a:pt x="0" y="32697"/>
                </a:moveTo>
                <a:lnTo>
                  <a:pt x="38976" y="12196"/>
                </a:lnTo>
                <a:lnTo>
                  <a:pt x="75305" y="1297"/>
                </a:lnTo>
                <a:lnTo>
                  <a:pt x="108989" y="0"/>
                </a:lnTo>
                <a:lnTo>
                  <a:pt x="140027" y="8305"/>
                </a:lnTo>
                <a:lnTo>
                  <a:pt x="168420" y="26211"/>
                </a:lnTo>
                <a:lnTo>
                  <a:pt x="194166" y="53719"/>
                </a:lnTo>
                <a:lnTo>
                  <a:pt x="217267" y="90829"/>
                </a:lnTo>
                <a:lnTo>
                  <a:pt x="237722" y="137541"/>
                </a:lnTo>
                <a:lnTo>
                  <a:pt x="255531" y="193855"/>
                </a:lnTo>
                <a:lnTo>
                  <a:pt x="270694" y="259770"/>
                </a:lnTo>
                <a:lnTo>
                  <a:pt x="283211" y="335287"/>
                </a:lnTo>
                <a:lnTo>
                  <a:pt x="293082" y="420406"/>
                </a:lnTo>
              </a:path>
            </a:pathLst>
          </a:custGeom>
          <a:noFill/>
          <a:ln w="5334">
            <a:solidFill>
              <a:srgbClr val="524FAF">
                <a:alpha val="13000"/>
              </a:srgbClr>
            </a:solidFill>
            <a:prstDash val="solid"/>
          </a:ln>
        </p:spPr>
      </p:sp>
      <p:sp>
        <p:nvSpPr>
          <p:cNvPr id="88" name="knowledge-edge">
            <a:extLst>
              <a:ext uri="{FF2B5EF4-FFF2-40B4-BE49-F238E27FC236}">
                <a16:creationId xmlns:a16="http://schemas.microsoft.com/office/drawing/2014/main" id="{33EC690C-FB98-44DB-AC17-CE3656459DB7}"/>
              </a:ext>
            </a:extLst>
          </p:cNvPr>
          <p:cNvSpPr>
            <a:spLocks noGrp="1"/>
          </p:cNvSpPr>
          <p:nvPr/>
        </p:nvSpPr>
        <p:spPr>
          <a:xfrm>
            <a:off x="1875067" y="7204975"/>
            <a:ext cx="393544" cy="170991"/>
          </a:xfrm>
          <a:custGeom>
            <a:avLst/>
            <a:gdLst/>
            <a:ahLst/>
            <a:cxnLst/>
            <a:rect l="0" t="0" r="0" b="0"/>
            <a:pathLst>
              <a:path w="393544" h="170991">
                <a:moveTo>
                  <a:pt x="0" y="10412"/>
                </a:moveTo>
                <a:lnTo>
                  <a:pt x="28110" y="4225"/>
                </a:lnTo>
                <a:lnTo>
                  <a:pt x="56221" y="754"/>
                </a:lnTo>
                <a:lnTo>
                  <a:pt x="84331" y="0"/>
                </a:lnTo>
                <a:lnTo>
                  <a:pt x="112441" y="1962"/>
                </a:lnTo>
                <a:lnTo>
                  <a:pt x="140551" y="6641"/>
                </a:lnTo>
                <a:lnTo>
                  <a:pt x="168662" y="14036"/>
                </a:lnTo>
                <a:lnTo>
                  <a:pt x="196772" y="24148"/>
                </a:lnTo>
                <a:lnTo>
                  <a:pt x="224882" y="36976"/>
                </a:lnTo>
                <a:lnTo>
                  <a:pt x="252992" y="52521"/>
                </a:lnTo>
                <a:lnTo>
                  <a:pt x="281103" y="70782"/>
                </a:lnTo>
                <a:lnTo>
                  <a:pt x="309213" y="91759"/>
                </a:lnTo>
                <a:lnTo>
                  <a:pt x="337323" y="115453"/>
                </a:lnTo>
                <a:lnTo>
                  <a:pt x="365433" y="141864"/>
                </a:lnTo>
                <a:lnTo>
                  <a:pt x="393544" y="170991"/>
                </a:lnTo>
              </a:path>
            </a:pathLst>
          </a:custGeom>
          <a:noFill/>
          <a:ln w="6477">
            <a:solidFill>
              <a:srgbClr val="524FAF">
                <a:alpha val="17000"/>
              </a:srgbClr>
            </a:solidFill>
            <a:prstDash val="solid"/>
          </a:ln>
        </p:spPr>
      </p:sp>
      <p:sp>
        <p:nvSpPr>
          <p:cNvPr id="89" name="knowledge-cross-edge">
            <a:extLst>
              <a:ext uri="{FF2B5EF4-FFF2-40B4-BE49-F238E27FC236}">
                <a16:creationId xmlns:a16="http://schemas.microsoft.com/office/drawing/2014/main" id="{CCA63C79-37C1-4A3C-BC00-8436702B87D9}"/>
              </a:ext>
            </a:extLst>
          </p:cNvPr>
          <p:cNvSpPr>
            <a:spLocks noGrp="1"/>
          </p:cNvSpPr>
          <p:nvPr/>
        </p:nvSpPr>
        <p:spPr>
          <a:xfrm>
            <a:off x="1875067" y="7033186"/>
            <a:ext cx="592891" cy="182201"/>
          </a:xfrm>
          <a:custGeom>
            <a:avLst/>
            <a:gdLst/>
            <a:ahLst/>
            <a:cxnLst/>
            <a:rect l="0" t="0" r="0" b="0"/>
            <a:pathLst>
              <a:path w="592891" h="182201">
                <a:moveTo>
                  <a:pt x="0" y="182201"/>
                </a:moveTo>
                <a:lnTo>
                  <a:pt x="34855" y="163603"/>
                </a:lnTo>
                <a:lnTo>
                  <a:pt x="72357" y="145626"/>
                </a:lnTo>
                <a:lnTo>
                  <a:pt x="112504" y="128270"/>
                </a:lnTo>
                <a:lnTo>
                  <a:pt x="155297" y="111535"/>
                </a:lnTo>
                <a:lnTo>
                  <a:pt x="200736" y="95421"/>
                </a:lnTo>
                <a:lnTo>
                  <a:pt x="248820" y="79927"/>
                </a:lnTo>
                <a:lnTo>
                  <a:pt x="299551" y="65054"/>
                </a:lnTo>
                <a:lnTo>
                  <a:pt x="352927" y="50802"/>
                </a:lnTo>
                <a:lnTo>
                  <a:pt x="408949" y="37170"/>
                </a:lnTo>
                <a:lnTo>
                  <a:pt x="467617" y="24159"/>
                </a:lnTo>
                <a:lnTo>
                  <a:pt x="528931" y="11769"/>
                </a:lnTo>
                <a:lnTo>
                  <a:pt x="592891" y="0"/>
                </a:lnTo>
              </a:path>
            </a:pathLst>
          </a:custGeom>
          <a:noFill/>
          <a:ln w="4953">
            <a:solidFill>
              <a:srgbClr val="524FAF">
                <a:alpha val="12000"/>
              </a:srgbClr>
            </a:solidFill>
            <a:prstDash val="solid"/>
          </a:ln>
        </p:spPr>
      </p:sp>
      <p:sp>
        <p:nvSpPr>
          <p:cNvPr id="90" name="knowledge-edge">
            <a:extLst>
              <a:ext uri="{FF2B5EF4-FFF2-40B4-BE49-F238E27FC236}">
                <a16:creationId xmlns:a16="http://schemas.microsoft.com/office/drawing/2014/main" id="{247EA9AF-8022-4BF2-8BF0-86B72F18BDFA}"/>
              </a:ext>
            </a:extLst>
          </p:cNvPr>
          <p:cNvSpPr>
            <a:spLocks noGrp="1"/>
          </p:cNvSpPr>
          <p:nvPr/>
        </p:nvSpPr>
        <p:spPr>
          <a:xfrm>
            <a:off x="2447004" y="6013351"/>
            <a:ext cx="347855" cy="34752"/>
          </a:xfrm>
          <a:custGeom>
            <a:avLst/>
            <a:gdLst/>
            <a:ahLst/>
            <a:cxnLst/>
            <a:rect l="0" t="0" r="0" b="0"/>
            <a:pathLst>
              <a:path w="347855" h="34752">
                <a:moveTo>
                  <a:pt x="0" y="34752"/>
                </a:moveTo>
                <a:lnTo>
                  <a:pt x="24847" y="27981"/>
                </a:lnTo>
                <a:lnTo>
                  <a:pt x="49694" y="21943"/>
                </a:lnTo>
                <a:lnTo>
                  <a:pt x="74540" y="16637"/>
                </a:lnTo>
                <a:lnTo>
                  <a:pt x="99387" y="12063"/>
                </a:lnTo>
                <a:lnTo>
                  <a:pt x="124234" y="8222"/>
                </a:lnTo>
                <a:lnTo>
                  <a:pt x="149081" y="5113"/>
                </a:lnTo>
                <a:lnTo>
                  <a:pt x="173927" y="2736"/>
                </a:lnTo>
                <a:lnTo>
                  <a:pt x="198774" y="1092"/>
                </a:lnTo>
                <a:lnTo>
                  <a:pt x="223621" y="180"/>
                </a:lnTo>
                <a:lnTo>
                  <a:pt x="248468" y="0"/>
                </a:lnTo>
                <a:lnTo>
                  <a:pt x="273314" y="553"/>
                </a:lnTo>
                <a:lnTo>
                  <a:pt x="298161" y="1838"/>
                </a:lnTo>
                <a:lnTo>
                  <a:pt x="323008" y="3855"/>
                </a:lnTo>
                <a:lnTo>
                  <a:pt x="347855" y="6605"/>
                </a:lnTo>
              </a:path>
            </a:pathLst>
          </a:custGeom>
          <a:noFill/>
          <a:ln w="6477">
            <a:solidFill>
              <a:srgbClr val="5546A3">
                <a:alpha val="17000"/>
              </a:srgbClr>
            </a:solidFill>
            <a:prstDash val="solid"/>
          </a:ln>
        </p:spPr>
      </p:sp>
      <p:sp>
        <p:nvSpPr>
          <p:cNvPr id="91" name="knowledge-edge">
            <a:extLst>
              <a:ext uri="{FF2B5EF4-FFF2-40B4-BE49-F238E27FC236}">
                <a16:creationId xmlns:a16="http://schemas.microsoft.com/office/drawing/2014/main" id="{4CA5ECA0-E113-412E-81F0-CDF4EB7CB87C}"/>
              </a:ext>
            </a:extLst>
          </p:cNvPr>
          <p:cNvSpPr>
            <a:spLocks noGrp="1"/>
          </p:cNvSpPr>
          <p:nvPr/>
        </p:nvSpPr>
        <p:spPr>
          <a:xfrm>
            <a:off x="2376100" y="5960662"/>
            <a:ext cx="422396" cy="153599"/>
          </a:xfrm>
          <a:custGeom>
            <a:avLst/>
            <a:gdLst/>
            <a:ahLst/>
            <a:cxnLst/>
            <a:rect l="0" t="0" r="0" b="0"/>
            <a:pathLst>
              <a:path w="422396" h="153599">
                <a:moveTo>
                  <a:pt x="0" y="153599"/>
                </a:moveTo>
                <a:lnTo>
                  <a:pt x="30171" y="140655"/>
                </a:lnTo>
                <a:lnTo>
                  <a:pt x="60342" y="128014"/>
                </a:lnTo>
                <a:lnTo>
                  <a:pt x="90513" y="115677"/>
                </a:lnTo>
                <a:lnTo>
                  <a:pt x="120685" y="103643"/>
                </a:lnTo>
                <a:lnTo>
                  <a:pt x="150856" y="91913"/>
                </a:lnTo>
                <a:lnTo>
                  <a:pt x="181027" y="80486"/>
                </a:lnTo>
                <a:lnTo>
                  <a:pt x="211198" y="69363"/>
                </a:lnTo>
                <a:lnTo>
                  <a:pt x="241369" y="58543"/>
                </a:lnTo>
                <a:lnTo>
                  <a:pt x="271540" y="48027"/>
                </a:lnTo>
                <a:lnTo>
                  <a:pt x="301712" y="37815"/>
                </a:lnTo>
                <a:lnTo>
                  <a:pt x="331883" y="27906"/>
                </a:lnTo>
                <a:lnTo>
                  <a:pt x="362054" y="18300"/>
                </a:lnTo>
                <a:lnTo>
                  <a:pt x="392225" y="8998"/>
                </a:lnTo>
                <a:lnTo>
                  <a:pt x="422396" y="0"/>
                </a:lnTo>
              </a:path>
            </a:pathLst>
          </a:custGeom>
          <a:noFill/>
          <a:ln w="6477">
            <a:solidFill>
              <a:srgbClr val="5546A3">
                <a:alpha val="17000"/>
              </a:srgbClr>
            </a:solidFill>
            <a:prstDash val="solid"/>
          </a:ln>
        </p:spPr>
      </p:sp>
      <p:sp>
        <p:nvSpPr>
          <p:cNvPr id="92" name="knowledge-cross-edge">
            <a:extLst>
              <a:ext uri="{FF2B5EF4-FFF2-40B4-BE49-F238E27FC236}">
                <a16:creationId xmlns:a16="http://schemas.microsoft.com/office/drawing/2014/main" id="{E32B061C-C0B7-4DA2-B14C-8C91A0A4694A}"/>
              </a:ext>
            </a:extLst>
          </p:cNvPr>
          <p:cNvSpPr>
            <a:spLocks noGrp="1"/>
          </p:cNvSpPr>
          <p:nvPr/>
        </p:nvSpPr>
        <p:spPr>
          <a:xfrm>
            <a:off x="2376100" y="6072985"/>
            <a:ext cx="300420" cy="154459"/>
          </a:xfrm>
          <a:custGeom>
            <a:avLst/>
            <a:gdLst/>
            <a:ahLst/>
            <a:cxnLst/>
            <a:rect l="0" t="0" r="0" b="0"/>
            <a:pathLst>
              <a:path w="300420" h="154459">
                <a:moveTo>
                  <a:pt x="0" y="41276"/>
                </a:moveTo>
                <a:lnTo>
                  <a:pt x="39587" y="23550"/>
                </a:lnTo>
                <a:lnTo>
                  <a:pt x="76528" y="10762"/>
                </a:lnTo>
                <a:lnTo>
                  <a:pt x="110824" y="2912"/>
                </a:lnTo>
                <a:lnTo>
                  <a:pt x="142473" y="0"/>
                </a:lnTo>
                <a:lnTo>
                  <a:pt x="171477" y="2025"/>
                </a:lnTo>
                <a:lnTo>
                  <a:pt x="197835" y="8988"/>
                </a:lnTo>
                <a:lnTo>
                  <a:pt x="221547" y="20889"/>
                </a:lnTo>
                <a:lnTo>
                  <a:pt x="242613" y="37728"/>
                </a:lnTo>
                <a:lnTo>
                  <a:pt x="261034" y="59504"/>
                </a:lnTo>
                <a:lnTo>
                  <a:pt x="276808" y="86218"/>
                </a:lnTo>
                <a:lnTo>
                  <a:pt x="289937" y="117870"/>
                </a:lnTo>
                <a:lnTo>
                  <a:pt x="300420" y="154459"/>
                </a:lnTo>
              </a:path>
            </a:pathLst>
          </a:custGeom>
          <a:noFill/>
          <a:ln w="5334">
            <a:solidFill>
              <a:srgbClr val="5546A3">
                <a:alpha val="13000"/>
              </a:srgbClr>
            </a:solidFill>
            <a:prstDash val="solid"/>
          </a:ln>
        </p:spPr>
      </p:sp>
      <p:sp>
        <p:nvSpPr>
          <p:cNvPr id="93" name="knowledge-long-edge">
            <a:extLst>
              <a:ext uri="{FF2B5EF4-FFF2-40B4-BE49-F238E27FC236}">
                <a16:creationId xmlns:a16="http://schemas.microsoft.com/office/drawing/2014/main" id="{07EB0B78-1658-4663-95CD-99C458450C95}"/>
              </a:ext>
            </a:extLst>
          </p:cNvPr>
          <p:cNvSpPr>
            <a:spLocks noGrp="1"/>
          </p:cNvSpPr>
          <p:nvPr/>
        </p:nvSpPr>
        <p:spPr>
          <a:xfrm>
            <a:off x="2376100" y="5870969"/>
            <a:ext cx="945869" cy="463477"/>
          </a:xfrm>
          <a:custGeom>
            <a:avLst/>
            <a:gdLst/>
            <a:ahLst/>
            <a:cxnLst/>
            <a:rect l="0" t="0" r="0" b="0"/>
            <a:pathLst>
              <a:path w="945869" h="463477">
                <a:moveTo>
                  <a:pt x="0" y="243292"/>
                </a:moveTo>
                <a:lnTo>
                  <a:pt x="59117" y="176191"/>
                </a:lnTo>
                <a:lnTo>
                  <a:pt x="118234" y="119871"/>
                </a:lnTo>
                <a:lnTo>
                  <a:pt x="177350" y="74334"/>
                </a:lnTo>
                <a:lnTo>
                  <a:pt x="236467" y="39578"/>
                </a:lnTo>
                <a:lnTo>
                  <a:pt x="295584" y="15604"/>
                </a:lnTo>
                <a:lnTo>
                  <a:pt x="354701" y="2411"/>
                </a:lnTo>
                <a:lnTo>
                  <a:pt x="413818" y="0"/>
                </a:lnTo>
                <a:lnTo>
                  <a:pt x="472934" y="8371"/>
                </a:lnTo>
                <a:lnTo>
                  <a:pt x="532051" y="27523"/>
                </a:lnTo>
                <a:lnTo>
                  <a:pt x="591168" y="57457"/>
                </a:lnTo>
                <a:lnTo>
                  <a:pt x="650285" y="98173"/>
                </a:lnTo>
                <a:lnTo>
                  <a:pt x="709401" y="149671"/>
                </a:lnTo>
                <a:lnTo>
                  <a:pt x="768518" y="211950"/>
                </a:lnTo>
                <a:lnTo>
                  <a:pt x="827635" y="285010"/>
                </a:lnTo>
                <a:lnTo>
                  <a:pt x="886752" y="368853"/>
                </a:lnTo>
                <a:lnTo>
                  <a:pt x="945869" y="463477"/>
                </a:lnTo>
              </a:path>
            </a:pathLst>
          </a:custGeom>
          <a:noFill/>
          <a:ln w="4286">
            <a:solidFill>
              <a:srgbClr val="5546A3">
                <a:alpha val="9000"/>
              </a:srgbClr>
            </a:solidFill>
            <a:prstDash val="solid"/>
          </a:ln>
        </p:spPr>
      </p:sp>
      <p:sp>
        <p:nvSpPr>
          <p:cNvPr id="94" name="knowledge-edge">
            <a:extLst>
              <a:ext uri="{FF2B5EF4-FFF2-40B4-BE49-F238E27FC236}">
                <a16:creationId xmlns:a16="http://schemas.microsoft.com/office/drawing/2014/main" id="{24FE6666-E3BA-4340-BEA2-34EAC45B4479}"/>
              </a:ext>
            </a:extLst>
          </p:cNvPr>
          <p:cNvSpPr>
            <a:spLocks noGrp="1"/>
          </p:cNvSpPr>
          <p:nvPr/>
        </p:nvSpPr>
        <p:spPr>
          <a:xfrm>
            <a:off x="2373033" y="6181641"/>
            <a:ext cx="303487" cy="72682"/>
          </a:xfrm>
          <a:custGeom>
            <a:avLst/>
            <a:gdLst/>
            <a:ahLst/>
            <a:cxnLst/>
            <a:rect l="0" t="0" r="0" b="0"/>
            <a:pathLst>
              <a:path w="303487" h="72682">
                <a:moveTo>
                  <a:pt x="0" y="0"/>
                </a:moveTo>
                <a:lnTo>
                  <a:pt x="21678" y="15762"/>
                </a:lnTo>
                <a:lnTo>
                  <a:pt x="43355" y="29603"/>
                </a:lnTo>
                <a:lnTo>
                  <a:pt x="65033" y="41522"/>
                </a:lnTo>
                <a:lnTo>
                  <a:pt x="86711" y="51520"/>
                </a:lnTo>
                <a:lnTo>
                  <a:pt x="108388" y="59596"/>
                </a:lnTo>
                <a:lnTo>
                  <a:pt x="130066" y="65750"/>
                </a:lnTo>
                <a:lnTo>
                  <a:pt x="151744" y="69982"/>
                </a:lnTo>
                <a:lnTo>
                  <a:pt x="173421" y="72293"/>
                </a:lnTo>
                <a:lnTo>
                  <a:pt x="195099" y="72682"/>
                </a:lnTo>
                <a:lnTo>
                  <a:pt x="216776" y="71150"/>
                </a:lnTo>
                <a:lnTo>
                  <a:pt x="238454" y="67696"/>
                </a:lnTo>
                <a:lnTo>
                  <a:pt x="260132" y="62320"/>
                </a:lnTo>
                <a:lnTo>
                  <a:pt x="281809" y="55023"/>
                </a:lnTo>
                <a:lnTo>
                  <a:pt x="303487" y="45803"/>
                </a:lnTo>
              </a:path>
            </a:pathLst>
          </a:custGeom>
          <a:noFill/>
          <a:ln w="6477">
            <a:solidFill>
              <a:srgbClr val="5546A3">
                <a:alpha val="17000"/>
              </a:srgbClr>
            </a:solidFill>
            <a:prstDash val="solid"/>
          </a:ln>
        </p:spPr>
      </p:sp>
      <p:sp>
        <p:nvSpPr>
          <p:cNvPr id="95" name="knowledge-cross-edge">
            <a:extLst>
              <a:ext uri="{FF2B5EF4-FFF2-40B4-BE49-F238E27FC236}">
                <a16:creationId xmlns:a16="http://schemas.microsoft.com/office/drawing/2014/main" id="{69E89E87-8D3A-45CE-8749-A0F952957128}"/>
              </a:ext>
            </a:extLst>
          </p:cNvPr>
          <p:cNvSpPr>
            <a:spLocks noGrp="1"/>
          </p:cNvSpPr>
          <p:nvPr/>
        </p:nvSpPr>
        <p:spPr>
          <a:xfrm>
            <a:off x="2373033" y="6161204"/>
            <a:ext cx="306345" cy="253814"/>
          </a:xfrm>
          <a:custGeom>
            <a:avLst/>
            <a:gdLst/>
            <a:ahLst/>
            <a:cxnLst/>
            <a:rect l="0" t="0" r="0" b="0"/>
            <a:pathLst>
              <a:path w="306345" h="253814">
                <a:moveTo>
                  <a:pt x="0" y="20437"/>
                </a:moveTo>
                <a:lnTo>
                  <a:pt x="40081" y="7789"/>
                </a:lnTo>
                <a:lnTo>
                  <a:pt x="77516" y="977"/>
                </a:lnTo>
                <a:lnTo>
                  <a:pt x="112305" y="0"/>
                </a:lnTo>
                <a:lnTo>
                  <a:pt x="144448" y="4859"/>
                </a:lnTo>
                <a:lnTo>
                  <a:pt x="173946" y="15554"/>
                </a:lnTo>
                <a:lnTo>
                  <a:pt x="200798" y="32084"/>
                </a:lnTo>
                <a:lnTo>
                  <a:pt x="225004" y="54450"/>
                </a:lnTo>
                <a:lnTo>
                  <a:pt x="246564" y="82651"/>
                </a:lnTo>
                <a:lnTo>
                  <a:pt x="265478" y="116689"/>
                </a:lnTo>
                <a:lnTo>
                  <a:pt x="281746" y="156561"/>
                </a:lnTo>
                <a:lnTo>
                  <a:pt x="295369" y="202270"/>
                </a:lnTo>
                <a:lnTo>
                  <a:pt x="306345" y="253814"/>
                </a:lnTo>
              </a:path>
            </a:pathLst>
          </a:custGeom>
          <a:noFill/>
          <a:ln w="5334">
            <a:solidFill>
              <a:srgbClr val="5546A3">
                <a:alpha val="13000"/>
              </a:srgbClr>
            </a:solidFill>
            <a:prstDash val="solid"/>
          </a:ln>
        </p:spPr>
      </p:sp>
      <p:sp>
        <p:nvSpPr>
          <p:cNvPr id="96" name="knowledge-edge">
            <a:extLst>
              <a:ext uri="{FF2B5EF4-FFF2-40B4-BE49-F238E27FC236}">
                <a16:creationId xmlns:a16="http://schemas.microsoft.com/office/drawing/2014/main" id="{012DCD2F-7FA8-4B89-BDB9-6E9BC6481B9A}"/>
              </a:ext>
            </a:extLst>
          </p:cNvPr>
          <p:cNvSpPr>
            <a:spLocks noGrp="1"/>
          </p:cNvSpPr>
          <p:nvPr/>
        </p:nvSpPr>
        <p:spPr>
          <a:xfrm>
            <a:off x="2345015" y="6380986"/>
            <a:ext cx="334364" cy="43678"/>
          </a:xfrm>
          <a:custGeom>
            <a:avLst/>
            <a:gdLst/>
            <a:ahLst/>
            <a:cxnLst/>
            <a:rect l="0" t="0" r="0" b="0"/>
            <a:pathLst>
              <a:path w="334364" h="43678">
                <a:moveTo>
                  <a:pt x="0" y="43678"/>
                </a:moveTo>
                <a:lnTo>
                  <a:pt x="23883" y="32680"/>
                </a:lnTo>
                <a:lnTo>
                  <a:pt x="47766" y="23269"/>
                </a:lnTo>
                <a:lnTo>
                  <a:pt x="71649" y="15443"/>
                </a:lnTo>
                <a:lnTo>
                  <a:pt x="95532" y="9204"/>
                </a:lnTo>
                <a:lnTo>
                  <a:pt x="119416" y="4550"/>
                </a:lnTo>
                <a:lnTo>
                  <a:pt x="143299" y="1482"/>
                </a:lnTo>
                <a:lnTo>
                  <a:pt x="167182" y="0"/>
                </a:lnTo>
                <a:lnTo>
                  <a:pt x="191065" y="104"/>
                </a:lnTo>
                <a:lnTo>
                  <a:pt x="214948" y="1794"/>
                </a:lnTo>
                <a:lnTo>
                  <a:pt x="238831" y="5070"/>
                </a:lnTo>
                <a:lnTo>
                  <a:pt x="262714" y="9931"/>
                </a:lnTo>
                <a:lnTo>
                  <a:pt x="286597" y="16379"/>
                </a:lnTo>
                <a:lnTo>
                  <a:pt x="310481" y="24413"/>
                </a:lnTo>
                <a:lnTo>
                  <a:pt x="334364" y="34032"/>
                </a:lnTo>
              </a:path>
            </a:pathLst>
          </a:custGeom>
          <a:noFill/>
          <a:ln w="6477">
            <a:solidFill>
              <a:srgbClr val="5546A3">
                <a:alpha val="17000"/>
              </a:srgbClr>
            </a:solidFill>
            <a:prstDash val="solid"/>
          </a:ln>
        </p:spPr>
      </p:sp>
      <p:sp>
        <p:nvSpPr>
          <p:cNvPr id="97" name="knowledge-cross-edge">
            <a:extLst>
              <a:ext uri="{FF2B5EF4-FFF2-40B4-BE49-F238E27FC236}">
                <a16:creationId xmlns:a16="http://schemas.microsoft.com/office/drawing/2014/main" id="{97646443-28D4-4A7F-AD48-4A7E09A646F3}"/>
              </a:ext>
            </a:extLst>
          </p:cNvPr>
          <p:cNvSpPr>
            <a:spLocks noGrp="1"/>
          </p:cNvSpPr>
          <p:nvPr/>
        </p:nvSpPr>
        <p:spPr>
          <a:xfrm>
            <a:off x="2345015" y="6409934"/>
            <a:ext cx="397276" cy="335297"/>
          </a:xfrm>
          <a:custGeom>
            <a:avLst/>
            <a:gdLst/>
            <a:ahLst/>
            <a:cxnLst/>
            <a:rect l="0" t="0" r="0" b="0"/>
            <a:pathLst>
              <a:path w="397276" h="335297">
                <a:moveTo>
                  <a:pt x="0" y="14729"/>
                </a:moveTo>
                <a:lnTo>
                  <a:pt x="47658" y="3957"/>
                </a:lnTo>
                <a:lnTo>
                  <a:pt x="92671" y="0"/>
                </a:lnTo>
                <a:lnTo>
                  <a:pt x="135038" y="2859"/>
                </a:lnTo>
                <a:lnTo>
                  <a:pt x="174759" y="12534"/>
                </a:lnTo>
                <a:lnTo>
                  <a:pt x="211834" y="29024"/>
                </a:lnTo>
                <a:lnTo>
                  <a:pt x="246263" y="52330"/>
                </a:lnTo>
                <a:lnTo>
                  <a:pt x="278046" y="82452"/>
                </a:lnTo>
                <a:lnTo>
                  <a:pt x="307184" y="119390"/>
                </a:lnTo>
                <a:lnTo>
                  <a:pt x="333675" y="163143"/>
                </a:lnTo>
                <a:lnTo>
                  <a:pt x="357521" y="213712"/>
                </a:lnTo>
                <a:lnTo>
                  <a:pt x="378721" y="271097"/>
                </a:lnTo>
                <a:lnTo>
                  <a:pt x="397276" y="335297"/>
                </a:lnTo>
              </a:path>
            </a:pathLst>
          </a:custGeom>
          <a:noFill/>
          <a:ln w="5334">
            <a:solidFill>
              <a:srgbClr val="5546A3">
                <a:alpha val="13000"/>
              </a:srgbClr>
            </a:solidFill>
            <a:prstDash val="solid"/>
          </a:ln>
        </p:spPr>
      </p:sp>
      <p:sp>
        <p:nvSpPr>
          <p:cNvPr id="98" name="knowledge-cross-edge">
            <a:extLst>
              <a:ext uri="{FF2B5EF4-FFF2-40B4-BE49-F238E27FC236}">
                <a16:creationId xmlns:a16="http://schemas.microsoft.com/office/drawing/2014/main" id="{216CED50-E44B-47A0-89CD-9E6EF20EC8F4}"/>
              </a:ext>
            </a:extLst>
          </p:cNvPr>
          <p:cNvSpPr>
            <a:spLocks noGrp="1"/>
          </p:cNvSpPr>
          <p:nvPr/>
        </p:nvSpPr>
        <p:spPr>
          <a:xfrm>
            <a:off x="2345015" y="6227444"/>
            <a:ext cx="331505" cy="197220"/>
          </a:xfrm>
          <a:custGeom>
            <a:avLst/>
            <a:gdLst/>
            <a:ahLst/>
            <a:cxnLst/>
            <a:rect l="0" t="0" r="0" b="0"/>
            <a:pathLst>
              <a:path w="331505" h="197220">
                <a:moveTo>
                  <a:pt x="0" y="197220"/>
                </a:moveTo>
                <a:lnTo>
                  <a:pt x="13073" y="172673"/>
                </a:lnTo>
                <a:lnTo>
                  <a:pt x="28793" y="149601"/>
                </a:lnTo>
                <a:lnTo>
                  <a:pt x="47158" y="128004"/>
                </a:lnTo>
                <a:lnTo>
                  <a:pt x="68168" y="107882"/>
                </a:lnTo>
                <a:lnTo>
                  <a:pt x="91825" y="89235"/>
                </a:lnTo>
                <a:lnTo>
                  <a:pt x="118128" y="72063"/>
                </a:lnTo>
                <a:lnTo>
                  <a:pt x="147076" y="56365"/>
                </a:lnTo>
                <a:lnTo>
                  <a:pt x="178670" y="42142"/>
                </a:lnTo>
                <a:lnTo>
                  <a:pt x="212910" y="29395"/>
                </a:lnTo>
                <a:lnTo>
                  <a:pt x="249796" y="18122"/>
                </a:lnTo>
                <a:lnTo>
                  <a:pt x="289328" y="8323"/>
                </a:lnTo>
                <a:lnTo>
                  <a:pt x="331505" y="0"/>
                </a:lnTo>
              </a:path>
            </a:pathLst>
          </a:custGeom>
          <a:noFill/>
          <a:ln w="4953">
            <a:solidFill>
              <a:srgbClr val="5546A3">
                <a:alpha val="12000"/>
              </a:srgbClr>
            </a:solidFill>
            <a:prstDash val="solid"/>
          </a:ln>
        </p:spPr>
      </p:sp>
      <p:sp>
        <p:nvSpPr>
          <p:cNvPr id="99" name="knowledge-long-edge">
            <a:extLst>
              <a:ext uri="{FF2B5EF4-FFF2-40B4-BE49-F238E27FC236}">
                <a16:creationId xmlns:a16="http://schemas.microsoft.com/office/drawing/2014/main" id="{7FB92061-F8EE-40DA-A78F-19AED7087AAF}"/>
              </a:ext>
            </a:extLst>
          </p:cNvPr>
          <p:cNvSpPr>
            <a:spLocks noGrp="1"/>
          </p:cNvSpPr>
          <p:nvPr/>
        </p:nvSpPr>
        <p:spPr>
          <a:xfrm>
            <a:off x="2345015" y="6044890"/>
            <a:ext cx="976954" cy="379773"/>
          </a:xfrm>
          <a:custGeom>
            <a:avLst/>
            <a:gdLst/>
            <a:ahLst/>
            <a:cxnLst/>
            <a:rect l="0" t="0" r="0" b="0"/>
            <a:pathLst>
              <a:path w="976954" h="379773">
                <a:moveTo>
                  <a:pt x="0" y="379773"/>
                </a:moveTo>
                <a:lnTo>
                  <a:pt x="61060" y="295795"/>
                </a:lnTo>
                <a:lnTo>
                  <a:pt x="122119" y="222262"/>
                </a:lnTo>
                <a:lnTo>
                  <a:pt x="183179" y="159175"/>
                </a:lnTo>
                <a:lnTo>
                  <a:pt x="244238" y="106532"/>
                </a:lnTo>
                <a:lnTo>
                  <a:pt x="305298" y="64335"/>
                </a:lnTo>
                <a:lnTo>
                  <a:pt x="366358" y="32584"/>
                </a:lnTo>
                <a:lnTo>
                  <a:pt x="427417" y="11277"/>
                </a:lnTo>
                <a:lnTo>
                  <a:pt x="488477" y="416"/>
                </a:lnTo>
                <a:lnTo>
                  <a:pt x="549537" y="0"/>
                </a:lnTo>
                <a:lnTo>
                  <a:pt x="610596" y="10029"/>
                </a:lnTo>
                <a:lnTo>
                  <a:pt x="671656" y="30504"/>
                </a:lnTo>
                <a:lnTo>
                  <a:pt x="732715" y="61424"/>
                </a:lnTo>
                <a:lnTo>
                  <a:pt x="793775" y="102789"/>
                </a:lnTo>
                <a:lnTo>
                  <a:pt x="854835" y="154599"/>
                </a:lnTo>
                <a:lnTo>
                  <a:pt x="915894" y="216855"/>
                </a:lnTo>
                <a:lnTo>
                  <a:pt x="976954" y="289556"/>
                </a:lnTo>
              </a:path>
            </a:pathLst>
          </a:custGeom>
          <a:noFill/>
          <a:ln w="4286">
            <a:solidFill>
              <a:srgbClr val="5546A3">
                <a:alpha val="9000"/>
              </a:srgbClr>
            </a:solidFill>
            <a:prstDash val="solid"/>
          </a:ln>
        </p:spPr>
      </p:sp>
      <p:sp>
        <p:nvSpPr>
          <p:cNvPr id="100" name="knowledge-edge">
            <a:extLst>
              <a:ext uri="{FF2B5EF4-FFF2-40B4-BE49-F238E27FC236}">
                <a16:creationId xmlns:a16="http://schemas.microsoft.com/office/drawing/2014/main" id="{1E770713-C7B7-47BE-B27D-7C5E63F1AD75}"/>
              </a:ext>
            </a:extLst>
          </p:cNvPr>
          <p:cNvSpPr>
            <a:spLocks noGrp="1"/>
          </p:cNvSpPr>
          <p:nvPr/>
        </p:nvSpPr>
        <p:spPr>
          <a:xfrm>
            <a:off x="2356357" y="6729825"/>
            <a:ext cx="385933" cy="28877"/>
          </a:xfrm>
          <a:custGeom>
            <a:avLst/>
            <a:gdLst/>
            <a:ahLst/>
            <a:cxnLst/>
            <a:rect l="0" t="0" r="0" b="0"/>
            <a:pathLst>
              <a:path w="385933" h="28877">
                <a:moveTo>
                  <a:pt x="0" y="0"/>
                </a:moveTo>
                <a:lnTo>
                  <a:pt x="27567" y="6537"/>
                </a:lnTo>
                <a:lnTo>
                  <a:pt x="55133" y="12238"/>
                </a:lnTo>
                <a:lnTo>
                  <a:pt x="82700" y="17102"/>
                </a:lnTo>
                <a:lnTo>
                  <a:pt x="110267" y="21130"/>
                </a:lnTo>
                <a:lnTo>
                  <a:pt x="137833" y="24321"/>
                </a:lnTo>
                <a:lnTo>
                  <a:pt x="165400" y="26676"/>
                </a:lnTo>
                <a:lnTo>
                  <a:pt x="192967" y="28195"/>
                </a:lnTo>
                <a:lnTo>
                  <a:pt x="220533" y="28877"/>
                </a:lnTo>
                <a:lnTo>
                  <a:pt x="248100" y="28723"/>
                </a:lnTo>
                <a:lnTo>
                  <a:pt x="275667" y="27733"/>
                </a:lnTo>
                <a:lnTo>
                  <a:pt x="303233" y="25906"/>
                </a:lnTo>
                <a:lnTo>
                  <a:pt x="330800" y="23242"/>
                </a:lnTo>
                <a:lnTo>
                  <a:pt x="358367" y="19743"/>
                </a:lnTo>
                <a:lnTo>
                  <a:pt x="385933" y="15406"/>
                </a:lnTo>
              </a:path>
            </a:pathLst>
          </a:custGeom>
          <a:noFill/>
          <a:ln w="6477">
            <a:solidFill>
              <a:srgbClr val="5546A3">
                <a:alpha val="17000"/>
              </a:srgbClr>
            </a:solidFill>
            <a:prstDash val="solid"/>
          </a:ln>
        </p:spPr>
      </p:sp>
      <p:sp>
        <p:nvSpPr>
          <p:cNvPr id="101" name="knowledge-edge">
            <a:extLst>
              <a:ext uri="{FF2B5EF4-FFF2-40B4-BE49-F238E27FC236}">
                <a16:creationId xmlns:a16="http://schemas.microsoft.com/office/drawing/2014/main" id="{57F897BA-F3D9-4BA7-A34D-96DA0D73DDA0}"/>
              </a:ext>
            </a:extLst>
          </p:cNvPr>
          <p:cNvSpPr>
            <a:spLocks noGrp="1"/>
          </p:cNvSpPr>
          <p:nvPr/>
        </p:nvSpPr>
        <p:spPr>
          <a:xfrm>
            <a:off x="2467958" y="7033186"/>
            <a:ext cx="388875" cy="65955"/>
          </a:xfrm>
          <a:custGeom>
            <a:avLst/>
            <a:gdLst/>
            <a:ahLst/>
            <a:cxnLst/>
            <a:rect l="0" t="0" r="0" b="0"/>
            <a:pathLst>
              <a:path w="388875" h="65955">
                <a:moveTo>
                  <a:pt x="0" y="0"/>
                </a:moveTo>
                <a:lnTo>
                  <a:pt x="27777" y="11599"/>
                </a:lnTo>
                <a:lnTo>
                  <a:pt x="55554" y="22077"/>
                </a:lnTo>
                <a:lnTo>
                  <a:pt x="83330" y="31434"/>
                </a:lnTo>
                <a:lnTo>
                  <a:pt x="111107" y="39671"/>
                </a:lnTo>
                <a:lnTo>
                  <a:pt x="138884" y="46787"/>
                </a:lnTo>
                <a:lnTo>
                  <a:pt x="166661" y="52783"/>
                </a:lnTo>
                <a:lnTo>
                  <a:pt x="194438" y="57659"/>
                </a:lnTo>
                <a:lnTo>
                  <a:pt x="222214" y="61413"/>
                </a:lnTo>
                <a:lnTo>
                  <a:pt x="249991" y="64048"/>
                </a:lnTo>
                <a:lnTo>
                  <a:pt x="277768" y="65561"/>
                </a:lnTo>
                <a:lnTo>
                  <a:pt x="305545" y="65955"/>
                </a:lnTo>
                <a:lnTo>
                  <a:pt x="333322" y="65227"/>
                </a:lnTo>
                <a:lnTo>
                  <a:pt x="361098" y="63379"/>
                </a:lnTo>
                <a:lnTo>
                  <a:pt x="388875" y="60411"/>
                </a:lnTo>
              </a:path>
            </a:pathLst>
          </a:custGeom>
          <a:noFill/>
          <a:ln w="6477">
            <a:solidFill>
              <a:srgbClr val="5546A3">
                <a:alpha val="17000"/>
              </a:srgbClr>
            </a:solidFill>
            <a:prstDash val="solid"/>
          </a:ln>
        </p:spPr>
      </p:sp>
      <p:sp>
        <p:nvSpPr>
          <p:cNvPr id="102" name="knowledge-cross-edge">
            <a:extLst>
              <a:ext uri="{FF2B5EF4-FFF2-40B4-BE49-F238E27FC236}">
                <a16:creationId xmlns:a16="http://schemas.microsoft.com/office/drawing/2014/main" id="{1873DD9B-F512-45C3-85F7-3843C1B16E72}"/>
              </a:ext>
            </a:extLst>
          </p:cNvPr>
          <p:cNvSpPr>
            <a:spLocks noGrp="1"/>
          </p:cNvSpPr>
          <p:nvPr/>
        </p:nvSpPr>
        <p:spPr>
          <a:xfrm>
            <a:off x="2467958" y="7013229"/>
            <a:ext cx="352637" cy="228605"/>
          </a:xfrm>
          <a:custGeom>
            <a:avLst/>
            <a:gdLst/>
            <a:ahLst/>
            <a:cxnLst/>
            <a:rect l="0" t="0" r="0" b="0"/>
            <a:pathLst>
              <a:path w="352637" h="228605">
                <a:moveTo>
                  <a:pt x="0" y="19958"/>
                </a:moveTo>
                <a:lnTo>
                  <a:pt x="43939" y="7963"/>
                </a:lnTo>
                <a:lnTo>
                  <a:pt x="85231" y="1310"/>
                </a:lnTo>
                <a:lnTo>
                  <a:pt x="123878" y="0"/>
                </a:lnTo>
                <a:lnTo>
                  <a:pt x="159879" y="4032"/>
                </a:lnTo>
                <a:lnTo>
                  <a:pt x="193234" y="13406"/>
                </a:lnTo>
                <a:lnTo>
                  <a:pt x="223944" y="28122"/>
                </a:lnTo>
                <a:lnTo>
                  <a:pt x="252007" y="48180"/>
                </a:lnTo>
                <a:lnTo>
                  <a:pt x="277425" y="73581"/>
                </a:lnTo>
                <a:lnTo>
                  <a:pt x="300197" y="104323"/>
                </a:lnTo>
                <a:lnTo>
                  <a:pt x="320323" y="140408"/>
                </a:lnTo>
                <a:lnTo>
                  <a:pt x="337803" y="181835"/>
                </a:lnTo>
                <a:lnTo>
                  <a:pt x="352637" y="228605"/>
                </a:lnTo>
              </a:path>
            </a:pathLst>
          </a:custGeom>
          <a:noFill/>
          <a:ln w="5334">
            <a:solidFill>
              <a:srgbClr val="5546A3">
                <a:alpha val="13000"/>
              </a:srgbClr>
            </a:solidFill>
            <a:prstDash val="solid"/>
          </a:ln>
        </p:spPr>
      </p:sp>
      <p:sp>
        <p:nvSpPr>
          <p:cNvPr id="103" name="knowledge-cross-edge">
            <a:extLst>
              <a:ext uri="{FF2B5EF4-FFF2-40B4-BE49-F238E27FC236}">
                <a16:creationId xmlns:a16="http://schemas.microsoft.com/office/drawing/2014/main" id="{5C1DC692-2259-4A93-BE00-74A9BE8AEDC5}"/>
              </a:ext>
            </a:extLst>
          </p:cNvPr>
          <p:cNvSpPr>
            <a:spLocks noGrp="1"/>
          </p:cNvSpPr>
          <p:nvPr/>
        </p:nvSpPr>
        <p:spPr>
          <a:xfrm>
            <a:off x="2467958" y="6725080"/>
            <a:ext cx="274332" cy="308107"/>
          </a:xfrm>
          <a:custGeom>
            <a:avLst/>
            <a:gdLst/>
            <a:ahLst/>
            <a:cxnLst/>
            <a:rect l="0" t="0" r="0" b="0"/>
            <a:pathLst>
              <a:path w="274332" h="308107">
                <a:moveTo>
                  <a:pt x="0" y="308107"/>
                </a:moveTo>
                <a:lnTo>
                  <a:pt x="8309" y="246631"/>
                </a:lnTo>
                <a:lnTo>
                  <a:pt x="19264" y="191970"/>
                </a:lnTo>
                <a:lnTo>
                  <a:pt x="32864" y="144123"/>
                </a:lnTo>
                <a:lnTo>
                  <a:pt x="49111" y="103091"/>
                </a:lnTo>
                <a:lnTo>
                  <a:pt x="68003" y="68873"/>
                </a:lnTo>
                <a:lnTo>
                  <a:pt x="89541" y="41469"/>
                </a:lnTo>
                <a:lnTo>
                  <a:pt x="113725" y="20880"/>
                </a:lnTo>
                <a:lnTo>
                  <a:pt x="140555" y="7106"/>
                </a:lnTo>
                <a:lnTo>
                  <a:pt x="170031" y="146"/>
                </a:lnTo>
                <a:lnTo>
                  <a:pt x="202152" y="0"/>
                </a:lnTo>
                <a:lnTo>
                  <a:pt x="236919" y="6669"/>
                </a:lnTo>
                <a:lnTo>
                  <a:pt x="274332" y="20152"/>
                </a:lnTo>
              </a:path>
            </a:pathLst>
          </a:custGeom>
          <a:noFill/>
          <a:ln w="4953">
            <a:solidFill>
              <a:srgbClr val="5546A3">
                <a:alpha val="12000"/>
              </a:srgbClr>
            </a:solidFill>
            <a:prstDash val="solid"/>
          </a:ln>
        </p:spPr>
      </p:sp>
      <p:sp>
        <p:nvSpPr>
          <p:cNvPr id="104" name="knowledge-edge">
            <a:extLst>
              <a:ext uri="{FF2B5EF4-FFF2-40B4-BE49-F238E27FC236}">
                <a16:creationId xmlns:a16="http://schemas.microsoft.com/office/drawing/2014/main" id="{DA77CB64-1A03-42E1-8BA2-85FEEFB9834B}"/>
              </a:ext>
            </a:extLst>
          </p:cNvPr>
          <p:cNvSpPr>
            <a:spLocks noGrp="1"/>
          </p:cNvSpPr>
          <p:nvPr/>
        </p:nvSpPr>
        <p:spPr>
          <a:xfrm>
            <a:off x="2268611" y="7241833"/>
            <a:ext cx="551984" cy="134133"/>
          </a:xfrm>
          <a:custGeom>
            <a:avLst/>
            <a:gdLst/>
            <a:ahLst/>
            <a:cxnLst/>
            <a:rect l="0" t="0" r="0" b="0"/>
            <a:pathLst>
              <a:path w="551984" h="134133">
                <a:moveTo>
                  <a:pt x="0" y="134133"/>
                </a:moveTo>
                <a:lnTo>
                  <a:pt x="39427" y="119893"/>
                </a:lnTo>
                <a:lnTo>
                  <a:pt x="78855" y="106370"/>
                </a:lnTo>
                <a:lnTo>
                  <a:pt x="118282" y="93564"/>
                </a:lnTo>
                <a:lnTo>
                  <a:pt x="157710" y="81474"/>
                </a:lnTo>
                <a:lnTo>
                  <a:pt x="197137" y="70101"/>
                </a:lnTo>
                <a:lnTo>
                  <a:pt x="236565" y="59445"/>
                </a:lnTo>
                <a:lnTo>
                  <a:pt x="275992" y="49506"/>
                </a:lnTo>
                <a:lnTo>
                  <a:pt x="315420" y="40283"/>
                </a:lnTo>
                <a:lnTo>
                  <a:pt x="354847" y="31778"/>
                </a:lnTo>
                <a:lnTo>
                  <a:pt x="394275" y="23989"/>
                </a:lnTo>
                <a:lnTo>
                  <a:pt x="433702" y="16916"/>
                </a:lnTo>
                <a:lnTo>
                  <a:pt x="473129" y="10561"/>
                </a:lnTo>
                <a:lnTo>
                  <a:pt x="512557" y="4922"/>
                </a:lnTo>
                <a:lnTo>
                  <a:pt x="551984" y="0"/>
                </a:lnTo>
              </a:path>
            </a:pathLst>
          </a:custGeom>
          <a:noFill/>
          <a:ln w="6477">
            <a:solidFill>
              <a:srgbClr val="5546A3">
                <a:alpha val="17000"/>
              </a:srgbClr>
            </a:solidFill>
            <a:prstDash val="solid"/>
          </a:ln>
        </p:spPr>
      </p:sp>
      <p:sp>
        <p:nvSpPr>
          <p:cNvPr id="105" name="knowledge-edge">
            <a:extLst>
              <a:ext uri="{FF2B5EF4-FFF2-40B4-BE49-F238E27FC236}">
                <a16:creationId xmlns:a16="http://schemas.microsoft.com/office/drawing/2014/main" id="{2D3BEC0E-8D0A-4302-8D43-12407F382105}"/>
              </a:ext>
            </a:extLst>
          </p:cNvPr>
          <p:cNvSpPr>
            <a:spLocks noGrp="1"/>
          </p:cNvSpPr>
          <p:nvPr/>
        </p:nvSpPr>
        <p:spPr>
          <a:xfrm>
            <a:off x="2794859" y="5958935"/>
            <a:ext cx="557316" cy="105959"/>
          </a:xfrm>
          <a:custGeom>
            <a:avLst/>
            <a:gdLst/>
            <a:ahLst/>
            <a:cxnLst/>
            <a:rect l="0" t="0" r="0" b="0"/>
            <a:pathLst>
              <a:path w="557316" h="105959">
                <a:moveTo>
                  <a:pt x="0" y="61022"/>
                </a:moveTo>
                <a:lnTo>
                  <a:pt x="39808" y="75916"/>
                </a:lnTo>
                <a:lnTo>
                  <a:pt x="79617" y="87849"/>
                </a:lnTo>
                <a:lnTo>
                  <a:pt x="119425" y="96819"/>
                </a:lnTo>
                <a:lnTo>
                  <a:pt x="159233" y="102828"/>
                </a:lnTo>
                <a:lnTo>
                  <a:pt x="199041" y="105874"/>
                </a:lnTo>
                <a:lnTo>
                  <a:pt x="238850" y="105959"/>
                </a:lnTo>
                <a:lnTo>
                  <a:pt x="278658" y="103081"/>
                </a:lnTo>
                <a:lnTo>
                  <a:pt x="318466" y="97241"/>
                </a:lnTo>
                <a:lnTo>
                  <a:pt x="358275" y="88440"/>
                </a:lnTo>
                <a:lnTo>
                  <a:pt x="398083" y="76676"/>
                </a:lnTo>
                <a:lnTo>
                  <a:pt x="437891" y="61950"/>
                </a:lnTo>
                <a:lnTo>
                  <a:pt x="477699" y="44262"/>
                </a:lnTo>
                <a:lnTo>
                  <a:pt x="517508" y="23612"/>
                </a:lnTo>
                <a:lnTo>
                  <a:pt x="557316" y="0"/>
                </a:lnTo>
              </a:path>
            </a:pathLst>
          </a:custGeom>
          <a:noFill/>
          <a:ln w="6477">
            <a:solidFill>
              <a:srgbClr val="573D98">
                <a:alpha val="17000"/>
              </a:srgbClr>
            </a:solidFill>
            <a:prstDash val="solid"/>
          </a:ln>
        </p:spPr>
      </p:sp>
      <p:sp>
        <p:nvSpPr>
          <p:cNvPr id="106" name="knowledge-cross-edge">
            <a:extLst>
              <a:ext uri="{FF2B5EF4-FFF2-40B4-BE49-F238E27FC236}">
                <a16:creationId xmlns:a16="http://schemas.microsoft.com/office/drawing/2014/main" id="{A9389D63-A56A-4128-8E82-4C6B9CBCCD9E}"/>
              </a:ext>
            </a:extLst>
          </p:cNvPr>
          <p:cNvSpPr>
            <a:spLocks noGrp="1"/>
          </p:cNvSpPr>
          <p:nvPr/>
        </p:nvSpPr>
        <p:spPr>
          <a:xfrm>
            <a:off x="2794859" y="6019957"/>
            <a:ext cx="467538" cy="53211"/>
          </a:xfrm>
          <a:custGeom>
            <a:avLst/>
            <a:gdLst/>
            <a:ahLst/>
            <a:cxnLst/>
            <a:rect l="0" t="0" r="0" b="0"/>
            <a:pathLst>
              <a:path w="467538" h="53211">
                <a:moveTo>
                  <a:pt x="0" y="0"/>
                </a:moveTo>
                <a:lnTo>
                  <a:pt x="53514" y="12013"/>
                </a:lnTo>
                <a:lnTo>
                  <a:pt x="104381" y="22494"/>
                </a:lnTo>
                <a:lnTo>
                  <a:pt x="152603" y="31443"/>
                </a:lnTo>
                <a:lnTo>
                  <a:pt x="198179" y="38860"/>
                </a:lnTo>
                <a:lnTo>
                  <a:pt x="241110" y="44746"/>
                </a:lnTo>
                <a:lnTo>
                  <a:pt x="281394" y="49099"/>
                </a:lnTo>
                <a:lnTo>
                  <a:pt x="319033" y="51921"/>
                </a:lnTo>
                <a:lnTo>
                  <a:pt x="354026" y="53211"/>
                </a:lnTo>
                <a:lnTo>
                  <a:pt x="386373" y="52970"/>
                </a:lnTo>
                <a:lnTo>
                  <a:pt x="416074" y="51196"/>
                </a:lnTo>
                <a:lnTo>
                  <a:pt x="443129" y="47891"/>
                </a:lnTo>
                <a:lnTo>
                  <a:pt x="467538" y="43054"/>
                </a:lnTo>
              </a:path>
            </a:pathLst>
          </a:custGeom>
          <a:noFill/>
          <a:ln w="5334">
            <a:solidFill>
              <a:srgbClr val="573D98">
                <a:alpha val="13000"/>
              </a:srgbClr>
            </a:solidFill>
            <a:prstDash val="solid"/>
          </a:ln>
        </p:spPr>
      </p:sp>
      <p:sp>
        <p:nvSpPr>
          <p:cNvPr id="107" name="knowledge-edge">
            <a:extLst>
              <a:ext uri="{FF2B5EF4-FFF2-40B4-BE49-F238E27FC236}">
                <a16:creationId xmlns:a16="http://schemas.microsoft.com/office/drawing/2014/main" id="{DE7A2893-CC4C-4D05-B420-F36529BA944B}"/>
              </a:ext>
            </a:extLst>
          </p:cNvPr>
          <p:cNvSpPr>
            <a:spLocks noGrp="1"/>
          </p:cNvSpPr>
          <p:nvPr/>
        </p:nvSpPr>
        <p:spPr>
          <a:xfrm>
            <a:off x="2798496" y="5947855"/>
            <a:ext cx="463901" cy="115155"/>
          </a:xfrm>
          <a:custGeom>
            <a:avLst/>
            <a:gdLst/>
            <a:ahLst/>
            <a:cxnLst/>
            <a:rect l="0" t="0" r="0" b="0"/>
            <a:pathLst>
              <a:path w="463901" h="115155">
                <a:moveTo>
                  <a:pt x="0" y="12807"/>
                </a:moveTo>
                <a:lnTo>
                  <a:pt x="33136" y="6452"/>
                </a:lnTo>
                <a:lnTo>
                  <a:pt x="66272" y="2199"/>
                </a:lnTo>
                <a:lnTo>
                  <a:pt x="99407" y="48"/>
                </a:lnTo>
                <a:lnTo>
                  <a:pt x="132543" y="0"/>
                </a:lnTo>
                <a:lnTo>
                  <a:pt x="165679" y="2054"/>
                </a:lnTo>
                <a:lnTo>
                  <a:pt x="198815" y="6211"/>
                </a:lnTo>
                <a:lnTo>
                  <a:pt x="231951" y="12471"/>
                </a:lnTo>
                <a:lnTo>
                  <a:pt x="265086" y="20832"/>
                </a:lnTo>
                <a:lnTo>
                  <a:pt x="298222" y="31297"/>
                </a:lnTo>
                <a:lnTo>
                  <a:pt x="331358" y="43863"/>
                </a:lnTo>
                <a:lnTo>
                  <a:pt x="364494" y="58533"/>
                </a:lnTo>
                <a:lnTo>
                  <a:pt x="397629" y="75304"/>
                </a:lnTo>
                <a:lnTo>
                  <a:pt x="430765" y="94178"/>
                </a:lnTo>
                <a:lnTo>
                  <a:pt x="463901" y="115155"/>
                </a:lnTo>
              </a:path>
            </a:pathLst>
          </a:custGeom>
          <a:noFill/>
          <a:ln w="6477">
            <a:solidFill>
              <a:srgbClr val="573D98">
                <a:alpha val="17000"/>
              </a:srgbClr>
            </a:solidFill>
            <a:prstDash val="solid"/>
          </a:ln>
        </p:spPr>
      </p:sp>
      <p:sp>
        <p:nvSpPr>
          <p:cNvPr id="108" name="knowledge-long-edge">
            <a:extLst>
              <a:ext uri="{FF2B5EF4-FFF2-40B4-BE49-F238E27FC236}">
                <a16:creationId xmlns:a16="http://schemas.microsoft.com/office/drawing/2014/main" id="{61A5F3DA-B515-43CD-8247-92B0A553AC3E}"/>
              </a:ext>
            </a:extLst>
          </p:cNvPr>
          <p:cNvSpPr>
            <a:spLocks noGrp="1"/>
          </p:cNvSpPr>
          <p:nvPr/>
        </p:nvSpPr>
        <p:spPr>
          <a:xfrm>
            <a:off x="2798496" y="5758223"/>
            <a:ext cx="957448" cy="247010"/>
          </a:xfrm>
          <a:custGeom>
            <a:avLst/>
            <a:gdLst/>
            <a:ahLst/>
            <a:cxnLst/>
            <a:rect l="0" t="0" r="0" b="0"/>
            <a:pathLst>
              <a:path w="957448" h="247010">
                <a:moveTo>
                  <a:pt x="0" y="202439"/>
                </a:moveTo>
                <a:lnTo>
                  <a:pt x="59840" y="152555"/>
                </a:lnTo>
                <a:lnTo>
                  <a:pt x="119681" y="109693"/>
                </a:lnTo>
                <a:lnTo>
                  <a:pt x="179521" y="73854"/>
                </a:lnTo>
                <a:lnTo>
                  <a:pt x="239362" y="45038"/>
                </a:lnTo>
                <a:lnTo>
                  <a:pt x="299202" y="23245"/>
                </a:lnTo>
                <a:lnTo>
                  <a:pt x="359043" y="8474"/>
                </a:lnTo>
                <a:lnTo>
                  <a:pt x="418883" y="726"/>
                </a:lnTo>
                <a:lnTo>
                  <a:pt x="478724" y="0"/>
                </a:lnTo>
                <a:lnTo>
                  <a:pt x="538564" y="6297"/>
                </a:lnTo>
                <a:lnTo>
                  <a:pt x="598405" y="19617"/>
                </a:lnTo>
                <a:lnTo>
                  <a:pt x="658245" y="39959"/>
                </a:lnTo>
                <a:lnTo>
                  <a:pt x="718086" y="67324"/>
                </a:lnTo>
                <a:lnTo>
                  <a:pt x="777926" y="101711"/>
                </a:lnTo>
                <a:lnTo>
                  <a:pt x="837767" y="143122"/>
                </a:lnTo>
                <a:lnTo>
                  <a:pt x="897607" y="191555"/>
                </a:lnTo>
                <a:lnTo>
                  <a:pt x="957448" y="247010"/>
                </a:lnTo>
              </a:path>
            </a:pathLst>
          </a:custGeom>
          <a:noFill/>
          <a:ln w="4286">
            <a:solidFill>
              <a:srgbClr val="573D98">
                <a:alpha val="9000"/>
              </a:srgbClr>
            </a:solidFill>
            <a:prstDash val="solid"/>
          </a:ln>
        </p:spPr>
      </p:sp>
      <p:sp>
        <p:nvSpPr>
          <p:cNvPr id="109" name="knowledge-edge">
            <a:extLst>
              <a:ext uri="{FF2B5EF4-FFF2-40B4-BE49-F238E27FC236}">
                <a16:creationId xmlns:a16="http://schemas.microsoft.com/office/drawing/2014/main" id="{09E5C6B1-AFBF-4055-9943-3C2FB3E9BD73}"/>
              </a:ext>
            </a:extLst>
          </p:cNvPr>
          <p:cNvSpPr>
            <a:spLocks noGrp="1"/>
          </p:cNvSpPr>
          <p:nvPr/>
        </p:nvSpPr>
        <p:spPr>
          <a:xfrm>
            <a:off x="2676520" y="6227444"/>
            <a:ext cx="645449" cy="117948"/>
          </a:xfrm>
          <a:custGeom>
            <a:avLst/>
            <a:gdLst/>
            <a:ahLst/>
            <a:cxnLst/>
            <a:rect l="0" t="0" r="0" b="0"/>
            <a:pathLst>
              <a:path w="645449" h="117948">
                <a:moveTo>
                  <a:pt x="0" y="0"/>
                </a:moveTo>
                <a:lnTo>
                  <a:pt x="46103" y="20988"/>
                </a:lnTo>
                <a:lnTo>
                  <a:pt x="92207" y="39922"/>
                </a:lnTo>
                <a:lnTo>
                  <a:pt x="138310" y="56804"/>
                </a:lnTo>
                <a:lnTo>
                  <a:pt x="184414" y="71633"/>
                </a:lnTo>
                <a:lnTo>
                  <a:pt x="230517" y="84408"/>
                </a:lnTo>
                <a:lnTo>
                  <a:pt x="276621" y="95131"/>
                </a:lnTo>
                <a:lnTo>
                  <a:pt x="322724" y="103800"/>
                </a:lnTo>
                <a:lnTo>
                  <a:pt x="368828" y="110417"/>
                </a:lnTo>
                <a:lnTo>
                  <a:pt x="414931" y="114980"/>
                </a:lnTo>
                <a:lnTo>
                  <a:pt x="461035" y="117491"/>
                </a:lnTo>
                <a:lnTo>
                  <a:pt x="507138" y="117948"/>
                </a:lnTo>
                <a:lnTo>
                  <a:pt x="553242" y="116353"/>
                </a:lnTo>
                <a:lnTo>
                  <a:pt x="599345" y="112704"/>
                </a:lnTo>
                <a:lnTo>
                  <a:pt x="645449" y="107002"/>
                </a:lnTo>
              </a:path>
            </a:pathLst>
          </a:custGeom>
          <a:noFill/>
          <a:ln w="6477">
            <a:solidFill>
              <a:srgbClr val="573D98">
                <a:alpha val="17000"/>
              </a:srgbClr>
            </a:solidFill>
            <a:prstDash val="solid"/>
          </a:ln>
        </p:spPr>
      </p:sp>
      <p:sp>
        <p:nvSpPr>
          <p:cNvPr id="110" name="knowledge-edge">
            <a:extLst>
              <a:ext uri="{FF2B5EF4-FFF2-40B4-BE49-F238E27FC236}">
                <a16:creationId xmlns:a16="http://schemas.microsoft.com/office/drawing/2014/main" id="{946F4F17-0609-4AFB-8F84-0DFD067D1AC8}"/>
              </a:ext>
            </a:extLst>
          </p:cNvPr>
          <p:cNvSpPr>
            <a:spLocks noGrp="1"/>
          </p:cNvSpPr>
          <p:nvPr/>
        </p:nvSpPr>
        <p:spPr>
          <a:xfrm>
            <a:off x="2679378" y="6412978"/>
            <a:ext cx="588756" cy="154191"/>
          </a:xfrm>
          <a:custGeom>
            <a:avLst/>
            <a:gdLst/>
            <a:ahLst/>
            <a:cxnLst/>
            <a:rect l="0" t="0" r="0" b="0"/>
            <a:pathLst>
              <a:path w="588756" h="154191">
                <a:moveTo>
                  <a:pt x="0" y="2040"/>
                </a:moveTo>
                <a:lnTo>
                  <a:pt x="42054" y="29"/>
                </a:lnTo>
                <a:lnTo>
                  <a:pt x="84108" y="0"/>
                </a:lnTo>
                <a:lnTo>
                  <a:pt x="126162" y="1952"/>
                </a:lnTo>
                <a:lnTo>
                  <a:pt x="168216" y="5885"/>
                </a:lnTo>
                <a:lnTo>
                  <a:pt x="210270" y="11800"/>
                </a:lnTo>
                <a:lnTo>
                  <a:pt x="252324" y="19695"/>
                </a:lnTo>
                <a:lnTo>
                  <a:pt x="294378" y="29573"/>
                </a:lnTo>
                <a:lnTo>
                  <a:pt x="336432" y="41431"/>
                </a:lnTo>
                <a:lnTo>
                  <a:pt x="378486" y="55271"/>
                </a:lnTo>
                <a:lnTo>
                  <a:pt x="420540" y="71093"/>
                </a:lnTo>
                <a:lnTo>
                  <a:pt x="462594" y="88895"/>
                </a:lnTo>
                <a:lnTo>
                  <a:pt x="504648" y="108679"/>
                </a:lnTo>
                <a:lnTo>
                  <a:pt x="546702" y="130445"/>
                </a:lnTo>
                <a:lnTo>
                  <a:pt x="588756" y="154191"/>
                </a:lnTo>
              </a:path>
            </a:pathLst>
          </a:custGeom>
          <a:noFill/>
          <a:ln w="6477">
            <a:solidFill>
              <a:srgbClr val="573D98">
                <a:alpha val="17000"/>
              </a:srgbClr>
            </a:solidFill>
            <a:prstDash val="solid"/>
          </a:ln>
        </p:spPr>
      </p:sp>
      <p:sp>
        <p:nvSpPr>
          <p:cNvPr id="111" name="knowledge-cross-edge">
            <a:extLst>
              <a:ext uri="{FF2B5EF4-FFF2-40B4-BE49-F238E27FC236}">
                <a16:creationId xmlns:a16="http://schemas.microsoft.com/office/drawing/2014/main" id="{A197187D-C07F-4CA2-BD53-F742C6FDBD30}"/>
              </a:ext>
            </a:extLst>
          </p:cNvPr>
          <p:cNvSpPr>
            <a:spLocks noGrp="1"/>
          </p:cNvSpPr>
          <p:nvPr/>
        </p:nvSpPr>
        <p:spPr>
          <a:xfrm>
            <a:off x="2679378" y="6384894"/>
            <a:ext cx="377214" cy="504310"/>
          </a:xfrm>
          <a:custGeom>
            <a:avLst/>
            <a:gdLst/>
            <a:ahLst/>
            <a:cxnLst/>
            <a:rect l="0" t="0" r="0" b="0"/>
            <a:pathLst>
              <a:path w="377214" h="504310">
                <a:moveTo>
                  <a:pt x="0" y="30124"/>
                </a:moveTo>
                <a:lnTo>
                  <a:pt x="45987" y="9604"/>
                </a:lnTo>
                <a:lnTo>
                  <a:pt x="89327" y="0"/>
                </a:lnTo>
                <a:lnTo>
                  <a:pt x="130022" y="1311"/>
                </a:lnTo>
                <a:lnTo>
                  <a:pt x="168071" y="13538"/>
                </a:lnTo>
                <a:lnTo>
                  <a:pt x="203475" y="36680"/>
                </a:lnTo>
                <a:lnTo>
                  <a:pt x="236232" y="70738"/>
                </a:lnTo>
                <a:lnTo>
                  <a:pt x="266344" y="115711"/>
                </a:lnTo>
                <a:lnTo>
                  <a:pt x="293809" y="171600"/>
                </a:lnTo>
                <a:lnTo>
                  <a:pt x="318629" y="238404"/>
                </a:lnTo>
                <a:lnTo>
                  <a:pt x="340803" y="316124"/>
                </a:lnTo>
                <a:lnTo>
                  <a:pt x="360332" y="404759"/>
                </a:lnTo>
                <a:lnTo>
                  <a:pt x="377214" y="504310"/>
                </a:lnTo>
              </a:path>
            </a:pathLst>
          </a:custGeom>
          <a:noFill/>
          <a:ln w="5334">
            <a:solidFill>
              <a:srgbClr val="573D98">
                <a:alpha val="13000"/>
              </a:srgbClr>
            </a:solidFill>
            <a:prstDash val="solid"/>
          </a:ln>
        </p:spPr>
      </p:sp>
      <p:sp>
        <p:nvSpPr>
          <p:cNvPr id="112" name="knowledge-long-edge">
            <a:extLst>
              <a:ext uri="{FF2B5EF4-FFF2-40B4-BE49-F238E27FC236}">
                <a16:creationId xmlns:a16="http://schemas.microsoft.com/office/drawing/2014/main" id="{3048D1B1-8BF0-4338-B1CA-CD19C684E4F5}"/>
              </a:ext>
            </a:extLst>
          </p:cNvPr>
          <p:cNvSpPr>
            <a:spLocks noGrp="1"/>
          </p:cNvSpPr>
          <p:nvPr/>
        </p:nvSpPr>
        <p:spPr>
          <a:xfrm>
            <a:off x="2679378" y="6064363"/>
            <a:ext cx="974257" cy="350655"/>
          </a:xfrm>
          <a:custGeom>
            <a:avLst/>
            <a:gdLst/>
            <a:ahLst/>
            <a:cxnLst/>
            <a:rect l="0" t="0" r="0" b="0"/>
            <a:pathLst>
              <a:path w="974257" h="350655">
                <a:moveTo>
                  <a:pt x="0" y="350655"/>
                </a:moveTo>
                <a:lnTo>
                  <a:pt x="60891" y="276310"/>
                </a:lnTo>
                <a:lnTo>
                  <a:pt x="121782" y="210811"/>
                </a:lnTo>
                <a:lnTo>
                  <a:pt x="182673" y="154158"/>
                </a:lnTo>
                <a:lnTo>
                  <a:pt x="243564" y="106350"/>
                </a:lnTo>
                <a:lnTo>
                  <a:pt x="304455" y="67389"/>
                </a:lnTo>
                <a:lnTo>
                  <a:pt x="365347" y="37273"/>
                </a:lnTo>
                <a:lnTo>
                  <a:pt x="426238" y="16003"/>
                </a:lnTo>
                <a:lnTo>
                  <a:pt x="487129" y="3578"/>
                </a:lnTo>
                <a:lnTo>
                  <a:pt x="548020" y="0"/>
                </a:lnTo>
                <a:lnTo>
                  <a:pt x="608911" y="5267"/>
                </a:lnTo>
                <a:lnTo>
                  <a:pt x="669802" y="19380"/>
                </a:lnTo>
                <a:lnTo>
                  <a:pt x="730693" y="42339"/>
                </a:lnTo>
                <a:lnTo>
                  <a:pt x="791584" y="74144"/>
                </a:lnTo>
                <a:lnTo>
                  <a:pt x="852475" y="114795"/>
                </a:lnTo>
                <a:lnTo>
                  <a:pt x="913366" y="164291"/>
                </a:lnTo>
                <a:lnTo>
                  <a:pt x="974257" y="222633"/>
                </a:lnTo>
              </a:path>
            </a:pathLst>
          </a:custGeom>
          <a:noFill/>
          <a:ln w="4286">
            <a:solidFill>
              <a:srgbClr val="573D98">
                <a:alpha val="9000"/>
              </a:srgbClr>
            </a:solidFill>
            <a:prstDash val="solid"/>
          </a:ln>
        </p:spPr>
      </p:sp>
      <p:sp>
        <p:nvSpPr>
          <p:cNvPr id="113" name="knowledge-edge">
            <a:extLst>
              <a:ext uri="{FF2B5EF4-FFF2-40B4-BE49-F238E27FC236}">
                <a16:creationId xmlns:a16="http://schemas.microsoft.com/office/drawing/2014/main" id="{3343F8AC-3005-4B98-9FD1-72F765EDAA6E}"/>
              </a:ext>
            </a:extLst>
          </p:cNvPr>
          <p:cNvSpPr>
            <a:spLocks noGrp="1"/>
          </p:cNvSpPr>
          <p:nvPr/>
        </p:nvSpPr>
        <p:spPr>
          <a:xfrm>
            <a:off x="2742290" y="6745232"/>
            <a:ext cx="314302" cy="143972"/>
          </a:xfrm>
          <a:custGeom>
            <a:avLst/>
            <a:gdLst/>
            <a:ahLst/>
            <a:cxnLst/>
            <a:rect l="0" t="0" r="0" b="0"/>
            <a:pathLst>
              <a:path w="314302" h="143972">
                <a:moveTo>
                  <a:pt x="0" y="0"/>
                </a:moveTo>
                <a:lnTo>
                  <a:pt x="22450" y="6143"/>
                </a:lnTo>
                <a:lnTo>
                  <a:pt x="44900" y="12923"/>
                </a:lnTo>
                <a:lnTo>
                  <a:pt x="67350" y="20340"/>
                </a:lnTo>
                <a:lnTo>
                  <a:pt x="89801" y="28394"/>
                </a:lnTo>
                <a:lnTo>
                  <a:pt x="112251" y="37085"/>
                </a:lnTo>
                <a:lnTo>
                  <a:pt x="134701" y="46414"/>
                </a:lnTo>
                <a:lnTo>
                  <a:pt x="157151" y="56379"/>
                </a:lnTo>
                <a:lnTo>
                  <a:pt x="179601" y="66981"/>
                </a:lnTo>
                <a:lnTo>
                  <a:pt x="202051" y="78220"/>
                </a:lnTo>
                <a:lnTo>
                  <a:pt x="224501" y="90097"/>
                </a:lnTo>
                <a:lnTo>
                  <a:pt x="246952" y="102610"/>
                </a:lnTo>
                <a:lnTo>
                  <a:pt x="269402" y="115760"/>
                </a:lnTo>
                <a:lnTo>
                  <a:pt x="291852" y="129548"/>
                </a:lnTo>
                <a:lnTo>
                  <a:pt x="314302" y="143972"/>
                </a:lnTo>
              </a:path>
            </a:pathLst>
          </a:custGeom>
          <a:noFill/>
          <a:ln w="6477">
            <a:solidFill>
              <a:srgbClr val="573D98">
                <a:alpha val="17000"/>
              </a:srgbClr>
            </a:solidFill>
            <a:prstDash val="solid"/>
          </a:ln>
        </p:spPr>
      </p:sp>
      <p:sp>
        <p:nvSpPr>
          <p:cNvPr id="114" name="knowledge-edge">
            <a:extLst>
              <a:ext uri="{FF2B5EF4-FFF2-40B4-BE49-F238E27FC236}">
                <a16:creationId xmlns:a16="http://schemas.microsoft.com/office/drawing/2014/main" id="{8791CB5D-EAEA-4528-9305-56243CB0E81E}"/>
              </a:ext>
            </a:extLst>
          </p:cNvPr>
          <p:cNvSpPr>
            <a:spLocks noGrp="1"/>
          </p:cNvSpPr>
          <p:nvPr/>
        </p:nvSpPr>
        <p:spPr>
          <a:xfrm>
            <a:off x="2856833" y="7093597"/>
            <a:ext cx="386116" cy="65417"/>
          </a:xfrm>
          <a:custGeom>
            <a:avLst/>
            <a:gdLst/>
            <a:ahLst/>
            <a:cxnLst/>
            <a:rect l="0" t="0" r="0" b="0"/>
            <a:pathLst>
              <a:path w="386116" h="65417">
                <a:moveTo>
                  <a:pt x="0" y="0"/>
                </a:moveTo>
                <a:lnTo>
                  <a:pt x="27580" y="8347"/>
                </a:lnTo>
                <a:lnTo>
                  <a:pt x="55159" y="16129"/>
                </a:lnTo>
                <a:lnTo>
                  <a:pt x="82739" y="23346"/>
                </a:lnTo>
                <a:lnTo>
                  <a:pt x="110319" y="29997"/>
                </a:lnTo>
                <a:lnTo>
                  <a:pt x="137899" y="36083"/>
                </a:lnTo>
                <a:lnTo>
                  <a:pt x="165478" y="41604"/>
                </a:lnTo>
                <a:lnTo>
                  <a:pt x="193058" y="46559"/>
                </a:lnTo>
                <a:lnTo>
                  <a:pt x="220638" y="50949"/>
                </a:lnTo>
                <a:lnTo>
                  <a:pt x="248217" y="54774"/>
                </a:lnTo>
                <a:lnTo>
                  <a:pt x="275797" y="58033"/>
                </a:lnTo>
                <a:lnTo>
                  <a:pt x="303377" y="60727"/>
                </a:lnTo>
                <a:lnTo>
                  <a:pt x="330957" y="62856"/>
                </a:lnTo>
                <a:lnTo>
                  <a:pt x="358536" y="64419"/>
                </a:lnTo>
                <a:lnTo>
                  <a:pt x="386116" y="65417"/>
                </a:lnTo>
              </a:path>
            </a:pathLst>
          </a:custGeom>
          <a:noFill/>
          <a:ln w="6477">
            <a:solidFill>
              <a:srgbClr val="573D98">
                <a:alpha val="17000"/>
              </a:srgbClr>
            </a:solidFill>
            <a:prstDash val="solid"/>
          </a:ln>
        </p:spPr>
      </p:sp>
      <p:sp>
        <p:nvSpPr>
          <p:cNvPr id="115" name="knowledge-cross-edge">
            <a:extLst>
              <a:ext uri="{FF2B5EF4-FFF2-40B4-BE49-F238E27FC236}">
                <a16:creationId xmlns:a16="http://schemas.microsoft.com/office/drawing/2014/main" id="{5970A61A-EE49-48D0-8E08-CB73B7D36FD0}"/>
              </a:ext>
            </a:extLst>
          </p:cNvPr>
          <p:cNvSpPr>
            <a:spLocks noGrp="1"/>
          </p:cNvSpPr>
          <p:nvPr/>
        </p:nvSpPr>
        <p:spPr>
          <a:xfrm>
            <a:off x="2856833" y="7090453"/>
            <a:ext cx="212939" cy="201034"/>
          </a:xfrm>
          <a:custGeom>
            <a:avLst/>
            <a:gdLst/>
            <a:ahLst/>
            <a:cxnLst/>
            <a:rect l="0" t="0" r="0" b="0"/>
            <a:pathLst>
              <a:path w="212939" h="201034">
                <a:moveTo>
                  <a:pt x="0" y="3144"/>
                </a:moveTo>
                <a:lnTo>
                  <a:pt x="32297" y="0"/>
                </a:lnTo>
                <a:lnTo>
                  <a:pt x="61948" y="426"/>
                </a:lnTo>
                <a:lnTo>
                  <a:pt x="88954" y="4422"/>
                </a:lnTo>
                <a:lnTo>
                  <a:pt x="113313" y="11988"/>
                </a:lnTo>
                <a:lnTo>
                  <a:pt x="135027" y="23124"/>
                </a:lnTo>
                <a:lnTo>
                  <a:pt x="154095" y="37829"/>
                </a:lnTo>
                <a:lnTo>
                  <a:pt x="170517" y="56105"/>
                </a:lnTo>
                <a:lnTo>
                  <a:pt x="184293" y="77951"/>
                </a:lnTo>
                <a:lnTo>
                  <a:pt x="195423" y="103367"/>
                </a:lnTo>
                <a:lnTo>
                  <a:pt x="203908" y="132352"/>
                </a:lnTo>
                <a:lnTo>
                  <a:pt x="209747" y="164908"/>
                </a:lnTo>
                <a:lnTo>
                  <a:pt x="212939" y="201034"/>
                </a:lnTo>
              </a:path>
            </a:pathLst>
          </a:custGeom>
          <a:noFill/>
          <a:ln w="5334">
            <a:solidFill>
              <a:srgbClr val="573D98">
                <a:alpha val="13000"/>
              </a:srgbClr>
            </a:solidFill>
            <a:prstDash val="solid"/>
          </a:ln>
        </p:spPr>
      </p:sp>
      <p:sp>
        <p:nvSpPr>
          <p:cNvPr id="116" name="knowledge-edge">
            <a:extLst>
              <a:ext uri="{FF2B5EF4-FFF2-40B4-BE49-F238E27FC236}">
                <a16:creationId xmlns:a16="http://schemas.microsoft.com/office/drawing/2014/main" id="{61E7D98F-F33A-4BFD-98CF-6DB129CC5B1B}"/>
              </a:ext>
            </a:extLst>
          </p:cNvPr>
          <p:cNvSpPr>
            <a:spLocks noGrp="1"/>
          </p:cNvSpPr>
          <p:nvPr/>
        </p:nvSpPr>
        <p:spPr>
          <a:xfrm>
            <a:off x="2820595" y="7241833"/>
            <a:ext cx="249177" cy="49654"/>
          </a:xfrm>
          <a:custGeom>
            <a:avLst/>
            <a:gdLst/>
            <a:ahLst/>
            <a:cxnLst/>
            <a:rect l="0" t="0" r="0" b="0"/>
            <a:pathLst>
              <a:path w="249177" h="49654">
                <a:moveTo>
                  <a:pt x="0" y="0"/>
                </a:moveTo>
                <a:lnTo>
                  <a:pt x="17798" y="4810"/>
                </a:lnTo>
                <a:lnTo>
                  <a:pt x="35597" y="9426"/>
                </a:lnTo>
                <a:lnTo>
                  <a:pt x="53395" y="13847"/>
                </a:lnTo>
                <a:lnTo>
                  <a:pt x="71194" y="18074"/>
                </a:lnTo>
                <a:lnTo>
                  <a:pt x="88992" y="22107"/>
                </a:lnTo>
                <a:lnTo>
                  <a:pt x="106790" y="25945"/>
                </a:lnTo>
                <a:lnTo>
                  <a:pt x="124589" y="29589"/>
                </a:lnTo>
                <a:lnTo>
                  <a:pt x="142387" y="33038"/>
                </a:lnTo>
                <a:lnTo>
                  <a:pt x="160185" y="36293"/>
                </a:lnTo>
                <a:lnTo>
                  <a:pt x="177984" y="39354"/>
                </a:lnTo>
                <a:lnTo>
                  <a:pt x="195782" y="42221"/>
                </a:lnTo>
                <a:lnTo>
                  <a:pt x="213581" y="44893"/>
                </a:lnTo>
                <a:lnTo>
                  <a:pt x="231379" y="47370"/>
                </a:lnTo>
                <a:lnTo>
                  <a:pt x="249177" y="49654"/>
                </a:lnTo>
              </a:path>
            </a:pathLst>
          </a:custGeom>
          <a:noFill/>
          <a:ln w="6477">
            <a:solidFill>
              <a:srgbClr val="573D98">
                <a:alpha val="17000"/>
              </a:srgbClr>
            </a:solidFill>
            <a:prstDash val="solid"/>
          </a:ln>
        </p:spPr>
      </p:sp>
      <p:sp>
        <p:nvSpPr>
          <p:cNvPr id="117" name="knowledge-edge">
            <a:extLst>
              <a:ext uri="{FF2B5EF4-FFF2-40B4-BE49-F238E27FC236}">
                <a16:creationId xmlns:a16="http://schemas.microsoft.com/office/drawing/2014/main" id="{7E4EF2EA-6D93-42B4-AF1A-F5F9E48FB536}"/>
              </a:ext>
            </a:extLst>
          </p:cNvPr>
          <p:cNvSpPr>
            <a:spLocks noGrp="1"/>
          </p:cNvSpPr>
          <p:nvPr/>
        </p:nvSpPr>
        <p:spPr>
          <a:xfrm>
            <a:off x="3352175" y="5935872"/>
            <a:ext cx="403769" cy="69361"/>
          </a:xfrm>
          <a:custGeom>
            <a:avLst/>
            <a:gdLst/>
            <a:ahLst/>
            <a:cxnLst/>
            <a:rect l="0" t="0" r="0" b="0"/>
            <a:pathLst>
              <a:path w="403769" h="69361">
                <a:moveTo>
                  <a:pt x="0" y="23063"/>
                </a:moveTo>
                <a:lnTo>
                  <a:pt x="28841" y="14930"/>
                </a:lnTo>
                <a:lnTo>
                  <a:pt x="57681" y="8558"/>
                </a:lnTo>
                <a:lnTo>
                  <a:pt x="86522" y="3945"/>
                </a:lnTo>
                <a:lnTo>
                  <a:pt x="115362" y="1093"/>
                </a:lnTo>
                <a:lnTo>
                  <a:pt x="144203" y="0"/>
                </a:lnTo>
                <a:lnTo>
                  <a:pt x="173044" y="667"/>
                </a:lnTo>
                <a:lnTo>
                  <a:pt x="201884" y="3094"/>
                </a:lnTo>
                <a:lnTo>
                  <a:pt x="230725" y="7281"/>
                </a:lnTo>
                <a:lnTo>
                  <a:pt x="259566" y="13228"/>
                </a:lnTo>
                <a:lnTo>
                  <a:pt x="288406" y="20935"/>
                </a:lnTo>
                <a:lnTo>
                  <a:pt x="317247" y="30402"/>
                </a:lnTo>
                <a:lnTo>
                  <a:pt x="346087" y="41628"/>
                </a:lnTo>
                <a:lnTo>
                  <a:pt x="374928" y="54615"/>
                </a:lnTo>
                <a:lnTo>
                  <a:pt x="403769" y="69361"/>
                </a:lnTo>
              </a:path>
            </a:pathLst>
          </a:custGeom>
          <a:noFill/>
          <a:ln w="6477">
            <a:solidFill>
              <a:srgbClr val="653C8C">
                <a:alpha val="17000"/>
              </a:srgbClr>
            </a:solidFill>
            <a:prstDash val="solid"/>
          </a:ln>
        </p:spPr>
      </p:sp>
      <p:sp>
        <p:nvSpPr>
          <p:cNvPr id="118" name="knowledge-cross-edge">
            <a:extLst>
              <a:ext uri="{FF2B5EF4-FFF2-40B4-BE49-F238E27FC236}">
                <a16:creationId xmlns:a16="http://schemas.microsoft.com/office/drawing/2014/main" id="{06A3CA6C-F4F3-46C0-81ED-B6F0CA1B0057}"/>
              </a:ext>
            </a:extLst>
          </p:cNvPr>
          <p:cNvSpPr>
            <a:spLocks noGrp="1"/>
          </p:cNvSpPr>
          <p:nvPr/>
        </p:nvSpPr>
        <p:spPr>
          <a:xfrm>
            <a:off x="3352175" y="5958935"/>
            <a:ext cx="384586" cy="75941"/>
          </a:xfrm>
          <a:custGeom>
            <a:avLst/>
            <a:gdLst/>
            <a:ahLst/>
            <a:cxnLst/>
            <a:rect l="0" t="0" r="0" b="0"/>
            <a:pathLst>
              <a:path w="384586" h="75941">
                <a:moveTo>
                  <a:pt x="0" y="0"/>
                </a:moveTo>
                <a:lnTo>
                  <a:pt x="46601" y="12753"/>
                </a:lnTo>
                <a:lnTo>
                  <a:pt x="90556" y="24336"/>
                </a:lnTo>
                <a:lnTo>
                  <a:pt x="131865" y="34749"/>
                </a:lnTo>
                <a:lnTo>
                  <a:pt x="170529" y="43992"/>
                </a:lnTo>
                <a:lnTo>
                  <a:pt x="206546" y="52066"/>
                </a:lnTo>
                <a:lnTo>
                  <a:pt x="239918" y="58969"/>
                </a:lnTo>
                <a:lnTo>
                  <a:pt x="270644" y="64703"/>
                </a:lnTo>
                <a:lnTo>
                  <a:pt x="298724" y="69267"/>
                </a:lnTo>
                <a:lnTo>
                  <a:pt x="324158" y="72662"/>
                </a:lnTo>
                <a:lnTo>
                  <a:pt x="346947" y="74886"/>
                </a:lnTo>
                <a:lnTo>
                  <a:pt x="367089" y="75941"/>
                </a:lnTo>
                <a:lnTo>
                  <a:pt x="384586" y="75826"/>
                </a:lnTo>
              </a:path>
            </a:pathLst>
          </a:custGeom>
          <a:noFill/>
          <a:ln w="5334">
            <a:solidFill>
              <a:srgbClr val="653C8C">
                <a:alpha val="13000"/>
              </a:srgbClr>
            </a:solidFill>
            <a:prstDash val="solid"/>
          </a:ln>
        </p:spPr>
      </p:sp>
      <p:sp>
        <p:nvSpPr>
          <p:cNvPr id="119" name="knowledge-edge">
            <a:extLst>
              <a:ext uri="{FF2B5EF4-FFF2-40B4-BE49-F238E27FC236}">
                <a16:creationId xmlns:a16="http://schemas.microsoft.com/office/drawing/2014/main" id="{2425CB11-D477-411C-97B4-AD15646346B8}"/>
              </a:ext>
            </a:extLst>
          </p:cNvPr>
          <p:cNvSpPr>
            <a:spLocks noGrp="1"/>
          </p:cNvSpPr>
          <p:nvPr/>
        </p:nvSpPr>
        <p:spPr>
          <a:xfrm>
            <a:off x="3262397" y="5986335"/>
            <a:ext cx="474364" cy="76675"/>
          </a:xfrm>
          <a:custGeom>
            <a:avLst/>
            <a:gdLst/>
            <a:ahLst/>
            <a:cxnLst/>
            <a:rect l="0" t="0" r="0" b="0"/>
            <a:pathLst>
              <a:path w="474364" h="76675">
                <a:moveTo>
                  <a:pt x="0" y="76675"/>
                </a:moveTo>
                <a:lnTo>
                  <a:pt x="33883" y="58263"/>
                </a:lnTo>
                <a:lnTo>
                  <a:pt x="67766" y="42373"/>
                </a:lnTo>
                <a:lnTo>
                  <a:pt x="101649" y="29006"/>
                </a:lnTo>
                <a:lnTo>
                  <a:pt x="135533" y="18160"/>
                </a:lnTo>
                <a:lnTo>
                  <a:pt x="169416" y="9837"/>
                </a:lnTo>
                <a:lnTo>
                  <a:pt x="203299" y="4036"/>
                </a:lnTo>
                <a:lnTo>
                  <a:pt x="237182" y="757"/>
                </a:lnTo>
                <a:lnTo>
                  <a:pt x="271065" y="0"/>
                </a:lnTo>
                <a:lnTo>
                  <a:pt x="304948" y="1765"/>
                </a:lnTo>
                <a:lnTo>
                  <a:pt x="338831" y="6053"/>
                </a:lnTo>
                <a:lnTo>
                  <a:pt x="372715" y="12863"/>
                </a:lnTo>
                <a:lnTo>
                  <a:pt x="406598" y="22195"/>
                </a:lnTo>
                <a:lnTo>
                  <a:pt x="440481" y="34049"/>
                </a:lnTo>
                <a:lnTo>
                  <a:pt x="474364" y="48426"/>
                </a:lnTo>
              </a:path>
            </a:pathLst>
          </a:custGeom>
          <a:noFill/>
          <a:ln w="6477">
            <a:solidFill>
              <a:srgbClr val="653C8C">
                <a:alpha val="17000"/>
              </a:srgbClr>
            </a:solidFill>
            <a:prstDash val="solid"/>
          </a:ln>
        </p:spPr>
      </p:sp>
      <p:sp>
        <p:nvSpPr>
          <p:cNvPr id="120" name="knowledge-cross-edge">
            <a:extLst>
              <a:ext uri="{FF2B5EF4-FFF2-40B4-BE49-F238E27FC236}">
                <a16:creationId xmlns:a16="http://schemas.microsoft.com/office/drawing/2014/main" id="{152C3729-3210-4019-8670-5496FBF076B0}"/>
              </a:ext>
            </a:extLst>
          </p:cNvPr>
          <p:cNvSpPr>
            <a:spLocks noGrp="1"/>
          </p:cNvSpPr>
          <p:nvPr/>
        </p:nvSpPr>
        <p:spPr>
          <a:xfrm>
            <a:off x="3262397" y="6063010"/>
            <a:ext cx="391238" cy="223986"/>
          </a:xfrm>
          <a:custGeom>
            <a:avLst/>
            <a:gdLst/>
            <a:ahLst/>
            <a:cxnLst/>
            <a:rect l="0" t="0" r="0" b="0"/>
            <a:pathLst>
              <a:path w="391238" h="223986">
                <a:moveTo>
                  <a:pt x="0" y="0"/>
                </a:moveTo>
                <a:lnTo>
                  <a:pt x="47155" y="14638"/>
                </a:lnTo>
                <a:lnTo>
                  <a:pt x="91665" y="30009"/>
                </a:lnTo>
                <a:lnTo>
                  <a:pt x="133528" y="46111"/>
                </a:lnTo>
                <a:lnTo>
                  <a:pt x="172746" y="62946"/>
                </a:lnTo>
                <a:lnTo>
                  <a:pt x="209318" y="80513"/>
                </a:lnTo>
                <a:lnTo>
                  <a:pt x="243244" y="98813"/>
                </a:lnTo>
                <a:lnTo>
                  <a:pt x="274525" y="117844"/>
                </a:lnTo>
                <a:lnTo>
                  <a:pt x="303159" y="137608"/>
                </a:lnTo>
                <a:lnTo>
                  <a:pt x="329148" y="158104"/>
                </a:lnTo>
                <a:lnTo>
                  <a:pt x="352490" y="179333"/>
                </a:lnTo>
                <a:lnTo>
                  <a:pt x="373187" y="201293"/>
                </a:lnTo>
                <a:lnTo>
                  <a:pt x="391238" y="223986"/>
                </a:lnTo>
              </a:path>
            </a:pathLst>
          </a:custGeom>
          <a:noFill/>
          <a:ln w="5334">
            <a:solidFill>
              <a:srgbClr val="653C8C">
                <a:alpha val="13000"/>
              </a:srgbClr>
            </a:solidFill>
            <a:prstDash val="solid"/>
          </a:ln>
        </p:spPr>
      </p:sp>
      <p:sp>
        <p:nvSpPr>
          <p:cNvPr id="121" name="knowledge-cross-edge">
            <a:extLst>
              <a:ext uri="{FF2B5EF4-FFF2-40B4-BE49-F238E27FC236}">
                <a16:creationId xmlns:a16="http://schemas.microsoft.com/office/drawing/2014/main" id="{BB5EF7AC-6796-48FF-A10E-DC32DD9ABBEE}"/>
              </a:ext>
            </a:extLst>
          </p:cNvPr>
          <p:cNvSpPr>
            <a:spLocks noGrp="1"/>
          </p:cNvSpPr>
          <p:nvPr/>
        </p:nvSpPr>
        <p:spPr>
          <a:xfrm>
            <a:off x="3262397" y="6005233"/>
            <a:ext cx="493546" cy="59125"/>
          </a:xfrm>
          <a:custGeom>
            <a:avLst/>
            <a:gdLst/>
            <a:ahLst/>
            <a:cxnLst/>
            <a:rect l="0" t="0" r="0" b="0"/>
            <a:pathLst>
              <a:path w="493546" h="59125">
                <a:moveTo>
                  <a:pt x="0" y="57777"/>
                </a:moveTo>
                <a:lnTo>
                  <a:pt x="26577" y="59000"/>
                </a:lnTo>
                <a:lnTo>
                  <a:pt x="55799" y="59125"/>
                </a:lnTo>
                <a:lnTo>
                  <a:pt x="87668" y="58152"/>
                </a:lnTo>
                <a:lnTo>
                  <a:pt x="122182" y="56082"/>
                </a:lnTo>
                <a:lnTo>
                  <a:pt x="159342" y="52913"/>
                </a:lnTo>
                <a:lnTo>
                  <a:pt x="199148" y="48647"/>
                </a:lnTo>
                <a:lnTo>
                  <a:pt x="241600" y="43284"/>
                </a:lnTo>
                <a:lnTo>
                  <a:pt x="286698" y="36823"/>
                </a:lnTo>
                <a:lnTo>
                  <a:pt x="334441" y="29264"/>
                </a:lnTo>
                <a:lnTo>
                  <a:pt x="384830" y="20607"/>
                </a:lnTo>
                <a:lnTo>
                  <a:pt x="437865" y="10852"/>
                </a:lnTo>
                <a:lnTo>
                  <a:pt x="493546" y="0"/>
                </a:lnTo>
              </a:path>
            </a:pathLst>
          </a:custGeom>
          <a:noFill/>
          <a:ln w="4953">
            <a:solidFill>
              <a:srgbClr val="653C8C">
                <a:alpha val="12000"/>
              </a:srgbClr>
            </a:solidFill>
            <a:prstDash val="solid"/>
          </a:ln>
        </p:spPr>
      </p:sp>
      <p:sp>
        <p:nvSpPr>
          <p:cNvPr id="122" name="knowledge-edge">
            <a:extLst>
              <a:ext uri="{FF2B5EF4-FFF2-40B4-BE49-F238E27FC236}">
                <a16:creationId xmlns:a16="http://schemas.microsoft.com/office/drawing/2014/main" id="{3BBA721E-E999-412A-8D02-DD0864D6C461}"/>
              </a:ext>
            </a:extLst>
          </p:cNvPr>
          <p:cNvSpPr>
            <a:spLocks noGrp="1"/>
          </p:cNvSpPr>
          <p:nvPr/>
        </p:nvSpPr>
        <p:spPr>
          <a:xfrm>
            <a:off x="3321968" y="6257269"/>
            <a:ext cx="331667" cy="77177"/>
          </a:xfrm>
          <a:custGeom>
            <a:avLst/>
            <a:gdLst/>
            <a:ahLst/>
            <a:cxnLst/>
            <a:rect l="0" t="0" r="0" b="0"/>
            <a:pathLst>
              <a:path w="331667" h="77177">
                <a:moveTo>
                  <a:pt x="0" y="77177"/>
                </a:moveTo>
                <a:lnTo>
                  <a:pt x="23691" y="60304"/>
                </a:lnTo>
                <a:lnTo>
                  <a:pt x="47381" y="45506"/>
                </a:lnTo>
                <a:lnTo>
                  <a:pt x="71072" y="32782"/>
                </a:lnTo>
                <a:lnTo>
                  <a:pt x="94762" y="22132"/>
                </a:lnTo>
                <a:lnTo>
                  <a:pt x="118453" y="13557"/>
                </a:lnTo>
                <a:lnTo>
                  <a:pt x="142143" y="7056"/>
                </a:lnTo>
                <a:lnTo>
                  <a:pt x="165834" y="2630"/>
                </a:lnTo>
                <a:lnTo>
                  <a:pt x="189524" y="278"/>
                </a:lnTo>
                <a:lnTo>
                  <a:pt x="213215" y="0"/>
                </a:lnTo>
                <a:lnTo>
                  <a:pt x="236905" y="1797"/>
                </a:lnTo>
                <a:lnTo>
                  <a:pt x="260596" y="5668"/>
                </a:lnTo>
                <a:lnTo>
                  <a:pt x="284286" y="11613"/>
                </a:lnTo>
                <a:lnTo>
                  <a:pt x="307977" y="19633"/>
                </a:lnTo>
                <a:lnTo>
                  <a:pt x="331667" y="29727"/>
                </a:lnTo>
              </a:path>
            </a:pathLst>
          </a:custGeom>
          <a:noFill/>
          <a:ln w="6477">
            <a:solidFill>
              <a:srgbClr val="653C8C">
                <a:alpha val="17000"/>
              </a:srgbClr>
            </a:solidFill>
            <a:prstDash val="solid"/>
          </a:ln>
        </p:spPr>
      </p:sp>
      <p:sp>
        <p:nvSpPr>
          <p:cNvPr id="123" name="knowledge-edge">
            <a:extLst>
              <a:ext uri="{FF2B5EF4-FFF2-40B4-BE49-F238E27FC236}">
                <a16:creationId xmlns:a16="http://schemas.microsoft.com/office/drawing/2014/main" id="{2786E5D8-27FD-49E8-B494-12FFCD24A0DA}"/>
              </a:ext>
            </a:extLst>
          </p:cNvPr>
          <p:cNvSpPr>
            <a:spLocks noGrp="1"/>
          </p:cNvSpPr>
          <p:nvPr/>
        </p:nvSpPr>
        <p:spPr>
          <a:xfrm>
            <a:off x="3268134" y="6519125"/>
            <a:ext cx="198852" cy="70792"/>
          </a:xfrm>
          <a:custGeom>
            <a:avLst/>
            <a:gdLst/>
            <a:ahLst/>
            <a:cxnLst/>
            <a:rect l="0" t="0" r="0" b="0"/>
            <a:pathLst>
              <a:path w="198852" h="70792">
                <a:moveTo>
                  <a:pt x="0" y="48044"/>
                </a:moveTo>
                <a:lnTo>
                  <a:pt x="14204" y="34017"/>
                </a:lnTo>
                <a:lnTo>
                  <a:pt x="28407" y="22397"/>
                </a:lnTo>
                <a:lnTo>
                  <a:pt x="42611" y="13186"/>
                </a:lnTo>
                <a:lnTo>
                  <a:pt x="56815" y="6382"/>
                </a:lnTo>
                <a:lnTo>
                  <a:pt x="71019" y="1987"/>
                </a:lnTo>
                <a:lnTo>
                  <a:pt x="85222" y="0"/>
                </a:lnTo>
                <a:lnTo>
                  <a:pt x="99426" y="421"/>
                </a:lnTo>
                <a:lnTo>
                  <a:pt x="113630" y="3250"/>
                </a:lnTo>
                <a:lnTo>
                  <a:pt x="127834" y="8487"/>
                </a:lnTo>
                <a:lnTo>
                  <a:pt x="142037" y="16132"/>
                </a:lnTo>
                <a:lnTo>
                  <a:pt x="156241" y="26185"/>
                </a:lnTo>
                <a:lnTo>
                  <a:pt x="170445" y="38646"/>
                </a:lnTo>
                <a:lnTo>
                  <a:pt x="184649" y="53515"/>
                </a:lnTo>
                <a:lnTo>
                  <a:pt x="198852" y="70792"/>
                </a:lnTo>
              </a:path>
            </a:pathLst>
          </a:custGeom>
          <a:noFill/>
          <a:ln w="6477">
            <a:solidFill>
              <a:srgbClr val="653C8C">
                <a:alpha val="17000"/>
              </a:srgbClr>
            </a:solidFill>
            <a:prstDash val="solid"/>
          </a:ln>
        </p:spPr>
      </p:sp>
      <p:sp>
        <p:nvSpPr>
          <p:cNvPr id="124" name="knowledge-cross-edge">
            <a:extLst>
              <a:ext uri="{FF2B5EF4-FFF2-40B4-BE49-F238E27FC236}">
                <a16:creationId xmlns:a16="http://schemas.microsoft.com/office/drawing/2014/main" id="{5F7FE7A1-746C-4CDE-B523-E72A09DE43E8}"/>
              </a:ext>
            </a:extLst>
          </p:cNvPr>
          <p:cNvSpPr>
            <a:spLocks noGrp="1"/>
          </p:cNvSpPr>
          <p:nvPr/>
        </p:nvSpPr>
        <p:spPr>
          <a:xfrm>
            <a:off x="3268134" y="6567169"/>
            <a:ext cx="394139" cy="356469"/>
          </a:xfrm>
          <a:custGeom>
            <a:avLst/>
            <a:gdLst/>
            <a:ahLst/>
            <a:cxnLst/>
            <a:rect l="0" t="0" r="0" b="0"/>
            <a:pathLst>
              <a:path w="394139" h="356469">
                <a:moveTo>
                  <a:pt x="0" y="0"/>
                </a:moveTo>
                <a:lnTo>
                  <a:pt x="47397" y="12154"/>
                </a:lnTo>
                <a:lnTo>
                  <a:pt x="92148" y="27498"/>
                </a:lnTo>
                <a:lnTo>
                  <a:pt x="134253" y="46035"/>
                </a:lnTo>
                <a:lnTo>
                  <a:pt x="173713" y="67762"/>
                </a:lnTo>
                <a:lnTo>
                  <a:pt x="210527" y="92681"/>
                </a:lnTo>
                <a:lnTo>
                  <a:pt x="244694" y="120791"/>
                </a:lnTo>
                <a:lnTo>
                  <a:pt x="276216" y="152092"/>
                </a:lnTo>
                <a:lnTo>
                  <a:pt x="305093" y="186585"/>
                </a:lnTo>
                <a:lnTo>
                  <a:pt x="331323" y="224269"/>
                </a:lnTo>
                <a:lnTo>
                  <a:pt x="354907" y="265144"/>
                </a:lnTo>
                <a:lnTo>
                  <a:pt x="375846" y="309211"/>
                </a:lnTo>
                <a:lnTo>
                  <a:pt x="394139" y="356469"/>
                </a:lnTo>
              </a:path>
            </a:pathLst>
          </a:custGeom>
          <a:noFill/>
          <a:ln w="5334">
            <a:solidFill>
              <a:srgbClr val="653C8C">
                <a:alpha val="13000"/>
              </a:srgbClr>
            </a:solidFill>
            <a:prstDash val="solid"/>
          </a:ln>
        </p:spPr>
      </p:sp>
      <p:sp>
        <p:nvSpPr>
          <p:cNvPr id="125" name="knowledge-edge">
            <a:extLst>
              <a:ext uri="{FF2B5EF4-FFF2-40B4-BE49-F238E27FC236}">
                <a16:creationId xmlns:a16="http://schemas.microsoft.com/office/drawing/2014/main" id="{686A9408-EA99-4676-859E-07D64A063CDB}"/>
              </a:ext>
            </a:extLst>
          </p:cNvPr>
          <p:cNvSpPr>
            <a:spLocks noGrp="1"/>
          </p:cNvSpPr>
          <p:nvPr/>
        </p:nvSpPr>
        <p:spPr>
          <a:xfrm>
            <a:off x="3056592" y="6869490"/>
            <a:ext cx="605681" cy="54148"/>
          </a:xfrm>
          <a:custGeom>
            <a:avLst/>
            <a:gdLst/>
            <a:ahLst/>
            <a:cxnLst/>
            <a:rect l="0" t="0" r="0" b="0"/>
            <a:pathLst>
              <a:path w="605681" h="54148">
                <a:moveTo>
                  <a:pt x="0" y="19714"/>
                </a:moveTo>
                <a:lnTo>
                  <a:pt x="43263" y="12926"/>
                </a:lnTo>
                <a:lnTo>
                  <a:pt x="86526" y="7560"/>
                </a:lnTo>
                <a:lnTo>
                  <a:pt x="129789" y="3617"/>
                </a:lnTo>
                <a:lnTo>
                  <a:pt x="173052" y="1097"/>
                </a:lnTo>
                <a:lnTo>
                  <a:pt x="216315" y="0"/>
                </a:lnTo>
                <a:lnTo>
                  <a:pt x="259578" y="325"/>
                </a:lnTo>
                <a:lnTo>
                  <a:pt x="302841" y="2074"/>
                </a:lnTo>
                <a:lnTo>
                  <a:pt x="346103" y="5245"/>
                </a:lnTo>
                <a:lnTo>
                  <a:pt x="389366" y="9838"/>
                </a:lnTo>
                <a:lnTo>
                  <a:pt x="432629" y="15855"/>
                </a:lnTo>
                <a:lnTo>
                  <a:pt x="475892" y="23294"/>
                </a:lnTo>
                <a:lnTo>
                  <a:pt x="519155" y="32156"/>
                </a:lnTo>
                <a:lnTo>
                  <a:pt x="562418" y="42441"/>
                </a:lnTo>
                <a:lnTo>
                  <a:pt x="605681" y="54148"/>
                </a:lnTo>
              </a:path>
            </a:pathLst>
          </a:custGeom>
          <a:noFill/>
          <a:ln w="6477">
            <a:solidFill>
              <a:srgbClr val="653C8C">
                <a:alpha val="17000"/>
              </a:srgbClr>
            </a:solidFill>
            <a:prstDash val="solid"/>
          </a:ln>
        </p:spPr>
      </p:sp>
      <p:sp>
        <p:nvSpPr>
          <p:cNvPr id="126" name="knowledge-cross-edge">
            <a:extLst>
              <a:ext uri="{FF2B5EF4-FFF2-40B4-BE49-F238E27FC236}">
                <a16:creationId xmlns:a16="http://schemas.microsoft.com/office/drawing/2014/main" id="{D13BE4C3-A646-4A95-8AE3-4B7F9850334F}"/>
              </a:ext>
            </a:extLst>
          </p:cNvPr>
          <p:cNvSpPr>
            <a:spLocks noGrp="1"/>
          </p:cNvSpPr>
          <p:nvPr/>
        </p:nvSpPr>
        <p:spPr>
          <a:xfrm>
            <a:off x="3056592" y="6883261"/>
            <a:ext cx="661684" cy="357254"/>
          </a:xfrm>
          <a:custGeom>
            <a:avLst/>
            <a:gdLst/>
            <a:ahLst/>
            <a:cxnLst/>
            <a:rect l="0" t="0" r="0" b="0"/>
            <a:pathLst>
              <a:path w="661684" h="357254">
                <a:moveTo>
                  <a:pt x="0" y="5943"/>
                </a:moveTo>
                <a:lnTo>
                  <a:pt x="69692" y="0"/>
                </a:lnTo>
                <a:lnTo>
                  <a:pt x="136739" y="461"/>
                </a:lnTo>
                <a:lnTo>
                  <a:pt x="201140" y="7325"/>
                </a:lnTo>
                <a:lnTo>
                  <a:pt x="262895" y="20592"/>
                </a:lnTo>
                <a:lnTo>
                  <a:pt x="322004" y="40263"/>
                </a:lnTo>
                <a:lnTo>
                  <a:pt x="378467" y="66337"/>
                </a:lnTo>
                <a:lnTo>
                  <a:pt x="432284" y="98815"/>
                </a:lnTo>
                <a:lnTo>
                  <a:pt x="483456" y="137696"/>
                </a:lnTo>
                <a:lnTo>
                  <a:pt x="531981" y="182980"/>
                </a:lnTo>
                <a:lnTo>
                  <a:pt x="577861" y="234668"/>
                </a:lnTo>
                <a:lnTo>
                  <a:pt x="621095" y="292759"/>
                </a:lnTo>
                <a:lnTo>
                  <a:pt x="661684" y="357254"/>
                </a:lnTo>
              </a:path>
            </a:pathLst>
          </a:custGeom>
          <a:noFill/>
          <a:ln w="5334">
            <a:solidFill>
              <a:srgbClr val="653C8C">
                <a:alpha val="13000"/>
              </a:srgbClr>
            </a:solidFill>
            <a:prstDash val="solid"/>
          </a:ln>
        </p:spPr>
      </p:sp>
      <p:sp>
        <p:nvSpPr>
          <p:cNvPr id="127" name="knowledge-cross-edge">
            <a:extLst>
              <a:ext uri="{FF2B5EF4-FFF2-40B4-BE49-F238E27FC236}">
                <a16:creationId xmlns:a16="http://schemas.microsoft.com/office/drawing/2014/main" id="{91CDDCF4-6EED-454A-8A86-144485A82953}"/>
              </a:ext>
            </a:extLst>
          </p:cNvPr>
          <p:cNvSpPr>
            <a:spLocks noGrp="1"/>
          </p:cNvSpPr>
          <p:nvPr/>
        </p:nvSpPr>
        <p:spPr>
          <a:xfrm>
            <a:off x="3056592" y="6562530"/>
            <a:ext cx="410394" cy="326674"/>
          </a:xfrm>
          <a:custGeom>
            <a:avLst/>
            <a:gdLst/>
            <a:ahLst/>
            <a:cxnLst/>
            <a:rect l="0" t="0" r="0" b="0"/>
            <a:pathLst>
              <a:path w="410394" h="326674">
                <a:moveTo>
                  <a:pt x="0" y="326674"/>
                </a:moveTo>
                <a:lnTo>
                  <a:pt x="19647" y="260093"/>
                </a:lnTo>
                <a:lnTo>
                  <a:pt x="41941" y="201083"/>
                </a:lnTo>
                <a:lnTo>
                  <a:pt x="66880" y="149643"/>
                </a:lnTo>
                <a:lnTo>
                  <a:pt x="94465" y="105775"/>
                </a:lnTo>
                <a:lnTo>
                  <a:pt x="124696" y="69478"/>
                </a:lnTo>
                <a:lnTo>
                  <a:pt x="157572" y="40752"/>
                </a:lnTo>
                <a:lnTo>
                  <a:pt x="193095" y="19597"/>
                </a:lnTo>
                <a:lnTo>
                  <a:pt x="231263" y="6013"/>
                </a:lnTo>
                <a:lnTo>
                  <a:pt x="272077" y="0"/>
                </a:lnTo>
                <a:lnTo>
                  <a:pt x="315537" y="1558"/>
                </a:lnTo>
                <a:lnTo>
                  <a:pt x="361643" y="10687"/>
                </a:lnTo>
                <a:lnTo>
                  <a:pt x="410394" y="27387"/>
                </a:lnTo>
              </a:path>
            </a:pathLst>
          </a:custGeom>
          <a:noFill/>
          <a:ln w="4953">
            <a:solidFill>
              <a:srgbClr val="653C8C">
                <a:alpha val="12000"/>
              </a:srgbClr>
            </a:solidFill>
            <a:prstDash val="solid"/>
          </a:ln>
        </p:spPr>
      </p:sp>
      <p:sp>
        <p:nvSpPr>
          <p:cNvPr id="128" name="knowledge-edge">
            <a:extLst>
              <a:ext uri="{FF2B5EF4-FFF2-40B4-BE49-F238E27FC236}">
                <a16:creationId xmlns:a16="http://schemas.microsoft.com/office/drawing/2014/main" id="{576E24FA-E20B-4AF1-BC44-4E4B7421D8C1}"/>
              </a:ext>
            </a:extLst>
          </p:cNvPr>
          <p:cNvSpPr>
            <a:spLocks noGrp="1"/>
          </p:cNvSpPr>
          <p:nvPr/>
        </p:nvSpPr>
        <p:spPr>
          <a:xfrm>
            <a:off x="3242949" y="7159015"/>
            <a:ext cx="475327" cy="83381"/>
          </a:xfrm>
          <a:custGeom>
            <a:avLst/>
            <a:gdLst/>
            <a:ahLst/>
            <a:cxnLst/>
            <a:rect l="0" t="0" r="0" b="0"/>
            <a:pathLst>
              <a:path w="475327" h="83381">
                <a:moveTo>
                  <a:pt x="0" y="0"/>
                </a:moveTo>
                <a:lnTo>
                  <a:pt x="33952" y="13147"/>
                </a:lnTo>
                <a:lnTo>
                  <a:pt x="67904" y="25166"/>
                </a:lnTo>
                <a:lnTo>
                  <a:pt x="101856" y="36059"/>
                </a:lnTo>
                <a:lnTo>
                  <a:pt x="135808" y="45825"/>
                </a:lnTo>
                <a:lnTo>
                  <a:pt x="169760" y="54464"/>
                </a:lnTo>
                <a:lnTo>
                  <a:pt x="203711" y="61976"/>
                </a:lnTo>
                <a:lnTo>
                  <a:pt x="237663" y="68361"/>
                </a:lnTo>
                <a:lnTo>
                  <a:pt x="271615" y="73619"/>
                </a:lnTo>
                <a:lnTo>
                  <a:pt x="305567" y="77750"/>
                </a:lnTo>
                <a:lnTo>
                  <a:pt x="339519" y="80754"/>
                </a:lnTo>
                <a:lnTo>
                  <a:pt x="373471" y="82631"/>
                </a:lnTo>
                <a:lnTo>
                  <a:pt x="407423" y="83381"/>
                </a:lnTo>
                <a:lnTo>
                  <a:pt x="441375" y="83004"/>
                </a:lnTo>
                <a:lnTo>
                  <a:pt x="475327" y="81500"/>
                </a:lnTo>
              </a:path>
            </a:pathLst>
          </a:custGeom>
          <a:noFill/>
          <a:ln w="6477">
            <a:solidFill>
              <a:srgbClr val="653C8C">
                <a:alpha val="17000"/>
              </a:srgbClr>
            </a:solidFill>
            <a:prstDash val="solid"/>
          </a:ln>
        </p:spPr>
      </p:sp>
      <p:sp>
        <p:nvSpPr>
          <p:cNvPr id="129" name="knowledge-cross-edge">
            <a:extLst>
              <a:ext uri="{FF2B5EF4-FFF2-40B4-BE49-F238E27FC236}">
                <a16:creationId xmlns:a16="http://schemas.microsoft.com/office/drawing/2014/main" id="{4030E75A-F7FB-4060-A2AE-039AD80431E2}"/>
              </a:ext>
            </a:extLst>
          </p:cNvPr>
          <p:cNvSpPr>
            <a:spLocks noGrp="1"/>
          </p:cNvSpPr>
          <p:nvPr/>
        </p:nvSpPr>
        <p:spPr>
          <a:xfrm>
            <a:off x="3242949" y="6901483"/>
            <a:ext cx="419324" cy="257532"/>
          </a:xfrm>
          <a:custGeom>
            <a:avLst/>
            <a:gdLst/>
            <a:ahLst/>
            <a:cxnLst/>
            <a:rect l="0" t="0" r="0" b="0"/>
            <a:pathLst>
              <a:path w="419324" h="257532">
                <a:moveTo>
                  <a:pt x="0" y="257532"/>
                </a:moveTo>
                <a:lnTo>
                  <a:pt x="20392" y="204917"/>
                </a:lnTo>
                <a:lnTo>
                  <a:pt x="43429" y="158303"/>
                </a:lnTo>
                <a:lnTo>
                  <a:pt x="69112" y="117688"/>
                </a:lnTo>
                <a:lnTo>
                  <a:pt x="97441" y="83074"/>
                </a:lnTo>
                <a:lnTo>
                  <a:pt x="128416" y="54459"/>
                </a:lnTo>
                <a:lnTo>
                  <a:pt x="162037" y="31844"/>
                </a:lnTo>
                <a:lnTo>
                  <a:pt x="198304" y="15230"/>
                </a:lnTo>
                <a:lnTo>
                  <a:pt x="237216" y="4615"/>
                </a:lnTo>
                <a:lnTo>
                  <a:pt x="278774" y="0"/>
                </a:lnTo>
                <a:lnTo>
                  <a:pt x="322979" y="1385"/>
                </a:lnTo>
                <a:lnTo>
                  <a:pt x="369829" y="8770"/>
                </a:lnTo>
                <a:lnTo>
                  <a:pt x="419324" y="22155"/>
                </a:lnTo>
              </a:path>
            </a:pathLst>
          </a:custGeom>
          <a:noFill/>
          <a:ln w="4953">
            <a:solidFill>
              <a:srgbClr val="653C8C">
                <a:alpha val="12000"/>
              </a:srgbClr>
            </a:solidFill>
            <a:prstDash val="solid"/>
          </a:ln>
        </p:spPr>
      </p:sp>
      <p:sp>
        <p:nvSpPr>
          <p:cNvPr id="130" name="knowledge-edge">
            <a:extLst>
              <a:ext uri="{FF2B5EF4-FFF2-40B4-BE49-F238E27FC236}">
                <a16:creationId xmlns:a16="http://schemas.microsoft.com/office/drawing/2014/main" id="{1EC8A4A1-CD95-41DA-85F3-044E12907535}"/>
              </a:ext>
            </a:extLst>
          </p:cNvPr>
          <p:cNvSpPr>
            <a:spLocks noGrp="1"/>
          </p:cNvSpPr>
          <p:nvPr/>
        </p:nvSpPr>
        <p:spPr>
          <a:xfrm>
            <a:off x="3069772" y="7288134"/>
            <a:ext cx="671809" cy="55667"/>
          </a:xfrm>
          <a:custGeom>
            <a:avLst/>
            <a:gdLst/>
            <a:ahLst/>
            <a:cxnLst/>
            <a:rect l="0" t="0" r="0" b="0"/>
            <a:pathLst>
              <a:path w="671809" h="55667">
                <a:moveTo>
                  <a:pt x="0" y="3353"/>
                </a:moveTo>
                <a:lnTo>
                  <a:pt x="47986" y="1353"/>
                </a:lnTo>
                <a:lnTo>
                  <a:pt x="95973" y="235"/>
                </a:lnTo>
                <a:lnTo>
                  <a:pt x="143959" y="0"/>
                </a:lnTo>
                <a:lnTo>
                  <a:pt x="191945" y="648"/>
                </a:lnTo>
                <a:lnTo>
                  <a:pt x="239932" y="2178"/>
                </a:lnTo>
                <a:lnTo>
                  <a:pt x="287918" y="4591"/>
                </a:lnTo>
                <a:lnTo>
                  <a:pt x="335904" y="7886"/>
                </a:lnTo>
                <a:lnTo>
                  <a:pt x="383891" y="12064"/>
                </a:lnTo>
                <a:lnTo>
                  <a:pt x="431877" y="17125"/>
                </a:lnTo>
                <a:lnTo>
                  <a:pt x="479863" y="23068"/>
                </a:lnTo>
                <a:lnTo>
                  <a:pt x="527850" y="29894"/>
                </a:lnTo>
                <a:lnTo>
                  <a:pt x="575836" y="37602"/>
                </a:lnTo>
                <a:lnTo>
                  <a:pt x="623822" y="46193"/>
                </a:lnTo>
                <a:lnTo>
                  <a:pt x="671809" y="55667"/>
                </a:lnTo>
              </a:path>
            </a:pathLst>
          </a:custGeom>
          <a:noFill/>
          <a:ln w="6477">
            <a:solidFill>
              <a:srgbClr val="653C8C">
                <a:alpha val="17000"/>
              </a:srgbClr>
            </a:solidFill>
            <a:prstDash val="solid"/>
          </a:ln>
        </p:spPr>
      </p:sp>
      <p:sp>
        <p:nvSpPr>
          <p:cNvPr id="131" name="knowledge-long-edge">
            <a:extLst>
              <a:ext uri="{FF2B5EF4-FFF2-40B4-BE49-F238E27FC236}">
                <a16:creationId xmlns:a16="http://schemas.microsoft.com/office/drawing/2014/main" id="{E48DCE62-0085-4C15-A778-9DE38C509987}"/>
              </a:ext>
            </a:extLst>
          </p:cNvPr>
          <p:cNvSpPr>
            <a:spLocks noGrp="1"/>
          </p:cNvSpPr>
          <p:nvPr/>
        </p:nvSpPr>
        <p:spPr>
          <a:xfrm>
            <a:off x="3069772" y="6996736"/>
            <a:ext cx="1056110" cy="294750"/>
          </a:xfrm>
          <a:custGeom>
            <a:avLst/>
            <a:gdLst/>
            <a:ahLst/>
            <a:cxnLst/>
            <a:rect l="0" t="0" r="0" b="0"/>
            <a:pathLst>
              <a:path w="1056110" h="294750">
                <a:moveTo>
                  <a:pt x="0" y="294750"/>
                </a:moveTo>
                <a:lnTo>
                  <a:pt x="66007" y="229099"/>
                </a:lnTo>
                <a:lnTo>
                  <a:pt x="132014" y="171678"/>
                </a:lnTo>
                <a:lnTo>
                  <a:pt x="198021" y="122489"/>
                </a:lnTo>
                <a:lnTo>
                  <a:pt x="264027" y="81529"/>
                </a:lnTo>
                <a:lnTo>
                  <a:pt x="330034" y="48801"/>
                </a:lnTo>
                <a:lnTo>
                  <a:pt x="396041" y="24303"/>
                </a:lnTo>
                <a:lnTo>
                  <a:pt x="462048" y="8036"/>
                </a:lnTo>
                <a:lnTo>
                  <a:pt x="528055" y="0"/>
                </a:lnTo>
                <a:lnTo>
                  <a:pt x="594062" y="194"/>
                </a:lnTo>
                <a:lnTo>
                  <a:pt x="660069" y="8620"/>
                </a:lnTo>
                <a:lnTo>
                  <a:pt x="726075" y="25276"/>
                </a:lnTo>
                <a:lnTo>
                  <a:pt x="792082" y="50162"/>
                </a:lnTo>
                <a:lnTo>
                  <a:pt x="858089" y="83280"/>
                </a:lnTo>
                <a:lnTo>
                  <a:pt x="924096" y="124628"/>
                </a:lnTo>
                <a:lnTo>
                  <a:pt x="990103" y="174207"/>
                </a:lnTo>
                <a:lnTo>
                  <a:pt x="1056110" y="232016"/>
                </a:lnTo>
              </a:path>
            </a:pathLst>
          </a:custGeom>
          <a:noFill/>
          <a:ln w="4286">
            <a:solidFill>
              <a:srgbClr val="653C8C">
                <a:alpha val="9000"/>
              </a:srgbClr>
            </a:solidFill>
            <a:prstDash val="solid"/>
          </a:ln>
        </p:spPr>
      </p:sp>
      <p:sp>
        <p:nvSpPr>
          <p:cNvPr id="132" name="knowledge-edge">
            <a:extLst>
              <a:ext uri="{FF2B5EF4-FFF2-40B4-BE49-F238E27FC236}">
                <a16:creationId xmlns:a16="http://schemas.microsoft.com/office/drawing/2014/main" id="{45D918DB-940A-4E21-BAB9-CFB5F53BC467}"/>
              </a:ext>
            </a:extLst>
          </p:cNvPr>
          <p:cNvSpPr>
            <a:spLocks noGrp="1"/>
          </p:cNvSpPr>
          <p:nvPr/>
        </p:nvSpPr>
        <p:spPr>
          <a:xfrm>
            <a:off x="3755944" y="5798685"/>
            <a:ext cx="382752" cy="206549"/>
          </a:xfrm>
          <a:custGeom>
            <a:avLst/>
            <a:gdLst/>
            <a:ahLst/>
            <a:cxnLst/>
            <a:rect l="0" t="0" r="0" b="0"/>
            <a:pathLst>
              <a:path w="382752" h="206549">
                <a:moveTo>
                  <a:pt x="0" y="206549"/>
                </a:moveTo>
                <a:lnTo>
                  <a:pt x="27339" y="184097"/>
                </a:lnTo>
                <a:lnTo>
                  <a:pt x="54679" y="162829"/>
                </a:lnTo>
                <a:lnTo>
                  <a:pt x="82018" y="142746"/>
                </a:lnTo>
                <a:lnTo>
                  <a:pt x="109358" y="123847"/>
                </a:lnTo>
                <a:lnTo>
                  <a:pt x="136697" y="106133"/>
                </a:lnTo>
                <a:lnTo>
                  <a:pt x="164037" y="89603"/>
                </a:lnTo>
                <a:lnTo>
                  <a:pt x="191376" y="74257"/>
                </a:lnTo>
                <a:lnTo>
                  <a:pt x="218716" y="60096"/>
                </a:lnTo>
                <a:lnTo>
                  <a:pt x="246055" y="47119"/>
                </a:lnTo>
                <a:lnTo>
                  <a:pt x="273394" y="35326"/>
                </a:lnTo>
                <a:lnTo>
                  <a:pt x="300734" y="24718"/>
                </a:lnTo>
                <a:lnTo>
                  <a:pt x="328073" y="15294"/>
                </a:lnTo>
                <a:lnTo>
                  <a:pt x="355413" y="7055"/>
                </a:lnTo>
                <a:lnTo>
                  <a:pt x="382752" y="0"/>
                </a:lnTo>
              </a:path>
            </a:pathLst>
          </a:custGeom>
          <a:noFill/>
          <a:ln w="6477">
            <a:solidFill>
              <a:srgbClr val="773D81">
                <a:alpha val="17000"/>
              </a:srgbClr>
            </a:solidFill>
            <a:prstDash val="solid"/>
          </a:ln>
        </p:spPr>
      </p:sp>
      <p:sp>
        <p:nvSpPr>
          <p:cNvPr id="133" name="knowledge-long-edge">
            <a:extLst>
              <a:ext uri="{FF2B5EF4-FFF2-40B4-BE49-F238E27FC236}">
                <a16:creationId xmlns:a16="http://schemas.microsoft.com/office/drawing/2014/main" id="{87A4CE3B-D217-49D6-9F7D-71A66CF98078}"/>
              </a:ext>
            </a:extLst>
          </p:cNvPr>
          <p:cNvSpPr>
            <a:spLocks noGrp="1"/>
          </p:cNvSpPr>
          <p:nvPr/>
        </p:nvSpPr>
        <p:spPr>
          <a:xfrm>
            <a:off x="3755944" y="5573467"/>
            <a:ext cx="694637" cy="431767"/>
          </a:xfrm>
          <a:custGeom>
            <a:avLst/>
            <a:gdLst/>
            <a:ahLst/>
            <a:cxnLst/>
            <a:rect l="0" t="0" r="0" b="0"/>
            <a:pathLst>
              <a:path w="694637" h="431767">
                <a:moveTo>
                  <a:pt x="0" y="431767"/>
                </a:moveTo>
                <a:lnTo>
                  <a:pt x="43415" y="344117"/>
                </a:lnTo>
                <a:lnTo>
                  <a:pt x="86830" y="266387"/>
                </a:lnTo>
                <a:lnTo>
                  <a:pt x="130245" y="198575"/>
                </a:lnTo>
                <a:lnTo>
                  <a:pt x="173659" y="140683"/>
                </a:lnTo>
                <a:lnTo>
                  <a:pt x="217074" y="92709"/>
                </a:lnTo>
                <a:lnTo>
                  <a:pt x="260489" y="54653"/>
                </a:lnTo>
                <a:lnTo>
                  <a:pt x="303904" y="26517"/>
                </a:lnTo>
                <a:lnTo>
                  <a:pt x="347319" y="8299"/>
                </a:lnTo>
                <a:lnTo>
                  <a:pt x="390734" y="0"/>
                </a:lnTo>
                <a:lnTo>
                  <a:pt x="434148" y="1620"/>
                </a:lnTo>
                <a:lnTo>
                  <a:pt x="477563" y="13158"/>
                </a:lnTo>
                <a:lnTo>
                  <a:pt x="520978" y="34616"/>
                </a:lnTo>
                <a:lnTo>
                  <a:pt x="564393" y="65992"/>
                </a:lnTo>
                <a:lnTo>
                  <a:pt x="607808" y="107287"/>
                </a:lnTo>
                <a:lnTo>
                  <a:pt x="651223" y="158500"/>
                </a:lnTo>
                <a:lnTo>
                  <a:pt x="694637" y="219633"/>
                </a:lnTo>
              </a:path>
            </a:pathLst>
          </a:custGeom>
          <a:noFill/>
          <a:ln w="4286">
            <a:solidFill>
              <a:srgbClr val="773D81">
                <a:alpha val="9000"/>
              </a:srgbClr>
            </a:solidFill>
            <a:prstDash val="solid"/>
          </a:ln>
        </p:spPr>
      </p:sp>
      <p:sp>
        <p:nvSpPr>
          <p:cNvPr id="134" name="knowledge-edge">
            <a:extLst>
              <a:ext uri="{FF2B5EF4-FFF2-40B4-BE49-F238E27FC236}">
                <a16:creationId xmlns:a16="http://schemas.microsoft.com/office/drawing/2014/main" id="{63DA40F7-77DE-4D48-94A6-8CE4FA93EAED}"/>
              </a:ext>
            </a:extLst>
          </p:cNvPr>
          <p:cNvSpPr>
            <a:spLocks noGrp="1"/>
          </p:cNvSpPr>
          <p:nvPr/>
        </p:nvSpPr>
        <p:spPr>
          <a:xfrm>
            <a:off x="3736761" y="5992220"/>
            <a:ext cx="327814" cy="58852"/>
          </a:xfrm>
          <a:custGeom>
            <a:avLst/>
            <a:gdLst/>
            <a:ahLst/>
            <a:cxnLst/>
            <a:rect l="0" t="0" r="0" b="0"/>
            <a:pathLst>
              <a:path w="327814" h="58852">
                <a:moveTo>
                  <a:pt x="0" y="42541"/>
                </a:moveTo>
                <a:lnTo>
                  <a:pt x="23415" y="48603"/>
                </a:lnTo>
                <a:lnTo>
                  <a:pt x="46831" y="53266"/>
                </a:lnTo>
                <a:lnTo>
                  <a:pt x="70246" y="56528"/>
                </a:lnTo>
                <a:lnTo>
                  <a:pt x="93661" y="58390"/>
                </a:lnTo>
                <a:lnTo>
                  <a:pt x="117076" y="58852"/>
                </a:lnTo>
                <a:lnTo>
                  <a:pt x="140492" y="57913"/>
                </a:lnTo>
                <a:lnTo>
                  <a:pt x="163907" y="55575"/>
                </a:lnTo>
                <a:lnTo>
                  <a:pt x="187322" y="51836"/>
                </a:lnTo>
                <a:lnTo>
                  <a:pt x="210737" y="46697"/>
                </a:lnTo>
                <a:lnTo>
                  <a:pt x="234153" y="40158"/>
                </a:lnTo>
                <a:lnTo>
                  <a:pt x="257568" y="32219"/>
                </a:lnTo>
                <a:lnTo>
                  <a:pt x="280983" y="22879"/>
                </a:lnTo>
                <a:lnTo>
                  <a:pt x="304398" y="12140"/>
                </a:lnTo>
                <a:lnTo>
                  <a:pt x="327814" y="0"/>
                </a:lnTo>
              </a:path>
            </a:pathLst>
          </a:custGeom>
          <a:noFill/>
          <a:ln w="6477">
            <a:solidFill>
              <a:srgbClr val="773D81">
                <a:alpha val="17000"/>
              </a:srgbClr>
            </a:solidFill>
            <a:prstDash val="solid"/>
          </a:ln>
        </p:spPr>
      </p:sp>
      <p:sp>
        <p:nvSpPr>
          <p:cNvPr id="135" name="knowledge-edge">
            <a:extLst>
              <a:ext uri="{FF2B5EF4-FFF2-40B4-BE49-F238E27FC236}">
                <a16:creationId xmlns:a16="http://schemas.microsoft.com/office/drawing/2014/main" id="{5862855B-ADAB-432E-AB14-273F8F642F45}"/>
              </a:ext>
            </a:extLst>
          </p:cNvPr>
          <p:cNvSpPr>
            <a:spLocks noGrp="1"/>
          </p:cNvSpPr>
          <p:nvPr/>
        </p:nvSpPr>
        <p:spPr>
          <a:xfrm>
            <a:off x="3653636" y="6259978"/>
            <a:ext cx="308906" cy="39244"/>
          </a:xfrm>
          <a:custGeom>
            <a:avLst/>
            <a:gdLst/>
            <a:ahLst/>
            <a:cxnLst/>
            <a:rect l="0" t="0" r="0" b="0"/>
            <a:pathLst>
              <a:path w="308906" h="39244">
                <a:moveTo>
                  <a:pt x="0" y="27018"/>
                </a:moveTo>
                <a:lnTo>
                  <a:pt x="22065" y="19155"/>
                </a:lnTo>
                <a:lnTo>
                  <a:pt x="44129" y="12636"/>
                </a:lnTo>
                <a:lnTo>
                  <a:pt x="66194" y="7461"/>
                </a:lnTo>
                <a:lnTo>
                  <a:pt x="88259" y="3630"/>
                </a:lnTo>
                <a:lnTo>
                  <a:pt x="110324" y="1143"/>
                </a:lnTo>
                <a:lnTo>
                  <a:pt x="132388" y="0"/>
                </a:lnTo>
                <a:lnTo>
                  <a:pt x="154453" y="201"/>
                </a:lnTo>
                <a:lnTo>
                  <a:pt x="176518" y="1746"/>
                </a:lnTo>
                <a:lnTo>
                  <a:pt x="198582" y="4636"/>
                </a:lnTo>
                <a:lnTo>
                  <a:pt x="220647" y="8869"/>
                </a:lnTo>
                <a:lnTo>
                  <a:pt x="242712" y="14447"/>
                </a:lnTo>
                <a:lnTo>
                  <a:pt x="264776" y="21368"/>
                </a:lnTo>
                <a:lnTo>
                  <a:pt x="286841" y="29634"/>
                </a:lnTo>
                <a:lnTo>
                  <a:pt x="308906" y="39244"/>
                </a:lnTo>
              </a:path>
            </a:pathLst>
          </a:custGeom>
          <a:noFill/>
          <a:ln w="6477">
            <a:solidFill>
              <a:srgbClr val="773D81">
                <a:alpha val="17000"/>
              </a:srgbClr>
            </a:solidFill>
            <a:prstDash val="solid"/>
          </a:ln>
        </p:spPr>
      </p:sp>
      <p:sp>
        <p:nvSpPr>
          <p:cNvPr id="136" name="knowledge-cross-edge">
            <a:extLst>
              <a:ext uri="{FF2B5EF4-FFF2-40B4-BE49-F238E27FC236}">
                <a16:creationId xmlns:a16="http://schemas.microsoft.com/office/drawing/2014/main" id="{6AAC83B8-95F2-493A-85B5-6FD276ECE6A3}"/>
              </a:ext>
            </a:extLst>
          </p:cNvPr>
          <p:cNvSpPr>
            <a:spLocks noGrp="1"/>
          </p:cNvSpPr>
          <p:nvPr/>
        </p:nvSpPr>
        <p:spPr>
          <a:xfrm>
            <a:off x="3653636" y="6286996"/>
            <a:ext cx="391273" cy="401227"/>
          </a:xfrm>
          <a:custGeom>
            <a:avLst/>
            <a:gdLst/>
            <a:ahLst/>
            <a:cxnLst/>
            <a:rect l="0" t="0" r="0" b="0"/>
            <a:pathLst>
              <a:path w="391273" h="401227">
                <a:moveTo>
                  <a:pt x="0" y="0"/>
                </a:moveTo>
                <a:lnTo>
                  <a:pt x="47158" y="2609"/>
                </a:lnTo>
                <a:lnTo>
                  <a:pt x="91670" y="10822"/>
                </a:lnTo>
                <a:lnTo>
                  <a:pt x="133537" y="24641"/>
                </a:lnTo>
                <a:lnTo>
                  <a:pt x="172758" y="44064"/>
                </a:lnTo>
                <a:lnTo>
                  <a:pt x="209332" y="69092"/>
                </a:lnTo>
                <a:lnTo>
                  <a:pt x="243261" y="99726"/>
                </a:lnTo>
                <a:lnTo>
                  <a:pt x="274545" y="135964"/>
                </a:lnTo>
                <a:lnTo>
                  <a:pt x="303182" y="177807"/>
                </a:lnTo>
                <a:lnTo>
                  <a:pt x="329173" y="225254"/>
                </a:lnTo>
                <a:lnTo>
                  <a:pt x="352519" y="278307"/>
                </a:lnTo>
                <a:lnTo>
                  <a:pt x="373219" y="336965"/>
                </a:lnTo>
                <a:lnTo>
                  <a:pt x="391273" y="401227"/>
                </a:lnTo>
              </a:path>
            </a:pathLst>
          </a:custGeom>
          <a:noFill/>
          <a:ln w="5334">
            <a:solidFill>
              <a:srgbClr val="773D81">
                <a:alpha val="13000"/>
              </a:srgbClr>
            </a:solidFill>
            <a:prstDash val="solid"/>
          </a:ln>
        </p:spPr>
      </p:sp>
      <p:sp>
        <p:nvSpPr>
          <p:cNvPr id="137" name="knowledge-long-edge">
            <a:extLst>
              <a:ext uri="{FF2B5EF4-FFF2-40B4-BE49-F238E27FC236}">
                <a16:creationId xmlns:a16="http://schemas.microsoft.com/office/drawing/2014/main" id="{23EF18B5-B25B-4BF7-B176-4B15EAB3941F}"/>
              </a:ext>
            </a:extLst>
          </p:cNvPr>
          <p:cNvSpPr>
            <a:spLocks noGrp="1"/>
          </p:cNvSpPr>
          <p:nvPr/>
        </p:nvSpPr>
        <p:spPr>
          <a:xfrm>
            <a:off x="3653636" y="6125876"/>
            <a:ext cx="798429" cy="645567"/>
          </a:xfrm>
          <a:custGeom>
            <a:avLst/>
            <a:gdLst/>
            <a:ahLst/>
            <a:cxnLst/>
            <a:rect l="0" t="0" r="0" b="0"/>
            <a:pathLst>
              <a:path w="798429" h="645567">
                <a:moveTo>
                  <a:pt x="0" y="161120"/>
                </a:moveTo>
                <a:lnTo>
                  <a:pt x="49902" y="106168"/>
                </a:lnTo>
                <a:lnTo>
                  <a:pt x="99804" y="62580"/>
                </a:lnTo>
                <a:lnTo>
                  <a:pt x="149705" y="30356"/>
                </a:lnTo>
                <a:lnTo>
                  <a:pt x="199607" y="9496"/>
                </a:lnTo>
                <a:lnTo>
                  <a:pt x="249509" y="0"/>
                </a:lnTo>
                <a:lnTo>
                  <a:pt x="299411" y="1868"/>
                </a:lnTo>
                <a:lnTo>
                  <a:pt x="349313" y="15100"/>
                </a:lnTo>
                <a:lnTo>
                  <a:pt x="399214" y="39696"/>
                </a:lnTo>
                <a:lnTo>
                  <a:pt x="449116" y="75656"/>
                </a:lnTo>
                <a:lnTo>
                  <a:pt x="499018" y="122980"/>
                </a:lnTo>
                <a:lnTo>
                  <a:pt x="548920" y="181668"/>
                </a:lnTo>
                <a:lnTo>
                  <a:pt x="598822" y="251720"/>
                </a:lnTo>
                <a:lnTo>
                  <a:pt x="648723" y="333136"/>
                </a:lnTo>
                <a:lnTo>
                  <a:pt x="698625" y="425916"/>
                </a:lnTo>
                <a:lnTo>
                  <a:pt x="748527" y="530060"/>
                </a:lnTo>
                <a:lnTo>
                  <a:pt x="798429" y="645567"/>
                </a:lnTo>
              </a:path>
            </a:pathLst>
          </a:custGeom>
          <a:noFill/>
          <a:ln w="4286">
            <a:solidFill>
              <a:srgbClr val="773D81">
                <a:alpha val="9000"/>
              </a:srgbClr>
            </a:solidFill>
            <a:prstDash val="solid"/>
          </a:ln>
        </p:spPr>
      </p:sp>
      <p:sp>
        <p:nvSpPr>
          <p:cNvPr id="138" name="knowledge-edge">
            <a:extLst>
              <a:ext uri="{FF2B5EF4-FFF2-40B4-BE49-F238E27FC236}">
                <a16:creationId xmlns:a16="http://schemas.microsoft.com/office/drawing/2014/main" id="{77C44672-07E0-4DA1-A541-D82344A2B764}"/>
              </a:ext>
            </a:extLst>
          </p:cNvPr>
          <p:cNvSpPr>
            <a:spLocks noGrp="1"/>
          </p:cNvSpPr>
          <p:nvPr/>
        </p:nvSpPr>
        <p:spPr>
          <a:xfrm>
            <a:off x="3466987" y="6556113"/>
            <a:ext cx="577922" cy="132110"/>
          </a:xfrm>
          <a:custGeom>
            <a:avLst/>
            <a:gdLst/>
            <a:ahLst/>
            <a:cxnLst/>
            <a:rect l="0" t="0" r="0" b="0"/>
            <a:pathLst>
              <a:path w="577922" h="132110">
                <a:moveTo>
                  <a:pt x="0" y="33804"/>
                </a:moveTo>
                <a:lnTo>
                  <a:pt x="41280" y="20918"/>
                </a:lnTo>
                <a:lnTo>
                  <a:pt x="82560" y="11094"/>
                </a:lnTo>
                <a:lnTo>
                  <a:pt x="123840" y="4333"/>
                </a:lnTo>
                <a:lnTo>
                  <a:pt x="165121" y="635"/>
                </a:lnTo>
                <a:lnTo>
                  <a:pt x="206401" y="0"/>
                </a:lnTo>
                <a:lnTo>
                  <a:pt x="247681" y="2428"/>
                </a:lnTo>
                <a:lnTo>
                  <a:pt x="288961" y="7918"/>
                </a:lnTo>
                <a:lnTo>
                  <a:pt x="330241" y="16471"/>
                </a:lnTo>
                <a:lnTo>
                  <a:pt x="371521" y="28087"/>
                </a:lnTo>
                <a:lnTo>
                  <a:pt x="412801" y="42766"/>
                </a:lnTo>
                <a:lnTo>
                  <a:pt x="454081" y="60508"/>
                </a:lnTo>
                <a:lnTo>
                  <a:pt x="495362" y="81313"/>
                </a:lnTo>
                <a:lnTo>
                  <a:pt x="536642" y="105180"/>
                </a:lnTo>
                <a:lnTo>
                  <a:pt x="577922" y="132110"/>
                </a:lnTo>
              </a:path>
            </a:pathLst>
          </a:custGeom>
          <a:noFill/>
          <a:ln w="6477">
            <a:solidFill>
              <a:srgbClr val="773D81">
                <a:alpha val="17000"/>
              </a:srgbClr>
            </a:solidFill>
            <a:prstDash val="solid"/>
          </a:ln>
        </p:spPr>
      </p:sp>
      <p:sp>
        <p:nvSpPr>
          <p:cNvPr id="139" name="knowledge-long-edge">
            <a:extLst>
              <a:ext uri="{FF2B5EF4-FFF2-40B4-BE49-F238E27FC236}">
                <a16:creationId xmlns:a16="http://schemas.microsoft.com/office/drawing/2014/main" id="{14DD2517-1342-4E08-AF18-503E6924638F}"/>
              </a:ext>
            </a:extLst>
          </p:cNvPr>
          <p:cNvSpPr>
            <a:spLocks noGrp="1"/>
          </p:cNvSpPr>
          <p:nvPr/>
        </p:nvSpPr>
        <p:spPr>
          <a:xfrm>
            <a:off x="3466987" y="6304708"/>
            <a:ext cx="806005" cy="285209"/>
          </a:xfrm>
          <a:custGeom>
            <a:avLst/>
            <a:gdLst/>
            <a:ahLst/>
            <a:cxnLst/>
            <a:rect l="0" t="0" r="0" b="0"/>
            <a:pathLst>
              <a:path w="806005" h="285209">
                <a:moveTo>
                  <a:pt x="0" y="285209"/>
                </a:moveTo>
                <a:lnTo>
                  <a:pt x="50375" y="224335"/>
                </a:lnTo>
                <a:lnTo>
                  <a:pt x="100751" y="170758"/>
                </a:lnTo>
                <a:lnTo>
                  <a:pt x="151126" y="124476"/>
                </a:lnTo>
                <a:lnTo>
                  <a:pt x="201501" y="85490"/>
                </a:lnTo>
                <a:lnTo>
                  <a:pt x="251876" y="53800"/>
                </a:lnTo>
                <a:lnTo>
                  <a:pt x="302252" y="29406"/>
                </a:lnTo>
                <a:lnTo>
                  <a:pt x="352627" y="12308"/>
                </a:lnTo>
                <a:lnTo>
                  <a:pt x="403002" y="2506"/>
                </a:lnTo>
                <a:lnTo>
                  <a:pt x="453378" y="0"/>
                </a:lnTo>
                <a:lnTo>
                  <a:pt x="503753" y="4790"/>
                </a:lnTo>
                <a:lnTo>
                  <a:pt x="554128" y="16876"/>
                </a:lnTo>
                <a:lnTo>
                  <a:pt x="604503" y="36257"/>
                </a:lnTo>
                <a:lnTo>
                  <a:pt x="654879" y="62935"/>
                </a:lnTo>
                <a:lnTo>
                  <a:pt x="705254" y="96909"/>
                </a:lnTo>
                <a:lnTo>
                  <a:pt x="755629" y="138178"/>
                </a:lnTo>
                <a:lnTo>
                  <a:pt x="806005" y="186744"/>
                </a:lnTo>
              </a:path>
            </a:pathLst>
          </a:custGeom>
          <a:noFill/>
          <a:ln w="4286">
            <a:solidFill>
              <a:srgbClr val="773D81">
                <a:alpha val="9000"/>
              </a:srgbClr>
            </a:solidFill>
            <a:prstDash val="solid"/>
          </a:ln>
        </p:spPr>
      </p:sp>
      <p:sp>
        <p:nvSpPr>
          <p:cNvPr id="140" name="knowledge-edge">
            <a:extLst>
              <a:ext uri="{FF2B5EF4-FFF2-40B4-BE49-F238E27FC236}">
                <a16:creationId xmlns:a16="http://schemas.microsoft.com/office/drawing/2014/main" id="{8C4D0153-443D-47AC-9642-9C5B6011F571}"/>
              </a:ext>
            </a:extLst>
          </p:cNvPr>
          <p:cNvSpPr>
            <a:spLocks noGrp="1"/>
          </p:cNvSpPr>
          <p:nvPr/>
        </p:nvSpPr>
        <p:spPr>
          <a:xfrm>
            <a:off x="3662273" y="6881967"/>
            <a:ext cx="237200" cy="112867"/>
          </a:xfrm>
          <a:custGeom>
            <a:avLst/>
            <a:gdLst/>
            <a:ahLst/>
            <a:cxnLst/>
            <a:rect l="0" t="0" r="0" b="0"/>
            <a:pathLst>
              <a:path w="237200" h="112867">
                <a:moveTo>
                  <a:pt x="0" y="41671"/>
                </a:moveTo>
                <a:lnTo>
                  <a:pt x="16943" y="27372"/>
                </a:lnTo>
                <a:lnTo>
                  <a:pt x="33886" y="16056"/>
                </a:lnTo>
                <a:lnTo>
                  <a:pt x="50829" y="7722"/>
                </a:lnTo>
                <a:lnTo>
                  <a:pt x="67771" y="2370"/>
                </a:lnTo>
                <a:lnTo>
                  <a:pt x="84714" y="0"/>
                </a:lnTo>
                <a:lnTo>
                  <a:pt x="101657" y="612"/>
                </a:lnTo>
                <a:lnTo>
                  <a:pt x="118600" y="4207"/>
                </a:lnTo>
                <a:lnTo>
                  <a:pt x="135543" y="10783"/>
                </a:lnTo>
                <a:lnTo>
                  <a:pt x="152486" y="20342"/>
                </a:lnTo>
                <a:lnTo>
                  <a:pt x="169429" y="32883"/>
                </a:lnTo>
                <a:lnTo>
                  <a:pt x="186371" y="48406"/>
                </a:lnTo>
                <a:lnTo>
                  <a:pt x="203314" y="66911"/>
                </a:lnTo>
                <a:lnTo>
                  <a:pt x="220257" y="88398"/>
                </a:lnTo>
                <a:lnTo>
                  <a:pt x="237200" y="112867"/>
                </a:lnTo>
              </a:path>
            </a:pathLst>
          </a:custGeom>
          <a:noFill/>
          <a:ln w="6477">
            <a:solidFill>
              <a:srgbClr val="773D81">
                <a:alpha val="17000"/>
              </a:srgbClr>
            </a:solidFill>
            <a:prstDash val="solid"/>
          </a:ln>
        </p:spPr>
      </p:sp>
      <p:sp>
        <p:nvSpPr>
          <p:cNvPr id="141" name="knowledge-cross-edge">
            <a:extLst>
              <a:ext uri="{FF2B5EF4-FFF2-40B4-BE49-F238E27FC236}">
                <a16:creationId xmlns:a16="http://schemas.microsoft.com/office/drawing/2014/main" id="{46DA0F4E-8742-4312-BF19-75EB9946CB09}"/>
              </a:ext>
            </a:extLst>
          </p:cNvPr>
          <p:cNvSpPr>
            <a:spLocks noGrp="1"/>
          </p:cNvSpPr>
          <p:nvPr/>
        </p:nvSpPr>
        <p:spPr>
          <a:xfrm>
            <a:off x="3662273" y="6675976"/>
            <a:ext cx="382635" cy="247662"/>
          </a:xfrm>
          <a:custGeom>
            <a:avLst/>
            <a:gdLst/>
            <a:ahLst/>
            <a:cxnLst/>
            <a:rect l="0" t="0" r="0" b="0"/>
            <a:pathLst>
              <a:path w="382635" h="247662">
                <a:moveTo>
                  <a:pt x="0" y="247662"/>
                </a:moveTo>
                <a:lnTo>
                  <a:pt x="17334" y="199728"/>
                </a:lnTo>
                <a:lnTo>
                  <a:pt x="37314" y="156943"/>
                </a:lnTo>
                <a:lnTo>
                  <a:pt x="59940" y="119306"/>
                </a:lnTo>
                <a:lnTo>
                  <a:pt x="85212" y="86817"/>
                </a:lnTo>
                <a:lnTo>
                  <a:pt x="113129" y="59477"/>
                </a:lnTo>
                <a:lnTo>
                  <a:pt x="143693" y="37285"/>
                </a:lnTo>
                <a:lnTo>
                  <a:pt x="176902" y="20241"/>
                </a:lnTo>
                <a:lnTo>
                  <a:pt x="212757" y="8346"/>
                </a:lnTo>
                <a:lnTo>
                  <a:pt x="251258" y="1599"/>
                </a:lnTo>
                <a:lnTo>
                  <a:pt x="292404" y="0"/>
                </a:lnTo>
                <a:lnTo>
                  <a:pt x="336197" y="3550"/>
                </a:lnTo>
                <a:lnTo>
                  <a:pt x="382635" y="12247"/>
                </a:lnTo>
              </a:path>
            </a:pathLst>
          </a:custGeom>
          <a:noFill/>
          <a:ln w="4953">
            <a:solidFill>
              <a:srgbClr val="773D81">
                <a:alpha val="12000"/>
              </a:srgbClr>
            </a:solidFill>
            <a:prstDash val="solid"/>
          </a:ln>
        </p:spPr>
      </p:sp>
      <p:sp>
        <p:nvSpPr>
          <p:cNvPr id="142" name="knowledge-long-edge">
            <a:extLst>
              <a:ext uri="{FF2B5EF4-FFF2-40B4-BE49-F238E27FC236}">
                <a16:creationId xmlns:a16="http://schemas.microsoft.com/office/drawing/2014/main" id="{CA6B71E8-CC54-41AD-95AD-E06D107E5090}"/>
              </a:ext>
            </a:extLst>
          </p:cNvPr>
          <p:cNvSpPr>
            <a:spLocks noGrp="1"/>
          </p:cNvSpPr>
          <p:nvPr/>
        </p:nvSpPr>
        <p:spPr>
          <a:xfrm>
            <a:off x="3662273" y="6509641"/>
            <a:ext cx="789791" cy="413997"/>
          </a:xfrm>
          <a:custGeom>
            <a:avLst/>
            <a:gdLst/>
            <a:ahLst/>
            <a:cxnLst/>
            <a:rect l="0" t="0" r="0" b="0"/>
            <a:pathLst>
              <a:path w="789791" h="413997">
                <a:moveTo>
                  <a:pt x="0" y="413997"/>
                </a:moveTo>
                <a:lnTo>
                  <a:pt x="49362" y="326297"/>
                </a:lnTo>
                <a:lnTo>
                  <a:pt x="98724" y="249023"/>
                </a:lnTo>
                <a:lnTo>
                  <a:pt x="148086" y="182173"/>
                </a:lnTo>
                <a:lnTo>
                  <a:pt x="197448" y="125748"/>
                </a:lnTo>
                <a:lnTo>
                  <a:pt x="246810" y="79749"/>
                </a:lnTo>
                <a:lnTo>
                  <a:pt x="296172" y="44174"/>
                </a:lnTo>
                <a:lnTo>
                  <a:pt x="345534" y="19024"/>
                </a:lnTo>
                <a:lnTo>
                  <a:pt x="394896" y="4300"/>
                </a:lnTo>
                <a:lnTo>
                  <a:pt x="444257" y="0"/>
                </a:lnTo>
                <a:lnTo>
                  <a:pt x="493619" y="6125"/>
                </a:lnTo>
                <a:lnTo>
                  <a:pt x="542981" y="22676"/>
                </a:lnTo>
                <a:lnTo>
                  <a:pt x="592343" y="49651"/>
                </a:lnTo>
                <a:lnTo>
                  <a:pt x="641705" y="87051"/>
                </a:lnTo>
                <a:lnTo>
                  <a:pt x="691067" y="134877"/>
                </a:lnTo>
                <a:lnTo>
                  <a:pt x="740429" y="193127"/>
                </a:lnTo>
                <a:lnTo>
                  <a:pt x="789791" y="261802"/>
                </a:lnTo>
              </a:path>
            </a:pathLst>
          </a:custGeom>
          <a:noFill/>
          <a:ln w="4286">
            <a:solidFill>
              <a:srgbClr val="773D81">
                <a:alpha val="9000"/>
              </a:srgbClr>
            </a:solidFill>
            <a:prstDash val="solid"/>
          </a:ln>
        </p:spPr>
      </p:sp>
      <p:sp>
        <p:nvSpPr>
          <p:cNvPr id="143" name="knowledge-edge">
            <a:extLst>
              <a:ext uri="{FF2B5EF4-FFF2-40B4-BE49-F238E27FC236}">
                <a16:creationId xmlns:a16="http://schemas.microsoft.com/office/drawing/2014/main" id="{E3EE9523-D597-42DE-8EDE-F14950D61227}"/>
              </a:ext>
            </a:extLst>
          </p:cNvPr>
          <p:cNvSpPr>
            <a:spLocks noGrp="1"/>
          </p:cNvSpPr>
          <p:nvPr/>
        </p:nvSpPr>
        <p:spPr>
          <a:xfrm>
            <a:off x="3718276" y="7091199"/>
            <a:ext cx="201031" cy="149316"/>
          </a:xfrm>
          <a:custGeom>
            <a:avLst/>
            <a:gdLst/>
            <a:ahLst/>
            <a:cxnLst/>
            <a:rect l="0" t="0" r="0" b="0"/>
            <a:pathLst>
              <a:path w="201031" h="149316">
                <a:moveTo>
                  <a:pt x="0" y="149316"/>
                </a:moveTo>
                <a:lnTo>
                  <a:pt x="14359" y="138824"/>
                </a:lnTo>
                <a:lnTo>
                  <a:pt x="28719" y="128305"/>
                </a:lnTo>
                <a:lnTo>
                  <a:pt x="43078" y="117759"/>
                </a:lnTo>
                <a:lnTo>
                  <a:pt x="57437" y="107187"/>
                </a:lnTo>
                <a:lnTo>
                  <a:pt x="71797" y="96588"/>
                </a:lnTo>
                <a:lnTo>
                  <a:pt x="86156" y="85962"/>
                </a:lnTo>
                <a:lnTo>
                  <a:pt x="100515" y="75310"/>
                </a:lnTo>
                <a:lnTo>
                  <a:pt x="114875" y="64632"/>
                </a:lnTo>
                <a:lnTo>
                  <a:pt x="129234" y="53926"/>
                </a:lnTo>
                <a:lnTo>
                  <a:pt x="143593" y="43194"/>
                </a:lnTo>
                <a:lnTo>
                  <a:pt x="157953" y="32436"/>
                </a:lnTo>
                <a:lnTo>
                  <a:pt x="172312" y="21650"/>
                </a:lnTo>
                <a:lnTo>
                  <a:pt x="186672" y="10838"/>
                </a:lnTo>
                <a:lnTo>
                  <a:pt x="201031" y="0"/>
                </a:lnTo>
              </a:path>
            </a:pathLst>
          </a:custGeom>
          <a:noFill/>
          <a:ln w="6477">
            <a:solidFill>
              <a:srgbClr val="773D81">
                <a:alpha val="17000"/>
              </a:srgbClr>
            </a:solidFill>
            <a:prstDash val="solid"/>
          </a:ln>
        </p:spPr>
      </p:sp>
      <p:sp>
        <p:nvSpPr>
          <p:cNvPr id="144" name="knowledge-long-edge">
            <a:extLst>
              <a:ext uri="{FF2B5EF4-FFF2-40B4-BE49-F238E27FC236}">
                <a16:creationId xmlns:a16="http://schemas.microsoft.com/office/drawing/2014/main" id="{A91B54E0-E522-4519-A85C-7B275B917063}"/>
              </a:ext>
            </a:extLst>
          </p:cNvPr>
          <p:cNvSpPr>
            <a:spLocks noGrp="1"/>
          </p:cNvSpPr>
          <p:nvPr/>
        </p:nvSpPr>
        <p:spPr>
          <a:xfrm>
            <a:off x="3718276" y="6885842"/>
            <a:ext cx="640796" cy="354673"/>
          </a:xfrm>
          <a:custGeom>
            <a:avLst/>
            <a:gdLst/>
            <a:ahLst/>
            <a:cxnLst/>
            <a:rect l="0" t="0" r="0" b="0"/>
            <a:pathLst>
              <a:path w="640796" h="354673">
                <a:moveTo>
                  <a:pt x="0" y="354673"/>
                </a:moveTo>
                <a:lnTo>
                  <a:pt x="40050" y="274999"/>
                </a:lnTo>
                <a:lnTo>
                  <a:pt x="80100" y="205422"/>
                </a:lnTo>
                <a:lnTo>
                  <a:pt x="120149" y="145942"/>
                </a:lnTo>
                <a:lnTo>
                  <a:pt x="160199" y="96560"/>
                </a:lnTo>
                <a:lnTo>
                  <a:pt x="200249" y="57274"/>
                </a:lnTo>
                <a:lnTo>
                  <a:pt x="240299" y="28086"/>
                </a:lnTo>
                <a:lnTo>
                  <a:pt x="280348" y="8994"/>
                </a:lnTo>
                <a:lnTo>
                  <a:pt x="320398" y="0"/>
                </a:lnTo>
                <a:lnTo>
                  <a:pt x="360448" y="1103"/>
                </a:lnTo>
                <a:lnTo>
                  <a:pt x="400498" y="12303"/>
                </a:lnTo>
                <a:lnTo>
                  <a:pt x="440547" y="33600"/>
                </a:lnTo>
                <a:lnTo>
                  <a:pt x="480597" y="64994"/>
                </a:lnTo>
                <a:lnTo>
                  <a:pt x="520647" y="106485"/>
                </a:lnTo>
                <a:lnTo>
                  <a:pt x="560697" y="158073"/>
                </a:lnTo>
                <a:lnTo>
                  <a:pt x="600746" y="219759"/>
                </a:lnTo>
                <a:lnTo>
                  <a:pt x="640796" y="291541"/>
                </a:lnTo>
              </a:path>
            </a:pathLst>
          </a:custGeom>
          <a:noFill/>
          <a:ln w="4286">
            <a:solidFill>
              <a:srgbClr val="773D81">
                <a:alpha val="9000"/>
              </a:srgbClr>
            </a:solidFill>
            <a:prstDash val="solid"/>
          </a:ln>
        </p:spPr>
      </p:sp>
      <p:sp>
        <p:nvSpPr>
          <p:cNvPr id="145" name="knowledge-edge">
            <a:extLst>
              <a:ext uri="{FF2B5EF4-FFF2-40B4-BE49-F238E27FC236}">
                <a16:creationId xmlns:a16="http://schemas.microsoft.com/office/drawing/2014/main" id="{6BC98B63-2CD6-46FD-AA14-F63D3940F9A7}"/>
              </a:ext>
            </a:extLst>
          </p:cNvPr>
          <p:cNvSpPr>
            <a:spLocks noGrp="1"/>
          </p:cNvSpPr>
          <p:nvPr/>
        </p:nvSpPr>
        <p:spPr>
          <a:xfrm>
            <a:off x="3741581" y="7228753"/>
            <a:ext cx="384301" cy="115048"/>
          </a:xfrm>
          <a:custGeom>
            <a:avLst/>
            <a:gdLst/>
            <a:ahLst/>
            <a:cxnLst/>
            <a:rect l="0" t="0" r="0" b="0"/>
            <a:pathLst>
              <a:path w="384301" h="115048">
                <a:moveTo>
                  <a:pt x="0" y="115048"/>
                </a:moveTo>
                <a:lnTo>
                  <a:pt x="27450" y="112475"/>
                </a:lnTo>
                <a:lnTo>
                  <a:pt x="54900" y="109033"/>
                </a:lnTo>
                <a:lnTo>
                  <a:pt x="82350" y="104722"/>
                </a:lnTo>
                <a:lnTo>
                  <a:pt x="109800" y="99544"/>
                </a:lnTo>
                <a:lnTo>
                  <a:pt x="137250" y="93497"/>
                </a:lnTo>
                <a:lnTo>
                  <a:pt x="164700" y="86582"/>
                </a:lnTo>
                <a:lnTo>
                  <a:pt x="192150" y="78798"/>
                </a:lnTo>
                <a:lnTo>
                  <a:pt x="219600" y="70146"/>
                </a:lnTo>
                <a:lnTo>
                  <a:pt x="247051" y="60626"/>
                </a:lnTo>
                <a:lnTo>
                  <a:pt x="274501" y="50237"/>
                </a:lnTo>
                <a:lnTo>
                  <a:pt x="301951" y="38981"/>
                </a:lnTo>
                <a:lnTo>
                  <a:pt x="329401" y="26855"/>
                </a:lnTo>
                <a:lnTo>
                  <a:pt x="356851" y="13862"/>
                </a:lnTo>
                <a:lnTo>
                  <a:pt x="384301" y="0"/>
                </a:lnTo>
              </a:path>
            </a:pathLst>
          </a:custGeom>
          <a:noFill/>
          <a:ln w="6477">
            <a:solidFill>
              <a:srgbClr val="773D81">
                <a:alpha val="17000"/>
              </a:srgbClr>
            </a:solidFill>
            <a:prstDash val="solid"/>
          </a:ln>
        </p:spPr>
      </p:sp>
      <p:sp>
        <p:nvSpPr>
          <p:cNvPr id="146" name="knowledge-edge">
            <a:extLst>
              <a:ext uri="{FF2B5EF4-FFF2-40B4-BE49-F238E27FC236}">
                <a16:creationId xmlns:a16="http://schemas.microsoft.com/office/drawing/2014/main" id="{9C9823C9-3728-4D20-AB49-28C564377CD2}"/>
              </a:ext>
            </a:extLst>
          </p:cNvPr>
          <p:cNvSpPr>
            <a:spLocks noGrp="1"/>
          </p:cNvSpPr>
          <p:nvPr/>
        </p:nvSpPr>
        <p:spPr>
          <a:xfrm>
            <a:off x="4138696" y="5793100"/>
            <a:ext cx="311885" cy="33216"/>
          </a:xfrm>
          <a:custGeom>
            <a:avLst/>
            <a:gdLst/>
            <a:ahLst/>
            <a:cxnLst/>
            <a:rect l="0" t="0" r="0" b="0"/>
            <a:pathLst>
              <a:path w="311885" h="33216">
                <a:moveTo>
                  <a:pt x="0" y="5585"/>
                </a:moveTo>
                <a:lnTo>
                  <a:pt x="22278" y="13258"/>
                </a:lnTo>
                <a:lnTo>
                  <a:pt x="44555" y="19688"/>
                </a:lnTo>
                <a:lnTo>
                  <a:pt x="66833" y="24877"/>
                </a:lnTo>
                <a:lnTo>
                  <a:pt x="89110" y="28825"/>
                </a:lnTo>
                <a:lnTo>
                  <a:pt x="111388" y="31530"/>
                </a:lnTo>
                <a:lnTo>
                  <a:pt x="133665" y="32994"/>
                </a:lnTo>
                <a:lnTo>
                  <a:pt x="155943" y="33216"/>
                </a:lnTo>
                <a:lnTo>
                  <a:pt x="178220" y="32196"/>
                </a:lnTo>
                <a:lnTo>
                  <a:pt x="200498" y="29934"/>
                </a:lnTo>
                <a:lnTo>
                  <a:pt x="222775" y="26431"/>
                </a:lnTo>
                <a:lnTo>
                  <a:pt x="245053" y="21686"/>
                </a:lnTo>
                <a:lnTo>
                  <a:pt x="267330" y="15699"/>
                </a:lnTo>
                <a:lnTo>
                  <a:pt x="289608" y="8470"/>
                </a:lnTo>
                <a:lnTo>
                  <a:pt x="311885" y="0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47" name="knowledge-cross-edge">
            <a:extLst>
              <a:ext uri="{FF2B5EF4-FFF2-40B4-BE49-F238E27FC236}">
                <a16:creationId xmlns:a16="http://schemas.microsoft.com/office/drawing/2014/main" id="{4E12C78E-C2E7-4DE2-BFF9-6503F448748D}"/>
              </a:ext>
            </a:extLst>
          </p:cNvPr>
          <p:cNvSpPr>
            <a:spLocks noGrp="1"/>
          </p:cNvSpPr>
          <p:nvPr/>
        </p:nvSpPr>
        <p:spPr>
          <a:xfrm>
            <a:off x="4138696" y="5792608"/>
            <a:ext cx="400966" cy="265778"/>
          </a:xfrm>
          <a:custGeom>
            <a:avLst/>
            <a:gdLst/>
            <a:ahLst/>
            <a:cxnLst/>
            <a:rect l="0" t="0" r="0" b="0"/>
            <a:pathLst>
              <a:path w="400966" h="265778">
                <a:moveTo>
                  <a:pt x="0" y="6076"/>
                </a:moveTo>
                <a:lnTo>
                  <a:pt x="47966" y="570"/>
                </a:lnTo>
                <a:lnTo>
                  <a:pt x="93286" y="0"/>
                </a:lnTo>
                <a:lnTo>
                  <a:pt x="135960" y="4366"/>
                </a:lnTo>
                <a:lnTo>
                  <a:pt x="175989" y="13668"/>
                </a:lnTo>
                <a:lnTo>
                  <a:pt x="213371" y="27905"/>
                </a:lnTo>
                <a:lnTo>
                  <a:pt x="248108" y="47079"/>
                </a:lnTo>
                <a:lnTo>
                  <a:pt x="280199" y="71189"/>
                </a:lnTo>
                <a:lnTo>
                  <a:pt x="309644" y="100235"/>
                </a:lnTo>
                <a:lnTo>
                  <a:pt x="336443" y="134216"/>
                </a:lnTo>
                <a:lnTo>
                  <a:pt x="360597" y="173134"/>
                </a:lnTo>
                <a:lnTo>
                  <a:pt x="382104" y="216988"/>
                </a:lnTo>
                <a:lnTo>
                  <a:pt x="400966" y="265778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48" name="knowledge-long-edge">
            <a:extLst>
              <a:ext uri="{FF2B5EF4-FFF2-40B4-BE49-F238E27FC236}">
                <a16:creationId xmlns:a16="http://schemas.microsoft.com/office/drawing/2014/main" id="{6B4CFFFC-4A3C-47E4-ADBF-DBB47AE70DD2}"/>
              </a:ext>
            </a:extLst>
          </p:cNvPr>
          <p:cNvSpPr>
            <a:spLocks noGrp="1"/>
          </p:cNvSpPr>
          <p:nvPr/>
        </p:nvSpPr>
        <p:spPr>
          <a:xfrm>
            <a:off x="4138696" y="5624209"/>
            <a:ext cx="513824" cy="595057"/>
          </a:xfrm>
          <a:custGeom>
            <a:avLst/>
            <a:gdLst/>
            <a:ahLst/>
            <a:cxnLst/>
            <a:rect l="0" t="0" r="0" b="0"/>
            <a:pathLst>
              <a:path w="513824" h="595057">
                <a:moveTo>
                  <a:pt x="0" y="174475"/>
                </a:moveTo>
                <a:lnTo>
                  <a:pt x="32114" y="117713"/>
                </a:lnTo>
                <a:lnTo>
                  <a:pt x="64228" y="72024"/>
                </a:lnTo>
                <a:lnTo>
                  <a:pt x="96342" y="37409"/>
                </a:lnTo>
                <a:lnTo>
                  <a:pt x="128456" y="13866"/>
                </a:lnTo>
                <a:lnTo>
                  <a:pt x="160570" y="1396"/>
                </a:lnTo>
                <a:lnTo>
                  <a:pt x="192684" y="0"/>
                </a:lnTo>
                <a:lnTo>
                  <a:pt x="224798" y="9677"/>
                </a:lnTo>
                <a:lnTo>
                  <a:pt x="256912" y="30427"/>
                </a:lnTo>
                <a:lnTo>
                  <a:pt x="289026" y="62249"/>
                </a:lnTo>
                <a:lnTo>
                  <a:pt x="321140" y="105145"/>
                </a:lnTo>
                <a:lnTo>
                  <a:pt x="353254" y="159115"/>
                </a:lnTo>
                <a:lnTo>
                  <a:pt x="385368" y="224157"/>
                </a:lnTo>
                <a:lnTo>
                  <a:pt x="417482" y="300272"/>
                </a:lnTo>
                <a:lnTo>
                  <a:pt x="449596" y="387461"/>
                </a:lnTo>
                <a:lnTo>
                  <a:pt x="481710" y="485722"/>
                </a:lnTo>
                <a:lnTo>
                  <a:pt x="513824" y="595057"/>
                </a:lnTo>
              </a:path>
            </a:pathLst>
          </a:custGeom>
          <a:noFill/>
          <a:ln w="4286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149" name="knowledge-edge">
            <a:extLst>
              <a:ext uri="{FF2B5EF4-FFF2-40B4-BE49-F238E27FC236}">
                <a16:creationId xmlns:a16="http://schemas.microsoft.com/office/drawing/2014/main" id="{6F11C94F-AFEA-48CE-A6C1-79807089B59C}"/>
              </a:ext>
            </a:extLst>
          </p:cNvPr>
          <p:cNvSpPr>
            <a:spLocks noGrp="1"/>
          </p:cNvSpPr>
          <p:nvPr/>
        </p:nvSpPr>
        <p:spPr>
          <a:xfrm>
            <a:off x="4064575" y="5992220"/>
            <a:ext cx="475087" cy="66166"/>
          </a:xfrm>
          <a:custGeom>
            <a:avLst/>
            <a:gdLst/>
            <a:ahLst/>
            <a:cxnLst/>
            <a:rect l="0" t="0" r="0" b="0"/>
            <a:pathLst>
              <a:path w="475087" h="66166">
                <a:moveTo>
                  <a:pt x="0" y="0"/>
                </a:moveTo>
                <a:lnTo>
                  <a:pt x="33935" y="9248"/>
                </a:lnTo>
                <a:lnTo>
                  <a:pt x="67870" y="17801"/>
                </a:lnTo>
                <a:lnTo>
                  <a:pt x="101804" y="25658"/>
                </a:lnTo>
                <a:lnTo>
                  <a:pt x="135739" y="32819"/>
                </a:lnTo>
                <a:lnTo>
                  <a:pt x="169674" y="39284"/>
                </a:lnTo>
                <a:lnTo>
                  <a:pt x="203609" y="45054"/>
                </a:lnTo>
                <a:lnTo>
                  <a:pt x="237544" y="50128"/>
                </a:lnTo>
                <a:lnTo>
                  <a:pt x="271479" y="54506"/>
                </a:lnTo>
                <a:lnTo>
                  <a:pt x="305413" y="58189"/>
                </a:lnTo>
                <a:lnTo>
                  <a:pt x="339348" y="61176"/>
                </a:lnTo>
                <a:lnTo>
                  <a:pt x="373283" y="63467"/>
                </a:lnTo>
                <a:lnTo>
                  <a:pt x="407218" y="65062"/>
                </a:lnTo>
                <a:lnTo>
                  <a:pt x="441153" y="65962"/>
                </a:lnTo>
                <a:lnTo>
                  <a:pt x="475087" y="66166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50" name="knowledge-cross-edge">
            <a:extLst>
              <a:ext uri="{FF2B5EF4-FFF2-40B4-BE49-F238E27FC236}">
                <a16:creationId xmlns:a16="http://schemas.microsoft.com/office/drawing/2014/main" id="{08536C70-45BA-4C55-9A27-C4596DE34A98}"/>
              </a:ext>
            </a:extLst>
          </p:cNvPr>
          <p:cNvSpPr>
            <a:spLocks noGrp="1"/>
          </p:cNvSpPr>
          <p:nvPr/>
        </p:nvSpPr>
        <p:spPr>
          <a:xfrm>
            <a:off x="4064575" y="5959253"/>
            <a:ext cx="208417" cy="532198"/>
          </a:xfrm>
          <a:custGeom>
            <a:avLst/>
            <a:gdLst/>
            <a:ahLst/>
            <a:cxnLst/>
            <a:rect l="0" t="0" r="0" b="0"/>
            <a:pathLst>
              <a:path w="208417" h="532198">
                <a:moveTo>
                  <a:pt x="0" y="32967"/>
                </a:moveTo>
                <a:lnTo>
                  <a:pt x="31920" y="10675"/>
                </a:lnTo>
                <a:lnTo>
                  <a:pt x="61194" y="0"/>
                </a:lnTo>
                <a:lnTo>
                  <a:pt x="87823" y="942"/>
                </a:lnTo>
                <a:lnTo>
                  <a:pt x="111806" y="13502"/>
                </a:lnTo>
                <a:lnTo>
                  <a:pt x="133142" y="37679"/>
                </a:lnTo>
                <a:lnTo>
                  <a:pt x="151833" y="73473"/>
                </a:lnTo>
                <a:lnTo>
                  <a:pt x="167878" y="120884"/>
                </a:lnTo>
                <a:lnTo>
                  <a:pt x="181278" y="179913"/>
                </a:lnTo>
                <a:lnTo>
                  <a:pt x="192031" y="250558"/>
                </a:lnTo>
                <a:lnTo>
                  <a:pt x="200139" y="332821"/>
                </a:lnTo>
                <a:lnTo>
                  <a:pt x="205601" y="426701"/>
                </a:lnTo>
                <a:lnTo>
                  <a:pt x="208417" y="532198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51" name="knowledge-edge">
            <a:extLst>
              <a:ext uri="{FF2B5EF4-FFF2-40B4-BE49-F238E27FC236}">
                <a16:creationId xmlns:a16="http://schemas.microsoft.com/office/drawing/2014/main" id="{A85486DD-8F6F-4CB7-80DA-B0E619754B43}"/>
              </a:ext>
            </a:extLst>
          </p:cNvPr>
          <p:cNvSpPr>
            <a:spLocks noGrp="1"/>
          </p:cNvSpPr>
          <p:nvPr/>
        </p:nvSpPr>
        <p:spPr>
          <a:xfrm>
            <a:off x="3962541" y="6299221"/>
            <a:ext cx="310450" cy="195355"/>
          </a:xfrm>
          <a:custGeom>
            <a:avLst/>
            <a:gdLst/>
            <a:ahLst/>
            <a:cxnLst/>
            <a:rect l="0" t="0" r="0" b="0"/>
            <a:pathLst>
              <a:path w="310450" h="195355">
                <a:moveTo>
                  <a:pt x="0" y="0"/>
                </a:moveTo>
                <a:lnTo>
                  <a:pt x="22175" y="30298"/>
                </a:lnTo>
                <a:lnTo>
                  <a:pt x="44350" y="58048"/>
                </a:lnTo>
                <a:lnTo>
                  <a:pt x="66525" y="83249"/>
                </a:lnTo>
                <a:lnTo>
                  <a:pt x="88700" y="105900"/>
                </a:lnTo>
                <a:lnTo>
                  <a:pt x="110875" y="126003"/>
                </a:lnTo>
                <a:lnTo>
                  <a:pt x="133050" y="143557"/>
                </a:lnTo>
                <a:lnTo>
                  <a:pt x="155225" y="158563"/>
                </a:lnTo>
                <a:lnTo>
                  <a:pt x="177400" y="171019"/>
                </a:lnTo>
                <a:lnTo>
                  <a:pt x="199575" y="180926"/>
                </a:lnTo>
                <a:lnTo>
                  <a:pt x="221750" y="188285"/>
                </a:lnTo>
                <a:lnTo>
                  <a:pt x="243925" y="193094"/>
                </a:lnTo>
                <a:lnTo>
                  <a:pt x="266100" y="195355"/>
                </a:lnTo>
                <a:lnTo>
                  <a:pt x="288275" y="195067"/>
                </a:lnTo>
                <a:lnTo>
                  <a:pt x="310450" y="192230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52" name="knowledge-cross-edge">
            <a:extLst>
              <a:ext uri="{FF2B5EF4-FFF2-40B4-BE49-F238E27FC236}">
                <a16:creationId xmlns:a16="http://schemas.microsoft.com/office/drawing/2014/main" id="{16770CB1-06FD-4B74-8DC3-E335115F973B}"/>
              </a:ext>
            </a:extLst>
          </p:cNvPr>
          <p:cNvSpPr>
            <a:spLocks noGrp="1"/>
          </p:cNvSpPr>
          <p:nvPr/>
        </p:nvSpPr>
        <p:spPr>
          <a:xfrm>
            <a:off x="3962541" y="6298555"/>
            <a:ext cx="489523" cy="472889"/>
          </a:xfrm>
          <a:custGeom>
            <a:avLst/>
            <a:gdLst/>
            <a:ahLst/>
            <a:cxnLst/>
            <a:rect l="0" t="0" r="0" b="0"/>
            <a:pathLst>
              <a:path w="489523" h="472889">
                <a:moveTo>
                  <a:pt x="0" y="667"/>
                </a:moveTo>
                <a:lnTo>
                  <a:pt x="55346" y="0"/>
                </a:lnTo>
                <a:lnTo>
                  <a:pt x="108045" y="6609"/>
                </a:lnTo>
                <a:lnTo>
                  <a:pt x="158099" y="20495"/>
                </a:lnTo>
                <a:lnTo>
                  <a:pt x="205508" y="41657"/>
                </a:lnTo>
                <a:lnTo>
                  <a:pt x="250270" y="70094"/>
                </a:lnTo>
                <a:lnTo>
                  <a:pt x="292386" y="105808"/>
                </a:lnTo>
                <a:lnTo>
                  <a:pt x="331857" y="148798"/>
                </a:lnTo>
                <a:lnTo>
                  <a:pt x="368682" y="199064"/>
                </a:lnTo>
                <a:lnTo>
                  <a:pt x="402861" y="256606"/>
                </a:lnTo>
                <a:lnTo>
                  <a:pt x="434394" y="321424"/>
                </a:lnTo>
                <a:lnTo>
                  <a:pt x="463281" y="393518"/>
                </a:lnTo>
                <a:lnTo>
                  <a:pt x="489523" y="472889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53" name="knowledge-cross-edge">
            <a:extLst>
              <a:ext uri="{FF2B5EF4-FFF2-40B4-BE49-F238E27FC236}">
                <a16:creationId xmlns:a16="http://schemas.microsoft.com/office/drawing/2014/main" id="{EBC4FF06-3004-43F8-B3DE-DEED66937047}"/>
              </a:ext>
            </a:extLst>
          </p:cNvPr>
          <p:cNvSpPr>
            <a:spLocks noGrp="1"/>
          </p:cNvSpPr>
          <p:nvPr/>
        </p:nvSpPr>
        <p:spPr>
          <a:xfrm>
            <a:off x="3962541" y="6058386"/>
            <a:ext cx="577121" cy="240836"/>
          </a:xfrm>
          <a:custGeom>
            <a:avLst/>
            <a:gdLst/>
            <a:ahLst/>
            <a:cxnLst/>
            <a:rect l="0" t="0" r="0" b="0"/>
            <a:pathLst>
              <a:path w="577121" h="240836">
                <a:moveTo>
                  <a:pt x="0" y="240836"/>
                </a:moveTo>
                <a:lnTo>
                  <a:pt x="33541" y="202278"/>
                </a:lnTo>
                <a:lnTo>
                  <a:pt x="69728" y="167082"/>
                </a:lnTo>
                <a:lnTo>
                  <a:pt x="108561" y="135248"/>
                </a:lnTo>
                <a:lnTo>
                  <a:pt x="150040" y="106775"/>
                </a:lnTo>
                <a:lnTo>
                  <a:pt x="194165" y="81663"/>
                </a:lnTo>
                <a:lnTo>
                  <a:pt x="240935" y="59913"/>
                </a:lnTo>
                <a:lnTo>
                  <a:pt x="290352" y="41524"/>
                </a:lnTo>
                <a:lnTo>
                  <a:pt x="342414" y="26496"/>
                </a:lnTo>
                <a:lnTo>
                  <a:pt x="397122" y="14830"/>
                </a:lnTo>
                <a:lnTo>
                  <a:pt x="454476" y="6525"/>
                </a:lnTo>
                <a:lnTo>
                  <a:pt x="514475" y="1582"/>
                </a:lnTo>
                <a:lnTo>
                  <a:pt x="577121" y="0"/>
                </a:lnTo>
              </a:path>
            </a:pathLst>
          </a:custGeom>
          <a:noFill/>
          <a:ln w="4953">
            <a:solidFill>
              <a:srgbClr val="893E75">
                <a:alpha val="12000"/>
              </a:srgbClr>
            </a:solidFill>
            <a:prstDash val="solid"/>
          </a:ln>
        </p:spPr>
      </p:sp>
      <p:sp>
        <p:nvSpPr>
          <p:cNvPr id="154" name="knowledge-edge">
            <a:extLst>
              <a:ext uri="{FF2B5EF4-FFF2-40B4-BE49-F238E27FC236}">
                <a16:creationId xmlns:a16="http://schemas.microsoft.com/office/drawing/2014/main" id="{E74E5DA8-2712-4C1F-9F59-95A34A9AE9FE}"/>
              </a:ext>
            </a:extLst>
          </p:cNvPr>
          <p:cNvSpPr>
            <a:spLocks noGrp="1"/>
          </p:cNvSpPr>
          <p:nvPr/>
        </p:nvSpPr>
        <p:spPr>
          <a:xfrm>
            <a:off x="4044909" y="6653055"/>
            <a:ext cx="407156" cy="118388"/>
          </a:xfrm>
          <a:custGeom>
            <a:avLst/>
            <a:gdLst/>
            <a:ahLst/>
            <a:cxnLst/>
            <a:rect l="0" t="0" r="0" b="0"/>
            <a:pathLst>
              <a:path w="407156" h="118388">
                <a:moveTo>
                  <a:pt x="0" y="35168"/>
                </a:moveTo>
                <a:lnTo>
                  <a:pt x="29083" y="22367"/>
                </a:lnTo>
                <a:lnTo>
                  <a:pt x="58165" y="12449"/>
                </a:lnTo>
                <a:lnTo>
                  <a:pt x="87248" y="5415"/>
                </a:lnTo>
                <a:lnTo>
                  <a:pt x="116330" y="1266"/>
                </a:lnTo>
                <a:lnTo>
                  <a:pt x="145413" y="0"/>
                </a:lnTo>
                <a:lnTo>
                  <a:pt x="174495" y="1618"/>
                </a:lnTo>
                <a:lnTo>
                  <a:pt x="203578" y="6121"/>
                </a:lnTo>
                <a:lnTo>
                  <a:pt x="232660" y="13507"/>
                </a:lnTo>
                <a:lnTo>
                  <a:pt x="261743" y="23777"/>
                </a:lnTo>
                <a:lnTo>
                  <a:pt x="290826" y="36931"/>
                </a:lnTo>
                <a:lnTo>
                  <a:pt x="319908" y="52970"/>
                </a:lnTo>
                <a:lnTo>
                  <a:pt x="348991" y="71892"/>
                </a:lnTo>
                <a:lnTo>
                  <a:pt x="378073" y="93698"/>
                </a:lnTo>
                <a:lnTo>
                  <a:pt x="407156" y="118388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55" name="knowledge-cross-edge">
            <a:extLst>
              <a:ext uri="{FF2B5EF4-FFF2-40B4-BE49-F238E27FC236}">
                <a16:creationId xmlns:a16="http://schemas.microsoft.com/office/drawing/2014/main" id="{F9F9B22F-1731-46BD-B80D-D6F16CA9D040}"/>
              </a:ext>
            </a:extLst>
          </p:cNvPr>
          <p:cNvSpPr>
            <a:spLocks noGrp="1"/>
          </p:cNvSpPr>
          <p:nvPr/>
        </p:nvSpPr>
        <p:spPr>
          <a:xfrm>
            <a:off x="4044909" y="6491452"/>
            <a:ext cx="228083" cy="196772"/>
          </a:xfrm>
          <a:custGeom>
            <a:avLst/>
            <a:gdLst/>
            <a:ahLst/>
            <a:cxnLst/>
            <a:rect l="0" t="0" r="0" b="0"/>
            <a:pathLst>
              <a:path w="228083" h="196772">
                <a:moveTo>
                  <a:pt x="0" y="196772"/>
                </a:moveTo>
                <a:lnTo>
                  <a:pt x="4455" y="167097"/>
                </a:lnTo>
                <a:lnTo>
                  <a:pt x="11555" y="139836"/>
                </a:lnTo>
                <a:lnTo>
                  <a:pt x="21302" y="114989"/>
                </a:lnTo>
                <a:lnTo>
                  <a:pt x="33694" y="92557"/>
                </a:lnTo>
                <a:lnTo>
                  <a:pt x="48732" y="72538"/>
                </a:lnTo>
                <a:lnTo>
                  <a:pt x="66416" y="54933"/>
                </a:lnTo>
                <a:lnTo>
                  <a:pt x="86746" y="39743"/>
                </a:lnTo>
                <a:lnTo>
                  <a:pt x="109722" y="26966"/>
                </a:lnTo>
                <a:lnTo>
                  <a:pt x="135343" y="16604"/>
                </a:lnTo>
                <a:lnTo>
                  <a:pt x="163611" y="8655"/>
                </a:lnTo>
                <a:lnTo>
                  <a:pt x="194524" y="3120"/>
                </a:lnTo>
                <a:lnTo>
                  <a:pt x="228083" y="0"/>
                </a:lnTo>
              </a:path>
            </a:pathLst>
          </a:custGeom>
          <a:noFill/>
          <a:ln w="4953">
            <a:solidFill>
              <a:srgbClr val="893E75">
                <a:alpha val="12000"/>
              </a:srgbClr>
            </a:solidFill>
            <a:prstDash val="solid"/>
          </a:ln>
        </p:spPr>
      </p:sp>
      <p:sp>
        <p:nvSpPr>
          <p:cNvPr id="156" name="knowledge-edge">
            <a:extLst>
              <a:ext uri="{FF2B5EF4-FFF2-40B4-BE49-F238E27FC236}">
                <a16:creationId xmlns:a16="http://schemas.microsoft.com/office/drawing/2014/main" id="{0287FD4F-0C29-4570-8AB4-0A62846B347E}"/>
              </a:ext>
            </a:extLst>
          </p:cNvPr>
          <p:cNvSpPr>
            <a:spLocks noGrp="1"/>
          </p:cNvSpPr>
          <p:nvPr/>
        </p:nvSpPr>
        <p:spPr>
          <a:xfrm>
            <a:off x="3899473" y="6917401"/>
            <a:ext cx="485285" cy="77433"/>
          </a:xfrm>
          <a:custGeom>
            <a:avLst/>
            <a:gdLst/>
            <a:ahLst/>
            <a:cxnLst/>
            <a:rect l="0" t="0" r="0" b="0"/>
            <a:pathLst>
              <a:path w="485285" h="77433">
                <a:moveTo>
                  <a:pt x="0" y="77433"/>
                </a:moveTo>
                <a:lnTo>
                  <a:pt x="34663" y="70362"/>
                </a:lnTo>
                <a:lnTo>
                  <a:pt x="69326" y="63528"/>
                </a:lnTo>
                <a:lnTo>
                  <a:pt x="103990" y="56930"/>
                </a:lnTo>
                <a:lnTo>
                  <a:pt x="138653" y="50570"/>
                </a:lnTo>
                <a:lnTo>
                  <a:pt x="173316" y="44446"/>
                </a:lnTo>
                <a:lnTo>
                  <a:pt x="207979" y="38560"/>
                </a:lnTo>
                <a:lnTo>
                  <a:pt x="242643" y="32910"/>
                </a:lnTo>
                <a:lnTo>
                  <a:pt x="277306" y="27498"/>
                </a:lnTo>
                <a:lnTo>
                  <a:pt x="311969" y="22323"/>
                </a:lnTo>
                <a:lnTo>
                  <a:pt x="346632" y="17384"/>
                </a:lnTo>
                <a:lnTo>
                  <a:pt x="381295" y="12683"/>
                </a:lnTo>
                <a:lnTo>
                  <a:pt x="415959" y="8218"/>
                </a:lnTo>
                <a:lnTo>
                  <a:pt x="450622" y="3991"/>
                </a:lnTo>
                <a:lnTo>
                  <a:pt x="485285" y="0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57" name="knowledge-cross-edge">
            <a:extLst>
              <a:ext uri="{FF2B5EF4-FFF2-40B4-BE49-F238E27FC236}">
                <a16:creationId xmlns:a16="http://schemas.microsoft.com/office/drawing/2014/main" id="{73B1704E-A220-4455-88E7-ADEE98DF5D03}"/>
              </a:ext>
            </a:extLst>
          </p:cNvPr>
          <p:cNvSpPr>
            <a:spLocks noGrp="1"/>
          </p:cNvSpPr>
          <p:nvPr/>
        </p:nvSpPr>
        <p:spPr>
          <a:xfrm>
            <a:off x="3899473" y="6941658"/>
            <a:ext cx="425340" cy="199570"/>
          </a:xfrm>
          <a:custGeom>
            <a:avLst/>
            <a:gdLst/>
            <a:ahLst/>
            <a:cxnLst/>
            <a:rect l="0" t="0" r="0" b="0"/>
            <a:pathLst>
              <a:path w="425340" h="199570">
                <a:moveTo>
                  <a:pt x="0" y="53177"/>
                </a:moveTo>
                <a:lnTo>
                  <a:pt x="49997" y="30322"/>
                </a:lnTo>
                <a:lnTo>
                  <a:pt x="97348" y="13841"/>
                </a:lnTo>
                <a:lnTo>
                  <a:pt x="142054" y="3734"/>
                </a:lnTo>
                <a:lnTo>
                  <a:pt x="184113" y="0"/>
                </a:lnTo>
                <a:lnTo>
                  <a:pt x="223527" y="2639"/>
                </a:lnTo>
                <a:lnTo>
                  <a:pt x="260295" y="11652"/>
                </a:lnTo>
                <a:lnTo>
                  <a:pt x="294417" y="27038"/>
                </a:lnTo>
                <a:lnTo>
                  <a:pt x="325893" y="48798"/>
                </a:lnTo>
                <a:lnTo>
                  <a:pt x="354724" y="76931"/>
                </a:lnTo>
                <a:lnTo>
                  <a:pt x="380908" y="111437"/>
                </a:lnTo>
                <a:lnTo>
                  <a:pt x="404447" y="152317"/>
                </a:lnTo>
                <a:lnTo>
                  <a:pt x="425340" y="199570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58" name="knowledge-edge">
            <a:extLst>
              <a:ext uri="{FF2B5EF4-FFF2-40B4-BE49-F238E27FC236}">
                <a16:creationId xmlns:a16="http://schemas.microsoft.com/office/drawing/2014/main" id="{0644E62E-A64C-45EC-B4B1-D13EB2F13336}"/>
              </a:ext>
            </a:extLst>
          </p:cNvPr>
          <p:cNvSpPr>
            <a:spLocks noGrp="1"/>
          </p:cNvSpPr>
          <p:nvPr/>
        </p:nvSpPr>
        <p:spPr>
          <a:xfrm>
            <a:off x="3919307" y="7048137"/>
            <a:ext cx="405506" cy="93092"/>
          </a:xfrm>
          <a:custGeom>
            <a:avLst/>
            <a:gdLst/>
            <a:ahLst/>
            <a:cxnLst/>
            <a:rect l="0" t="0" r="0" b="0"/>
            <a:pathLst>
              <a:path w="405506" h="93092">
                <a:moveTo>
                  <a:pt x="0" y="43062"/>
                </a:moveTo>
                <a:lnTo>
                  <a:pt x="28965" y="29166"/>
                </a:lnTo>
                <a:lnTo>
                  <a:pt x="57929" y="17958"/>
                </a:lnTo>
                <a:lnTo>
                  <a:pt x="86894" y="9437"/>
                </a:lnTo>
                <a:lnTo>
                  <a:pt x="115859" y="3604"/>
                </a:lnTo>
                <a:lnTo>
                  <a:pt x="144824" y="458"/>
                </a:lnTo>
                <a:lnTo>
                  <a:pt x="173788" y="0"/>
                </a:lnTo>
                <a:lnTo>
                  <a:pt x="202753" y="2230"/>
                </a:lnTo>
                <a:lnTo>
                  <a:pt x="231718" y="7147"/>
                </a:lnTo>
                <a:lnTo>
                  <a:pt x="260683" y="14752"/>
                </a:lnTo>
                <a:lnTo>
                  <a:pt x="289647" y="25045"/>
                </a:lnTo>
                <a:lnTo>
                  <a:pt x="318612" y="38025"/>
                </a:lnTo>
                <a:lnTo>
                  <a:pt x="347577" y="53693"/>
                </a:lnTo>
                <a:lnTo>
                  <a:pt x="376542" y="72048"/>
                </a:lnTo>
                <a:lnTo>
                  <a:pt x="405506" y="93092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59" name="knowledge-cross-edge">
            <a:extLst>
              <a:ext uri="{FF2B5EF4-FFF2-40B4-BE49-F238E27FC236}">
                <a16:creationId xmlns:a16="http://schemas.microsoft.com/office/drawing/2014/main" id="{981263E0-AC1E-494D-8BD1-8015BBF1F520}"/>
              </a:ext>
            </a:extLst>
          </p:cNvPr>
          <p:cNvSpPr>
            <a:spLocks noGrp="1"/>
          </p:cNvSpPr>
          <p:nvPr/>
        </p:nvSpPr>
        <p:spPr>
          <a:xfrm>
            <a:off x="3919307" y="7091199"/>
            <a:ext cx="439765" cy="86184"/>
          </a:xfrm>
          <a:custGeom>
            <a:avLst/>
            <a:gdLst/>
            <a:ahLst/>
            <a:cxnLst/>
            <a:rect l="0" t="0" r="0" b="0"/>
            <a:pathLst>
              <a:path w="439765" h="86184">
                <a:moveTo>
                  <a:pt x="0" y="0"/>
                </a:moveTo>
                <a:lnTo>
                  <a:pt x="51199" y="4414"/>
                </a:lnTo>
                <a:lnTo>
                  <a:pt x="99753" y="9332"/>
                </a:lnTo>
                <a:lnTo>
                  <a:pt x="145660" y="14753"/>
                </a:lnTo>
                <a:lnTo>
                  <a:pt x="188922" y="20677"/>
                </a:lnTo>
                <a:lnTo>
                  <a:pt x="229538" y="27104"/>
                </a:lnTo>
                <a:lnTo>
                  <a:pt x="267508" y="34034"/>
                </a:lnTo>
                <a:lnTo>
                  <a:pt x="302832" y="41468"/>
                </a:lnTo>
                <a:lnTo>
                  <a:pt x="335510" y="49405"/>
                </a:lnTo>
                <a:lnTo>
                  <a:pt x="365543" y="57845"/>
                </a:lnTo>
                <a:lnTo>
                  <a:pt x="392929" y="66788"/>
                </a:lnTo>
                <a:lnTo>
                  <a:pt x="417670" y="76235"/>
                </a:lnTo>
                <a:lnTo>
                  <a:pt x="439765" y="86184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60" name="knowledge-long-edge">
            <a:extLst>
              <a:ext uri="{FF2B5EF4-FFF2-40B4-BE49-F238E27FC236}">
                <a16:creationId xmlns:a16="http://schemas.microsoft.com/office/drawing/2014/main" id="{2FEA4A09-7544-4793-887D-61B9A6124F88}"/>
              </a:ext>
            </a:extLst>
          </p:cNvPr>
          <p:cNvSpPr>
            <a:spLocks noGrp="1"/>
          </p:cNvSpPr>
          <p:nvPr/>
        </p:nvSpPr>
        <p:spPr>
          <a:xfrm>
            <a:off x="3919307" y="6745383"/>
            <a:ext cx="958942" cy="345816"/>
          </a:xfrm>
          <a:custGeom>
            <a:avLst/>
            <a:gdLst/>
            <a:ahLst/>
            <a:cxnLst/>
            <a:rect l="0" t="0" r="0" b="0"/>
            <a:pathLst>
              <a:path w="958942" h="345816">
                <a:moveTo>
                  <a:pt x="0" y="345816"/>
                </a:moveTo>
                <a:lnTo>
                  <a:pt x="59934" y="271502"/>
                </a:lnTo>
                <a:lnTo>
                  <a:pt x="119868" y="206160"/>
                </a:lnTo>
                <a:lnTo>
                  <a:pt x="179802" y="149790"/>
                </a:lnTo>
                <a:lnTo>
                  <a:pt x="239735" y="102394"/>
                </a:lnTo>
                <a:lnTo>
                  <a:pt x="299669" y="63970"/>
                </a:lnTo>
                <a:lnTo>
                  <a:pt x="359603" y="34518"/>
                </a:lnTo>
                <a:lnTo>
                  <a:pt x="419537" y="14040"/>
                </a:lnTo>
                <a:lnTo>
                  <a:pt x="479471" y="2533"/>
                </a:lnTo>
                <a:lnTo>
                  <a:pt x="539405" y="0"/>
                </a:lnTo>
                <a:lnTo>
                  <a:pt x="599339" y="6439"/>
                </a:lnTo>
                <a:lnTo>
                  <a:pt x="659272" y="21851"/>
                </a:lnTo>
                <a:lnTo>
                  <a:pt x="719206" y="46236"/>
                </a:lnTo>
                <a:lnTo>
                  <a:pt x="779140" y="79593"/>
                </a:lnTo>
                <a:lnTo>
                  <a:pt x="839074" y="121922"/>
                </a:lnTo>
                <a:lnTo>
                  <a:pt x="899008" y="173225"/>
                </a:lnTo>
                <a:lnTo>
                  <a:pt x="958942" y="233500"/>
                </a:lnTo>
              </a:path>
            </a:pathLst>
          </a:custGeom>
          <a:noFill/>
          <a:ln w="4286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161" name="knowledge-edge">
            <a:extLst>
              <a:ext uri="{FF2B5EF4-FFF2-40B4-BE49-F238E27FC236}">
                <a16:creationId xmlns:a16="http://schemas.microsoft.com/office/drawing/2014/main" id="{EB9E3D15-9B4D-421A-B42C-EF083A71FC3C}"/>
              </a:ext>
            </a:extLst>
          </p:cNvPr>
          <p:cNvSpPr>
            <a:spLocks noGrp="1"/>
          </p:cNvSpPr>
          <p:nvPr/>
        </p:nvSpPr>
        <p:spPr>
          <a:xfrm>
            <a:off x="4125882" y="7147281"/>
            <a:ext cx="233190" cy="81471"/>
          </a:xfrm>
          <a:custGeom>
            <a:avLst/>
            <a:gdLst/>
            <a:ahLst/>
            <a:cxnLst/>
            <a:rect l="0" t="0" r="0" b="0"/>
            <a:pathLst>
              <a:path w="233190" h="81471">
                <a:moveTo>
                  <a:pt x="0" y="81471"/>
                </a:moveTo>
                <a:lnTo>
                  <a:pt x="16656" y="63806"/>
                </a:lnTo>
                <a:lnTo>
                  <a:pt x="33313" y="48294"/>
                </a:lnTo>
                <a:lnTo>
                  <a:pt x="49969" y="34935"/>
                </a:lnTo>
                <a:lnTo>
                  <a:pt x="66626" y="23729"/>
                </a:lnTo>
                <a:lnTo>
                  <a:pt x="83282" y="14677"/>
                </a:lnTo>
                <a:lnTo>
                  <a:pt x="99938" y="7778"/>
                </a:lnTo>
                <a:lnTo>
                  <a:pt x="116595" y="3032"/>
                </a:lnTo>
                <a:lnTo>
                  <a:pt x="133251" y="439"/>
                </a:lnTo>
                <a:lnTo>
                  <a:pt x="149908" y="0"/>
                </a:lnTo>
                <a:lnTo>
                  <a:pt x="166564" y="1714"/>
                </a:lnTo>
                <a:lnTo>
                  <a:pt x="183221" y="5581"/>
                </a:lnTo>
                <a:lnTo>
                  <a:pt x="199877" y="11602"/>
                </a:lnTo>
                <a:lnTo>
                  <a:pt x="216533" y="19775"/>
                </a:lnTo>
                <a:lnTo>
                  <a:pt x="233190" y="30102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62" name="knowledge-cross-edge">
            <a:extLst>
              <a:ext uri="{FF2B5EF4-FFF2-40B4-BE49-F238E27FC236}">
                <a16:creationId xmlns:a16="http://schemas.microsoft.com/office/drawing/2014/main" id="{47293290-D2C1-4760-8533-CFB52A76D3DD}"/>
              </a:ext>
            </a:extLst>
          </p:cNvPr>
          <p:cNvSpPr>
            <a:spLocks noGrp="1"/>
          </p:cNvSpPr>
          <p:nvPr/>
        </p:nvSpPr>
        <p:spPr>
          <a:xfrm>
            <a:off x="4125882" y="7107172"/>
            <a:ext cx="198931" cy="121581"/>
          </a:xfrm>
          <a:custGeom>
            <a:avLst/>
            <a:gdLst/>
            <a:ahLst/>
            <a:cxnLst/>
            <a:rect l="0" t="0" r="0" b="0"/>
            <a:pathLst>
              <a:path w="198931" h="121581">
                <a:moveTo>
                  <a:pt x="0" y="121581"/>
                </a:moveTo>
                <a:lnTo>
                  <a:pt x="2025" y="92551"/>
                </a:lnTo>
                <a:lnTo>
                  <a:pt x="6697" y="67474"/>
                </a:lnTo>
                <a:lnTo>
                  <a:pt x="14014" y="46348"/>
                </a:lnTo>
                <a:lnTo>
                  <a:pt x="23977" y="29175"/>
                </a:lnTo>
                <a:lnTo>
                  <a:pt x="36586" y="15953"/>
                </a:lnTo>
                <a:lnTo>
                  <a:pt x="51840" y="6684"/>
                </a:lnTo>
                <a:lnTo>
                  <a:pt x="69741" y="1366"/>
                </a:lnTo>
                <a:lnTo>
                  <a:pt x="90287" y="0"/>
                </a:lnTo>
                <a:lnTo>
                  <a:pt x="113479" y="2586"/>
                </a:lnTo>
                <a:lnTo>
                  <a:pt x="139317" y="9124"/>
                </a:lnTo>
                <a:lnTo>
                  <a:pt x="167801" y="19614"/>
                </a:lnTo>
                <a:lnTo>
                  <a:pt x="198931" y="34056"/>
                </a:lnTo>
              </a:path>
            </a:pathLst>
          </a:custGeom>
          <a:noFill/>
          <a:ln w="4953">
            <a:solidFill>
              <a:srgbClr val="893E75">
                <a:alpha val="12000"/>
              </a:srgbClr>
            </a:solidFill>
            <a:prstDash val="solid"/>
          </a:ln>
        </p:spPr>
      </p:sp>
      <p:sp>
        <p:nvSpPr>
          <p:cNvPr id="163" name="knowledge-edge">
            <a:extLst>
              <a:ext uri="{FF2B5EF4-FFF2-40B4-BE49-F238E27FC236}">
                <a16:creationId xmlns:a16="http://schemas.microsoft.com/office/drawing/2014/main" id="{F8D02712-D070-4E24-86E0-DCA53698B5E2}"/>
              </a:ext>
            </a:extLst>
          </p:cNvPr>
          <p:cNvSpPr>
            <a:spLocks noGrp="1"/>
          </p:cNvSpPr>
          <p:nvPr/>
        </p:nvSpPr>
        <p:spPr>
          <a:xfrm>
            <a:off x="4450581" y="5793100"/>
            <a:ext cx="265104" cy="109764"/>
          </a:xfrm>
          <a:custGeom>
            <a:avLst/>
            <a:gdLst/>
            <a:ahLst/>
            <a:cxnLst/>
            <a:rect l="0" t="0" r="0" b="0"/>
            <a:pathLst>
              <a:path w="265104" h="109764">
                <a:moveTo>
                  <a:pt x="0" y="0"/>
                </a:moveTo>
                <a:lnTo>
                  <a:pt x="18936" y="22146"/>
                </a:lnTo>
                <a:lnTo>
                  <a:pt x="37872" y="41804"/>
                </a:lnTo>
                <a:lnTo>
                  <a:pt x="56808" y="58975"/>
                </a:lnTo>
                <a:lnTo>
                  <a:pt x="75744" y="73659"/>
                </a:lnTo>
                <a:lnTo>
                  <a:pt x="94680" y="85855"/>
                </a:lnTo>
                <a:lnTo>
                  <a:pt x="113616" y="95563"/>
                </a:lnTo>
                <a:lnTo>
                  <a:pt x="132552" y="102784"/>
                </a:lnTo>
                <a:lnTo>
                  <a:pt x="151488" y="107518"/>
                </a:lnTo>
                <a:lnTo>
                  <a:pt x="170424" y="109764"/>
                </a:lnTo>
                <a:lnTo>
                  <a:pt x="189360" y="109523"/>
                </a:lnTo>
                <a:lnTo>
                  <a:pt x="208296" y="106794"/>
                </a:lnTo>
                <a:lnTo>
                  <a:pt x="227232" y="101577"/>
                </a:lnTo>
                <a:lnTo>
                  <a:pt x="246168" y="93873"/>
                </a:lnTo>
                <a:lnTo>
                  <a:pt x="265104" y="83682"/>
                </a:lnTo>
              </a:path>
            </a:pathLst>
          </a:custGeom>
          <a:noFill/>
          <a:ln w="6477">
            <a:solidFill>
              <a:srgbClr val="9A3F69">
                <a:alpha val="17000"/>
              </a:srgbClr>
            </a:solidFill>
            <a:prstDash val="solid"/>
          </a:ln>
        </p:spPr>
      </p:sp>
      <p:sp>
        <p:nvSpPr>
          <p:cNvPr id="164" name="knowledge-cross-edge">
            <a:extLst>
              <a:ext uri="{FF2B5EF4-FFF2-40B4-BE49-F238E27FC236}">
                <a16:creationId xmlns:a16="http://schemas.microsoft.com/office/drawing/2014/main" id="{60E4FF1C-A783-4124-87A4-08B95E14306E}"/>
              </a:ext>
            </a:extLst>
          </p:cNvPr>
          <p:cNvSpPr>
            <a:spLocks noGrp="1"/>
          </p:cNvSpPr>
          <p:nvPr/>
        </p:nvSpPr>
        <p:spPr>
          <a:xfrm>
            <a:off x="4450581" y="5793100"/>
            <a:ext cx="201939" cy="426167"/>
          </a:xfrm>
          <a:custGeom>
            <a:avLst/>
            <a:gdLst/>
            <a:ahLst/>
            <a:cxnLst/>
            <a:rect l="0" t="0" r="0" b="0"/>
            <a:pathLst>
              <a:path w="201939" h="426167">
                <a:moveTo>
                  <a:pt x="0" y="0"/>
                </a:moveTo>
                <a:lnTo>
                  <a:pt x="31380" y="4550"/>
                </a:lnTo>
                <a:lnTo>
                  <a:pt x="60115" y="14730"/>
                </a:lnTo>
                <a:lnTo>
                  <a:pt x="86204" y="30540"/>
                </a:lnTo>
                <a:lnTo>
                  <a:pt x="109646" y="51980"/>
                </a:lnTo>
                <a:lnTo>
                  <a:pt x="130443" y="79049"/>
                </a:lnTo>
                <a:lnTo>
                  <a:pt x="148595" y="111748"/>
                </a:lnTo>
                <a:lnTo>
                  <a:pt x="164100" y="150077"/>
                </a:lnTo>
                <a:lnTo>
                  <a:pt x="176960" y="194035"/>
                </a:lnTo>
                <a:lnTo>
                  <a:pt x="187173" y="243623"/>
                </a:lnTo>
                <a:lnTo>
                  <a:pt x="194741" y="298842"/>
                </a:lnTo>
                <a:lnTo>
                  <a:pt x="199663" y="359689"/>
                </a:lnTo>
                <a:lnTo>
                  <a:pt x="201939" y="426167"/>
                </a:lnTo>
              </a:path>
            </a:pathLst>
          </a:custGeom>
          <a:noFill/>
          <a:ln w="5334">
            <a:solidFill>
              <a:srgbClr val="9A3F69">
                <a:alpha val="13000"/>
              </a:srgbClr>
            </a:solidFill>
            <a:prstDash val="solid"/>
          </a:ln>
        </p:spPr>
      </p:sp>
      <p:sp>
        <p:nvSpPr>
          <p:cNvPr id="165" name="knowledge-edge">
            <a:extLst>
              <a:ext uri="{FF2B5EF4-FFF2-40B4-BE49-F238E27FC236}">
                <a16:creationId xmlns:a16="http://schemas.microsoft.com/office/drawing/2014/main" id="{16EBA686-6A20-46D3-910E-412970A1879A}"/>
              </a:ext>
            </a:extLst>
          </p:cNvPr>
          <p:cNvSpPr>
            <a:spLocks noGrp="1"/>
          </p:cNvSpPr>
          <p:nvPr/>
        </p:nvSpPr>
        <p:spPr>
          <a:xfrm>
            <a:off x="4539662" y="6058386"/>
            <a:ext cx="112858" cy="160881"/>
          </a:xfrm>
          <a:custGeom>
            <a:avLst/>
            <a:gdLst/>
            <a:ahLst/>
            <a:cxnLst/>
            <a:rect l="0" t="0" r="0" b="0"/>
            <a:pathLst>
              <a:path w="112858" h="160881">
                <a:moveTo>
                  <a:pt x="0" y="0"/>
                </a:moveTo>
                <a:lnTo>
                  <a:pt x="8061" y="8774"/>
                </a:lnTo>
                <a:lnTo>
                  <a:pt x="16123" y="17967"/>
                </a:lnTo>
                <a:lnTo>
                  <a:pt x="24184" y="27577"/>
                </a:lnTo>
                <a:lnTo>
                  <a:pt x="32245" y="37606"/>
                </a:lnTo>
                <a:lnTo>
                  <a:pt x="40306" y="48052"/>
                </a:lnTo>
                <a:lnTo>
                  <a:pt x="48368" y="58917"/>
                </a:lnTo>
                <a:lnTo>
                  <a:pt x="56429" y="70199"/>
                </a:lnTo>
                <a:lnTo>
                  <a:pt x="64490" y="81900"/>
                </a:lnTo>
                <a:lnTo>
                  <a:pt x="72552" y="94018"/>
                </a:lnTo>
                <a:lnTo>
                  <a:pt x="80613" y="106555"/>
                </a:lnTo>
                <a:lnTo>
                  <a:pt x="88674" y="119509"/>
                </a:lnTo>
                <a:lnTo>
                  <a:pt x="96736" y="132882"/>
                </a:lnTo>
                <a:lnTo>
                  <a:pt x="104797" y="146672"/>
                </a:lnTo>
                <a:lnTo>
                  <a:pt x="112858" y="160881"/>
                </a:lnTo>
              </a:path>
            </a:pathLst>
          </a:custGeom>
          <a:noFill/>
          <a:ln w="6477">
            <a:solidFill>
              <a:srgbClr val="9A3F69">
                <a:alpha val="17000"/>
              </a:srgbClr>
            </a:solidFill>
            <a:prstDash val="solid"/>
          </a:ln>
        </p:spPr>
      </p:sp>
      <p:sp>
        <p:nvSpPr>
          <p:cNvPr id="166" name="knowledge-cross-edge">
            <a:extLst>
              <a:ext uri="{FF2B5EF4-FFF2-40B4-BE49-F238E27FC236}">
                <a16:creationId xmlns:a16="http://schemas.microsoft.com/office/drawing/2014/main" id="{B50052C1-7F1D-470F-8840-21B530B5CA3F}"/>
              </a:ext>
            </a:extLst>
          </p:cNvPr>
          <p:cNvSpPr>
            <a:spLocks noGrp="1"/>
          </p:cNvSpPr>
          <p:nvPr/>
        </p:nvSpPr>
        <p:spPr>
          <a:xfrm>
            <a:off x="4539662" y="6058386"/>
            <a:ext cx="97313" cy="485004"/>
          </a:xfrm>
          <a:custGeom>
            <a:avLst/>
            <a:gdLst/>
            <a:ahLst/>
            <a:cxnLst/>
            <a:rect l="0" t="0" r="0" b="0"/>
            <a:pathLst>
              <a:path w="97313" h="485004">
                <a:moveTo>
                  <a:pt x="0" y="0"/>
                </a:moveTo>
                <a:lnTo>
                  <a:pt x="21396" y="1942"/>
                </a:lnTo>
                <a:lnTo>
                  <a:pt x="40146" y="10880"/>
                </a:lnTo>
                <a:lnTo>
                  <a:pt x="56250" y="26813"/>
                </a:lnTo>
                <a:lnTo>
                  <a:pt x="69708" y="49741"/>
                </a:lnTo>
                <a:lnTo>
                  <a:pt x="80521" y="79665"/>
                </a:lnTo>
                <a:lnTo>
                  <a:pt x="88688" y="116585"/>
                </a:lnTo>
                <a:lnTo>
                  <a:pt x="94208" y="160499"/>
                </a:lnTo>
                <a:lnTo>
                  <a:pt x="97083" y="211409"/>
                </a:lnTo>
                <a:lnTo>
                  <a:pt x="97313" y="269315"/>
                </a:lnTo>
                <a:lnTo>
                  <a:pt x="94896" y="334216"/>
                </a:lnTo>
                <a:lnTo>
                  <a:pt x="89833" y="406112"/>
                </a:lnTo>
                <a:lnTo>
                  <a:pt x="82125" y="485004"/>
                </a:lnTo>
              </a:path>
            </a:pathLst>
          </a:custGeom>
          <a:noFill/>
          <a:ln w="5334">
            <a:solidFill>
              <a:srgbClr val="9A3F69">
                <a:alpha val="13000"/>
              </a:srgbClr>
            </a:solidFill>
            <a:prstDash val="solid"/>
          </a:ln>
        </p:spPr>
      </p:sp>
      <p:sp>
        <p:nvSpPr>
          <p:cNvPr id="167" name="knowledge-cross-edge">
            <a:extLst>
              <a:ext uri="{FF2B5EF4-FFF2-40B4-BE49-F238E27FC236}">
                <a16:creationId xmlns:a16="http://schemas.microsoft.com/office/drawing/2014/main" id="{6668EE21-5BBF-45FF-817F-2A1B3C064A22}"/>
              </a:ext>
            </a:extLst>
          </p:cNvPr>
          <p:cNvSpPr>
            <a:spLocks noGrp="1"/>
          </p:cNvSpPr>
          <p:nvPr/>
        </p:nvSpPr>
        <p:spPr>
          <a:xfrm>
            <a:off x="4539662" y="5876781"/>
            <a:ext cx="176023" cy="181604"/>
          </a:xfrm>
          <a:custGeom>
            <a:avLst/>
            <a:gdLst/>
            <a:ahLst/>
            <a:cxnLst/>
            <a:rect l="0" t="0" r="0" b="0"/>
            <a:pathLst>
              <a:path w="176023" h="181604">
                <a:moveTo>
                  <a:pt x="0" y="181604"/>
                </a:moveTo>
                <a:lnTo>
                  <a:pt x="116" y="163657"/>
                </a:lnTo>
                <a:lnTo>
                  <a:pt x="2879" y="146220"/>
                </a:lnTo>
                <a:lnTo>
                  <a:pt x="8287" y="129296"/>
                </a:lnTo>
                <a:lnTo>
                  <a:pt x="16341" y="112883"/>
                </a:lnTo>
                <a:lnTo>
                  <a:pt x="27041" y="96982"/>
                </a:lnTo>
                <a:lnTo>
                  <a:pt x="40386" y="81592"/>
                </a:lnTo>
                <a:lnTo>
                  <a:pt x="56378" y="66714"/>
                </a:lnTo>
                <a:lnTo>
                  <a:pt x="75015" y="52348"/>
                </a:lnTo>
                <a:lnTo>
                  <a:pt x="96298" y="38494"/>
                </a:lnTo>
                <a:lnTo>
                  <a:pt x="120227" y="25151"/>
                </a:lnTo>
                <a:lnTo>
                  <a:pt x="146802" y="12320"/>
                </a:lnTo>
                <a:lnTo>
                  <a:pt x="176023" y="0"/>
                </a:lnTo>
              </a:path>
            </a:pathLst>
          </a:custGeom>
          <a:noFill/>
          <a:ln w="4953">
            <a:solidFill>
              <a:srgbClr val="9A3F69">
                <a:alpha val="12000"/>
              </a:srgbClr>
            </a:solidFill>
            <a:prstDash val="solid"/>
          </a:ln>
        </p:spPr>
      </p:sp>
      <p:sp>
        <p:nvSpPr>
          <p:cNvPr id="168" name="knowledge-long-edge">
            <a:extLst>
              <a:ext uri="{FF2B5EF4-FFF2-40B4-BE49-F238E27FC236}">
                <a16:creationId xmlns:a16="http://schemas.microsoft.com/office/drawing/2014/main" id="{DA6FB881-5935-43C0-8BE6-0FAC7CC5DEF8}"/>
              </a:ext>
            </a:extLst>
          </p:cNvPr>
          <p:cNvSpPr>
            <a:spLocks noGrp="1"/>
          </p:cNvSpPr>
          <p:nvPr/>
        </p:nvSpPr>
        <p:spPr>
          <a:xfrm>
            <a:off x="4539662" y="5614082"/>
            <a:ext cx="675656" cy="444304"/>
          </a:xfrm>
          <a:custGeom>
            <a:avLst/>
            <a:gdLst/>
            <a:ahLst/>
            <a:cxnLst/>
            <a:rect l="0" t="0" r="0" b="0"/>
            <a:pathLst>
              <a:path w="675656" h="444304">
                <a:moveTo>
                  <a:pt x="0" y="444304"/>
                </a:moveTo>
                <a:lnTo>
                  <a:pt x="42228" y="353819"/>
                </a:lnTo>
                <a:lnTo>
                  <a:pt x="84457" y="273613"/>
                </a:lnTo>
                <a:lnTo>
                  <a:pt x="126685" y="203687"/>
                </a:lnTo>
                <a:lnTo>
                  <a:pt x="168914" y="144041"/>
                </a:lnTo>
                <a:lnTo>
                  <a:pt x="211142" y="94674"/>
                </a:lnTo>
                <a:lnTo>
                  <a:pt x="253371" y="55586"/>
                </a:lnTo>
                <a:lnTo>
                  <a:pt x="295599" y="26778"/>
                </a:lnTo>
                <a:lnTo>
                  <a:pt x="337828" y="8249"/>
                </a:lnTo>
                <a:lnTo>
                  <a:pt x="380056" y="0"/>
                </a:lnTo>
                <a:lnTo>
                  <a:pt x="422285" y="2030"/>
                </a:lnTo>
                <a:lnTo>
                  <a:pt x="464513" y="14340"/>
                </a:lnTo>
                <a:lnTo>
                  <a:pt x="506742" y="36929"/>
                </a:lnTo>
                <a:lnTo>
                  <a:pt x="548970" y="69797"/>
                </a:lnTo>
                <a:lnTo>
                  <a:pt x="591199" y="112945"/>
                </a:lnTo>
                <a:lnTo>
                  <a:pt x="633427" y="166373"/>
                </a:lnTo>
                <a:lnTo>
                  <a:pt x="675656" y="230080"/>
                </a:lnTo>
              </a:path>
            </a:pathLst>
          </a:custGeom>
          <a:noFill/>
          <a:ln w="4286">
            <a:solidFill>
              <a:srgbClr val="9A3F69">
                <a:alpha val="9000"/>
              </a:srgbClr>
            </a:solidFill>
            <a:prstDash val="solid"/>
          </a:ln>
        </p:spPr>
      </p:sp>
      <p:sp>
        <p:nvSpPr>
          <p:cNvPr id="169" name="knowledge-edge">
            <a:extLst>
              <a:ext uri="{FF2B5EF4-FFF2-40B4-BE49-F238E27FC236}">
                <a16:creationId xmlns:a16="http://schemas.microsoft.com/office/drawing/2014/main" id="{1577F18F-FCA8-48AC-A245-FE57B8CA9A4F}"/>
              </a:ext>
            </a:extLst>
          </p:cNvPr>
          <p:cNvSpPr>
            <a:spLocks noGrp="1"/>
          </p:cNvSpPr>
          <p:nvPr/>
        </p:nvSpPr>
        <p:spPr>
          <a:xfrm>
            <a:off x="4272991" y="6491452"/>
            <a:ext cx="348796" cy="76749"/>
          </a:xfrm>
          <a:custGeom>
            <a:avLst/>
            <a:gdLst/>
            <a:ahLst/>
            <a:cxnLst/>
            <a:rect l="0" t="0" r="0" b="0"/>
            <a:pathLst>
              <a:path w="348796" h="76749">
                <a:moveTo>
                  <a:pt x="0" y="0"/>
                </a:moveTo>
                <a:lnTo>
                  <a:pt x="24914" y="16236"/>
                </a:lnTo>
                <a:lnTo>
                  <a:pt x="49828" y="30545"/>
                </a:lnTo>
                <a:lnTo>
                  <a:pt x="74742" y="42927"/>
                </a:lnTo>
                <a:lnTo>
                  <a:pt x="99656" y="53382"/>
                </a:lnTo>
                <a:lnTo>
                  <a:pt x="124570" y="61909"/>
                </a:lnTo>
                <a:lnTo>
                  <a:pt x="149484" y="68510"/>
                </a:lnTo>
                <a:lnTo>
                  <a:pt x="174398" y="73183"/>
                </a:lnTo>
                <a:lnTo>
                  <a:pt x="199312" y="75929"/>
                </a:lnTo>
                <a:lnTo>
                  <a:pt x="224226" y="76749"/>
                </a:lnTo>
                <a:lnTo>
                  <a:pt x="249140" y="75641"/>
                </a:lnTo>
                <a:lnTo>
                  <a:pt x="274054" y="72606"/>
                </a:lnTo>
                <a:lnTo>
                  <a:pt x="298968" y="67644"/>
                </a:lnTo>
                <a:lnTo>
                  <a:pt x="323882" y="60754"/>
                </a:lnTo>
                <a:lnTo>
                  <a:pt x="348796" y="51938"/>
                </a:lnTo>
              </a:path>
            </a:pathLst>
          </a:custGeom>
          <a:noFill/>
          <a:ln w="6477">
            <a:solidFill>
              <a:srgbClr val="9A3F69">
                <a:alpha val="17000"/>
              </a:srgbClr>
            </a:solidFill>
            <a:prstDash val="solid"/>
          </a:ln>
        </p:spPr>
      </p:sp>
      <p:sp>
        <p:nvSpPr>
          <p:cNvPr id="170" name="knowledge-cross-edge">
            <a:extLst>
              <a:ext uri="{FF2B5EF4-FFF2-40B4-BE49-F238E27FC236}">
                <a16:creationId xmlns:a16="http://schemas.microsoft.com/office/drawing/2014/main" id="{C02F7F3C-9267-48C4-A7E2-C9153F1E6EBF}"/>
              </a:ext>
            </a:extLst>
          </p:cNvPr>
          <p:cNvSpPr>
            <a:spLocks noGrp="1"/>
          </p:cNvSpPr>
          <p:nvPr/>
        </p:nvSpPr>
        <p:spPr>
          <a:xfrm>
            <a:off x="4272991" y="6480038"/>
            <a:ext cx="374725" cy="371576"/>
          </a:xfrm>
          <a:custGeom>
            <a:avLst/>
            <a:gdLst/>
            <a:ahLst/>
            <a:cxnLst/>
            <a:rect l="0" t="0" r="0" b="0"/>
            <a:pathLst>
              <a:path w="374725" h="371576">
                <a:moveTo>
                  <a:pt x="0" y="11413"/>
                </a:moveTo>
                <a:lnTo>
                  <a:pt x="45779" y="2135"/>
                </a:lnTo>
                <a:lnTo>
                  <a:pt x="88912" y="0"/>
                </a:lnTo>
                <a:lnTo>
                  <a:pt x="129400" y="5009"/>
                </a:lnTo>
                <a:lnTo>
                  <a:pt x="167242" y="17163"/>
                </a:lnTo>
                <a:lnTo>
                  <a:pt x="202437" y="36460"/>
                </a:lnTo>
                <a:lnTo>
                  <a:pt x="234987" y="62902"/>
                </a:lnTo>
                <a:lnTo>
                  <a:pt x="264892" y="96487"/>
                </a:lnTo>
                <a:lnTo>
                  <a:pt x="292150" y="137217"/>
                </a:lnTo>
                <a:lnTo>
                  <a:pt x="316762" y="185090"/>
                </a:lnTo>
                <a:lnTo>
                  <a:pt x="338729" y="240108"/>
                </a:lnTo>
                <a:lnTo>
                  <a:pt x="358050" y="302270"/>
                </a:lnTo>
                <a:lnTo>
                  <a:pt x="374725" y="371576"/>
                </a:lnTo>
              </a:path>
            </a:pathLst>
          </a:custGeom>
          <a:noFill/>
          <a:ln w="5334">
            <a:solidFill>
              <a:srgbClr val="9A3F69">
                <a:alpha val="13000"/>
              </a:srgbClr>
            </a:solidFill>
            <a:prstDash val="solid"/>
          </a:ln>
        </p:spPr>
      </p:sp>
      <p:sp>
        <p:nvSpPr>
          <p:cNvPr id="171" name="knowledge-edge">
            <a:extLst>
              <a:ext uri="{FF2B5EF4-FFF2-40B4-BE49-F238E27FC236}">
                <a16:creationId xmlns:a16="http://schemas.microsoft.com/office/drawing/2014/main" id="{BB40D79C-27D4-4A98-A77C-46ECE1AE6EE0}"/>
              </a:ext>
            </a:extLst>
          </p:cNvPr>
          <p:cNvSpPr>
            <a:spLocks noGrp="1"/>
          </p:cNvSpPr>
          <p:nvPr/>
        </p:nvSpPr>
        <p:spPr>
          <a:xfrm>
            <a:off x="4452064" y="6746576"/>
            <a:ext cx="195652" cy="105038"/>
          </a:xfrm>
          <a:custGeom>
            <a:avLst/>
            <a:gdLst/>
            <a:ahLst/>
            <a:cxnLst/>
            <a:rect l="0" t="0" r="0" b="0"/>
            <a:pathLst>
              <a:path w="195652" h="105038">
                <a:moveTo>
                  <a:pt x="0" y="24868"/>
                </a:moveTo>
                <a:lnTo>
                  <a:pt x="13975" y="15139"/>
                </a:lnTo>
                <a:lnTo>
                  <a:pt x="27950" y="7787"/>
                </a:lnTo>
                <a:lnTo>
                  <a:pt x="41925" y="2814"/>
                </a:lnTo>
                <a:lnTo>
                  <a:pt x="55901" y="218"/>
                </a:lnTo>
                <a:lnTo>
                  <a:pt x="69876" y="0"/>
                </a:lnTo>
                <a:lnTo>
                  <a:pt x="83851" y="2160"/>
                </a:lnTo>
                <a:lnTo>
                  <a:pt x="97826" y="6697"/>
                </a:lnTo>
                <a:lnTo>
                  <a:pt x="111801" y="13613"/>
                </a:lnTo>
                <a:lnTo>
                  <a:pt x="125776" y="22906"/>
                </a:lnTo>
                <a:lnTo>
                  <a:pt x="139751" y="34577"/>
                </a:lnTo>
                <a:lnTo>
                  <a:pt x="153726" y="48625"/>
                </a:lnTo>
                <a:lnTo>
                  <a:pt x="167702" y="65052"/>
                </a:lnTo>
                <a:lnTo>
                  <a:pt x="181677" y="83856"/>
                </a:lnTo>
                <a:lnTo>
                  <a:pt x="195652" y="105038"/>
                </a:lnTo>
              </a:path>
            </a:pathLst>
          </a:custGeom>
          <a:noFill/>
          <a:ln w="6477">
            <a:solidFill>
              <a:srgbClr val="9A3F69">
                <a:alpha val="17000"/>
              </a:srgbClr>
            </a:solidFill>
            <a:prstDash val="solid"/>
          </a:ln>
        </p:spPr>
      </p:sp>
      <p:sp>
        <p:nvSpPr>
          <p:cNvPr id="172" name="knowledge-cross-edge">
            <a:extLst>
              <a:ext uri="{FF2B5EF4-FFF2-40B4-BE49-F238E27FC236}">
                <a16:creationId xmlns:a16="http://schemas.microsoft.com/office/drawing/2014/main" id="{F6797B7C-F822-4A1B-BA12-45FEC6914780}"/>
              </a:ext>
            </a:extLst>
          </p:cNvPr>
          <p:cNvSpPr>
            <a:spLocks noGrp="1"/>
          </p:cNvSpPr>
          <p:nvPr/>
        </p:nvSpPr>
        <p:spPr>
          <a:xfrm>
            <a:off x="4452064" y="6732841"/>
            <a:ext cx="426184" cy="246041"/>
          </a:xfrm>
          <a:custGeom>
            <a:avLst/>
            <a:gdLst/>
            <a:ahLst/>
            <a:cxnLst/>
            <a:rect l="0" t="0" r="0" b="0"/>
            <a:pathLst>
              <a:path w="426184" h="246041">
                <a:moveTo>
                  <a:pt x="0" y="38602"/>
                </a:moveTo>
                <a:lnTo>
                  <a:pt x="50067" y="19034"/>
                </a:lnTo>
                <a:lnTo>
                  <a:pt x="97489" y="6166"/>
                </a:lnTo>
                <a:lnTo>
                  <a:pt x="142265" y="0"/>
                </a:lnTo>
                <a:lnTo>
                  <a:pt x="184395" y="534"/>
                </a:lnTo>
                <a:lnTo>
                  <a:pt x="223879" y="7770"/>
                </a:lnTo>
                <a:lnTo>
                  <a:pt x="260717" y="21706"/>
                </a:lnTo>
                <a:lnTo>
                  <a:pt x="294909" y="42343"/>
                </a:lnTo>
                <a:lnTo>
                  <a:pt x="326456" y="69681"/>
                </a:lnTo>
                <a:lnTo>
                  <a:pt x="355357" y="103720"/>
                </a:lnTo>
                <a:lnTo>
                  <a:pt x="381612" y="144459"/>
                </a:lnTo>
                <a:lnTo>
                  <a:pt x="405221" y="191900"/>
                </a:lnTo>
                <a:lnTo>
                  <a:pt x="426184" y="246041"/>
                </a:lnTo>
              </a:path>
            </a:pathLst>
          </a:custGeom>
          <a:noFill/>
          <a:ln w="5334">
            <a:solidFill>
              <a:srgbClr val="9A3F69">
                <a:alpha val="13000"/>
              </a:srgbClr>
            </a:solidFill>
            <a:prstDash val="solid"/>
          </a:ln>
        </p:spPr>
      </p:sp>
      <p:sp>
        <p:nvSpPr>
          <p:cNvPr id="173" name="knowledge-long-edge">
            <a:extLst>
              <a:ext uri="{FF2B5EF4-FFF2-40B4-BE49-F238E27FC236}">
                <a16:creationId xmlns:a16="http://schemas.microsoft.com/office/drawing/2014/main" id="{F7D4D203-52EF-4D1C-BF4E-1688C1AAF4E5}"/>
              </a:ext>
            </a:extLst>
          </p:cNvPr>
          <p:cNvSpPr>
            <a:spLocks noGrp="1"/>
          </p:cNvSpPr>
          <p:nvPr/>
        </p:nvSpPr>
        <p:spPr>
          <a:xfrm>
            <a:off x="4452064" y="6587715"/>
            <a:ext cx="848094" cy="374662"/>
          </a:xfrm>
          <a:custGeom>
            <a:avLst/>
            <a:gdLst/>
            <a:ahLst/>
            <a:cxnLst/>
            <a:rect l="0" t="0" r="0" b="0"/>
            <a:pathLst>
              <a:path w="848094" h="374662">
                <a:moveTo>
                  <a:pt x="0" y="183728"/>
                </a:moveTo>
                <a:lnTo>
                  <a:pt x="53006" y="132028"/>
                </a:lnTo>
                <a:lnTo>
                  <a:pt x="106012" y="88812"/>
                </a:lnTo>
                <a:lnTo>
                  <a:pt x="159018" y="54081"/>
                </a:lnTo>
                <a:lnTo>
                  <a:pt x="212023" y="27834"/>
                </a:lnTo>
                <a:lnTo>
                  <a:pt x="265029" y="10071"/>
                </a:lnTo>
                <a:lnTo>
                  <a:pt x="318035" y="793"/>
                </a:lnTo>
                <a:lnTo>
                  <a:pt x="371041" y="0"/>
                </a:lnTo>
                <a:lnTo>
                  <a:pt x="424047" y="7691"/>
                </a:lnTo>
                <a:lnTo>
                  <a:pt x="477053" y="23867"/>
                </a:lnTo>
                <a:lnTo>
                  <a:pt x="530059" y="48527"/>
                </a:lnTo>
                <a:lnTo>
                  <a:pt x="583064" y="81671"/>
                </a:lnTo>
                <a:lnTo>
                  <a:pt x="636070" y="123301"/>
                </a:lnTo>
                <a:lnTo>
                  <a:pt x="689076" y="173414"/>
                </a:lnTo>
                <a:lnTo>
                  <a:pt x="742082" y="232012"/>
                </a:lnTo>
                <a:lnTo>
                  <a:pt x="795088" y="299095"/>
                </a:lnTo>
                <a:lnTo>
                  <a:pt x="848094" y="374662"/>
                </a:lnTo>
              </a:path>
            </a:pathLst>
          </a:custGeom>
          <a:noFill/>
          <a:ln w="4286">
            <a:solidFill>
              <a:srgbClr val="9A3F69">
                <a:alpha val="9000"/>
              </a:srgbClr>
            </a:solidFill>
            <a:prstDash val="solid"/>
          </a:ln>
        </p:spPr>
      </p:sp>
      <p:sp>
        <p:nvSpPr>
          <p:cNvPr id="174" name="knowledge-edge">
            <a:extLst>
              <a:ext uri="{FF2B5EF4-FFF2-40B4-BE49-F238E27FC236}">
                <a16:creationId xmlns:a16="http://schemas.microsoft.com/office/drawing/2014/main" id="{FB6CF115-E1A2-405A-86CA-6D627D0507DD}"/>
              </a:ext>
            </a:extLst>
          </p:cNvPr>
          <p:cNvSpPr>
            <a:spLocks noGrp="1"/>
          </p:cNvSpPr>
          <p:nvPr/>
        </p:nvSpPr>
        <p:spPr>
          <a:xfrm>
            <a:off x="4384758" y="6917401"/>
            <a:ext cx="493490" cy="61482"/>
          </a:xfrm>
          <a:custGeom>
            <a:avLst/>
            <a:gdLst/>
            <a:ahLst/>
            <a:cxnLst/>
            <a:rect l="0" t="0" r="0" b="0"/>
            <a:pathLst>
              <a:path w="493490" h="61482">
                <a:moveTo>
                  <a:pt x="0" y="0"/>
                </a:moveTo>
                <a:lnTo>
                  <a:pt x="35249" y="8701"/>
                </a:lnTo>
                <a:lnTo>
                  <a:pt x="70499" y="16738"/>
                </a:lnTo>
                <a:lnTo>
                  <a:pt x="105748" y="24113"/>
                </a:lnTo>
                <a:lnTo>
                  <a:pt x="140997" y="30825"/>
                </a:lnTo>
                <a:lnTo>
                  <a:pt x="176246" y="36874"/>
                </a:lnTo>
                <a:lnTo>
                  <a:pt x="211496" y="42260"/>
                </a:lnTo>
                <a:lnTo>
                  <a:pt x="246745" y="46983"/>
                </a:lnTo>
                <a:lnTo>
                  <a:pt x="281994" y="51043"/>
                </a:lnTo>
                <a:lnTo>
                  <a:pt x="317244" y="54440"/>
                </a:lnTo>
                <a:lnTo>
                  <a:pt x="352493" y="57174"/>
                </a:lnTo>
                <a:lnTo>
                  <a:pt x="387742" y="59245"/>
                </a:lnTo>
                <a:lnTo>
                  <a:pt x="422992" y="60654"/>
                </a:lnTo>
                <a:lnTo>
                  <a:pt x="458241" y="61399"/>
                </a:lnTo>
                <a:lnTo>
                  <a:pt x="493490" y="61482"/>
                </a:lnTo>
              </a:path>
            </a:pathLst>
          </a:custGeom>
          <a:noFill/>
          <a:ln w="6477">
            <a:solidFill>
              <a:srgbClr val="9A3F69">
                <a:alpha val="17000"/>
              </a:srgbClr>
            </a:solidFill>
            <a:prstDash val="solid"/>
          </a:ln>
        </p:spPr>
      </p:sp>
      <p:sp>
        <p:nvSpPr>
          <p:cNvPr id="175" name="knowledge-edge">
            <a:extLst>
              <a:ext uri="{FF2B5EF4-FFF2-40B4-BE49-F238E27FC236}">
                <a16:creationId xmlns:a16="http://schemas.microsoft.com/office/drawing/2014/main" id="{96ACDA04-8BEA-4E4E-808E-804E9F2EA7E8}"/>
              </a:ext>
            </a:extLst>
          </p:cNvPr>
          <p:cNvSpPr>
            <a:spLocks noGrp="1"/>
          </p:cNvSpPr>
          <p:nvPr/>
        </p:nvSpPr>
        <p:spPr>
          <a:xfrm>
            <a:off x="4324813" y="6986732"/>
            <a:ext cx="430908" cy="154497"/>
          </a:xfrm>
          <a:custGeom>
            <a:avLst/>
            <a:gdLst/>
            <a:ahLst/>
            <a:cxnLst/>
            <a:rect l="0" t="0" r="0" b="0"/>
            <a:pathLst>
              <a:path w="430908" h="154497">
                <a:moveTo>
                  <a:pt x="0" y="154497"/>
                </a:moveTo>
                <a:lnTo>
                  <a:pt x="30779" y="150062"/>
                </a:lnTo>
                <a:lnTo>
                  <a:pt x="61558" y="144611"/>
                </a:lnTo>
                <a:lnTo>
                  <a:pt x="92337" y="138145"/>
                </a:lnTo>
                <a:lnTo>
                  <a:pt x="123116" y="130663"/>
                </a:lnTo>
                <a:lnTo>
                  <a:pt x="153896" y="122167"/>
                </a:lnTo>
                <a:lnTo>
                  <a:pt x="184675" y="112654"/>
                </a:lnTo>
                <a:lnTo>
                  <a:pt x="215454" y="102127"/>
                </a:lnTo>
                <a:lnTo>
                  <a:pt x="246233" y="90583"/>
                </a:lnTo>
                <a:lnTo>
                  <a:pt x="277012" y="78025"/>
                </a:lnTo>
                <a:lnTo>
                  <a:pt x="307791" y="64451"/>
                </a:lnTo>
                <a:lnTo>
                  <a:pt x="338570" y="49861"/>
                </a:lnTo>
                <a:lnTo>
                  <a:pt x="369349" y="34256"/>
                </a:lnTo>
                <a:lnTo>
                  <a:pt x="400129" y="17636"/>
                </a:lnTo>
                <a:lnTo>
                  <a:pt x="430908" y="0"/>
                </a:lnTo>
              </a:path>
            </a:pathLst>
          </a:custGeom>
          <a:noFill/>
          <a:ln w="6477">
            <a:solidFill>
              <a:srgbClr val="9A3F69">
                <a:alpha val="17000"/>
              </a:srgbClr>
            </a:solidFill>
            <a:prstDash val="solid"/>
          </a:ln>
        </p:spPr>
      </p:sp>
      <p:sp>
        <p:nvSpPr>
          <p:cNvPr id="176" name="knowledge-cross-edge">
            <a:extLst>
              <a:ext uri="{FF2B5EF4-FFF2-40B4-BE49-F238E27FC236}">
                <a16:creationId xmlns:a16="http://schemas.microsoft.com/office/drawing/2014/main" id="{B9AE3BBE-9D2F-44CE-871A-949E0196DE98}"/>
              </a:ext>
            </a:extLst>
          </p:cNvPr>
          <p:cNvSpPr>
            <a:spLocks noGrp="1"/>
          </p:cNvSpPr>
          <p:nvPr/>
        </p:nvSpPr>
        <p:spPr>
          <a:xfrm>
            <a:off x="4324813" y="7104524"/>
            <a:ext cx="318480" cy="36704"/>
          </a:xfrm>
          <a:custGeom>
            <a:avLst/>
            <a:gdLst/>
            <a:ahLst/>
            <a:cxnLst/>
            <a:rect l="0" t="0" r="0" b="0"/>
            <a:pathLst>
              <a:path w="318480" h="36704">
                <a:moveTo>
                  <a:pt x="0" y="36704"/>
                </a:moveTo>
                <a:lnTo>
                  <a:pt x="41092" y="28266"/>
                </a:lnTo>
                <a:lnTo>
                  <a:pt x="79538" y="20928"/>
                </a:lnTo>
                <a:lnTo>
                  <a:pt x="115339" y="14690"/>
                </a:lnTo>
                <a:lnTo>
                  <a:pt x="148493" y="9552"/>
                </a:lnTo>
                <a:lnTo>
                  <a:pt x="179002" y="5514"/>
                </a:lnTo>
                <a:lnTo>
                  <a:pt x="206865" y="2576"/>
                </a:lnTo>
                <a:lnTo>
                  <a:pt x="232082" y="738"/>
                </a:lnTo>
                <a:lnTo>
                  <a:pt x="254653" y="0"/>
                </a:lnTo>
                <a:lnTo>
                  <a:pt x="274578" y="362"/>
                </a:lnTo>
                <a:lnTo>
                  <a:pt x="291858" y="1824"/>
                </a:lnTo>
                <a:lnTo>
                  <a:pt x="306492" y="4387"/>
                </a:lnTo>
                <a:lnTo>
                  <a:pt x="318480" y="8049"/>
                </a:lnTo>
              </a:path>
            </a:pathLst>
          </a:custGeom>
          <a:noFill/>
          <a:ln w="5334">
            <a:solidFill>
              <a:srgbClr val="9A3F69">
                <a:alpha val="13000"/>
              </a:srgbClr>
            </a:solidFill>
            <a:prstDash val="solid"/>
          </a:ln>
        </p:spPr>
      </p:sp>
      <p:sp>
        <p:nvSpPr>
          <p:cNvPr id="177" name="knowledge-cross-edge">
            <a:extLst>
              <a:ext uri="{FF2B5EF4-FFF2-40B4-BE49-F238E27FC236}">
                <a16:creationId xmlns:a16="http://schemas.microsoft.com/office/drawing/2014/main" id="{1360C608-41FD-47FB-B448-5A9F0C01C0C4}"/>
              </a:ext>
            </a:extLst>
          </p:cNvPr>
          <p:cNvSpPr>
            <a:spLocks noGrp="1"/>
          </p:cNvSpPr>
          <p:nvPr/>
        </p:nvSpPr>
        <p:spPr>
          <a:xfrm>
            <a:off x="4324813" y="6976181"/>
            <a:ext cx="553435" cy="165047"/>
          </a:xfrm>
          <a:custGeom>
            <a:avLst/>
            <a:gdLst/>
            <a:ahLst/>
            <a:cxnLst/>
            <a:rect l="0" t="0" r="0" b="0"/>
            <a:pathLst>
              <a:path w="553435" h="165047">
                <a:moveTo>
                  <a:pt x="0" y="165047"/>
                </a:moveTo>
                <a:lnTo>
                  <a:pt x="31568" y="135288"/>
                </a:lnTo>
                <a:lnTo>
                  <a:pt x="65781" y="108480"/>
                </a:lnTo>
                <a:lnTo>
                  <a:pt x="102640" y="84623"/>
                </a:lnTo>
                <a:lnTo>
                  <a:pt x="142145" y="63716"/>
                </a:lnTo>
                <a:lnTo>
                  <a:pt x="184296" y="45761"/>
                </a:lnTo>
                <a:lnTo>
                  <a:pt x="229093" y="30757"/>
                </a:lnTo>
                <a:lnTo>
                  <a:pt x="276535" y="18703"/>
                </a:lnTo>
                <a:lnTo>
                  <a:pt x="326624" y="9601"/>
                </a:lnTo>
                <a:lnTo>
                  <a:pt x="379358" y="3450"/>
                </a:lnTo>
                <a:lnTo>
                  <a:pt x="434738" y="249"/>
                </a:lnTo>
                <a:lnTo>
                  <a:pt x="492764" y="0"/>
                </a:lnTo>
                <a:lnTo>
                  <a:pt x="553435" y="2702"/>
                </a:lnTo>
              </a:path>
            </a:pathLst>
          </a:custGeom>
          <a:noFill/>
          <a:ln w="4953">
            <a:solidFill>
              <a:srgbClr val="9A3F69">
                <a:alpha val="12000"/>
              </a:srgbClr>
            </a:solidFill>
            <a:prstDash val="solid"/>
          </a:ln>
        </p:spPr>
      </p:sp>
      <p:sp>
        <p:nvSpPr>
          <p:cNvPr id="178" name="knowledge-edge">
            <a:extLst>
              <a:ext uri="{FF2B5EF4-FFF2-40B4-BE49-F238E27FC236}">
                <a16:creationId xmlns:a16="http://schemas.microsoft.com/office/drawing/2014/main" id="{5A4FF557-8B53-4468-870F-892FD8AED7AE}"/>
              </a:ext>
            </a:extLst>
          </p:cNvPr>
          <p:cNvSpPr>
            <a:spLocks noGrp="1"/>
          </p:cNvSpPr>
          <p:nvPr/>
        </p:nvSpPr>
        <p:spPr>
          <a:xfrm>
            <a:off x="4359072" y="7104431"/>
            <a:ext cx="284221" cy="72952"/>
          </a:xfrm>
          <a:custGeom>
            <a:avLst/>
            <a:gdLst/>
            <a:ahLst/>
            <a:cxnLst/>
            <a:rect l="0" t="0" r="0" b="0"/>
            <a:pathLst>
              <a:path w="284221" h="72952">
                <a:moveTo>
                  <a:pt x="0" y="72952"/>
                </a:moveTo>
                <a:lnTo>
                  <a:pt x="20301" y="59659"/>
                </a:lnTo>
                <a:lnTo>
                  <a:pt x="40603" y="47698"/>
                </a:lnTo>
                <a:lnTo>
                  <a:pt x="60904" y="37071"/>
                </a:lnTo>
                <a:lnTo>
                  <a:pt x="81206" y="27776"/>
                </a:lnTo>
                <a:lnTo>
                  <a:pt x="101507" y="19814"/>
                </a:lnTo>
                <a:lnTo>
                  <a:pt x="121809" y="13186"/>
                </a:lnTo>
                <a:lnTo>
                  <a:pt x="142110" y="7890"/>
                </a:lnTo>
                <a:lnTo>
                  <a:pt x="162412" y="3927"/>
                </a:lnTo>
                <a:lnTo>
                  <a:pt x="182713" y="1297"/>
                </a:lnTo>
                <a:lnTo>
                  <a:pt x="203015" y="0"/>
                </a:lnTo>
                <a:lnTo>
                  <a:pt x="223316" y="36"/>
                </a:lnTo>
                <a:lnTo>
                  <a:pt x="243618" y="1405"/>
                </a:lnTo>
                <a:lnTo>
                  <a:pt x="263919" y="4107"/>
                </a:lnTo>
                <a:lnTo>
                  <a:pt x="284221" y="8142"/>
                </a:lnTo>
              </a:path>
            </a:pathLst>
          </a:custGeom>
          <a:noFill/>
          <a:ln w="6477">
            <a:solidFill>
              <a:srgbClr val="9A3F69">
                <a:alpha val="17000"/>
              </a:srgbClr>
            </a:solidFill>
            <a:prstDash val="solid"/>
          </a:ln>
        </p:spPr>
      </p:sp>
      <p:sp>
        <p:nvSpPr>
          <p:cNvPr id="179" name="knowledge-cross-edge">
            <a:extLst>
              <a:ext uri="{FF2B5EF4-FFF2-40B4-BE49-F238E27FC236}">
                <a16:creationId xmlns:a16="http://schemas.microsoft.com/office/drawing/2014/main" id="{288EAC5B-F46A-44A1-8FB3-5A037B1E47B1}"/>
              </a:ext>
            </a:extLst>
          </p:cNvPr>
          <p:cNvSpPr>
            <a:spLocks noGrp="1"/>
          </p:cNvSpPr>
          <p:nvPr/>
        </p:nvSpPr>
        <p:spPr>
          <a:xfrm>
            <a:off x="4359072" y="6941891"/>
            <a:ext cx="396649" cy="235493"/>
          </a:xfrm>
          <a:custGeom>
            <a:avLst/>
            <a:gdLst/>
            <a:ahLst/>
            <a:cxnLst/>
            <a:rect l="0" t="0" r="0" b="0"/>
            <a:pathLst>
              <a:path w="396649" h="235493">
                <a:moveTo>
                  <a:pt x="0" y="235493"/>
                </a:moveTo>
                <a:lnTo>
                  <a:pt x="18502" y="182345"/>
                </a:lnTo>
                <a:lnTo>
                  <a:pt x="39650" y="135973"/>
                </a:lnTo>
                <a:lnTo>
                  <a:pt x="63443" y="96374"/>
                </a:lnTo>
                <a:lnTo>
                  <a:pt x="89883" y="63551"/>
                </a:lnTo>
                <a:lnTo>
                  <a:pt x="118968" y="37501"/>
                </a:lnTo>
                <a:lnTo>
                  <a:pt x="150699" y="18226"/>
                </a:lnTo>
                <a:lnTo>
                  <a:pt x="185076" y="5726"/>
                </a:lnTo>
                <a:lnTo>
                  <a:pt x="222099" y="0"/>
                </a:lnTo>
                <a:lnTo>
                  <a:pt x="261768" y="1049"/>
                </a:lnTo>
                <a:lnTo>
                  <a:pt x="304082" y="8871"/>
                </a:lnTo>
                <a:lnTo>
                  <a:pt x="349043" y="23469"/>
                </a:lnTo>
                <a:lnTo>
                  <a:pt x="396649" y="44841"/>
                </a:lnTo>
              </a:path>
            </a:pathLst>
          </a:custGeom>
          <a:noFill/>
          <a:ln w="4953">
            <a:solidFill>
              <a:srgbClr val="9A3F69">
                <a:alpha val="12000"/>
              </a:srgbClr>
            </a:solidFill>
            <a:prstDash val="solid"/>
          </a:ln>
        </p:spPr>
      </p:sp>
      <p:sp>
        <p:nvSpPr>
          <p:cNvPr id="180" name="knowledge-edge">
            <a:extLst>
              <a:ext uri="{FF2B5EF4-FFF2-40B4-BE49-F238E27FC236}">
                <a16:creationId xmlns:a16="http://schemas.microsoft.com/office/drawing/2014/main" id="{866B9CB1-5215-4B78-A564-6F518D4AA9FA}"/>
              </a:ext>
            </a:extLst>
          </p:cNvPr>
          <p:cNvSpPr>
            <a:spLocks noGrp="1"/>
          </p:cNvSpPr>
          <p:nvPr/>
        </p:nvSpPr>
        <p:spPr>
          <a:xfrm>
            <a:off x="4715685" y="5844162"/>
            <a:ext cx="499633" cy="32619"/>
          </a:xfrm>
          <a:custGeom>
            <a:avLst/>
            <a:gdLst/>
            <a:ahLst/>
            <a:cxnLst/>
            <a:rect l="0" t="0" r="0" b="0"/>
            <a:pathLst>
              <a:path w="499633" h="32619">
                <a:moveTo>
                  <a:pt x="0" y="32619"/>
                </a:moveTo>
                <a:lnTo>
                  <a:pt x="35688" y="31813"/>
                </a:lnTo>
                <a:lnTo>
                  <a:pt x="71376" y="30772"/>
                </a:lnTo>
                <a:lnTo>
                  <a:pt x="107064" y="29497"/>
                </a:lnTo>
                <a:lnTo>
                  <a:pt x="142752" y="27987"/>
                </a:lnTo>
                <a:lnTo>
                  <a:pt x="178440" y="26243"/>
                </a:lnTo>
                <a:lnTo>
                  <a:pt x="214128" y="24265"/>
                </a:lnTo>
                <a:lnTo>
                  <a:pt x="249816" y="22052"/>
                </a:lnTo>
                <a:lnTo>
                  <a:pt x="285505" y="19605"/>
                </a:lnTo>
                <a:lnTo>
                  <a:pt x="321193" y="16924"/>
                </a:lnTo>
                <a:lnTo>
                  <a:pt x="356881" y="14008"/>
                </a:lnTo>
                <a:lnTo>
                  <a:pt x="392569" y="10857"/>
                </a:lnTo>
                <a:lnTo>
                  <a:pt x="428257" y="7473"/>
                </a:lnTo>
                <a:lnTo>
                  <a:pt x="463945" y="3854"/>
                </a:lnTo>
                <a:lnTo>
                  <a:pt x="499633" y="0"/>
                </a:lnTo>
              </a:path>
            </a:pathLst>
          </a:custGeom>
          <a:noFill/>
          <a:ln w="6477">
            <a:solidFill>
              <a:srgbClr val="AC405E">
                <a:alpha val="17000"/>
              </a:srgbClr>
            </a:solidFill>
            <a:prstDash val="solid"/>
          </a:ln>
        </p:spPr>
      </p:sp>
      <p:sp>
        <p:nvSpPr>
          <p:cNvPr id="181" name="knowledge-edge">
            <a:extLst>
              <a:ext uri="{FF2B5EF4-FFF2-40B4-BE49-F238E27FC236}">
                <a16:creationId xmlns:a16="http://schemas.microsoft.com/office/drawing/2014/main" id="{EF35ADFD-8B48-4429-A4B8-F2EC01A21871}"/>
              </a:ext>
            </a:extLst>
          </p:cNvPr>
          <p:cNvSpPr>
            <a:spLocks noGrp="1"/>
          </p:cNvSpPr>
          <p:nvPr/>
        </p:nvSpPr>
        <p:spPr>
          <a:xfrm>
            <a:off x="4652520" y="6219267"/>
            <a:ext cx="539520" cy="48504"/>
          </a:xfrm>
          <a:custGeom>
            <a:avLst/>
            <a:gdLst/>
            <a:ahLst/>
            <a:cxnLst/>
            <a:rect l="0" t="0" r="0" b="0"/>
            <a:pathLst>
              <a:path w="539520" h="48504">
                <a:moveTo>
                  <a:pt x="0" y="0"/>
                </a:moveTo>
                <a:lnTo>
                  <a:pt x="38537" y="9863"/>
                </a:lnTo>
                <a:lnTo>
                  <a:pt x="77074" y="18608"/>
                </a:lnTo>
                <a:lnTo>
                  <a:pt x="115611" y="26234"/>
                </a:lnTo>
                <a:lnTo>
                  <a:pt x="154149" y="32742"/>
                </a:lnTo>
                <a:lnTo>
                  <a:pt x="192686" y="38132"/>
                </a:lnTo>
                <a:lnTo>
                  <a:pt x="231223" y="42402"/>
                </a:lnTo>
                <a:lnTo>
                  <a:pt x="269760" y="45555"/>
                </a:lnTo>
                <a:lnTo>
                  <a:pt x="308297" y="47589"/>
                </a:lnTo>
                <a:lnTo>
                  <a:pt x="346834" y="48504"/>
                </a:lnTo>
                <a:lnTo>
                  <a:pt x="385371" y="48301"/>
                </a:lnTo>
                <a:lnTo>
                  <a:pt x="423908" y="46979"/>
                </a:lnTo>
                <a:lnTo>
                  <a:pt x="462446" y="44539"/>
                </a:lnTo>
                <a:lnTo>
                  <a:pt x="500983" y="40981"/>
                </a:lnTo>
                <a:lnTo>
                  <a:pt x="539520" y="36303"/>
                </a:lnTo>
              </a:path>
            </a:pathLst>
          </a:custGeom>
          <a:noFill/>
          <a:ln w="6477">
            <a:solidFill>
              <a:srgbClr val="AC405E">
                <a:alpha val="17000"/>
              </a:srgbClr>
            </a:solidFill>
            <a:prstDash val="solid"/>
          </a:ln>
        </p:spPr>
      </p:sp>
      <p:sp>
        <p:nvSpPr>
          <p:cNvPr id="182" name="knowledge-cross-edge">
            <a:extLst>
              <a:ext uri="{FF2B5EF4-FFF2-40B4-BE49-F238E27FC236}">
                <a16:creationId xmlns:a16="http://schemas.microsoft.com/office/drawing/2014/main" id="{ABEE24C2-771D-411F-80FE-15BF4DA68C15}"/>
              </a:ext>
            </a:extLst>
          </p:cNvPr>
          <p:cNvSpPr>
            <a:spLocks noGrp="1"/>
          </p:cNvSpPr>
          <p:nvPr/>
        </p:nvSpPr>
        <p:spPr>
          <a:xfrm>
            <a:off x="4652520" y="5818001"/>
            <a:ext cx="562798" cy="401265"/>
          </a:xfrm>
          <a:custGeom>
            <a:avLst/>
            <a:gdLst/>
            <a:ahLst/>
            <a:cxnLst/>
            <a:rect l="0" t="0" r="0" b="0"/>
            <a:pathLst>
              <a:path w="562798" h="401265">
                <a:moveTo>
                  <a:pt x="0" y="401265"/>
                </a:moveTo>
                <a:lnTo>
                  <a:pt x="32348" y="321234"/>
                </a:lnTo>
                <a:lnTo>
                  <a:pt x="67341" y="250070"/>
                </a:lnTo>
                <a:lnTo>
                  <a:pt x="104981" y="187774"/>
                </a:lnTo>
                <a:lnTo>
                  <a:pt x="145266" y="134345"/>
                </a:lnTo>
                <a:lnTo>
                  <a:pt x="188197" y="89785"/>
                </a:lnTo>
                <a:lnTo>
                  <a:pt x="233774" y="54092"/>
                </a:lnTo>
                <a:lnTo>
                  <a:pt x="281996" y="27267"/>
                </a:lnTo>
                <a:lnTo>
                  <a:pt x="332865" y="9310"/>
                </a:lnTo>
                <a:lnTo>
                  <a:pt x="386379" y="221"/>
                </a:lnTo>
                <a:lnTo>
                  <a:pt x="442540" y="0"/>
                </a:lnTo>
                <a:lnTo>
                  <a:pt x="501346" y="8647"/>
                </a:lnTo>
                <a:lnTo>
                  <a:pt x="562798" y="26161"/>
                </a:lnTo>
              </a:path>
            </a:pathLst>
          </a:custGeom>
          <a:noFill/>
          <a:ln w="4953">
            <a:solidFill>
              <a:srgbClr val="AC405E">
                <a:alpha val="12000"/>
              </a:srgbClr>
            </a:solidFill>
            <a:prstDash val="solid"/>
          </a:ln>
        </p:spPr>
      </p:sp>
      <p:sp>
        <p:nvSpPr>
          <p:cNvPr id="183" name="knowledge-edge">
            <a:extLst>
              <a:ext uri="{FF2B5EF4-FFF2-40B4-BE49-F238E27FC236}">
                <a16:creationId xmlns:a16="http://schemas.microsoft.com/office/drawing/2014/main" id="{8645B51C-17C6-491E-BF0D-8FFA7620D5B2}"/>
              </a:ext>
            </a:extLst>
          </p:cNvPr>
          <p:cNvSpPr>
            <a:spLocks noGrp="1"/>
          </p:cNvSpPr>
          <p:nvPr/>
        </p:nvSpPr>
        <p:spPr>
          <a:xfrm>
            <a:off x="4621787" y="6490501"/>
            <a:ext cx="653890" cy="96766"/>
          </a:xfrm>
          <a:custGeom>
            <a:avLst/>
            <a:gdLst/>
            <a:ahLst/>
            <a:cxnLst/>
            <a:rect l="0" t="0" r="0" b="0"/>
            <a:pathLst>
              <a:path w="653890" h="96766">
                <a:moveTo>
                  <a:pt x="0" y="52888"/>
                </a:moveTo>
                <a:lnTo>
                  <a:pt x="46706" y="36606"/>
                </a:lnTo>
                <a:lnTo>
                  <a:pt x="93413" y="23310"/>
                </a:lnTo>
                <a:lnTo>
                  <a:pt x="140119" y="13002"/>
                </a:lnTo>
                <a:lnTo>
                  <a:pt x="186826" y="5681"/>
                </a:lnTo>
                <a:lnTo>
                  <a:pt x="233532" y="1347"/>
                </a:lnTo>
                <a:lnTo>
                  <a:pt x="280239" y="0"/>
                </a:lnTo>
                <a:lnTo>
                  <a:pt x="326945" y="1641"/>
                </a:lnTo>
                <a:lnTo>
                  <a:pt x="373652" y="6268"/>
                </a:lnTo>
                <a:lnTo>
                  <a:pt x="420358" y="13883"/>
                </a:lnTo>
                <a:lnTo>
                  <a:pt x="467064" y="24485"/>
                </a:lnTo>
                <a:lnTo>
                  <a:pt x="513771" y="38075"/>
                </a:lnTo>
                <a:lnTo>
                  <a:pt x="560477" y="54651"/>
                </a:lnTo>
                <a:lnTo>
                  <a:pt x="607184" y="74215"/>
                </a:lnTo>
                <a:lnTo>
                  <a:pt x="653890" y="96766"/>
                </a:lnTo>
              </a:path>
            </a:pathLst>
          </a:custGeom>
          <a:noFill/>
          <a:ln w="6477">
            <a:solidFill>
              <a:srgbClr val="AC405E">
                <a:alpha val="17000"/>
              </a:srgbClr>
            </a:solidFill>
            <a:prstDash val="solid"/>
          </a:ln>
        </p:spPr>
      </p:sp>
      <p:sp>
        <p:nvSpPr>
          <p:cNvPr id="184" name="knowledge-cross-edge">
            <a:extLst>
              <a:ext uri="{FF2B5EF4-FFF2-40B4-BE49-F238E27FC236}">
                <a16:creationId xmlns:a16="http://schemas.microsoft.com/office/drawing/2014/main" id="{23A3FF2E-06DF-43E1-BE89-BDE9C9FAC2FB}"/>
              </a:ext>
            </a:extLst>
          </p:cNvPr>
          <p:cNvSpPr>
            <a:spLocks noGrp="1"/>
          </p:cNvSpPr>
          <p:nvPr/>
        </p:nvSpPr>
        <p:spPr>
          <a:xfrm>
            <a:off x="4621787" y="6543390"/>
            <a:ext cx="689219" cy="293408"/>
          </a:xfrm>
          <a:custGeom>
            <a:avLst/>
            <a:gdLst/>
            <a:ahLst/>
            <a:cxnLst/>
            <a:rect l="0" t="0" r="0" b="0"/>
            <a:pathLst>
              <a:path w="689219" h="293408">
                <a:moveTo>
                  <a:pt x="0" y="0"/>
                </a:moveTo>
                <a:lnTo>
                  <a:pt x="71987" y="6160"/>
                </a:lnTo>
                <a:lnTo>
                  <a:pt x="141328" y="15646"/>
                </a:lnTo>
                <a:lnTo>
                  <a:pt x="208024" y="28457"/>
                </a:lnTo>
                <a:lnTo>
                  <a:pt x="272073" y="44594"/>
                </a:lnTo>
                <a:lnTo>
                  <a:pt x="333477" y="64056"/>
                </a:lnTo>
                <a:lnTo>
                  <a:pt x="392235" y="86844"/>
                </a:lnTo>
                <a:lnTo>
                  <a:pt x="448347" y="112958"/>
                </a:lnTo>
                <a:lnTo>
                  <a:pt x="501813" y="142397"/>
                </a:lnTo>
                <a:lnTo>
                  <a:pt x="552633" y="175161"/>
                </a:lnTo>
                <a:lnTo>
                  <a:pt x="600808" y="211251"/>
                </a:lnTo>
                <a:lnTo>
                  <a:pt x="646336" y="250667"/>
                </a:lnTo>
                <a:lnTo>
                  <a:pt x="689219" y="293408"/>
                </a:lnTo>
              </a:path>
            </a:pathLst>
          </a:custGeom>
          <a:noFill/>
          <a:ln w="5334">
            <a:solidFill>
              <a:srgbClr val="AC405E">
                <a:alpha val="13000"/>
              </a:srgbClr>
            </a:solidFill>
            <a:prstDash val="solid"/>
          </a:ln>
        </p:spPr>
      </p:sp>
      <p:sp>
        <p:nvSpPr>
          <p:cNvPr id="185" name="knowledge-cross-edge">
            <a:extLst>
              <a:ext uri="{FF2B5EF4-FFF2-40B4-BE49-F238E27FC236}">
                <a16:creationId xmlns:a16="http://schemas.microsoft.com/office/drawing/2014/main" id="{3A34838B-64AF-4A3E-A769-9003E19511DD}"/>
              </a:ext>
            </a:extLst>
          </p:cNvPr>
          <p:cNvSpPr>
            <a:spLocks noGrp="1"/>
          </p:cNvSpPr>
          <p:nvPr/>
        </p:nvSpPr>
        <p:spPr>
          <a:xfrm>
            <a:off x="4621787" y="6234078"/>
            <a:ext cx="570253" cy="309312"/>
          </a:xfrm>
          <a:custGeom>
            <a:avLst/>
            <a:gdLst/>
            <a:ahLst/>
            <a:cxnLst/>
            <a:rect l="0" t="0" r="0" b="0"/>
            <a:pathLst>
              <a:path w="570253" h="309312">
                <a:moveTo>
                  <a:pt x="0" y="309312"/>
                </a:moveTo>
                <a:lnTo>
                  <a:pt x="32969" y="247256"/>
                </a:lnTo>
                <a:lnTo>
                  <a:pt x="68584" y="192122"/>
                </a:lnTo>
                <a:lnTo>
                  <a:pt x="106844" y="143910"/>
                </a:lnTo>
                <a:lnTo>
                  <a:pt x="147751" y="102620"/>
                </a:lnTo>
                <a:lnTo>
                  <a:pt x="191303" y="68252"/>
                </a:lnTo>
                <a:lnTo>
                  <a:pt x="237501" y="40806"/>
                </a:lnTo>
                <a:lnTo>
                  <a:pt x="286345" y="20282"/>
                </a:lnTo>
                <a:lnTo>
                  <a:pt x="337835" y="6680"/>
                </a:lnTo>
                <a:lnTo>
                  <a:pt x="391971" y="0"/>
                </a:lnTo>
                <a:lnTo>
                  <a:pt x="448752" y="242"/>
                </a:lnTo>
                <a:lnTo>
                  <a:pt x="508180" y="7406"/>
                </a:lnTo>
                <a:lnTo>
                  <a:pt x="570253" y="21492"/>
                </a:lnTo>
              </a:path>
            </a:pathLst>
          </a:custGeom>
          <a:noFill/>
          <a:ln w="4953">
            <a:solidFill>
              <a:srgbClr val="AC405E">
                <a:alpha val="12000"/>
              </a:srgbClr>
            </a:solidFill>
            <a:prstDash val="solid"/>
          </a:ln>
        </p:spPr>
      </p:sp>
      <p:sp>
        <p:nvSpPr>
          <p:cNvPr id="186" name="knowledge-edge">
            <a:extLst>
              <a:ext uri="{FF2B5EF4-FFF2-40B4-BE49-F238E27FC236}">
                <a16:creationId xmlns:a16="http://schemas.microsoft.com/office/drawing/2014/main" id="{2B01C956-D31C-4F07-A1CE-AF711F3554AC}"/>
              </a:ext>
            </a:extLst>
          </p:cNvPr>
          <p:cNvSpPr>
            <a:spLocks noGrp="1"/>
          </p:cNvSpPr>
          <p:nvPr/>
        </p:nvSpPr>
        <p:spPr>
          <a:xfrm>
            <a:off x="4647716" y="6834035"/>
            <a:ext cx="663290" cy="17578"/>
          </a:xfrm>
          <a:custGeom>
            <a:avLst/>
            <a:gdLst/>
            <a:ahLst/>
            <a:cxnLst/>
            <a:rect l="0" t="0" r="0" b="0"/>
            <a:pathLst>
              <a:path w="663290" h="17578">
                <a:moveTo>
                  <a:pt x="0" y="17578"/>
                </a:moveTo>
                <a:lnTo>
                  <a:pt x="47378" y="14246"/>
                </a:lnTo>
                <a:lnTo>
                  <a:pt x="94756" y="11264"/>
                </a:lnTo>
                <a:lnTo>
                  <a:pt x="142134" y="8632"/>
                </a:lnTo>
                <a:lnTo>
                  <a:pt x="189511" y="6350"/>
                </a:lnTo>
                <a:lnTo>
                  <a:pt x="236889" y="4417"/>
                </a:lnTo>
                <a:lnTo>
                  <a:pt x="284267" y="2834"/>
                </a:lnTo>
                <a:lnTo>
                  <a:pt x="331645" y="1601"/>
                </a:lnTo>
                <a:lnTo>
                  <a:pt x="379023" y="717"/>
                </a:lnTo>
                <a:lnTo>
                  <a:pt x="426401" y="184"/>
                </a:lnTo>
                <a:lnTo>
                  <a:pt x="473779" y="0"/>
                </a:lnTo>
                <a:lnTo>
                  <a:pt x="521157" y="166"/>
                </a:lnTo>
                <a:lnTo>
                  <a:pt x="568534" y="682"/>
                </a:lnTo>
                <a:lnTo>
                  <a:pt x="615912" y="1547"/>
                </a:lnTo>
                <a:lnTo>
                  <a:pt x="663290" y="2762"/>
                </a:lnTo>
              </a:path>
            </a:pathLst>
          </a:custGeom>
          <a:noFill/>
          <a:ln w="6477">
            <a:solidFill>
              <a:srgbClr val="AC405E">
                <a:alpha val="17000"/>
              </a:srgbClr>
            </a:solidFill>
            <a:prstDash val="solid"/>
          </a:ln>
        </p:spPr>
      </p:sp>
      <p:sp>
        <p:nvSpPr>
          <p:cNvPr id="187" name="knowledge-cross-edge">
            <a:extLst>
              <a:ext uri="{FF2B5EF4-FFF2-40B4-BE49-F238E27FC236}">
                <a16:creationId xmlns:a16="http://schemas.microsoft.com/office/drawing/2014/main" id="{415F0807-8602-4DAE-8D09-5B78C2D27082}"/>
              </a:ext>
            </a:extLst>
          </p:cNvPr>
          <p:cNvSpPr>
            <a:spLocks noGrp="1"/>
          </p:cNvSpPr>
          <p:nvPr/>
        </p:nvSpPr>
        <p:spPr>
          <a:xfrm>
            <a:off x="4647716" y="6851614"/>
            <a:ext cx="652442" cy="110764"/>
          </a:xfrm>
          <a:custGeom>
            <a:avLst/>
            <a:gdLst/>
            <a:ahLst/>
            <a:cxnLst/>
            <a:rect l="0" t="0" r="0" b="0"/>
            <a:pathLst>
              <a:path w="652442" h="110764">
                <a:moveTo>
                  <a:pt x="0" y="0"/>
                </a:moveTo>
                <a:lnTo>
                  <a:pt x="68922" y="15092"/>
                </a:lnTo>
                <a:lnTo>
                  <a:pt x="135199" y="29118"/>
                </a:lnTo>
                <a:lnTo>
                  <a:pt x="198829" y="42079"/>
                </a:lnTo>
                <a:lnTo>
                  <a:pt x="259814" y="53973"/>
                </a:lnTo>
                <a:lnTo>
                  <a:pt x="318153" y="64802"/>
                </a:lnTo>
                <a:lnTo>
                  <a:pt x="373846" y="74565"/>
                </a:lnTo>
                <a:lnTo>
                  <a:pt x="426893" y="83263"/>
                </a:lnTo>
                <a:lnTo>
                  <a:pt x="477295" y="90894"/>
                </a:lnTo>
                <a:lnTo>
                  <a:pt x="525050" y="97460"/>
                </a:lnTo>
                <a:lnTo>
                  <a:pt x="570160" y="102961"/>
                </a:lnTo>
                <a:lnTo>
                  <a:pt x="612624" y="107395"/>
                </a:lnTo>
                <a:lnTo>
                  <a:pt x="652442" y="110764"/>
                </a:lnTo>
              </a:path>
            </a:pathLst>
          </a:custGeom>
          <a:noFill/>
          <a:ln w="5334">
            <a:solidFill>
              <a:srgbClr val="AC405E">
                <a:alpha val="13000"/>
              </a:srgbClr>
            </a:solidFill>
            <a:prstDash val="solid"/>
          </a:ln>
        </p:spPr>
      </p:sp>
      <p:sp>
        <p:nvSpPr>
          <p:cNvPr id="188" name="knowledge-edge">
            <a:extLst>
              <a:ext uri="{FF2B5EF4-FFF2-40B4-BE49-F238E27FC236}">
                <a16:creationId xmlns:a16="http://schemas.microsoft.com/office/drawing/2014/main" id="{7ACED170-DD59-486D-98A8-97C90D7D28AE}"/>
              </a:ext>
            </a:extLst>
          </p:cNvPr>
          <p:cNvSpPr>
            <a:spLocks noGrp="1"/>
          </p:cNvSpPr>
          <p:nvPr/>
        </p:nvSpPr>
        <p:spPr>
          <a:xfrm>
            <a:off x="4878248" y="6962377"/>
            <a:ext cx="421910" cy="16506"/>
          </a:xfrm>
          <a:custGeom>
            <a:avLst/>
            <a:gdLst/>
            <a:ahLst/>
            <a:cxnLst/>
            <a:rect l="0" t="0" r="0" b="0"/>
            <a:pathLst>
              <a:path w="421910" h="16506">
                <a:moveTo>
                  <a:pt x="0" y="16506"/>
                </a:moveTo>
                <a:lnTo>
                  <a:pt x="30136" y="14796"/>
                </a:lnTo>
                <a:lnTo>
                  <a:pt x="60273" y="13167"/>
                </a:lnTo>
                <a:lnTo>
                  <a:pt x="90409" y="11621"/>
                </a:lnTo>
                <a:lnTo>
                  <a:pt x="120546" y="10156"/>
                </a:lnTo>
                <a:lnTo>
                  <a:pt x="150682" y="8772"/>
                </a:lnTo>
                <a:lnTo>
                  <a:pt x="180818" y="7471"/>
                </a:lnTo>
                <a:lnTo>
                  <a:pt x="210955" y="6251"/>
                </a:lnTo>
                <a:lnTo>
                  <a:pt x="241091" y="5113"/>
                </a:lnTo>
                <a:lnTo>
                  <a:pt x="271228" y="4057"/>
                </a:lnTo>
                <a:lnTo>
                  <a:pt x="301364" y="3082"/>
                </a:lnTo>
                <a:lnTo>
                  <a:pt x="331500" y="2189"/>
                </a:lnTo>
                <a:lnTo>
                  <a:pt x="361637" y="1378"/>
                </a:lnTo>
                <a:lnTo>
                  <a:pt x="391773" y="648"/>
                </a:lnTo>
                <a:lnTo>
                  <a:pt x="421910" y="0"/>
                </a:lnTo>
              </a:path>
            </a:pathLst>
          </a:custGeom>
          <a:noFill/>
          <a:ln w="6477">
            <a:solidFill>
              <a:srgbClr val="AC405E">
                <a:alpha val="17000"/>
              </a:srgbClr>
            </a:solidFill>
            <a:prstDash val="solid"/>
          </a:ln>
        </p:spPr>
      </p:sp>
      <p:sp>
        <p:nvSpPr>
          <p:cNvPr id="189" name="knowledge-edge">
            <a:extLst>
              <a:ext uri="{FF2B5EF4-FFF2-40B4-BE49-F238E27FC236}">
                <a16:creationId xmlns:a16="http://schemas.microsoft.com/office/drawing/2014/main" id="{598634EB-E0EE-4FAC-9DC8-DDAB82C76DBA}"/>
              </a:ext>
            </a:extLst>
          </p:cNvPr>
          <p:cNvSpPr>
            <a:spLocks noGrp="1"/>
          </p:cNvSpPr>
          <p:nvPr/>
        </p:nvSpPr>
        <p:spPr>
          <a:xfrm>
            <a:off x="4755721" y="6978673"/>
            <a:ext cx="324737" cy="84480"/>
          </a:xfrm>
          <a:custGeom>
            <a:avLst/>
            <a:gdLst/>
            <a:ahLst/>
            <a:cxnLst/>
            <a:rect l="0" t="0" r="0" b="0"/>
            <a:pathLst>
              <a:path w="324737" h="84480">
                <a:moveTo>
                  <a:pt x="0" y="8058"/>
                </a:moveTo>
                <a:lnTo>
                  <a:pt x="23196" y="3891"/>
                </a:lnTo>
                <a:lnTo>
                  <a:pt x="46391" y="1205"/>
                </a:lnTo>
                <a:lnTo>
                  <a:pt x="69587" y="0"/>
                </a:lnTo>
                <a:lnTo>
                  <a:pt x="92782" y="276"/>
                </a:lnTo>
                <a:lnTo>
                  <a:pt x="115978" y="2032"/>
                </a:lnTo>
                <a:lnTo>
                  <a:pt x="139173" y="5270"/>
                </a:lnTo>
                <a:lnTo>
                  <a:pt x="162369" y="9988"/>
                </a:lnTo>
                <a:lnTo>
                  <a:pt x="185564" y="16187"/>
                </a:lnTo>
                <a:lnTo>
                  <a:pt x="208760" y="23867"/>
                </a:lnTo>
                <a:lnTo>
                  <a:pt x="231955" y="33028"/>
                </a:lnTo>
                <a:lnTo>
                  <a:pt x="255151" y="43670"/>
                </a:lnTo>
                <a:lnTo>
                  <a:pt x="278346" y="55792"/>
                </a:lnTo>
                <a:lnTo>
                  <a:pt x="301542" y="69396"/>
                </a:lnTo>
                <a:lnTo>
                  <a:pt x="324737" y="84480"/>
                </a:lnTo>
              </a:path>
            </a:pathLst>
          </a:custGeom>
          <a:noFill/>
          <a:ln w="6477">
            <a:solidFill>
              <a:srgbClr val="AC405E">
                <a:alpha val="17000"/>
              </a:srgbClr>
            </a:solidFill>
            <a:prstDash val="solid"/>
          </a:ln>
        </p:spPr>
      </p:sp>
      <p:sp>
        <p:nvSpPr>
          <p:cNvPr id="190" name="knowledge-edge">
            <a:extLst>
              <a:ext uri="{FF2B5EF4-FFF2-40B4-BE49-F238E27FC236}">
                <a16:creationId xmlns:a16="http://schemas.microsoft.com/office/drawing/2014/main" id="{A3287409-DDC9-47BE-9738-C5D62A12E586}"/>
              </a:ext>
            </a:extLst>
          </p:cNvPr>
          <p:cNvSpPr>
            <a:spLocks noGrp="1"/>
          </p:cNvSpPr>
          <p:nvPr/>
        </p:nvSpPr>
        <p:spPr>
          <a:xfrm>
            <a:off x="4643293" y="7086101"/>
            <a:ext cx="478971" cy="81001"/>
          </a:xfrm>
          <a:custGeom>
            <a:avLst/>
            <a:gdLst/>
            <a:ahLst/>
            <a:cxnLst/>
            <a:rect l="0" t="0" r="0" b="0"/>
            <a:pathLst>
              <a:path w="478971" h="81001">
                <a:moveTo>
                  <a:pt x="0" y="26472"/>
                </a:moveTo>
                <a:lnTo>
                  <a:pt x="34212" y="42422"/>
                </a:lnTo>
                <a:lnTo>
                  <a:pt x="68424" y="55627"/>
                </a:lnTo>
                <a:lnTo>
                  <a:pt x="102637" y="66088"/>
                </a:lnTo>
                <a:lnTo>
                  <a:pt x="136849" y="73803"/>
                </a:lnTo>
                <a:lnTo>
                  <a:pt x="171061" y="78774"/>
                </a:lnTo>
                <a:lnTo>
                  <a:pt x="205273" y="81001"/>
                </a:lnTo>
                <a:lnTo>
                  <a:pt x="239486" y="80482"/>
                </a:lnTo>
                <a:lnTo>
                  <a:pt x="273698" y="77219"/>
                </a:lnTo>
                <a:lnTo>
                  <a:pt x="307910" y="71211"/>
                </a:lnTo>
                <a:lnTo>
                  <a:pt x="342122" y="62458"/>
                </a:lnTo>
                <a:lnTo>
                  <a:pt x="376334" y="50961"/>
                </a:lnTo>
                <a:lnTo>
                  <a:pt x="410547" y="36719"/>
                </a:lnTo>
                <a:lnTo>
                  <a:pt x="444759" y="19732"/>
                </a:lnTo>
                <a:lnTo>
                  <a:pt x="478971" y="0"/>
                </a:lnTo>
              </a:path>
            </a:pathLst>
          </a:custGeom>
          <a:noFill/>
          <a:ln w="6477">
            <a:solidFill>
              <a:srgbClr val="AC405E">
                <a:alpha val="17000"/>
              </a:srgbClr>
            </a:solidFill>
            <a:prstDash val="solid"/>
          </a:ln>
        </p:spPr>
      </p:sp>
      <p:sp>
        <p:nvSpPr>
          <p:cNvPr id="191" name="knowledge-edge">
            <a:extLst>
              <a:ext uri="{FF2B5EF4-FFF2-40B4-BE49-F238E27FC236}">
                <a16:creationId xmlns:a16="http://schemas.microsoft.com/office/drawing/2014/main" id="{529E574A-8EFD-4D0B-8DD8-5331B4B69895}"/>
              </a:ext>
            </a:extLst>
          </p:cNvPr>
          <p:cNvSpPr>
            <a:spLocks noGrp="1"/>
          </p:cNvSpPr>
          <p:nvPr/>
        </p:nvSpPr>
        <p:spPr>
          <a:xfrm>
            <a:off x="5215318" y="5844162"/>
            <a:ext cx="310574" cy="118668"/>
          </a:xfrm>
          <a:custGeom>
            <a:avLst/>
            <a:gdLst/>
            <a:ahLst/>
            <a:cxnLst/>
            <a:rect l="0" t="0" r="0" b="0"/>
            <a:pathLst>
              <a:path w="310574" h="118668">
                <a:moveTo>
                  <a:pt x="0" y="0"/>
                </a:moveTo>
                <a:lnTo>
                  <a:pt x="22184" y="14381"/>
                </a:lnTo>
                <a:lnTo>
                  <a:pt x="44368" y="27853"/>
                </a:lnTo>
                <a:lnTo>
                  <a:pt x="66552" y="40417"/>
                </a:lnTo>
                <a:lnTo>
                  <a:pt x="88736" y="52073"/>
                </a:lnTo>
                <a:lnTo>
                  <a:pt x="110919" y="62820"/>
                </a:lnTo>
                <a:lnTo>
                  <a:pt x="133103" y="72659"/>
                </a:lnTo>
                <a:lnTo>
                  <a:pt x="155287" y="81590"/>
                </a:lnTo>
                <a:lnTo>
                  <a:pt x="177471" y="89612"/>
                </a:lnTo>
                <a:lnTo>
                  <a:pt x="199655" y="96726"/>
                </a:lnTo>
                <a:lnTo>
                  <a:pt x="221839" y="102931"/>
                </a:lnTo>
                <a:lnTo>
                  <a:pt x="244023" y="108228"/>
                </a:lnTo>
                <a:lnTo>
                  <a:pt x="266207" y="112617"/>
                </a:lnTo>
                <a:lnTo>
                  <a:pt x="288391" y="116097"/>
                </a:lnTo>
                <a:lnTo>
                  <a:pt x="310574" y="118668"/>
                </a:lnTo>
              </a:path>
            </a:pathLst>
          </a:custGeom>
          <a:noFill/>
          <a:ln w="6477">
            <a:solidFill>
              <a:srgbClr val="BE4152">
                <a:alpha val="17000"/>
              </a:srgbClr>
            </a:solidFill>
            <a:prstDash val="solid"/>
          </a:ln>
        </p:spPr>
      </p:sp>
      <p:sp>
        <p:nvSpPr>
          <p:cNvPr id="192" name="knowledge-cross-edge">
            <a:extLst>
              <a:ext uri="{FF2B5EF4-FFF2-40B4-BE49-F238E27FC236}">
                <a16:creationId xmlns:a16="http://schemas.microsoft.com/office/drawing/2014/main" id="{6A0C14C6-FE87-4425-A45D-7F355135D6DC}"/>
              </a:ext>
            </a:extLst>
          </p:cNvPr>
          <p:cNvSpPr>
            <a:spLocks noGrp="1"/>
          </p:cNvSpPr>
          <p:nvPr/>
        </p:nvSpPr>
        <p:spPr>
          <a:xfrm>
            <a:off x="5215318" y="5844162"/>
            <a:ext cx="357839" cy="495616"/>
          </a:xfrm>
          <a:custGeom>
            <a:avLst/>
            <a:gdLst/>
            <a:ahLst/>
            <a:cxnLst/>
            <a:rect l="0" t="0" r="0" b="0"/>
            <a:pathLst>
              <a:path w="357839" h="495616">
                <a:moveTo>
                  <a:pt x="0" y="0"/>
                </a:moveTo>
                <a:lnTo>
                  <a:pt x="44372" y="10212"/>
                </a:lnTo>
                <a:lnTo>
                  <a:pt x="86098" y="26077"/>
                </a:lnTo>
                <a:lnTo>
                  <a:pt x="125179" y="47594"/>
                </a:lnTo>
                <a:lnTo>
                  <a:pt x="161613" y="74764"/>
                </a:lnTo>
                <a:lnTo>
                  <a:pt x="195402" y="107586"/>
                </a:lnTo>
                <a:lnTo>
                  <a:pt x="226545" y="146061"/>
                </a:lnTo>
                <a:lnTo>
                  <a:pt x="255042" y="190189"/>
                </a:lnTo>
                <a:lnTo>
                  <a:pt x="280893" y="239969"/>
                </a:lnTo>
                <a:lnTo>
                  <a:pt x="304098" y="295402"/>
                </a:lnTo>
                <a:lnTo>
                  <a:pt x="324658" y="356487"/>
                </a:lnTo>
                <a:lnTo>
                  <a:pt x="342572" y="423225"/>
                </a:lnTo>
                <a:lnTo>
                  <a:pt x="357839" y="495616"/>
                </a:lnTo>
              </a:path>
            </a:pathLst>
          </a:custGeom>
          <a:noFill/>
          <a:ln w="5334">
            <a:solidFill>
              <a:srgbClr val="BE4152">
                <a:alpha val="13000"/>
              </a:srgbClr>
            </a:solidFill>
            <a:prstDash val="solid"/>
          </a:ln>
        </p:spPr>
      </p:sp>
      <p:sp>
        <p:nvSpPr>
          <p:cNvPr id="193" name="knowledge-edge">
            <a:extLst>
              <a:ext uri="{FF2B5EF4-FFF2-40B4-BE49-F238E27FC236}">
                <a16:creationId xmlns:a16="http://schemas.microsoft.com/office/drawing/2014/main" id="{CAC7B018-6D9C-44A8-83D8-D9B51E882A84}"/>
              </a:ext>
            </a:extLst>
          </p:cNvPr>
          <p:cNvSpPr>
            <a:spLocks noGrp="1"/>
          </p:cNvSpPr>
          <p:nvPr/>
        </p:nvSpPr>
        <p:spPr>
          <a:xfrm>
            <a:off x="5192040" y="6255570"/>
            <a:ext cx="381117" cy="84208"/>
          </a:xfrm>
          <a:custGeom>
            <a:avLst/>
            <a:gdLst/>
            <a:ahLst/>
            <a:cxnLst/>
            <a:rect l="0" t="0" r="0" b="0"/>
            <a:pathLst>
              <a:path w="381117" h="84208">
                <a:moveTo>
                  <a:pt x="0" y="0"/>
                </a:moveTo>
                <a:lnTo>
                  <a:pt x="27223" y="8804"/>
                </a:lnTo>
                <a:lnTo>
                  <a:pt x="54445" y="17179"/>
                </a:lnTo>
                <a:lnTo>
                  <a:pt x="81668" y="25124"/>
                </a:lnTo>
                <a:lnTo>
                  <a:pt x="108891" y="32641"/>
                </a:lnTo>
                <a:lnTo>
                  <a:pt x="136113" y="39728"/>
                </a:lnTo>
                <a:lnTo>
                  <a:pt x="163336" y="46387"/>
                </a:lnTo>
                <a:lnTo>
                  <a:pt x="190559" y="52616"/>
                </a:lnTo>
                <a:lnTo>
                  <a:pt x="217781" y="58416"/>
                </a:lnTo>
                <a:lnTo>
                  <a:pt x="245004" y="63788"/>
                </a:lnTo>
                <a:lnTo>
                  <a:pt x="272227" y="68730"/>
                </a:lnTo>
                <a:lnTo>
                  <a:pt x="299449" y="73243"/>
                </a:lnTo>
                <a:lnTo>
                  <a:pt x="326672" y="77327"/>
                </a:lnTo>
                <a:lnTo>
                  <a:pt x="353894" y="80982"/>
                </a:lnTo>
                <a:lnTo>
                  <a:pt x="381117" y="84208"/>
                </a:lnTo>
              </a:path>
            </a:pathLst>
          </a:custGeom>
          <a:noFill/>
          <a:ln w="6477">
            <a:solidFill>
              <a:srgbClr val="BE4152">
                <a:alpha val="17000"/>
              </a:srgbClr>
            </a:solidFill>
            <a:prstDash val="solid"/>
          </a:ln>
        </p:spPr>
      </p:sp>
      <p:sp>
        <p:nvSpPr>
          <p:cNvPr id="194" name="knowledge-cross-edge">
            <a:extLst>
              <a:ext uri="{FF2B5EF4-FFF2-40B4-BE49-F238E27FC236}">
                <a16:creationId xmlns:a16="http://schemas.microsoft.com/office/drawing/2014/main" id="{FD801194-8946-4F67-BB7E-B150A5BCA12D}"/>
              </a:ext>
            </a:extLst>
          </p:cNvPr>
          <p:cNvSpPr>
            <a:spLocks noGrp="1"/>
          </p:cNvSpPr>
          <p:nvPr/>
        </p:nvSpPr>
        <p:spPr>
          <a:xfrm>
            <a:off x="5192040" y="6255570"/>
            <a:ext cx="365169" cy="240478"/>
          </a:xfrm>
          <a:custGeom>
            <a:avLst/>
            <a:gdLst/>
            <a:ahLst/>
            <a:cxnLst/>
            <a:rect l="0" t="0" r="0" b="0"/>
            <a:pathLst>
              <a:path w="365169" h="240478">
                <a:moveTo>
                  <a:pt x="0" y="0"/>
                </a:moveTo>
                <a:lnTo>
                  <a:pt x="44983" y="12526"/>
                </a:lnTo>
                <a:lnTo>
                  <a:pt x="87320" y="26419"/>
                </a:lnTo>
                <a:lnTo>
                  <a:pt x="127011" y="41677"/>
                </a:lnTo>
                <a:lnTo>
                  <a:pt x="164056" y="58302"/>
                </a:lnTo>
                <a:lnTo>
                  <a:pt x="198456" y="76293"/>
                </a:lnTo>
                <a:lnTo>
                  <a:pt x="230210" y="95650"/>
                </a:lnTo>
                <a:lnTo>
                  <a:pt x="259318" y="116372"/>
                </a:lnTo>
                <a:lnTo>
                  <a:pt x="285780" y="138461"/>
                </a:lnTo>
                <a:lnTo>
                  <a:pt x="309596" y="161917"/>
                </a:lnTo>
                <a:lnTo>
                  <a:pt x="330766" y="186738"/>
                </a:lnTo>
                <a:lnTo>
                  <a:pt x="349291" y="212925"/>
                </a:lnTo>
                <a:lnTo>
                  <a:pt x="365169" y="240478"/>
                </a:lnTo>
              </a:path>
            </a:pathLst>
          </a:custGeom>
          <a:noFill/>
          <a:ln w="5334">
            <a:solidFill>
              <a:srgbClr val="BE4152">
                <a:alpha val="13000"/>
              </a:srgbClr>
            </a:solidFill>
            <a:prstDash val="solid"/>
          </a:ln>
        </p:spPr>
      </p:sp>
      <p:sp>
        <p:nvSpPr>
          <p:cNvPr id="195" name="knowledge-edge">
            <a:extLst>
              <a:ext uri="{FF2B5EF4-FFF2-40B4-BE49-F238E27FC236}">
                <a16:creationId xmlns:a16="http://schemas.microsoft.com/office/drawing/2014/main" id="{0A2AAEA2-372F-4E61-9888-D40759D3BF80}"/>
              </a:ext>
            </a:extLst>
          </p:cNvPr>
          <p:cNvSpPr>
            <a:spLocks noGrp="1"/>
          </p:cNvSpPr>
          <p:nvPr/>
        </p:nvSpPr>
        <p:spPr>
          <a:xfrm>
            <a:off x="5275677" y="6496048"/>
            <a:ext cx="281532" cy="106042"/>
          </a:xfrm>
          <a:custGeom>
            <a:avLst/>
            <a:gdLst/>
            <a:ahLst/>
            <a:cxnLst/>
            <a:rect l="0" t="0" r="0" b="0"/>
            <a:pathLst>
              <a:path w="281532" h="106042">
                <a:moveTo>
                  <a:pt x="0" y="91219"/>
                </a:moveTo>
                <a:lnTo>
                  <a:pt x="20109" y="97991"/>
                </a:lnTo>
                <a:lnTo>
                  <a:pt x="40219" y="102719"/>
                </a:lnTo>
                <a:lnTo>
                  <a:pt x="60328" y="105402"/>
                </a:lnTo>
                <a:lnTo>
                  <a:pt x="80438" y="106042"/>
                </a:lnTo>
                <a:lnTo>
                  <a:pt x="100547" y="104637"/>
                </a:lnTo>
                <a:lnTo>
                  <a:pt x="120657" y="101187"/>
                </a:lnTo>
                <a:lnTo>
                  <a:pt x="140766" y="95694"/>
                </a:lnTo>
                <a:lnTo>
                  <a:pt x="160876" y="88156"/>
                </a:lnTo>
                <a:lnTo>
                  <a:pt x="180985" y="78574"/>
                </a:lnTo>
                <a:lnTo>
                  <a:pt x="201094" y="66948"/>
                </a:lnTo>
                <a:lnTo>
                  <a:pt x="221204" y="53277"/>
                </a:lnTo>
                <a:lnTo>
                  <a:pt x="241313" y="37562"/>
                </a:lnTo>
                <a:lnTo>
                  <a:pt x="261423" y="19803"/>
                </a:lnTo>
                <a:lnTo>
                  <a:pt x="281532" y="0"/>
                </a:lnTo>
              </a:path>
            </a:pathLst>
          </a:custGeom>
          <a:noFill/>
          <a:ln w="6477">
            <a:solidFill>
              <a:srgbClr val="BE4152">
                <a:alpha val="17000"/>
              </a:srgbClr>
            </a:solidFill>
            <a:prstDash val="solid"/>
          </a:ln>
        </p:spPr>
      </p:sp>
      <p:sp>
        <p:nvSpPr>
          <p:cNvPr id="196" name="knowledge-cross-edge">
            <a:extLst>
              <a:ext uri="{FF2B5EF4-FFF2-40B4-BE49-F238E27FC236}">
                <a16:creationId xmlns:a16="http://schemas.microsoft.com/office/drawing/2014/main" id="{722A8341-D7B7-4462-9107-BFC7A240F6CA}"/>
              </a:ext>
            </a:extLst>
          </p:cNvPr>
          <p:cNvSpPr>
            <a:spLocks noGrp="1"/>
          </p:cNvSpPr>
          <p:nvPr/>
        </p:nvSpPr>
        <p:spPr>
          <a:xfrm>
            <a:off x="5275677" y="6327409"/>
            <a:ext cx="297480" cy="259858"/>
          </a:xfrm>
          <a:custGeom>
            <a:avLst/>
            <a:gdLst/>
            <a:ahLst/>
            <a:cxnLst/>
            <a:rect l="0" t="0" r="0" b="0"/>
            <a:pathLst>
              <a:path w="297480" h="259858">
                <a:moveTo>
                  <a:pt x="0" y="259858"/>
                </a:moveTo>
                <a:lnTo>
                  <a:pt x="10238" y="209745"/>
                </a:lnTo>
                <a:lnTo>
                  <a:pt x="23122" y="164993"/>
                </a:lnTo>
                <a:lnTo>
                  <a:pt x="38651" y="125603"/>
                </a:lnTo>
                <a:lnTo>
                  <a:pt x="56827" y="91574"/>
                </a:lnTo>
                <a:lnTo>
                  <a:pt x="77648" y="62907"/>
                </a:lnTo>
                <a:lnTo>
                  <a:pt x="101115" y="39602"/>
                </a:lnTo>
                <a:lnTo>
                  <a:pt x="127228" y="21659"/>
                </a:lnTo>
                <a:lnTo>
                  <a:pt x="155987" y="9078"/>
                </a:lnTo>
                <a:lnTo>
                  <a:pt x="187391" y="1858"/>
                </a:lnTo>
                <a:lnTo>
                  <a:pt x="221442" y="0"/>
                </a:lnTo>
                <a:lnTo>
                  <a:pt x="258138" y="3504"/>
                </a:lnTo>
                <a:lnTo>
                  <a:pt x="297480" y="12369"/>
                </a:lnTo>
              </a:path>
            </a:pathLst>
          </a:custGeom>
          <a:noFill/>
          <a:ln w="4953">
            <a:solidFill>
              <a:srgbClr val="BE4152">
                <a:alpha val="12000"/>
              </a:srgbClr>
            </a:solidFill>
            <a:prstDash val="solid"/>
          </a:ln>
        </p:spPr>
      </p:sp>
      <p:sp>
        <p:nvSpPr>
          <p:cNvPr id="197" name="knowledge-edge">
            <a:extLst>
              <a:ext uri="{FF2B5EF4-FFF2-40B4-BE49-F238E27FC236}">
                <a16:creationId xmlns:a16="http://schemas.microsoft.com/office/drawing/2014/main" id="{E22DA149-78C7-4E35-8BE2-8D5597B87E1B}"/>
              </a:ext>
            </a:extLst>
          </p:cNvPr>
          <p:cNvSpPr>
            <a:spLocks noGrp="1"/>
          </p:cNvSpPr>
          <p:nvPr/>
        </p:nvSpPr>
        <p:spPr>
          <a:xfrm>
            <a:off x="5311006" y="6781352"/>
            <a:ext cx="183253" cy="55446"/>
          </a:xfrm>
          <a:custGeom>
            <a:avLst/>
            <a:gdLst/>
            <a:ahLst/>
            <a:cxnLst/>
            <a:rect l="0" t="0" r="0" b="0"/>
            <a:pathLst>
              <a:path w="183253" h="55446">
                <a:moveTo>
                  <a:pt x="0" y="55446"/>
                </a:moveTo>
                <a:lnTo>
                  <a:pt x="13090" y="45366"/>
                </a:lnTo>
                <a:lnTo>
                  <a:pt x="26179" y="36295"/>
                </a:lnTo>
                <a:lnTo>
                  <a:pt x="39269" y="28231"/>
                </a:lnTo>
                <a:lnTo>
                  <a:pt x="52358" y="21175"/>
                </a:lnTo>
                <a:lnTo>
                  <a:pt x="65448" y="15127"/>
                </a:lnTo>
                <a:lnTo>
                  <a:pt x="78537" y="10086"/>
                </a:lnTo>
                <a:lnTo>
                  <a:pt x="91627" y="6053"/>
                </a:lnTo>
                <a:lnTo>
                  <a:pt x="104716" y="3028"/>
                </a:lnTo>
                <a:lnTo>
                  <a:pt x="117806" y="1011"/>
                </a:lnTo>
                <a:lnTo>
                  <a:pt x="130895" y="2"/>
                </a:lnTo>
                <a:lnTo>
                  <a:pt x="143985" y="0"/>
                </a:lnTo>
                <a:lnTo>
                  <a:pt x="157074" y="1006"/>
                </a:lnTo>
                <a:lnTo>
                  <a:pt x="170164" y="3020"/>
                </a:lnTo>
                <a:lnTo>
                  <a:pt x="183253" y="6041"/>
                </a:lnTo>
              </a:path>
            </a:pathLst>
          </a:custGeom>
          <a:noFill/>
          <a:ln w="6477">
            <a:solidFill>
              <a:srgbClr val="BE4152">
                <a:alpha val="17000"/>
              </a:srgbClr>
            </a:solidFill>
            <a:prstDash val="solid"/>
          </a:ln>
        </p:spPr>
      </p:sp>
      <p:sp>
        <p:nvSpPr>
          <p:cNvPr id="198" name="knowledge-cross-edge">
            <a:extLst>
              <a:ext uri="{FF2B5EF4-FFF2-40B4-BE49-F238E27FC236}">
                <a16:creationId xmlns:a16="http://schemas.microsoft.com/office/drawing/2014/main" id="{7B502866-4B9B-4B75-AE41-33249BE6123C}"/>
              </a:ext>
            </a:extLst>
          </p:cNvPr>
          <p:cNvSpPr>
            <a:spLocks noGrp="1"/>
          </p:cNvSpPr>
          <p:nvPr/>
        </p:nvSpPr>
        <p:spPr>
          <a:xfrm>
            <a:off x="5311006" y="6496048"/>
            <a:ext cx="246203" cy="340749"/>
          </a:xfrm>
          <a:custGeom>
            <a:avLst/>
            <a:gdLst/>
            <a:ahLst/>
            <a:cxnLst/>
            <a:rect l="0" t="0" r="0" b="0"/>
            <a:pathLst>
              <a:path w="246203" h="340749">
                <a:moveTo>
                  <a:pt x="0" y="340749"/>
                </a:moveTo>
                <a:lnTo>
                  <a:pt x="5965" y="295858"/>
                </a:lnTo>
                <a:lnTo>
                  <a:pt x="14576" y="253966"/>
                </a:lnTo>
                <a:lnTo>
                  <a:pt x="25832" y="215073"/>
                </a:lnTo>
                <a:lnTo>
                  <a:pt x="39734" y="179179"/>
                </a:lnTo>
                <a:lnTo>
                  <a:pt x="56283" y="146284"/>
                </a:lnTo>
                <a:lnTo>
                  <a:pt x="75477" y="116389"/>
                </a:lnTo>
                <a:lnTo>
                  <a:pt x="97317" y="89493"/>
                </a:lnTo>
                <a:lnTo>
                  <a:pt x="121802" y="65596"/>
                </a:lnTo>
                <a:lnTo>
                  <a:pt x="148934" y="44698"/>
                </a:lnTo>
                <a:lnTo>
                  <a:pt x="178711" y="26800"/>
                </a:lnTo>
                <a:lnTo>
                  <a:pt x="211134" y="11900"/>
                </a:lnTo>
                <a:lnTo>
                  <a:pt x="246203" y="0"/>
                </a:lnTo>
              </a:path>
            </a:pathLst>
          </a:custGeom>
          <a:noFill/>
          <a:ln w="4953">
            <a:solidFill>
              <a:srgbClr val="BE4152">
                <a:alpha val="12000"/>
              </a:srgbClr>
            </a:solidFill>
            <a:prstDash val="solid"/>
          </a:ln>
        </p:spPr>
      </p:sp>
      <p:sp>
        <p:nvSpPr>
          <p:cNvPr id="199" name="knowledge-long-edge">
            <a:extLst>
              <a:ext uri="{FF2B5EF4-FFF2-40B4-BE49-F238E27FC236}">
                <a16:creationId xmlns:a16="http://schemas.microsoft.com/office/drawing/2014/main" id="{20EEF2C7-7262-4DE2-BF2F-E8CF81AB36A8}"/>
              </a:ext>
            </a:extLst>
          </p:cNvPr>
          <p:cNvSpPr>
            <a:spLocks noGrp="1"/>
          </p:cNvSpPr>
          <p:nvPr/>
        </p:nvSpPr>
        <p:spPr>
          <a:xfrm>
            <a:off x="5311006" y="6561171"/>
            <a:ext cx="489730" cy="287347"/>
          </a:xfrm>
          <a:custGeom>
            <a:avLst/>
            <a:gdLst/>
            <a:ahLst/>
            <a:cxnLst/>
            <a:rect l="0" t="0" r="0" b="0"/>
            <a:pathLst>
              <a:path w="489730" h="287347">
                <a:moveTo>
                  <a:pt x="0" y="275627"/>
                </a:moveTo>
                <a:lnTo>
                  <a:pt x="30608" y="210386"/>
                </a:lnTo>
                <a:lnTo>
                  <a:pt x="61216" y="153941"/>
                </a:lnTo>
                <a:lnTo>
                  <a:pt x="91824" y="106293"/>
                </a:lnTo>
                <a:lnTo>
                  <a:pt x="122432" y="67442"/>
                </a:lnTo>
                <a:lnTo>
                  <a:pt x="153041" y="37387"/>
                </a:lnTo>
                <a:lnTo>
                  <a:pt x="183649" y="16128"/>
                </a:lnTo>
                <a:lnTo>
                  <a:pt x="214257" y="3666"/>
                </a:lnTo>
                <a:lnTo>
                  <a:pt x="244865" y="0"/>
                </a:lnTo>
                <a:lnTo>
                  <a:pt x="275473" y="5131"/>
                </a:lnTo>
                <a:lnTo>
                  <a:pt x="306081" y="19058"/>
                </a:lnTo>
                <a:lnTo>
                  <a:pt x="336689" y="41782"/>
                </a:lnTo>
                <a:lnTo>
                  <a:pt x="367297" y="73302"/>
                </a:lnTo>
                <a:lnTo>
                  <a:pt x="397905" y="113618"/>
                </a:lnTo>
                <a:lnTo>
                  <a:pt x="428513" y="162731"/>
                </a:lnTo>
                <a:lnTo>
                  <a:pt x="459122" y="220641"/>
                </a:lnTo>
                <a:lnTo>
                  <a:pt x="489730" y="287347"/>
                </a:lnTo>
              </a:path>
            </a:pathLst>
          </a:custGeom>
          <a:noFill/>
          <a:ln w="4286">
            <a:solidFill>
              <a:srgbClr val="BE4152">
                <a:alpha val="9000"/>
              </a:srgbClr>
            </a:solidFill>
            <a:prstDash val="solid"/>
          </a:ln>
        </p:spPr>
      </p:sp>
      <p:sp>
        <p:nvSpPr>
          <p:cNvPr id="200" name="knowledge-edge">
            <a:extLst>
              <a:ext uri="{FF2B5EF4-FFF2-40B4-BE49-F238E27FC236}">
                <a16:creationId xmlns:a16="http://schemas.microsoft.com/office/drawing/2014/main" id="{0141C460-8A21-411E-926F-BD4DE7DB7BA3}"/>
              </a:ext>
            </a:extLst>
          </p:cNvPr>
          <p:cNvSpPr>
            <a:spLocks noGrp="1"/>
          </p:cNvSpPr>
          <p:nvPr/>
        </p:nvSpPr>
        <p:spPr>
          <a:xfrm>
            <a:off x="5300158" y="6892704"/>
            <a:ext cx="96859" cy="69673"/>
          </a:xfrm>
          <a:custGeom>
            <a:avLst/>
            <a:gdLst/>
            <a:ahLst/>
            <a:cxnLst/>
            <a:rect l="0" t="0" r="0" b="0"/>
            <a:pathLst>
              <a:path w="96859" h="69673">
                <a:moveTo>
                  <a:pt x="0" y="69673"/>
                </a:moveTo>
                <a:lnTo>
                  <a:pt x="6919" y="53022"/>
                </a:lnTo>
                <a:lnTo>
                  <a:pt x="13837" y="38639"/>
                </a:lnTo>
                <a:lnTo>
                  <a:pt x="20756" y="26526"/>
                </a:lnTo>
                <a:lnTo>
                  <a:pt x="27674" y="16682"/>
                </a:lnTo>
                <a:lnTo>
                  <a:pt x="34593" y="9108"/>
                </a:lnTo>
                <a:lnTo>
                  <a:pt x="41511" y="3803"/>
                </a:lnTo>
                <a:lnTo>
                  <a:pt x="48430" y="767"/>
                </a:lnTo>
                <a:lnTo>
                  <a:pt x="55348" y="0"/>
                </a:lnTo>
                <a:lnTo>
                  <a:pt x="62267" y="1503"/>
                </a:lnTo>
                <a:lnTo>
                  <a:pt x="69185" y="5275"/>
                </a:lnTo>
                <a:lnTo>
                  <a:pt x="76104" y="11316"/>
                </a:lnTo>
                <a:lnTo>
                  <a:pt x="83022" y="19626"/>
                </a:lnTo>
                <a:lnTo>
                  <a:pt x="89941" y="30206"/>
                </a:lnTo>
                <a:lnTo>
                  <a:pt x="96859" y="43055"/>
                </a:lnTo>
              </a:path>
            </a:pathLst>
          </a:custGeom>
          <a:noFill/>
          <a:ln w="6477">
            <a:solidFill>
              <a:srgbClr val="BE4152">
                <a:alpha val="17000"/>
              </a:srgbClr>
            </a:solidFill>
            <a:prstDash val="solid"/>
          </a:ln>
        </p:spPr>
      </p:sp>
      <p:sp>
        <p:nvSpPr>
          <p:cNvPr id="201" name="knowledge-cross-edge">
            <a:extLst>
              <a:ext uri="{FF2B5EF4-FFF2-40B4-BE49-F238E27FC236}">
                <a16:creationId xmlns:a16="http://schemas.microsoft.com/office/drawing/2014/main" id="{88C297B7-EBFE-47E4-AA62-2F13845DB372}"/>
              </a:ext>
            </a:extLst>
          </p:cNvPr>
          <p:cNvSpPr>
            <a:spLocks noGrp="1"/>
          </p:cNvSpPr>
          <p:nvPr/>
        </p:nvSpPr>
        <p:spPr>
          <a:xfrm>
            <a:off x="5300158" y="6856855"/>
            <a:ext cx="319436" cy="105522"/>
          </a:xfrm>
          <a:custGeom>
            <a:avLst/>
            <a:gdLst/>
            <a:ahLst/>
            <a:cxnLst/>
            <a:rect l="0" t="0" r="0" b="0"/>
            <a:pathLst>
              <a:path w="319436" h="105522">
                <a:moveTo>
                  <a:pt x="0" y="105522"/>
                </a:moveTo>
                <a:lnTo>
                  <a:pt x="41172" y="102361"/>
                </a:lnTo>
                <a:lnTo>
                  <a:pt x="79698" y="98176"/>
                </a:lnTo>
                <a:lnTo>
                  <a:pt x="115578" y="92967"/>
                </a:lnTo>
                <a:lnTo>
                  <a:pt x="148812" y="86734"/>
                </a:lnTo>
                <a:lnTo>
                  <a:pt x="179401" y="79476"/>
                </a:lnTo>
                <a:lnTo>
                  <a:pt x="207343" y="71195"/>
                </a:lnTo>
                <a:lnTo>
                  <a:pt x="232640" y="61889"/>
                </a:lnTo>
                <a:lnTo>
                  <a:pt x="255291" y="51560"/>
                </a:lnTo>
                <a:lnTo>
                  <a:pt x="275296" y="40206"/>
                </a:lnTo>
                <a:lnTo>
                  <a:pt x="292655" y="27828"/>
                </a:lnTo>
                <a:lnTo>
                  <a:pt x="307369" y="14426"/>
                </a:lnTo>
                <a:lnTo>
                  <a:pt x="319436" y="0"/>
                </a:lnTo>
              </a:path>
            </a:pathLst>
          </a:custGeom>
          <a:noFill/>
          <a:ln w="5334">
            <a:solidFill>
              <a:srgbClr val="BE4152">
                <a:alpha val="13000"/>
              </a:srgbClr>
            </a:solidFill>
            <a:prstDash val="solid"/>
          </a:ln>
        </p:spPr>
      </p:sp>
      <p:sp>
        <p:nvSpPr>
          <p:cNvPr id="202" name="knowledge-cross-edge">
            <a:extLst>
              <a:ext uri="{FF2B5EF4-FFF2-40B4-BE49-F238E27FC236}">
                <a16:creationId xmlns:a16="http://schemas.microsoft.com/office/drawing/2014/main" id="{219489D1-FCC6-4ECC-914E-C92C004079D7}"/>
              </a:ext>
            </a:extLst>
          </p:cNvPr>
          <p:cNvSpPr>
            <a:spLocks noGrp="1"/>
          </p:cNvSpPr>
          <p:nvPr/>
        </p:nvSpPr>
        <p:spPr>
          <a:xfrm>
            <a:off x="5300158" y="6782630"/>
            <a:ext cx="194101" cy="179747"/>
          </a:xfrm>
          <a:custGeom>
            <a:avLst/>
            <a:gdLst/>
            <a:ahLst/>
            <a:cxnLst/>
            <a:rect l="0" t="0" r="0" b="0"/>
            <a:pathLst>
              <a:path w="194101" h="179747">
                <a:moveTo>
                  <a:pt x="0" y="179747"/>
                </a:moveTo>
                <a:lnTo>
                  <a:pt x="1623" y="146505"/>
                </a:lnTo>
                <a:lnTo>
                  <a:pt x="5892" y="116656"/>
                </a:lnTo>
                <a:lnTo>
                  <a:pt x="12807" y="90199"/>
                </a:lnTo>
                <a:lnTo>
                  <a:pt x="22367" y="67136"/>
                </a:lnTo>
                <a:lnTo>
                  <a:pt x="34574" y="47465"/>
                </a:lnTo>
                <a:lnTo>
                  <a:pt x="49426" y="31186"/>
                </a:lnTo>
                <a:lnTo>
                  <a:pt x="66924" y="18301"/>
                </a:lnTo>
                <a:lnTo>
                  <a:pt x="87068" y="8808"/>
                </a:lnTo>
                <a:lnTo>
                  <a:pt x="109857" y="2708"/>
                </a:lnTo>
                <a:lnTo>
                  <a:pt x="135293" y="0"/>
                </a:lnTo>
                <a:lnTo>
                  <a:pt x="163374" y="685"/>
                </a:lnTo>
                <a:lnTo>
                  <a:pt x="194101" y="4763"/>
                </a:lnTo>
              </a:path>
            </a:pathLst>
          </a:custGeom>
          <a:noFill/>
          <a:ln w="4953">
            <a:solidFill>
              <a:srgbClr val="BE4152">
                <a:alpha val="12000"/>
              </a:srgbClr>
            </a:solidFill>
            <a:prstDash val="solid"/>
          </a:ln>
        </p:spPr>
      </p:sp>
      <p:sp>
        <p:nvSpPr>
          <p:cNvPr id="203" name="knowledge-edge">
            <a:extLst>
              <a:ext uri="{FF2B5EF4-FFF2-40B4-BE49-F238E27FC236}">
                <a16:creationId xmlns:a16="http://schemas.microsoft.com/office/drawing/2014/main" id="{E7DCAA0C-9143-4A33-A3DC-DB51D18F048A}"/>
              </a:ext>
            </a:extLst>
          </p:cNvPr>
          <p:cNvSpPr>
            <a:spLocks noGrp="1"/>
          </p:cNvSpPr>
          <p:nvPr/>
        </p:nvSpPr>
        <p:spPr>
          <a:xfrm>
            <a:off x="5080458" y="6856855"/>
            <a:ext cx="539136" cy="206299"/>
          </a:xfrm>
          <a:custGeom>
            <a:avLst/>
            <a:gdLst/>
            <a:ahLst/>
            <a:cxnLst/>
            <a:rect l="0" t="0" r="0" b="0"/>
            <a:pathLst>
              <a:path w="539136" h="206299">
                <a:moveTo>
                  <a:pt x="0" y="206299"/>
                </a:moveTo>
                <a:lnTo>
                  <a:pt x="38510" y="185797"/>
                </a:lnTo>
                <a:lnTo>
                  <a:pt x="77019" y="166182"/>
                </a:lnTo>
                <a:lnTo>
                  <a:pt x="115529" y="147455"/>
                </a:lnTo>
                <a:lnTo>
                  <a:pt x="154039" y="129614"/>
                </a:lnTo>
                <a:lnTo>
                  <a:pt x="192549" y="112661"/>
                </a:lnTo>
                <a:lnTo>
                  <a:pt x="231058" y="96595"/>
                </a:lnTo>
                <a:lnTo>
                  <a:pt x="269568" y="81416"/>
                </a:lnTo>
                <a:lnTo>
                  <a:pt x="308078" y="67124"/>
                </a:lnTo>
                <a:lnTo>
                  <a:pt x="346588" y="53719"/>
                </a:lnTo>
                <a:lnTo>
                  <a:pt x="385097" y="41201"/>
                </a:lnTo>
                <a:lnTo>
                  <a:pt x="423607" y="29570"/>
                </a:lnTo>
                <a:lnTo>
                  <a:pt x="462117" y="18826"/>
                </a:lnTo>
                <a:lnTo>
                  <a:pt x="500627" y="8970"/>
                </a:lnTo>
                <a:lnTo>
                  <a:pt x="539136" y="0"/>
                </a:lnTo>
              </a:path>
            </a:pathLst>
          </a:custGeom>
          <a:noFill/>
          <a:ln w="6477">
            <a:solidFill>
              <a:srgbClr val="BE4152">
                <a:alpha val="17000"/>
              </a:srgbClr>
            </a:solidFill>
            <a:prstDash val="solid"/>
          </a:ln>
        </p:spPr>
      </p:sp>
      <p:sp>
        <p:nvSpPr>
          <p:cNvPr id="204" name="knowledge-edge">
            <a:extLst>
              <a:ext uri="{FF2B5EF4-FFF2-40B4-BE49-F238E27FC236}">
                <a16:creationId xmlns:a16="http://schemas.microsoft.com/office/drawing/2014/main" id="{B0FCAD49-8832-4A04-B1E9-1C48B207B7A8}"/>
              </a:ext>
            </a:extLst>
          </p:cNvPr>
          <p:cNvSpPr>
            <a:spLocks noGrp="1"/>
          </p:cNvSpPr>
          <p:nvPr/>
        </p:nvSpPr>
        <p:spPr>
          <a:xfrm>
            <a:off x="5122264" y="6970568"/>
            <a:ext cx="332432" cy="115534"/>
          </a:xfrm>
          <a:custGeom>
            <a:avLst/>
            <a:gdLst/>
            <a:ahLst/>
            <a:cxnLst/>
            <a:rect l="0" t="0" r="0" b="0"/>
            <a:pathLst>
              <a:path w="332432" h="115534">
                <a:moveTo>
                  <a:pt x="0" y="115534"/>
                </a:moveTo>
                <a:lnTo>
                  <a:pt x="23745" y="108192"/>
                </a:lnTo>
                <a:lnTo>
                  <a:pt x="47490" y="100711"/>
                </a:lnTo>
                <a:lnTo>
                  <a:pt x="71236" y="93089"/>
                </a:lnTo>
                <a:lnTo>
                  <a:pt x="94981" y="85327"/>
                </a:lnTo>
                <a:lnTo>
                  <a:pt x="118726" y="77425"/>
                </a:lnTo>
                <a:lnTo>
                  <a:pt x="142471" y="69383"/>
                </a:lnTo>
                <a:lnTo>
                  <a:pt x="166216" y="61201"/>
                </a:lnTo>
                <a:lnTo>
                  <a:pt x="189961" y="52878"/>
                </a:lnTo>
                <a:lnTo>
                  <a:pt x="213707" y="44416"/>
                </a:lnTo>
                <a:lnTo>
                  <a:pt x="237452" y="35813"/>
                </a:lnTo>
                <a:lnTo>
                  <a:pt x="261197" y="27070"/>
                </a:lnTo>
                <a:lnTo>
                  <a:pt x="284942" y="18187"/>
                </a:lnTo>
                <a:lnTo>
                  <a:pt x="308687" y="9163"/>
                </a:lnTo>
                <a:lnTo>
                  <a:pt x="332432" y="0"/>
                </a:lnTo>
              </a:path>
            </a:pathLst>
          </a:custGeom>
          <a:noFill/>
          <a:ln w="6477">
            <a:solidFill>
              <a:srgbClr val="BE4152">
                <a:alpha val="17000"/>
              </a:srgbClr>
            </a:solidFill>
            <a:prstDash val="solid"/>
          </a:ln>
        </p:spPr>
      </p:sp>
      <p:sp>
        <p:nvSpPr>
          <p:cNvPr id="205" name="knowledge-edge">
            <a:extLst>
              <a:ext uri="{FF2B5EF4-FFF2-40B4-BE49-F238E27FC236}">
                <a16:creationId xmlns:a16="http://schemas.microsoft.com/office/drawing/2014/main" id="{B560D0DD-2D52-47F4-8028-56F505CAA6E7}"/>
              </a:ext>
            </a:extLst>
          </p:cNvPr>
          <p:cNvSpPr>
            <a:spLocks noGrp="1"/>
          </p:cNvSpPr>
          <p:nvPr/>
        </p:nvSpPr>
        <p:spPr>
          <a:xfrm>
            <a:off x="5525892" y="5962831"/>
            <a:ext cx="500894" cy="104385"/>
          </a:xfrm>
          <a:custGeom>
            <a:avLst/>
            <a:gdLst/>
            <a:ahLst/>
            <a:cxnLst/>
            <a:rect l="0" t="0" r="0" b="0"/>
            <a:pathLst>
              <a:path w="500894" h="104385">
                <a:moveTo>
                  <a:pt x="0" y="0"/>
                </a:moveTo>
                <a:lnTo>
                  <a:pt x="35778" y="5974"/>
                </a:lnTo>
                <a:lnTo>
                  <a:pt x="71556" y="12176"/>
                </a:lnTo>
                <a:lnTo>
                  <a:pt x="107334" y="18605"/>
                </a:lnTo>
                <a:lnTo>
                  <a:pt x="143112" y="25263"/>
                </a:lnTo>
                <a:lnTo>
                  <a:pt x="178891" y="32149"/>
                </a:lnTo>
                <a:lnTo>
                  <a:pt x="214669" y="39263"/>
                </a:lnTo>
                <a:lnTo>
                  <a:pt x="250447" y="46605"/>
                </a:lnTo>
                <a:lnTo>
                  <a:pt x="286225" y="54175"/>
                </a:lnTo>
                <a:lnTo>
                  <a:pt x="322003" y="61973"/>
                </a:lnTo>
                <a:lnTo>
                  <a:pt x="357781" y="70000"/>
                </a:lnTo>
                <a:lnTo>
                  <a:pt x="393559" y="78254"/>
                </a:lnTo>
                <a:lnTo>
                  <a:pt x="429337" y="86736"/>
                </a:lnTo>
                <a:lnTo>
                  <a:pt x="465115" y="95446"/>
                </a:lnTo>
                <a:lnTo>
                  <a:pt x="500894" y="104385"/>
                </a:lnTo>
              </a:path>
            </a:pathLst>
          </a:custGeom>
          <a:noFill/>
          <a:ln w="6477">
            <a:solidFill>
              <a:srgbClr val="CF4246">
                <a:alpha val="17000"/>
              </a:srgbClr>
            </a:solidFill>
            <a:prstDash val="solid"/>
          </a:ln>
        </p:spPr>
      </p:sp>
      <p:sp>
        <p:nvSpPr>
          <p:cNvPr id="206" name="knowledge-cross-edge">
            <a:extLst>
              <a:ext uri="{FF2B5EF4-FFF2-40B4-BE49-F238E27FC236}">
                <a16:creationId xmlns:a16="http://schemas.microsoft.com/office/drawing/2014/main" id="{1B0F8FD0-E790-4BC3-979F-BF2A579EBBF9}"/>
              </a:ext>
            </a:extLst>
          </p:cNvPr>
          <p:cNvSpPr>
            <a:spLocks noGrp="1"/>
          </p:cNvSpPr>
          <p:nvPr/>
        </p:nvSpPr>
        <p:spPr>
          <a:xfrm>
            <a:off x="5525892" y="5933806"/>
            <a:ext cx="577917" cy="313408"/>
          </a:xfrm>
          <a:custGeom>
            <a:avLst/>
            <a:gdLst/>
            <a:ahLst/>
            <a:cxnLst/>
            <a:rect l="0" t="0" r="0" b="0"/>
            <a:pathLst>
              <a:path w="577917" h="313408">
                <a:moveTo>
                  <a:pt x="0" y="29025"/>
                </a:moveTo>
                <a:lnTo>
                  <a:pt x="62712" y="11934"/>
                </a:lnTo>
                <a:lnTo>
                  <a:pt x="122778" y="2259"/>
                </a:lnTo>
                <a:lnTo>
                  <a:pt x="180198" y="0"/>
                </a:lnTo>
                <a:lnTo>
                  <a:pt x="234972" y="5158"/>
                </a:lnTo>
                <a:lnTo>
                  <a:pt x="287101" y="17732"/>
                </a:lnTo>
                <a:lnTo>
                  <a:pt x="336583" y="37722"/>
                </a:lnTo>
                <a:lnTo>
                  <a:pt x="383420" y="65129"/>
                </a:lnTo>
                <a:lnTo>
                  <a:pt x="427611" y="99952"/>
                </a:lnTo>
                <a:lnTo>
                  <a:pt x="469156" y="142192"/>
                </a:lnTo>
                <a:lnTo>
                  <a:pt x="508056" y="191848"/>
                </a:lnTo>
                <a:lnTo>
                  <a:pt x="544309" y="248920"/>
                </a:lnTo>
                <a:lnTo>
                  <a:pt x="577917" y="313408"/>
                </a:lnTo>
              </a:path>
            </a:pathLst>
          </a:custGeom>
          <a:noFill/>
          <a:ln w="5334">
            <a:solidFill>
              <a:srgbClr val="CF4246">
                <a:alpha val="13000"/>
              </a:srgbClr>
            </a:solidFill>
            <a:prstDash val="solid"/>
          </a:ln>
        </p:spPr>
      </p:sp>
      <p:sp>
        <p:nvSpPr>
          <p:cNvPr id="207" name="knowledge-edge">
            <a:extLst>
              <a:ext uri="{FF2B5EF4-FFF2-40B4-BE49-F238E27FC236}">
                <a16:creationId xmlns:a16="http://schemas.microsoft.com/office/drawing/2014/main" id="{48747FFA-19BD-47B3-9E8A-A27D696EEF24}"/>
              </a:ext>
            </a:extLst>
          </p:cNvPr>
          <p:cNvSpPr>
            <a:spLocks noGrp="1"/>
          </p:cNvSpPr>
          <p:nvPr/>
        </p:nvSpPr>
        <p:spPr>
          <a:xfrm>
            <a:off x="5573157" y="6247214"/>
            <a:ext cx="530652" cy="104131"/>
          </a:xfrm>
          <a:custGeom>
            <a:avLst/>
            <a:gdLst/>
            <a:ahLst/>
            <a:cxnLst/>
            <a:rect l="0" t="0" r="0" b="0"/>
            <a:pathLst>
              <a:path w="530652" h="104131">
                <a:moveTo>
                  <a:pt x="0" y="92564"/>
                </a:moveTo>
                <a:lnTo>
                  <a:pt x="37904" y="98307"/>
                </a:lnTo>
                <a:lnTo>
                  <a:pt x="75807" y="102149"/>
                </a:lnTo>
                <a:lnTo>
                  <a:pt x="113711" y="104091"/>
                </a:lnTo>
                <a:lnTo>
                  <a:pt x="151615" y="104131"/>
                </a:lnTo>
                <a:lnTo>
                  <a:pt x="189519" y="102271"/>
                </a:lnTo>
                <a:lnTo>
                  <a:pt x="227422" y="98511"/>
                </a:lnTo>
                <a:lnTo>
                  <a:pt x="265326" y="92849"/>
                </a:lnTo>
                <a:lnTo>
                  <a:pt x="303230" y="85287"/>
                </a:lnTo>
                <a:lnTo>
                  <a:pt x="341133" y="75825"/>
                </a:lnTo>
                <a:lnTo>
                  <a:pt x="379037" y="64461"/>
                </a:lnTo>
                <a:lnTo>
                  <a:pt x="416941" y="51197"/>
                </a:lnTo>
                <a:lnTo>
                  <a:pt x="454845" y="36032"/>
                </a:lnTo>
                <a:lnTo>
                  <a:pt x="492748" y="18966"/>
                </a:lnTo>
                <a:lnTo>
                  <a:pt x="530652" y="0"/>
                </a:lnTo>
              </a:path>
            </a:pathLst>
          </a:custGeom>
          <a:noFill/>
          <a:ln w="6477">
            <a:solidFill>
              <a:srgbClr val="CF4246">
                <a:alpha val="17000"/>
              </a:srgbClr>
            </a:solidFill>
            <a:prstDash val="solid"/>
          </a:ln>
        </p:spPr>
      </p:sp>
      <p:sp>
        <p:nvSpPr>
          <p:cNvPr id="208" name="knowledge-cross-edge">
            <a:extLst>
              <a:ext uri="{FF2B5EF4-FFF2-40B4-BE49-F238E27FC236}">
                <a16:creationId xmlns:a16="http://schemas.microsoft.com/office/drawing/2014/main" id="{F9B62CBE-E10C-4D32-AE62-3937F5F2E937}"/>
              </a:ext>
            </a:extLst>
          </p:cNvPr>
          <p:cNvSpPr>
            <a:spLocks noGrp="1"/>
          </p:cNvSpPr>
          <p:nvPr/>
        </p:nvSpPr>
        <p:spPr>
          <a:xfrm>
            <a:off x="5573157" y="6339778"/>
            <a:ext cx="343217" cy="149378"/>
          </a:xfrm>
          <a:custGeom>
            <a:avLst/>
            <a:gdLst/>
            <a:ahLst/>
            <a:cxnLst/>
            <a:rect l="0" t="0" r="0" b="0"/>
            <a:pathLst>
              <a:path w="343217" h="149378">
                <a:moveTo>
                  <a:pt x="0" y="0"/>
                </a:moveTo>
                <a:lnTo>
                  <a:pt x="43153" y="7852"/>
                </a:lnTo>
                <a:lnTo>
                  <a:pt x="83661" y="16540"/>
                </a:lnTo>
                <a:lnTo>
                  <a:pt x="121523" y="26063"/>
                </a:lnTo>
                <a:lnTo>
                  <a:pt x="156739" y="36422"/>
                </a:lnTo>
                <a:lnTo>
                  <a:pt x="189309" y="47617"/>
                </a:lnTo>
                <a:lnTo>
                  <a:pt x="219233" y="59647"/>
                </a:lnTo>
                <a:lnTo>
                  <a:pt x="246512" y="72513"/>
                </a:lnTo>
                <a:lnTo>
                  <a:pt x="271145" y="86215"/>
                </a:lnTo>
                <a:lnTo>
                  <a:pt x="293131" y="100752"/>
                </a:lnTo>
                <a:lnTo>
                  <a:pt x="312472" y="116125"/>
                </a:lnTo>
                <a:lnTo>
                  <a:pt x="329168" y="132334"/>
                </a:lnTo>
                <a:lnTo>
                  <a:pt x="343217" y="149378"/>
                </a:lnTo>
              </a:path>
            </a:pathLst>
          </a:custGeom>
          <a:noFill/>
          <a:ln w="5334">
            <a:solidFill>
              <a:srgbClr val="CF4246">
                <a:alpha val="13000"/>
              </a:srgbClr>
            </a:solidFill>
            <a:prstDash val="solid"/>
          </a:ln>
        </p:spPr>
      </p:sp>
      <p:sp>
        <p:nvSpPr>
          <p:cNvPr id="209" name="knowledge-edge">
            <a:extLst>
              <a:ext uri="{FF2B5EF4-FFF2-40B4-BE49-F238E27FC236}">
                <a16:creationId xmlns:a16="http://schemas.microsoft.com/office/drawing/2014/main" id="{2EA2165C-F8AE-4A66-B875-581FD99C27E3}"/>
              </a:ext>
            </a:extLst>
          </p:cNvPr>
          <p:cNvSpPr>
            <a:spLocks noGrp="1"/>
          </p:cNvSpPr>
          <p:nvPr/>
        </p:nvSpPr>
        <p:spPr>
          <a:xfrm>
            <a:off x="5557210" y="6457671"/>
            <a:ext cx="359165" cy="38377"/>
          </a:xfrm>
          <a:custGeom>
            <a:avLst/>
            <a:gdLst/>
            <a:ahLst/>
            <a:cxnLst/>
            <a:rect l="0" t="0" r="0" b="0"/>
            <a:pathLst>
              <a:path w="359165" h="38377">
                <a:moveTo>
                  <a:pt x="0" y="38377"/>
                </a:moveTo>
                <a:lnTo>
                  <a:pt x="25655" y="28618"/>
                </a:lnTo>
                <a:lnTo>
                  <a:pt x="51309" y="20284"/>
                </a:lnTo>
                <a:lnTo>
                  <a:pt x="76964" y="13375"/>
                </a:lnTo>
                <a:lnTo>
                  <a:pt x="102618" y="7893"/>
                </a:lnTo>
                <a:lnTo>
                  <a:pt x="128273" y="3836"/>
                </a:lnTo>
                <a:lnTo>
                  <a:pt x="153928" y="1205"/>
                </a:lnTo>
                <a:lnTo>
                  <a:pt x="179582" y="0"/>
                </a:lnTo>
                <a:lnTo>
                  <a:pt x="205237" y="221"/>
                </a:lnTo>
                <a:lnTo>
                  <a:pt x="230892" y="1867"/>
                </a:lnTo>
                <a:lnTo>
                  <a:pt x="256546" y="4939"/>
                </a:lnTo>
                <a:lnTo>
                  <a:pt x="282201" y="9437"/>
                </a:lnTo>
                <a:lnTo>
                  <a:pt x="307855" y="15360"/>
                </a:lnTo>
                <a:lnTo>
                  <a:pt x="333510" y="22710"/>
                </a:lnTo>
                <a:lnTo>
                  <a:pt x="359165" y="31485"/>
                </a:lnTo>
              </a:path>
            </a:pathLst>
          </a:custGeom>
          <a:noFill/>
          <a:ln w="6477">
            <a:solidFill>
              <a:srgbClr val="CF4246">
                <a:alpha val="17000"/>
              </a:srgbClr>
            </a:solidFill>
            <a:prstDash val="solid"/>
          </a:ln>
        </p:spPr>
      </p:sp>
      <p:sp>
        <p:nvSpPr>
          <p:cNvPr id="210" name="knowledge-edge">
            <a:extLst>
              <a:ext uri="{FF2B5EF4-FFF2-40B4-BE49-F238E27FC236}">
                <a16:creationId xmlns:a16="http://schemas.microsoft.com/office/drawing/2014/main" id="{D47E8FA9-BA64-47EC-BFAE-CC8EF791AE2D}"/>
              </a:ext>
            </a:extLst>
          </p:cNvPr>
          <p:cNvSpPr>
            <a:spLocks noGrp="1"/>
          </p:cNvSpPr>
          <p:nvPr/>
        </p:nvSpPr>
        <p:spPr>
          <a:xfrm>
            <a:off x="5494259" y="6634114"/>
            <a:ext cx="351226" cy="158758"/>
          </a:xfrm>
          <a:custGeom>
            <a:avLst/>
            <a:gdLst/>
            <a:ahLst/>
            <a:cxnLst/>
            <a:rect l="0" t="0" r="0" b="0"/>
            <a:pathLst>
              <a:path w="351226" h="158758">
                <a:moveTo>
                  <a:pt x="0" y="153279"/>
                </a:moveTo>
                <a:lnTo>
                  <a:pt x="25088" y="157159"/>
                </a:lnTo>
                <a:lnTo>
                  <a:pt x="50175" y="158758"/>
                </a:lnTo>
                <a:lnTo>
                  <a:pt x="75263" y="158075"/>
                </a:lnTo>
                <a:lnTo>
                  <a:pt x="100350" y="155111"/>
                </a:lnTo>
                <a:lnTo>
                  <a:pt x="125438" y="149865"/>
                </a:lnTo>
                <a:lnTo>
                  <a:pt x="150525" y="142339"/>
                </a:lnTo>
                <a:lnTo>
                  <a:pt x="175613" y="132531"/>
                </a:lnTo>
                <a:lnTo>
                  <a:pt x="200700" y="120442"/>
                </a:lnTo>
                <a:lnTo>
                  <a:pt x="225788" y="106071"/>
                </a:lnTo>
                <a:lnTo>
                  <a:pt x="250876" y="89420"/>
                </a:lnTo>
                <a:lnTo>
                  <a:pt x="275963" y="70487"/>
                </a:lnTo>
                <a:lnTo>
                  <a:pt x="301051" y="49272"/>
                </a:lnTo>
                <a:lnTo>
                  <a:pt x="326138" y="25777"/>
                </a:lnTo>
                <a:lnTo>
                  <a:pt x="351226" y="0"/>
                </a:lnTo>
              </a:path>
            </a:pathLst>
          </a:custGeom>
          <a:noFill/>
          <a:ln w="6477">
            <a:solidFill>
              <a:srgbClr val="CF4246">
                <a:alpha val="17000"/>
              </a:srgbClr>
            </a:solidFill>
            <a:prstDash val="solid"/>
          </a:ln>
        </p:spPr>
      </p:sp>
      <p:sp>
        <p:nvSpPr>
          <p:cNvPr id="211" name="knowledge-cross-edge">
            <a:extLst>
              <a:ext uri="{FF2B5EF4-FFF2-40B4-BE49-F238E27FC236}">
                <a16:creationId xmlns:a16="http://schemas.microsoft.com/office/drawing/2014/main" id="{4BA76548-D229-4F99-A599-98C04041B849}"/>
              </a:ext>
            </a:extLst>
          </p:cNvPr>
          <p:cNvSpPr>
            <a:spLocks noGrp="1"/>
          </p:cNvSpPr>
          <p:nvPr/>
        </p:nvSpPr>
        <p:spPr>
          <a:xfrm>
            <a:off x="5494259" y="6787393"/>
            <a:ext cx="306476" cy="66726"/>
          </a:xfrm>
          <a:custGeom>
            <a:avLst/>
            <a:gdLst/>
            <a:ahLst/>
            <a:cxnLst/>
            <a:rect l="0" t="0" r="0" b="0"/>
            <a:pathLst>
              <a:path w="306476" h="66726">
                <a:moveTo>
                  <a:pt x="0" y="0"/>
                </a:moveTo>
                <a:lnTo>
                  <a:pt x="40092" y="13601"/>
                </a:lnTo>
                <a:lnTo>
                  <a:pt x="77538" y="25656"/>
                </a:lnTo>
                <a:lnTo>
                  <a:pt x="112338" y="36163"/>
                </a:lnTo>
                <a:lnTo>
                  <a:pt x="144492" y="45124"/>
                </a:lnTo>
                <a:lnTo>
                  <a:pt x="174001" y="52538"/>
                </a:lnTo>
                <a:lnTo>
                  <a:pt x="200863" y="58405"/>
                </a:lnTo>
                <a:lnTo>
                  <a:pt x="225080" y="62725"/>
                </a:lnTo>
                <a:lnTo>
                  <a:pt x="246651" y="65499"/>
                </a:lnTo>
                <a:lnTo>
                  <a:pt x="265576" y="66726"/>
                </a:lnTo>
                <a:lnTo>
                  <a:pt x="281855" y="66405"/>
                </a:lnTo>
                <a:lnTo>
                  <a:pt x="295489" y="64538"/>
                </a:lnTo>
                <a:lnTo>
                  <a:pt x="306476" y="61124"/>
                </a:lnTo>
              </a:path>
            </a:pathLst>
          </a:custGeom>
          <a:noFill/>
          <a:ln w="5334">
            <a:solidFill>
              <a:srgbClr val="CF4246">
                <a:alpha val="13000"/>
              </a:srgbClr>
            </a:solidFill>
            <a:prstDash val="solid"/>
          </a:ln>
        </p:spPr>
      </p:sp>
      <p:sp>
        <p:nvSpPr>
          <p:cNvPr id="212" name="knowledge-cross-edge">
            <a:extLst>
              <a:ext uri="{FF2B5EF4-FFF2-40B4-BE49-F238E27FC236}">
                <a16:creationId xmlns:a16="http://schemas.microsoft.com/office/drawing/2014/main" id="{F9F96DD8-0EC8-498C-82EF-4B03754D473C}"/>
              </a:ext>
            </a:extLst>
          </p:cNvPr>
          <p:cNvSpPr>
            <a:spLocks noGrp="1"/>
          </p:cNvSpPr>
          <p:nvPr/>
        </p:nvSpPr>
        <p:spPr>
          <a:xfrm>
            <a:off x="5494259" y="6488866"/>
            <a:ext cx="422115" cy="298528"/>
          </a:xfrm>
          <a:custGeom>
            <a:avLst/>
            <a:gdLst/>
            <a:ahLst/>
            <a:cxnLst/>
            <a:rect l="0" t="0" r="0" b="0"/>
            <a:pathLst>
              <a:path w="422115" h="298528">
                <a:moveTo>
                  <a:pt x="0" y="298528"/>
                </a:moveTo>
                <a:lnTo>
                  <a:pt x="20624" y="248531"/>
                </a:lnTo>
                <a:lnTo>
                  <a:pt x="43894" y="203106"/>
                </a:lnTo>
                <a:lnTo>
                  <a:pt x="69810" y="162253"/>
                </a:lnTo>
                <a:lnTo>
                  <a:pt x="98372" y="125971"/>
                </a:lnTo>
                <a:lnTo>
                  <a:pt x="129579" y="94261"/>
                </a:lnTo>
                <a:lnTo>
                  <a:pt x="163432" y="67122"/>
                </a:lnTo>
                <a:lnTo>
                  <a:pt x="199932" y="44555"/>
                </a:lnTo>
                <a:lnTo>
                  <a:pt x="239076" y="26559"/>
                </a:lnTo>
                <a:lnTo>
                  <a:pt x="280867" y="13134"/>
                </a:lnTo>
                <a:lnTo>
                  <a:pt x="325304" y="4281"/>
                </a:lnTo>
                <a:lnTo>
                  <a:pt x="372386" y="0"/>
                </a:lnTo>
                <a:lnTo>
                  <a:pt x="422115" y="290"/>
                </a:lnTo>
              </a:path>
            </a:pathLst>
          </a:custGeom>
          <a:noFill/>
          <a:ln w="4953">
            <a:solidFill>
              <a:srgbClr val="CF4246">
                <a:alpha val="12000"/>
              </a:srgbClr>
            </a:solidFill>
            <a:prstDash val="solid"/>
          </a:ln>
        </p:spPr>
      </p:sp>
      <p:sp>
        <p:nvSpPr>
          <p:cNvPr id="213" name="knowledge-edge">
            <a:extLst>
              <a:ext uri="{FF2B5EF4-FFF2-40B4-BE49-F238E27FC236}">
                <a16:creationId xmlns:a16="http://schemas.microsoft.com/office/drawing/2014/main" id="{C2938C45-993D-472C-B8C0-F347214463C7}"/>
              </a:ext>
            </a:extLst>
          </p:cNvPr>
          <p:cNvSpPr>
            <a:spLocks noGrp="1"/>
          </p:cNvSpPr>
          <p:nvPr/>
        </p:nvSpPr>
        <p:spPr>
          <a:xfrm>
            <a:off x="5397017" y="6827764"/>
            <a:ext cx="403719" cy="107995"/>
          </a:xfrm>
          <a:custGeom>
            <a:avLst/>
            <a:gdLst/>
            <a:ahLst/>
            <a:cxnLst/>
            <a:rect l="0" t="0" r="0" b="0"/>
            <a:pathLst>
              <a:path w="403719" h="107995">
                <a:moveTo>
                  <a:pt x="0" y="107995"/>
                </a:moveTo>
                <a:lnTo>
                  <a:pt x="28837" y="86918"/>
                </a:lnTo>
                <a:lnTo>
                  <a:pt x="57674" y="68124"/>
                </a:lnTo>
                <a:lnTo>
                  <a:pt x="86511" y="51615"/>
                </a:lnTo>
                <a:lnTo>
                  <a:pt x="115348" y="37389"/>
                </a:lnTo>
                <a:lnTo>
                  <a:pt x="144185" y="25448"/>
                </a:lnTo>
                <a:lnTo>
                  <a:pt x="173022" y="15790"/>
                </a:lnTo>
                <a:lnTo>
                  <a:pt x="201859" y="8417"/>
                </a:lnTo>
                <a:lnTo>
                  <a:pt x="230696" y="3327"/>
                </a:lnTo>
                <a:lnTo>
                  <a:pt x="259533" y="521"/>
                </a:lnTo>
                <a:lnTo>
                  <a:pt x="288370" y="0"/>
                </a:lnTo>
                <a:lnTo>
                  <a:pt x="317208" y="1763"/>
                </a:lnTo>
                <a:lnTo>
                  <a:pt x="346045" y="5809"/>
                </a:lnTo>
                <a:lnTo>
                  <a:pt x="374882" y="12140"/>
                </a:lnTo>
                <a:lnTo>
                  <a:pt x="403719" y="20754"/>
                </a:lnTo>
              </a:path>
            </a:pathLst>
          </a:custGeom>
          <a:noFill/>
          <a:ln w="6477">
            <a:solidFill>
              <a:srgbClr val="CF4246">
                <a:alpha val="17000"/>
              </a:srgbClr>
            </a:solidFill>
            <a:prstDash val="solid"/>
          </a:ln>
        </p:spPr>
      </p:sp>
      <p:sp>
        <p:nvSpPr>
          <p:cNvPr id="214" name="knowledge-cross-edge">
            <a:extLst>
              <a:ext uri="{FF2B5EF4-FFF2-40B4-BE49-F238E27FC236}">
                <a16:creationId xmlns:a16="http://schemas.microsoft.com/office/drawing/2014/main" id="{163F2AA4-78BA-44CE-9EE4-F395704E4342}"/>
              </a:ext>
            </a:extLst>
          </p:cNvPr>
          <p:cNvSpPr>
            <a:spLocks noGrp="1"/>
          </p:cNvSpPr>
          <p:nvPr/>
        </p:nvSpPr>
        <p:spPr>
          <a:xfrm>
            <a:off x="5397017" y="6875003"/>
            <a:ext cx="622555" cy="60756"/>
          </a:xfrm>
          <a:custGeom>
            <a:avLst/>
            <a:gdLst/>
            <a:ahLst/>
            <a:cxnLst/>
            <a:rect l="0" t="0" r="0" b="0"/>
            <a:pathLst>
              <a:path w="622555" h="60756">
                <a:moveTo>
                  <a:pt x="0" y="60756"/>
                </a:moveTo>
                <a:lnTo>
                  <a:pt x="66432" y="43934"/>
                </a:lnTo>
                <a:lnTo>
                  <a:pt x="130217" y="29827"/>
                </a:lnTo>
                <a:lnTo>
                  <a:pt x="191357" y="18433"/>
                </a:lnTo>
                <a:lnTo>
                  <a:pt x="249852" y="9754"/>
                </a:lnTo>
                <a:lnTo>
                  <a:pt x="305700" y="3788"/>
                </a:lnTo>
                <a:lnTo>
                  <a:pt x="358902" y="537"/>
                </a:lnTo>
                <a:lnTo>
                  <a:pt x="409459" y="0"/>
                </a:lnTo>
                <a:lnTo>
                  <a:pt x="457370" y="2177"/>
                </a:lnTo>
                <a:lnTo>
                  <a:pt x="502635" y="7068"/>
                </a:lnTo>
                <a:lnTo>
                  <a:pt x="545254" y="14673"/>
                </a:lnTo>
                <a:lnTo>
                  <a:pt x="585227" y="24992"/>
                </a:lnTo>
                <a:lnTo>
                  <a:pt x="622555" y="38026"/>
                </a:lnTo>
              </a:path>
            </a:pathLst>
          </a:custGeom>
          <a:noFill/>
          <a:ln w="5334">
            <a:solidFill>
              <a:srgbClr val="CF4246">
                <a:alpha val="13000"/>
              </a:srgbClr>
            </a:solidFill>
            <a:prstDash val="solid"/>
          </a:ln>
        </p:spPr>
      </p:sp>
      <p:sp>
        <p:nvSpPr>
          <p:cNvPr id="215" name="knowledge-edge">
            <a:extLst>
              <a:ext uri="{FF2B5EF4-FFF2-40B4-BE49-F238E27FC236}">
                <a16:creationId xmlns:a16="http://schemas.microsoft.com/office/drawing/2014/main" id="{D4311D61-B04D-4105-B8E4-6A3F0BC7D4B3}"/>
              </a:ext>
            </a:extLst>
          </p:cNvPr>
          <p:cNvSpPr>
            <a:spLocks noGrp="1"/>
          </p:cNvSpPr>
          <p:nvPr/>
        </p:nvSpPr>
        <p:spPr>
          <a:xfrm>
            <a:off x="5619594" y="6856855"/>
            <a:ext cx="399978" cy="69729"/>
          </a:xfrm>
          <a:custGeom>
            <a:avLst/>
            <a:gdLst/>
            <a:ahLst/>
            <a:cxnLst/>
            <a:rect l="0" t="0" r="0" b="0"/>
            <a:pathLst>
              <a:path w="399978" h="69729">
                <a:moveTo>
                  <a:pt x="0" y="0"/>
                </a:moveTo>
                <a:lnTo>
                  <a:pt x="28570" y="13634"/>
                </a:lnTo>
                <a:lnTo>
                  <a:pt x="57140" y="25788"/>
                </a:lnTo>
                <a:lnTo>
                  <a:pt x="85709" y="36461"/>
                </a:lnTo>
                <a:lnTo>
                  <a:pt x="114279" y="45654"/>
                </a:lnTo>
                <a:lnTo>
                  <a:pt x="142849" y="53367"/>
                </a:lnTo>
                <a:lnTo>
                  <a:pt x="171419" y="59600"/>
                </a:lnTo>
                <a:lnTo>
                  <a:pt x="199989" y="64353"/>
                </a:lnTo>
                <a:lnTo>
                  <a:pt x="228559" y="67625"/>
                </a:lnTo>
                <a:lnTo>
                  <a:pt x="257128" y="69417"/>
                </a:lnTo>
                <a:lnTo>
                  <a:pt x="285698" y="69729"/>
                </a:lnTo>
                <a:lnTo>
                  <a:pt x="314268" y="68560"/>
                </a:lnTo>
                <a:lnTo>
                  <a:pt x="342838" y="65912"/>
                </a:lnTo>
                <a:lnTo>
                  <a:pt x="371408" y="61783"/>
                </a:lnTo>
                <a:lnTo>
                  <a:pt x="399978" y="56174"/>
                </a:lnTo>
              </a:path>
            </a:pathLst>
          </a:custGeom>
          <a:noFill/>
          <a:ln w="6477">
            <a:solidFill>
              <a:srgbClr val="CF4246">
                <a:alpha val="17000"/>
              </a:srgbClr>
            </a:solidFill>
            <a:prstDash val="solid"/>
          </a:ln>
        </p:spPr>
      </p:sp>
      <p:sp>
        <p:nvSpPr>
          <p:cNvPr id="216" name="knowledge-cross-edge">
            <a:extLst>
              <a:ext uri="{FF2B5EF4-FFF2-40B4-BE49-F238E27FC236}">
                <a16:creationId xmlns:a16="http://schemas.microsoft.com/office/drawing/2014/main" id="{A5389ACF-3D6B-4CF1-9D56-F017CC5E9304}"/>
              </a:ext>
            </a:extLst>
          </p:cNvPr>
          <p:cNvSpPr>
            <a:spLocks noGrp="1"/>
          </p:cNvSpPr>
          <p:nvPr/>
        </p:nvSpPr>
        <p:spPr>
          <a:xfrm>
            <a:off x="5619594" y="6818474"/>
            <a:ext cx="403294" cy="101106"/>
          </a:xfrm>
          <a:custGeom>
            <a:avLst/>
            <a:gdLst/>
            <a:ahLst/>
            <a:cxnLst/>
            <a:rect l="0" t="0" r="0" b="0"/>
            <a:pathLst>
              <a:path w="403294" h="101106">
                <a:moveTo>
                  <a:pt x="0" y="38381"/>
                </a:moveTo>
                <a:lnTo>
                  <a:pt x="48160" y="23332"/>
                </a:lnTo>
                <a:lnTo>
                  <a:pt x="93674" y="11969"/>
                </a:lnTo>
                <a:lnTo>
                  <a:pt x="136542" y="4293"/>
                </a:lnTo>
                <a:lnTo>
                  <a:pt x="176765" y="303"/>
                </a:lnTo>
                <a:lnTo>
                  <a:pt x="214341" y="0"/>
                </a:lnTo>
                <a:lnTo>
                  <a:pt x="249272" y="3384"/>
                </a:lnTo>
                <a:lnTo>
                  <a:pt x="281557" y="10454"/>
                </a:lnTo>
                <a:lnTo>
                  <a:pt x="311196" y="21211"/>
                </a:lnTo>
                <a:lnTo>
                  <a:pt x="338189" y="35655"/>
                </a:lnTo>
                <a:lnTo>
                  <a:pt x="362536" y="53785"/>
                </a:lnTo>
                <a:lnTo>
                  <a:pt x="384238" y="75602"/>
                </a:lnTo>
                <a:lnTo>
                  <a:pt x="403294" y="101106"/>
                </a:lnTo>
              </a:path>
            </a:pathLst>
          </a:custGeom>
          <a:noFill/>
          <a:ln w="5334">
            <a:solidFill>
              <a:srgbClr val="CF4246">
                <a:alpha val="13000"/>
              </a:srgbClr>
            </a:solidFill>
            <a:prstDash val="solid"/>
          </a:ln>
        </p:spPr>
      </p:sp>
      <p:sp>
        <p:nvSpPr>
          <p:cNvPr id="217" name="knowledge-long-edge">
            <a:extLst>
              <a:ext uri="{FF2B5EF4-FFF2-40B4-BE49-F238E27FC236}">
                <a16:creationId xmlns:a16="http://schemas.microsoft.com/office/drawing/2014/main" id="{72AA744F-28FC-4BC3-8354-BA414417C5A7}"/>
              </a:ext>
            </a:extLst>
          </p:cNvPr>
          <p:cNvSpPr>
            <a:spLocks noGrp="1"/>
          </p:cNvSpPr>
          <p:nvPr/>
        </p:nvSpPr>
        <p:spPr>
          <a:xfrm>
            <a:off x="5619594" y="6635133"/>
            <a:ext cx="713986" cy="371382"/>
          </a:xfrm>
          <a:custGeom>
            <a:avLst/>
            <a:gdLst/>
            <a:ahLst/>
            <a:cxnLst/>
            <a:rect l="0" t="0" r="0" b="0"/>
            <a:pathLst>
              <a:path w="713986" h="371382">
                <a:moveTo>
                  <a:pt x="0" y="221722"/>
                </a:moveTo>
                <a:lnTo>
                  <a:pt x="44624" y="162695"/>
                </a:lnTo>
                <a:lnTo>
                  <a:pt x="89248" y="112786"/>
                </a:lnTo>
                <a:lnTo>
                  <a:pt x="133872" y="71994"/>
                </a:lnTo>
                <a:lnTo>
                  <a:pt x="178497" y="40319"/>
                </a:lnTo>
                <a:lnTo>
                  <a:pt x="223121" y="17762"/>
                </a:lnTo>
                <a:lnTo>
                  <a:pt x="267745" y="4322"/>
                </a:lnTo>
                <a:lnTo>
                  <a:pt x="312369" y="0"/>
                </a:lnTo>
                <a:lnTo>
                  <a:pt x="356993" y="4795"/>
                </a:lnTo>
                <a:lnTo>
                  <a:pt x="401617" y="18708"/>
                </a:lnTo>
                <a:lnTo>
                  <a:pt x="446241" y="41737"/>
                </a:lnTo>
                <a:lnTo>
                  <a:pt x="490865" y="73885"/>
                </a:lnTo>
                <a:lnTo>
                  <a:pt x="535490" y="115149"/>
                </a:lnTo>
                <a:lnTo>
                  <a:pt x="580114" y="165531"/>
                </a:lnTo>
                <a:lnTo>
                  <a:pt x="624738" y="225031"/>
                </a:lnTo>
                <a:lnTo>
                  <a:pt x="669362" y="293648"/>
                </a:lnTo>
                <a:lnTo>
                  <a:pt x="713986" y="371382"/>
                </a:lnTo>
              </a:path>
            </a:pathLst>
          </a:custGeom>
          <a:noFill/>
          <a:ln w="4286">
            <a:solidFill>
              <a:srgbClr val="CF4246">
                <a:alpha val="9000"/>
              </a:srgbClr>
            </a:solidFill>
            <a:prstDash val="solid"/>
          </a:ln>
        </p:spPr>
      </p:sp>
      <p:sp>
        <p:nvSpPr>
          <p:cNvPr id="218" name="knowledge-edge">
            <a:extLst>
              <a:ext uri="{FF2B5EF4-FFF2-40B4-BE49-F238E27FC236}">
                <a16:creationId xmlns:a16="http://schemas.microsoft.com/office/drawing/2014/main" id="{EC0B96C9-4F6E-4A1D-B15D-F8FE602754F0}"/>
              </a:ext>
            </a:extLst>
          </p:cNvPr>
          <p:cNvSpPr>
            <a:spLocks noGrp="1"/>
          </p:cNvSpPr>
          <p:nvPr/>
        </p:nvSpPr>
        <p:spPr>
          <a:xfrm>
            <a:off x="5454696" y="6890326"/>
            <a:ext cx="568192" cy="80242"/>
          </a:xfrm>
          <a:custGeom>
            <a:avLst/>
            <a:gdLst/>
            <a:ahLst/>
            <a:cxnLst/>
            <a:rect l="0" t="0" r="0" b="0"/>
            <a:pathLst>
              <a:path w="568192" h="80242">
                <a:moveTo>
                  <a:pt x="0" y="80242"/>
                </a:moveTo>
                <a:lnTo>
                  <a:pt x="40585" y="62888"/>
                </a:lnTo>
                <a:lnTo>
                  <a:pt x="81170" y="47644"/>
                </a:lnTo>
                <a:lnTo>
                  <a:pt x="121755" y="34509"/>
                </a:lnTo>
                <a:lnTo>
                  <a:pt x="162341" y="23484"/>
                </a:lnTo>
                <a:lnTo>
                  <a:pt x="202926" y="14568"/>
                </a:lnTo>
                <a:lnTo>
                  <a:pt x="243511" y="7762"/>
                </a:lnTo>
                <a:lnTo>
                  <a:pt x="284096" y="3065"/>
                </a:lnTo>
                <a:lnTo>
                  <a:pt x="324681" y="478"/>
                </a:lnTo>
                <a:lnTo>
                  <a:pt x="365266" y="0"/>
                </a:lnTo>
                <a:lnTo>
                  <a:pt x="405851" y="1632"/>
                </a:lnTo>
                <a:lnTo>
                  <a:pt x="446436" y="5373"/>
                </a:lnTo>
                <a:lnTo>
                  <a:pt x="487022" y="11224"/>
                </a:lnTo>
                <a:lnTo>
                  <a:pt x="527607" y="19184"/>
                </a:lnTo>
                <a:lnTo>
                  <a:pt x="568192" y="29253"/>
                </a:lnTo>
              </a:path>
            </a:pathLst>
          </a:custGeom>
          <a:noFill/>
          <a:ln w="6477">
            <a:solidFill>
              <a:srgbClr val="CF4246">
                <a:alpha val="17000"/>
              </a:srgbClr>
            </a:solidFill>
            <a:prstDash val="solid"/>
          </a:ln>
        </p:spPr>
      </p:sp>
      <p:sp>
        <p:nvSpPr>
          <p:cNvPr id="219" name="knowledge-edge">
            <a:extLst>
              <a:ext uri="{FF2B5EF4-FFF2-40B4-BE49-F238E27FC236}">
                <a16:creationId xmlns:a16="http://schemas.microsoft.com/office/drawing/2014/main" id="{6ED14377-0C98-4AFE-A39B-18C78855029F}"/>
              </a:ext>
            </a:extLst>
          </p:cNvPr>
          <p:cNvSpPr>
            <a:spLocks noGrp="1"/>
          </p:cNvSpPr>
          <p:nvPr/>
        </p:nvSpPr>
        <p:spPr>
          <a:xfrm>
            <a:off x="6026786" y="5951408"/>
            <a:ext cx="417530" cy="115807"/>
          </a:xfrm>
          <a:custGeom>
            <a:avLst/>
            <a:gdLst/>
            <a:ahLst/>
            <a:cxnLst/>
            <a:rect l="0" t="0" r="0" b="0"/>
            <a:pathLst>
              <a:path w="417530" h="115807">
                <a:moveTo>
                  <a:pt x="0" y="115807"/>
                </a:moveTo>
                <a:lnTo>
                  <a:pt x="29824" y="94352"/>
                </a:lnTo>
                <a:lnTo>
                  <a:pt x="59647" y="75092"/>
                </a:lnTo>
                <a:lnTo>
                  <a:pt x="89471" y="58026"/>
                </a:lnTo>
                <a:lnTo>
                  <a:pt x="119294" y="43154"/>
                </a:lnTo>
                <a:lnTo>
                  <a:pt x="149118" y="30476"/>
                </a:lnTo>
                <a:lnTo>
                  <a:pt x="178942" y="19992"/>
                </a:lnTo>
                <a:lnTo>
                  <a:pt x="208765" y="11703"/>
                </a:lnTo>
                <a:lnTo>
                  <a:pt x="238589" y="5608"/>
                </a:lnTo>
                <a:lnTo>
                  <a:pt x="268412" y="1707"/>
                </a:lnTo>
                <a:lnTo>
                  <a:pt x="298236" y="0"/>
                </a:lnTo>
                <a:lnTo>
                  <a:pt x="328060" y="488"/>
                </a:lnTo>
                <a:lnTo>
                  <a:pt x="357883" y="3169"/>
                </a:lnTo>
                <a:lnTo>
                  <a:pt x="387707" y="8045"/>
                </a:lnTo>
                <a:lnTo>
                  <a:pt x="417530" y="15116"/>
                </a:lnTo>
              </a:path>
            </a:pathLst>
          </a:custGeom>
          <a:noFill/>
          <a:ln w="6477">
            <a:solidFill>
              <a:srgbClr val="E1433B">
                <a:alpha val="17000"/>
              </a:srgbClr>
            </a:solidFill>
            <a:prstDash val="solid"/>
          </a:ln>
        </p:spPr>
      </p:sp>
      <p:sp>
        <p:nvSpPr>
          <p:cNvPr id="220" name="knowledge-cross-edge">
            <a:extLst>
              <a:ext uri="{FF2B5EF4-FFF2-40B4-BE49-F238E27FC236}">
                <a16:creationId xmlns:a16="http://schemas.microsoft.com/office/drawing/2014/main" id="{06D3643A-E449-4A58-838F-E4DD983D14E1}"/>
              </a:ext>
            </a:extLst>
          </p:cNvPr>
          <p:cNvSpPr>
            <a:spLocks noGrp="1"/>
          </p:cNvSpPr>
          <p:nvPr/>
        </p:nvSpPr>
        <p:spPr>
          <a:xfrm>
            <a:off x="6026786" y="6024120"/>
            <a:ext cx="362168" cy="337202"/>
          </a:xfrm>
          <a:custGeom>
            <a:avLst/>
            <a:gdLst/>
            <a:ahLst/>
            <a:cxnLst/>
            <a:rect l="0" t="0" r="0" b="0"/>
            <a:pathLst>
              <a:path w="362168" h="337202">
                <a:moveTo>
                  <a:pt x="0" y="43095"/>
                </a:moveTo>
                <a:lnTo>
                  <a:pt x="44733" y="20092"/>
                </a:lnTo>
                <a:lnTo>
                  <a:pt x="86820" y="5726"/>
                </a:lnTo>
                <a:lnTo>
                  <a:pt x="126261" y="0"/>
                </a:lnTo>
                <a:lnTo>
                  <a:pt x="163056" y="2912"/>
                </a:lnTo>
                <a:lnTo>
                  <a:pt x="197205" y="14463"/>
                </a:lnTo>
                <a:lnTo>
                  <a:pt x="228709" y="34653"/>
                </a:lnTo>
                <a:lnTo>
                  <a:pt x="257566" y="63481"/>
                </a:lnTo>
                <a:lnTo>
                  <a:pt x="283778" y="100948"/>
                </a:lnTo>
                <a:lnTo>
                  <a:pt x="307344" y="147053"/>
                </a:lnTo>
                <a:lnTo>
                  <a:pt x="328265" y="201797"/>
                </a:lnTo>
                <a:lnTo>
                  <a:pt x="346539" y="265180"/>
                </a:lnTo>
                <a:lnTo>
                  <a:pt x="362168" y="337202"/>
                </a:lnTo>
              </a:path>
            </a:pathLst>
          </a:custGeom>
          <a:noFill/>
          <a:ln w="5334">
            <a:solidFill>
              <a:srgbClr val="E1433B">
                <a:alpha val="13000"/>
              </a:srgbClr>
            </a:solidFill>
            <a:prstDash val="solid"/>
          </a:ln>
        </p:spPr>
      </p:sp>
      <p:sp>
        <p:nvSpPr>
          <p:cNvPr id="221" name="knowledge-edge">
            <a:extLst>
              <a:ext uri="{FF2B5EF4-FFF2-40B4-BE49-F238E27FC236}">
                <a16:creationId xmlns:a16="http://schemas.microsoft.com/office/drawing/2014/main" id="{526028AD-10EB-4A48-9F99-BE3943889762}"/>
              </a:ext>
            </a:extLst>
          </p:cNvPr>
          <p:cNvSpPr>
            <a:spLocks noGrp="1"/>
          </p:cNvSpPr>
          <p:nvPr/>
        </p:nvSpPr>
        <p:spPr>
          <a:xfrm>
            <a:off x="6103809" y="6247214"/>
            <a:ext cx="285144" cy="114108"/>
          </a:xfrm>
          <a:custGeom>
            <a:avLst/>
            <a:gdLst/>
            <a:ahLst/>
            <a:cxnLst/>
            <a:rect l="0" t="0" r="0" b="0"/>
            <a:pathLst>
              <a:path w="285144" h="114108">
                <a:moveTo>
                  <a:pt x="0" y="0"/>
                </a:moveTo>
                <a:lnTo>
                  <a:pt x="20367" y="8212"/>
                </a:lnTo>
                <a:lnTo>
                  <a:pt x="40735" y="16414"/>
                </a:lnTo>
                <a:lnTo>
                  <a:pt x="61102" y="24607"/>
                </a:lnTo>
                <a:lnTo>
                  <a:pt x="81470" y="32790"/>
                </a:lnTo>
                <a:lnTo>
                  <a:pt x="101837" y="40965"/>
                </a:lnTo>
                <a:lnTo>
                  <a:pt x="122205" y="49129"/>
                </a:lnTo>
                <a:lnTo>
                  <a:pt x="142572" y="57284"/>
                </a:lnTo>
                <a:lnTo>
                  <a:pt x="162940" y="65430"/>
                </a:lnTo>
                <a:lnTo>
                  <a:pt x="183307" y="73567"/>
                </a:lnTo>
                <a:lnTo>
                  <a:pt x="203674" y="81694"/>
                </a:lnTo>
                <a:lnTo>
                  <a:pt x="224042" y="89811"/>
                </a:lnTo>
                <a:lnTo>
                  <a:pt x="244409" y="97919"/>
                </a:lnTo>
                <a:lnTo>
                  <a:pt x="264777" y="106018"/>
                </a:lnTo>
                <a:lnTo>
                  <a:pt x="285144" y="114108"/>
                </a:lnTo>
              </a:path>
            </a:pathLst>
          </a:custGeom>
          <a:noFill/>
          <a:ln w="6477">
            <a:solidFill>
              <a:srgbClr val="E1433B">
                <a:alpha val="17000"/>
              </a:srgbClr>
            </a:solidFill>
            <a:prstDash val="solid"/>
          </a:ln>
        </p:spPr>
      </p:sp>
      <p:sp>
        <p:nvSpPr>
          <p:cNvPr id="222" name="knowledge-cross-edge">
            <a:extLst>
              <a:ext uri="{FF2B5EF4-FFF2-40B4-BE49-F238E27FC236}">
                <a16:creationId xmlns:a16="http://schemas.microsoft.com/office/drawing/2014/main" id="{99903626-801D-488A-821B-5546A394ECAC}"/>
              </a:ext>
            </a:extLst>
          </p:cNvPr>
          <p:cNvSpPr>
            <a:spLocks noGrp="1"/>
          </p:cNvSpPr>
          <p:nvPr/>
        </p:nvSpPr>
        <p:spPr>
          <a:xfrm>
            <a:off x="6103809" y="6247214"/>
            <a:ext cx="303083" cy="257616"/>
          </a:xfrm>
          <a:custGeom>
            <a:avLst/>
            <a:gdLst/>
            <a:ahLst/>
            <a:cxnLst/>
            <a:rect l="0" t="0" r="0" b="0"/>
            <a:pathLst>
              <a:path w="303083" h="257616">
                <a:moveTo>
                  <a:pt x="0" y="0"/>
                </a:moveTo>
                <a:lnTo>
                  <a:pt x="39809" y="9116"/>
                </a:lnTo>
                <a:lnTo>
                  <a:pt x="76972" y="20477"/>
                </a:lnTo>
                <a:lnTo>
                  <a:pt x="111489" y="34085"/>
                </a:lnTo>
                <a:lnTo>
                  <a:pt x="143361" y="49938"/>
                </a:lnTo>
                <a:lnTo>
                  <a:pt x="172587" y="68037"/>
                </a:lnTo>
                <a:lnTo>
                  <a:pt x="199166" y="88382"/>
                </a:lnTo>
                <a:lnTo>
                  <a:pt x="223100" y="110973"/>
                </a:lnTo>
                <a:lnTo>
                  <a:pt x="244389" y="135810"/>
                </a:lnTo>
                <a:lnTo>
                  <a:pt x="263031" y="162893"/>
                </a:lnTo>
                <a:lnTo>
                  <a:pt x="279027" y="192221"/>
                </a:lnTo>
                <a:lnTo>
                  <a:pt x="292378" y="223795"/>
                </a:lnTo>
                <a:lnTo>
                  <a:pt x="303083" y="257616"/>
                </a:lnTo>
              </a:path>
            </a:pathLst>
          </a:custGeom>
          <a:noFill/>
          <a:ln w="5334">
            <a:solidFill>
              <a:srgbClr val="E1433B">
                <a:alpha val="13000"/>
              </a:srgbClr>
            </a:solidFill>
            <a:prstDash val="solid"/>
          </a:ln>
        </p:spPr>
      </p:sp>
      <p:sp>
        <p:nvSpPr>
          <p:cNvPr id="223" name="knowledge-edge">
            <a:extLst>
              <a:ext uri="{FF2B5EF4-FFF2-40B4-BE49-F238E27FC236}">
                <a16:creationId xmlns:a16="http://schemas.microsoft.com/office/drawing/2014/main" id="{9ECBECBA-D76F-498D-BBF0-E9884E1DB16D}"/>
              </a:ext>
            </a:extLst>
          </p:cNvPr>
          <p:cNvSpPr>
            <a:spLocks noGrp="1"/>
          </p:cNvSpPr>
          <p:nvPr/>
        </p:nvSpPr>
        <p:spPr>
          <a:xfrm>
            <a:off x="5916374" y="6489156"/>
            <a:ext cx="490518" cy="39728"/>
          </a:xfrm>
          <a:custGeom>
            <a:avLst/>
            <a:gdLst/>
            <a:ahLst/>
            <a:cxnLst/>
            <a:rect l="0" t="0" r="0" b="0"/>
            <a:pathLst>
              <a:path w="490518" h="39728">
                <a:moveTo>
                  <a:pt x="0" y="0"/>
                </a:moveTo>
                <a:lnTo>
                  <a:pt x="35037" y="9454"/>
                </a:lnTo>
                <a:lnTo>
                  <a:pt x="70074" y="17625"/>
                </a:lnTo>
                <a:lnTo>
                  <a:pt x="105111" y="24514"/>
                </a:lnTo>
                <a:lnTo>
                  <a:pt x="140148" y="30121"/>
                </a:lnTo>
                <a:lnTo>
                  <a:pt x="175185" y="34446"/>
                </a:lnTo>
                <a:lnTo>
                  <a:pt x="210222" y="37489"/>
                </a:lnTo>
                <a:lnTo>
                  <a:pt x="245259" y="39250"/>
                </a:lnTo>
                <a:lnTo>
                  <a:pt x="280296" y="39728"/>
                </a:lnTo>
                <a:lnTo>
                  <a:pt x="315333" y="38924"/>
                </a:lnTo>
                <a:lnTo>
                  <a:pt x="350370" y="36839"/>
                </a:lnTo>
                <a:lnTo>
                  <a:pt x="385407" y="33471"/>
                </a:lnTo>
                <a:lnTo>
                  <a:pt x="420444" y="28821"/>
                </a:lnTo>
                <a:lnTo>
                  <a:pt x="455481" y="22888"/>
                </a:lnTo>
                <a:lnTo>
                  <a:pt x="490518" y="15674"/>
                </a:lnTo>
              </a:path>
            </a:pathLst>
          </a:custGeom>
          <a:noFill/>
          <a:ln w="6477">
            <a:solidFill>
              <a:srgbClr val="E1433B">
                <a:alpha val="17000"/>
              </a:srgbClr>
            </a:solidFill>
            <a:prstDash val="solid"/>
          </a:ln>
        </p:spPr>
      </p:sp>
      <p:sp>
        <p:nvSpPr>
          <p:cNvPr id="224" name="knowledge-cross-edge">
            <a:extLst>
              <a:ext uri="{FF2B5EF4-FFF2-40B4-BE49-F238E27FC236}">
                <a16:creationId xmlns:a16="http://schemas.microsoft.com/office/drawing/2014/main" id="{127270D7-FB4C-4FCB-BE60-ED920B890138}"/>
              </a:ext>
            </a:extLst>
          </p:cNvPr>
          <p:cNvSpPr>
            <a:spLocks noGrp="1"/>
          </p:cNvSpPr>
          <p:nvPr/>
        </p:nvSpPr>
        <p:spPr>
          <a:xfrm>
            <a:off x="5916374" y="6359232"/>
            <a:ext cx="472579" cy="129924"/>
          </a:xfrm>
          <a:custGeom>
            <a:avLst/>
            <a:gdLst/>
            <a:ahLst/>
            <a:cxnLst/>
            <a:rect l="0" t="0" r="0" b="0"/>
            <a:pathLst>
              <a:path w="472579" h="129924">
                <a:moveTo>
                  <a:pt x="0" y="129924"/>
                </a:moveTo>
                <a:lnTo>
                  <a:pt x="24830" y="106529"/>
                </a:lnTo>
                <a:lnTo>
                  <a:pt x="52305" y="85450"/>
                </a:lnTo>
                <a:lnTo>
                  <a:pt x="82426" y="66688"/>
                </a:lnTo>
                <a:lnTo>
                  <a:pt x="115193" y="50243"/>
                </a:lnTo>
                <a:lnTo>
                  <a:pt x="150606" y="36115"/>
                </a:lnTo>
                <a:lnTo>
                  <a:pt x="188665" y="24304"/>
                </a:lnTo>
                <a:lnTo>
                  <a:pt x="229369" y="14809"/>
                </a:lnTo>
                <a:lnTo>
                  <a:pt x="272719" y="7632"/>
                </a:lnTo>
                <a:lnTo>
                  <a:pt x="318716" y="2771"/>
                </a:lnTo>
                <a:lnTo>
                  <a:pt x="367358" y="227"/>
                </a:lnTo>
                <a:lnTo>
                  <a:pt x="418645" y="0"/>
                </a:lnTo>
                <a:lnTo>
                  <a:pt x="472579" y="2090"/>
                </a:lnTo>
              </a:path>
            </a:pathLst>
          </a:custGeom>
          <a:noFill/>
          <a:ln w="4953">
            <a:solidFill>
              <a:srgbClr val="E1433B">
                <a:alpha val="12000"/>
              </a:srgbClr>
            </a:solidFill>
            <a:prstDash val="solid"/>
          </a:ln>
        </p:spPr>
      </p:sp>
      <p:sp>
        <p:nvSpPr>
          <p:cNvPr id="225" name="knowledge-edge">
            <a:extLst>
              <a:ext uri="{FF2B5EF4-FFF2-40B4-BE49-F238E27FC236}">
                <a16:creationId xmlns:a16="http://schemas.microsoft.com/office/drawing/2014/main" id="{A971E878-CBE3-4227-BFF1-64E90799A168}"/>
              </a:ext>
            </a:extLst>
          </p:cNvPr>
          <p:cNvSpPr>
            <a:spLocks noGrp="1"/>
          </p:cNvSpPr>
          <p:nvPr/>
        </p:nvSpPr>
        <p:spPr>
          <a:xfrm>
            <a:off x="5845485" y="6565872"/>
            <a:ext cx="478018" cy="92762"/>
          </a:xfrm>
          <a:custGeom>
            <a:avLst/>
            <a:gdLst/>
            <a:ahLst/>
            <a:cxnLst/>
            <a:rect l="0" t="0" r="0" b="0"/>
            <a:pathLst>
              <a:path w="478018" h="92762">
                <a:moveTo>
                  <a:pt x="0" y="68242"/>
                </a:moveTo>
                <a:lnTo>
                  <a:pt x="34144" y="77492"/>
                </a:lnTo>
                <a:lnTo>
                  <a:pt x="68288" y="84569"/>
                </a:lnTo>
                <a:lnTo>
                  <a:pt x="102432" y="89473"/>
                </a:lnTo>
                <a:lnTo>
                  <a:pt x="136577" y="92204"/>
                </a:lnTo>
                <a:lnTo>
                  <a:pt x="170721" y="92762"/>
                </a:lnTo>
                <a:lnTo>
                  <a:pt x="204865" y="91147"/>
                </a:lnTo>
                <a:lnTo>
                  <a:pt x="239009" y="87359"/>
                </a:lnTo>
                <a:lnTo>
                  <a:pt x="273153" y="81398"/>
                </a:lnTo>
                <a:lnTo>
                  <a:pt x="307297" y="73264"/>
                </a:lnTo>
                <a:lnTo>
                  <a:pt x="341441" y="62957"/>
                </a:lnTo>
                <a:lnTo>
                  <a:pt x="375586" y="50477"/>
                </a:lnTo>
                <a:lnTo>
                  <a:pt x="409730" y="35825"/>
                </a:lnTo>
                <a:lnTo>
                  <a:pt x="443874" y="18999"/>
                </a:lnTo>
                <a:lnTo>
                  <a:pt x="478018" y="0"/>
                </a:lnTo>
              </a:path>
            </a:pathLst>
          </a:custGeom>
          <a:noFill/>
          <a:ln w="6477">
            <a:solidFill>
              <a:srgbClr val="E1433B">
                <a:alpha val="17000"/>
              </a:srgbClr>
            </a:solidFill>
            <a:prstDash val="solid"/>
          </a:ln>
        </p:spPr>
      </p:sp>
      <p:sp>
        <p:nvSpPr>
          <p:cNvPr id="226" name="knowledge-cross-edge">
            <a:extLst>
              <a:ext uri="{FF2B5EF4-FFF2-40B4-BE49-F238E27FC236}">
                <a16:creationId xmlns:a16="http://schemas.microsoft.com/office/drawing/2014/main" id="{B1F95223-54F4-40EF-99D9-AB8784E4CE84}"/>
              </a:ext>
            </a:extLst>
          </p:cNvPr>
          <p:cNvSpPr>
            <a:spLocks noGrp="1"/>
          </p:cNvSpPr>
          <p:nvPr/>
        </p:nvSpPr>
        <p:spPr>
          <a:xfrm>
            <a:off x="5845485" y="6496902"/>
            <a:ext cx="561407" cy="137212"/>
          </a:xfrm>
          <a:custGeom>
            <a:avLst/>
            <a:gdLst/>
            <a:ahLst/>
            <a:cxnLst/>
            <a:rect l="0" t="0" r="0" b="0"/>
            <a:pathLst>
              <a:path w="561407" h="137212">
                <a:moveTo>
                  <a:pt x="0" y="137212"/>
                </a:moveTo>
                <a:lnTo>
                  <a:pt x="32232" y="110227"/>
                </a:lnTo>
                <a:lnTo>
                  <a:pt x="67109" y="86190"/>
                </a:lnTo>
                <a:lnTo>
                  <a:pt x="104633" y="65100"/>
                </a:lnTo>
                <a:lnTo>
                  <a:pt x="144802" y="46957"/>
                </a:lnTo>
                <a:lnTo>
                  <a:pt x="187617" y="31762"/>
                </a:lnTo>
                <a:lnTo>
                  <a:pt x="233078" y="19515"/>
                </a:lnTo>
                <a:lnTo>
                  <a:pt x="281185" y="10215"/>
                </a:lnTo>
                <a:lnTo>
                  <a:pt x="331938" y="3862"/>
                </a:lnTo>
                <a:lnTo>
                  <a:pt x="385336" y="457"/>
                </a:lnTo>
                <a:lnTo>
                  <a:pt x="441381" y="0"/>
                </a:lnTo>
                <a:lnTo>
                  <a:pt x="500071" y="2490"/>
                </a:lnTo>
                <a:lnTo>
                  <a:pt x="561407" y="7928"/>
                </a:lnTo>
              </a:path>
            </a:pathLst>
          </a:custGeom>
          <a:noFill/>
          <a:ln w="4953">
            <a:solidFill>
              <a:srgbClr val="E1433B">
                <a:alpha val="12000"/>
              </a:srgbClr>
            </a:solidFill>
            <a:prstDash val="solid"/>
          </a:ln>
        </p:spPr>
      </p:sp>
      <p:sp>
        <p:nvSpPr>
          <p:cNvPr id="227" name="knowledge-edge">
            <a:extLst>
              <a:ext uri="{FF2B5EF4-FFF2-40B4-BE49-F238E27FC236}">
                <a16:creationId xmlns:a16="http://schemas.microsoft.com/office/drawing/2014/main" id="{889710A6-4E31-4C18-855C-58802F02AA5B}"/>
              </a:ext>
            </a:extLst>
          </p:cNvPr>
          <p:cNvSpPr>
            <a:spLocks noGrp="1"/>
          </p:cNvSpPr>
          <p:nvPr/>
        </p:nvSpPr>
        <p:spPr>
          <a:xfrm>
            <a:off x="5800736" y="6691162"/>
            <a:ext cx="619095" cy="157355"/>
          </a:xfrm>
          <a:custGeom>
            <a:avLst/>
            <a:gdLst/>
            <a:ahLst/>
            <a:cxnLst/>
            <a:rect l="0" t="0" r="0" b="0"/>
            <a:pathLst>
              <a:path w="619095" h="157355">
                <a:moveTo>
                  <a:pt x="0" y="157355"/>
                </a:moveTo>
                <a:lnTo>
                  <a:pt x="44221" y="149330"/>
                </a:lnTo>
                <a:lnTo>
                  <a:pt x="88442" y="140810"/>
                </a:lnTo>
                <a:lnTo>
                  <a:pt x="132663" y="131796"/>
                </a:lnTo>
                <a:lnTo>
                  <a:pt x="176884" y="122287"/>
                </a:lnTo>
                <a:lnTo>
                  <a:pt x="221105" y="112283"/>
                </a:lnTo>
                <a:lnTo>
                  <a:pt x="265327" y="101785"/>
                </a:lnTo>
                <a:lnTo>
                  <a:pt x="309548" y="90793"/>
                </a:lnTo>
                <a:lnTo>
                  <a:pt x="353769" y="79306"/>
                </a:lnTo>
                <a:lnTo>
                  <a:pt x="397990" y="67325"/>
                </a:lnTo>
                <a:lnTo>
                  <a:pt x="442211" y="54849"/>
                </a:lnTo>
                <a:lnTo>
                  <a:pt x="486432" y="41878"/>
                </a:lnTo>
                <a:lnTo>
                  <a:pt x="530653" y="28413"/>
                </a:lnTo>
                <a:lnTo>
                  <a:pt x="574874" y="14454"/>
                </a:lnTo>
                <a:lnTo>
                  <a:pt x="619095" y="0"/>
                </a:lnTo>
              </a:path>
            </a:pathLst>
          </a:custGeom>
          <a:noFill/>
          <a:ln w="6477">
            <a:solidFill>
              <a:srgbClr val="E1433B">
                <a:alpha val="17000"/>
              </a:srgbClr>
            </a:solidFill>
            <a:prstDash val="solid"/>
          </a:ln>
        </p:spPr>
      </p:sp>
      <p:sp>
        <p:nvSpPr>
          <p:cNvPr id="228" name="knowledge-edge">
            <a:extLst>
              <a:ext uri="{FF2B5EF4-FFF2-40B4-BE49-F238E27FC236}">
                <a16:creationId xmlns:a16="http://schemas.microsoft.com/office/drawing/2014/main" id="{BC6EF269-8F4B-4891-9344-20D99361A609}"/>
              </a:ext>
            </a:extLst>
          </p:cNvPr>
          <p:cNvSpPr>
            <a:spLocks noGrp="1"/>
          </p:cNvSpPr>
          <p:nvPr/>
        </p:nvSpPr>
        <p:spPr>
          <a:xfrm>
            <a:off x="6019572" y="6783754"/>
            <a:ext cx="247951" cy="154414"/>
          </a:xfrm>
          <a:custGeom>
            <a:avLst/>
            <a:gdLst/>
            <a:ahLst/>
            <a:cxnLst/>
            <a:rect l="0" t="0" r="0" b="0"/>
            <a:pathLst>
              <a:path w="247951" h="154414">
                <a:moveTo>
                  <a:pt x="0" y="129274"/>
                </a:moveTo>
                <a:lnTo>
                  <a:pt x="17711" y="140215"/>
                </a:lnTo>
                <a:lnTo>
                  <a:pt x="35422" y="148052"/>
                </a:lnTo>
                <a:lnTo>
                  <a:pt x="53132" y="152785"/>
                </a:lnTo>
                <a:lnTo>
                  <a:pt x="70843" y="154414"/>
                </a:lnTo>
                <a:lnTo>
                  <a:pt x="88554" y="152940"/>
                </a:lnTo>
                <a:lnTo>
                  <a:pt x="106265" y="148362"/>
                </a:lnTo>
                <a:lnTo>
                  <a:pt x="123975" y="140680"/>
                </a:lnTo>
                <a:lnTo>
                  <a:pt x="141686" y="129894"/>
                </a:lnTo>
                <a:lnTo>
                  <a:pt x="159397" y="116004"/>
                </a:lnTo>
                <a:lnTo>
                  <a:pt x="177108" y="99011"/>
                </a:lnTo>
                <a:lnTo>
                  <a:pt x="194819" y="78914"/>
                </a:lnTo>
                <a:lnTo>
                  <a:pt x="212529" y="55713"/>
                </a:lnTo>
                <a:lnTo>
                  <a:pt x="230240" y="29408"/>
                </a:lnTo>
                <a:lnTo>
                  <a:pt x="247951" y="0"/>
                </a:lnTo>
              </a:path>
            </a:pathLst>
          </a:custGeom>
          <a:noFill/>
          <a:ln w="6477">
            <a:solidFill>
              <a:srgbClr val="E1433B">
                <a:alpha val="17000"/>
              </a:srgbClr>
            </a:solidFill>
            <a:prstDash val="solid"/>
          </a:ln>
        </p:spPr>
      </p:sp>
      <p:sp>
        <p:nvSpPr>
          <p:cNvPr id="229" name="knowledge-cross-edge">
            <a:extLst>
              <a:ext uri="{FF2B5EF4-FFF2-40B4-BE49-F238E27FC236}">
                <a16:creationId xmlns:a16="http://schemas.microsoft.com/office/drawing/2014/main" id="{537DD9FC-D63C-41E6-8C31-031D33898E84}"/>
              </a:ext>
            </a:extLst>
          </p:cNvPr>
          <p:cNvSpPr>
            <a:spLocks noGrp="1"/>
          </p:cNvSpPr>
          <p:nvPr/>
        </p:nvSpPr>
        <p:spPr>
          <a:xfrm>
            <a:off x="6019572" y="6691162"/>
            <a:ext cx="400259" cy="221866"/>
          </a:xfrm>
          <a:custGeom>
            <a:avLst/>
            <a:gdLst/>
            <a:ahLst/>
            <a:cxnLst/>
            <a:rect l="0" t="0" r="0" b="0"/>
            <a:pathLst>
              <a:path w="400259" h="221866">
                <a:moveTo>
                  <a:pt x="0" y="221866"/>
                </a:moveTo>
                <a:lnTo>
                  <a:pt x="18803" y="185265"/>
                </a:lnTo>
                <a:lnTo>
                  <a:pt x="40252" y="151957"/>
                </a:lnTo>
                <a:lnTo>
                  <a:pt x="64346" y="121943"/>
                </a:lnTo>
                <a:lnTo>
                  <a:pt x="91086" y="95221"/>
                </a:lnTo>
                <a:lnTo>
                  <a:pt x="120473" y="71793"/>
                </a:lnTo>
                <a:lnTo>
                  <a:pt x="152505" y="51657"/>
                </a:lnTo>
                <a:lnTo>
                  <a:pt x="187182" y="34815"/>
                </a:lnTo>
                <a:lnTo>
                  <a:pt x="224506" y="21266"/>
                </a:lnTo>
                <a:lnTo>
                  <a:pt x="264476" y="11010"/>
                </a:lnTo>
                <a:lnTo>
                  <a:pt x="307091" y="4047"/>
                </a:lnTo>
                <a:lnTo>
                  <a:pt x="352352" y="377"/>
                </a:lnTo>
                <a:lnTo>
                  <a:pt x="400259" y="0"/>
                </a:lnTo>
              </a:path>
            </a:pathLst>
          </a:custGeom>
          <a:noFill/>
          <a:ln w="4953">
            <a:solidFill>
              <a:srgbClr val="E1433B">
                <a:alpha val="12000"/>
              </a:srgbClr>
            </a:solidFill>
            <a:prstDash val="solid"/>
          </a:ln>
        </p:spPr>
      </p:sp>
      <p:sp>
        <p:nvSpPr>
          <p:cNvPr id="230" name="knowledge-edge">
            <a:extLst>
              <a:ext uri="{FF2B5EF4-FFF2-40B4-BE49-F238E27FC236}">
                <a16:creationId xmlns:a16="http://schemas.microsoft.com/office/drawing/2014/main" id="{5953FD44-42FE-4FF4-9EA9-7FAD03FB4B51}"/>
              </a:ext>
            </a:extLst>
          </p:cNvPr>
          <p:cNvSpPr>
            <a:spLocks noGrp="1"/>
          </p:cNvSpPr>
          <p:nvPr/>
        </p:nvSpPr>
        <p:spPr>
          <a:xfrm>
            <a:off x="6022888" y="6919579"/>
            <a:ext cx="310693" cy="86936"/>
          </a:xfrm>
          <a:custGeom>
            <a:avLst/>
            <a:gdLst/>
            <a:ahLst/>
            <a:cxnLst/>
            <a:rect l="0" t="0" r="0" b="0"/>
            <a:pathLst>
              <a:path w="310693" h="86936">
                <a:moveTo>
                  <a:pt x="0" y="0"/>
                </a:moveTo>
                <a:lnTo>
                  <a:pt x="22192" y="1368"/>
                </a:lnTo>
                <a:lnTo>
                  <a:pt x="44385" y="3481"/>
                </a:lnTo>
                <a:lnTo>
                  <a:pt x="66577" y="6339"/>
                </a:lnTo>
                <a:lnTo>
                  <a:pt x="88769" y="9941"/>
                </a:lnTo>
                <a:lnTo>
                  <a:pt x="110962" y="14289"/>
                </a:lnTo>
                <a:lnTo>
                  <a:pt x="133154" y="19381"/>
                </a:lnTo>
                <a:lnTo>
                  <a:pt x="155346" y="25218"/>
                </a:lnTo>
                <a:lnTo>
                  <a:pt x="177539" y="31801"/>
                </a:lnTo>
                <a:lnTo>
                  <a:pt x="199731" y="39128"/>
                </a:lnTo>
                <a:lnTo>
                  <a:pt x="221923" y="47200"/>
                </a:lnTo>
                <a:lnTo>
                  <a:pt x="244116" y="56016"/>
                </a:lnTo>
                <a:lnTo>
                  <a:pt x="266308" y="65578"/>
                </a:lnTo>
                <a:lnTo>
                  <a:pt x="288500" y="75885"/>
                </a:lnTo>
                <a:lnTo>
                  <a:pt x="310693" y="86936"/>
                </a:lnTo>
              </a:path>
            </a:pathLst>
          </a:custGeom>
          <a:noFill/>
          <a:ln w="6477">
            <a:solidFill>
              <a:srgbClr val="E1433B">
                <a:alpha val="17000"/>
              </a:srgbClr>
            </a:solidFill>
            <a:prstDash val="solid"/>
          </a:ln>
        </p:spPr>
      </p:sp>
      <p:sp>
        <p:nvSpPr>
          <p:cNvPr id="231" name="knowledge-edge">
            <a:extLst>
              <a:ext uri="{FF2B5EF4-FFF2-40B4-BE49-F238E27FC236}">
                <a16:creationId xmlns:a16="http://schemas.microsoft.com/office/drawing/2014/main" id="{8F2BAECA-045B-4FFD-A613-CCE518026581}"/>
              </a:ext>
            </a:extLst>
          </p:cNvPr>
          <p:cNvSpPr>
            <a:spLocks noGrp="1"/>
          </p:cNvSpPr>
          <p:nvPr/>
        </p:nvSpPr>
        <p:spPr>
          <a:xfrm>
            <a:off x="6444316" y="5951680"/>
            <a:ext cx="315689" cy="38747"/>
          </a:xfrm>
          <a:custGeom>
            <a:avLst/>
            <a:gdLst/>
            <a:ahLst/>
            <a:cxnLst/>
            <a:rect l="0" t="0" r="0" b="0"/>
            <a:pathLst>
              <a:path w="315689" h="38747">
                <a:moveTo>
                  <a:pt x="0" y="14843"/>
                </a:moveTo>
                <a:lnTo>
                  <a:pt x="22549" y="21980"/>
                </a:lnTo>
                <a:lnTo>
                  <a:pt x="45098" y="27856"/>
                </a:lnTo>
                <a:lnTo>
                  <a:pt x="67648" y="32470"/>
                </a:lnTo>
                <a:lnTo>
                  <a:pt x="90197" y="35824"/>
                </a:lnTo>
                <a:lnTo>
                  <a:pt x="112746" y="37916"/>
                </a:lnTo>
                <a:lnTo>
                  <a:pt x="135295" y="38747"/>
                </a:lnTo>
                <a:lnTo>
                  <a:pt x="157845" y="38318"/>
                </a:lnTo>
                <a:lnTo>
                  <a:pt x="180394" y="36627"/>
                </a:lnTo>
                <a:lnTo>
                  <a:pt x="202943" y="33675"/>
                </a:lnTo>
                <a:lnTo>
                  <a:pt x="225492" y="29462"/>
                </a:lnTo>
                <a:lnTo>
                  <a:pt x="248041" y="23988"/>
                </a:lnTo>
                <a:lnTo>
                  <a:pt x="270591" y="17253"/>
                </a:lnTo>
                <a:lnTo>
                  <a:pt x="293140" y="9257"/>
                </a:lnTo>
                <a:lnTo>
                  <a:pt x="315689" y="0"/>
                </a:lnTo>
              </a:path>
            </a:pathLst>
          </a:custGeom>
          <a:noFill/>
          <a:ln w="6477">
            <a:solidFill>
              <a:srgbClr val="EB4A32">
                <a:alpha val="17000"/>
              </a:srgbClr>
            </a:solidFill>
            <a:prstDash val="solid"/>
          </a:ln>
        </p:spPr>
      </p:sp>
      <p:sp>
        <p:nvSpPr>
          <p:cNvPr id="232" name="knowledge-edge">
            <a:extLst>
              <a:ext uri="{FF2B5EF4-FFF2-40B4-BE49-F238E27FC236}">
                <a16:creationId xmlns:a16="http://schemas.microsoft.com/office/drawing/2014/main" id="{FDA12F87-8704-45AC-88DF-3F9F875B1F57}"/>
              </a:ext>
            </a:extLst>
          </p:cNvPr>
          <p:cNvSpPr>
            <a:spLocks noGrp="1"/>
          </p:cNvSpPr>
          <p:nvPr/>
        </p:nvSpPr>
        <p:spPr>
          <a:xfrm>
            <a:off x="6388953" y="6243162"/>
            <a:ext cx="429862" cy="118160"/>
          </a:xfrm>
          <a:custGeom>
            <a:avLst/>
            <a:gdLst/>
            <a:ahLst/>
            <a:cxnLst/>
            <a:rect l="0" t="0" r="0" b="0"/>
            <a:pathLst>
              <a:path w="429862" h="118160">
                <a:moveTo>
                  <a:pt x="0" y="118160"/>
                </a:moveTo>
                <a:lnTo>
                  <a:pt x="30704" y="97106"/>
                </a:lnTo>
                <a:lnTo>
                  <a:pt x="61409" y="78114"/>
                </a:lnTo>
                <a:lnTo>
                  <a:pt x="92113" y="61185"/>
                </a:lnTo>
                <a:lnTo>
                  <a:pt x="122818" y="46318"/>
                </a:lnTo>
                <a:lnTo>
                  <a:pt x="153522" y="33514"/>
                </a:lnTo>
                <a:lnTo>
                  <a:pt x="184227" y="22772"/>
                </a:lnTo>
                <a:lnTo>
                  <a:pt x="214931" y="14093"/>
                </a:lnTo>
                <a:lnTo>
                  <a:pt x="245636" y="7476"/>
                </a:lnTo>
                <a:lnTo>
                  <a:pt x="276340" y="2921"/>
                </a:lnTo>
                <a:lnTo>
                  <a:pt x="307044" y="429"/>
                </a:lnTo>
                <a:lnTo>
                  <a:pt x="337749" y="0"/>
                </a:lnTo>
                <a:lnTo>
                  <a:pt x="368453" y="1633"/>
                </a:lnTo>
                <a:lnTo>
                  <a:pt x="399158" y="5329"/>
                </a:lnTo>
                <a:lnTo>
                  <a:pt x="429862" y="11087"/>
                </a:lnTo>
              </a:path>
            </a:pathLst>
          </a:custGeom>
          <a:noFill/>
          <a:ln w="6477">
            <a:solidFill>
              <a:srgbClr val="EB4A32">
                <a:alpha val="17000"/>
              </a:srgbClr>
            </a:solidFill>
            <a:prstDash val="solid"/>
          </a:ln>
        </p:spPr>
      </p:sp>
      <p:sp>
        <p:nvSpPr>
          <p:cNvPr id="233" name="knowledge-edge">
            <a:extLst>
              <a:ext uri="{FF2B5EF4-FFF2-40B4-BE49-F238E27FC236}">
                <a16:creationId xmlns:a16="http://schemas.microsoft.com/office/drawing/2014/main" id="{99C5EF4E-7434-4FB5-BEFD-B86F7C90FDBF}"/>
              </a:ext>
            </a:extLst>
          </p:cNvPr>
          <p:cNvSpPr>
            <a:spLocks noGrp="1"/>
          </p:cNvSpPr>
          <p:nvPr/>
        </p:nvSpPr>
        <p:spPr>
          <a:xfrm>
            <a:off x="6406892" y="6504830"/>
            <a:ext cx="194067" cy="78495"/>
          </a:xfrm>
          <a:custGeom>
            <a:avLst/>
            <a:gdLst/>
            <a:ahLst/>
            <a:cxnLst/>
            <a:rect l="0" t="0" r="0" b="0"/>
            <a:pathLst>
              <a:path w="194067" h="78495">
                <a:moveTo>
                  <a:pt x="0" y="0"/>
                </a:moveTo>
                <a:lnTo>
                  <a:pt x="13862" y="18382"/>
                </a:lnTo>
                <a:lnTo>
                  <a:pt x="27724" y="34316"/>
                </a:lnTo>
                <a:lnTo>
                  <a:pt x="41586" y="47801"/>
                </a:lnTo>
                <a:lnTo>
                  <a:pt x="55448" y="58837"/>
                </a:lnTo>
                <a:lnTo>
                  <a:pt x="69310" y="67425"/>
                </a:lnTo>
                <a:lnTo>
                  <a:pt x="83172" y="73564"/>
                </a:lnTo>
                <a:lnTo>
                  <a:pt x="97034" y="77254"/>
                </a:lnTo>
                <a:lnTo>
                  <a:pt x="110895" y="78495"/>
                </a:lnTo>
                <a:lnTo>
                  <a:pt x="124757" y="77288"/>
                </a:lnTo>
                <a:lnTo>
                  <a:pt x="138619" y="73631"/>
                </a:lnTo>
                <a:lnTo>
                  <a:pt x="152481" y="67526"/>
                </a:lnTo>
                <a:lnTo>
                  <a:pt x="166343" y="58973"/>
                </a:lnTo>
                <a:lnTo>
                  <a:pt x="180205" y="47970"/>
                </a:lnTo>
                <a:lnTo>
                  <a:pt x="194067" y="34519"/>
                </a:lnTo>
              </a:path>
            </a:pathLst>
          </a:custGeom>
          <a:noFill/>
          <a:ln w="6477">
            <a:solidFill>
              <a:srgbClr val="EB4A32">
                <a:alpha val="17000"/>
              </a:srgbClr>
            </a:solidFill>
            <a:prstDash val="solid"/>
          </a:ln>
        </p:spPr>
      </p:sp>
      <p:sp>
        <p:nvSpPr>
          <p:cNvPr id="234" name="knowledge-cross-edge">
            <a:extLst>
              <a:ext uri="{FF2B5EF4-FFF2-40B4-BE49-F238E27FC236}">
                <a16:creationId xmlns:a16="http://schemas.microsoft.com/office/drawing/2014/main" id="{E18C9DF8-1ED0-490D-B2E0-E1DF8667AB47}"/>
              </a:ext>
            </a:extLst>
          </p:cNvPr>
          <p:cNvSpPr>
            <a:spLocks noGrp="1"/>
          </p:cNvSpPr>
          <p:nvPr/>
        </p:nvSpPr>
        <p:spPr>
          <a:xfrm>
            <a:off x="6406892" y="6483202"/>
            <a:ext cx="344354" cy="21628"/>
          </a:xfrm>
          <a:custGeom>
            <a:avLst/>
            <a:gdLst/>
            <a:ahLst/>
            <a:cxnLst/>
            <a:rect l="0" t="0" r="0" b="0"/>
            <a:pathLst>
              <a:path w="344354" h="21628">
                <a:moveTo>
                  <a:pt x="0" y="21628"/>
                </a:moveTo>
                <a:lnTo>
                  <a:pt x="43248" y="18531"/>
                </a:lnTo>
                <a:lnTo>
                  <a:pt x="83851" y="15668"/>
                </a:lnTo>
                <a:lnTo>
                  <a:pt x="121807" y="13042"/>
                </a:lnTo>
                <a:lnTo>
                  <a:pt x="157118" y="10651"/>
                </a:lnTo>
                <a:lnTo>
                  <a:pt x="189783" y="8495"/>
                </a:lnTo>
                <a:lnTo>
                  <a:pt x="219802" y="6575"/>
                </a:lnTo>
                <a:lnTo>
                  <a:pt x="247175" y="4890"/>
                </a:lnTo>
                <a:lnTo>
                  <a:pt x="271903" y="3441"/>
                </a:lnTo>
                <a:lnTo>
                  <a:pt x="293984" y="2228"/>
                </a:lnTo>
                <a:lnTo>
                  <a:pt x="313420" y="1250"/>
                </a:lnTo>
                <a:lnTo>
                  <a:pt x="330210" y="507"/>
                </a:lnTo>
                <a:lnTo>
                  <a:pt x="344354" y="0"/>
                </a:lnTo>
              </a:path>
            </a:pathLst>
          </a:custGeom>
          <a:noFill/>
          <a:ln w="5334">
            <a:solidFill>
              <a:srgbClr val="EB4A32">
                <a:alpha val="13000"/>
              </a:srgbClr>
            </a:solidFill>
            <a:prstDash val="solid"/>
          </a:ln>
        </p:spPr>
      </p:sp>
      <p:sp>
        <p:nvSpPr>
          <p:cNvPr id="235" name="knowledge-long-edge">
            <a:extLst>
              <a:ext uri="{FF2B5EF4-FFF2-40B4-BE49-F238E27FC236}">
                <a16:creationId xmlns:a16="http://schemas.microsoft.com/office/drawing/2014/main" id="{CF8E4860-8ABA-489E-B7B0-C90782E50397}"/>
              </a:ext>
            </a:extLst>
          </p:cNvPr>
          <p:cNvSpPr>
            <a:spLocks noGrp="1"/>
          </p:cNvSpPr>
          <p:nvPr/>
        </p:nvSpPr>
        <p:spPr>
          <a:xfrm>
            <a:off x="6406892" y="6237494"/>
            <a:ext cx="773119" cy="267336"/>
          </a:xfrm>
          <a:custGeom>
            <a:avLst/>
            <a:gdLst/>
            <a:ahLst/>
            <a:cxnLst/>
            <a:rect l="0" t="0" r="0" b="0"/>
            <a:pathLst>
              <a:path w="773119" h="267336">
                <a:moveTo>
                  <a:pt x="0" y="267336"/>
                </a:moveTo>
                <a:lnTo>
                  <a:pt x="48320" y="205698"/>
                </a:lnTo>
                <a:lnTo>
                  <a:pt x="96640" y="152124"/>
                </a:lnTo>
                <a:lnTo>
                  <a:pt x="144960" y="106612"/>
                </a:lnTo>
                <a:lnTo>
                  <a:pt x="193280" y="69164"/>
                </a:lnTo>
                <a:lnTo>
                  <a:pt x="241600" y="39778"/>
                </a:lnTo>
                <a:lnTo>
                  <a:pt x="289920" y="18456"/>
                </a:lnTo>
                <a:lnTo>
                  <a:pt x="338240" y="5196"/>
                </a:lnTo>
                <a:lnTo>
                  <a:pt x="386560" y="0"/>
                </a:lnTo>
                <a:lnTo>
                  <a:pt x="434880" y="2867"/>
                </a:lnTo>
                <a:lnTo>
                  <a:pt x="483200" y="13796"/>
                </a:lnTo>
                <a:lnTo>
                  <a:pt x="531519" y="32789"/>
                </a:lnTo>
                <a:lnTo>
                  <a:pt x="579839" y="59845"/>
                </a:lnTo>
                <a:lnTo>
                  <a:pt x="628159" y="94964"/>
                </a:lnTo>
                <a:lnTo>
                  <a:pt x="676479" y="138146"/>
                </a:lnTo>
                <a:lnTo>
                  <a:pt x="724799" y="189391"/>
                </a:lnTo>
                <a:lnTo>
                  <a:pt x="773119" y="248699"/>
                </a:lnTo>
              </a:path>
            </a:pathLst>
          </a:custGeom>
          <a:noFill/>
          <a:ln w="4286">
            <a:solidFill>
              <a:srgbClr val="EB4A32">
                <a:alpha val="9000"/>
              </a:srgbClr>
            </a:solidFill>
            <a:prstDash val="solid"/>
          </a:ln>
        </p:spPr>
      </p:sp>
      <p:sp>
        <p:nvSpPr>
          <p:cNvPr id="236" name="knowledge-edge">
            <a:extLst>
              <a:ext uri="{FF2B5EF4-FFF2-40B4-BE49-F238E27FC236}">
                <a16:creationId xmlns:a16="http://schemas.microsoft.com/office/drawing/2014/main" id="{A40BD5D5-BD5B-4CFD-A1A8-AAC4D616F1E5}"/>
              </a:ext>
            </a:extLst>
          </p:cNvPr>
          <p:cNvSpPr>
            <a:spLocks noGrp="1"/>
          </p:cNvSpPr>
          <p:nvPr/>
        </p:nvSpPr>
        <p:spPr>
          <a:xfrm>
            <a:off x="6323503" y="6449727"/>
            <a:ext cx="427743" cy="116145"/>
          </a:xfrm>
          <a:custGeom>
            <a:avLst/>
            <a:gdLst/>
            <a:ahLst/>
            <a:cxnLst/>
            <a:rect l="0" t="0" r="0" b="0"/>
            <a:pathLst>
              <a:path w="427743" h="116145">
                <a:moveTo>
                  <a:pt x="0" y="116145"/>
                </a:moveTo>
                <a:lnTo>
                  <a:pt x="30553" y="92040"/>
                </a:lnTo>
                <a:lnTo>
                  <a:pt x="61106" y="70735"/>
                </a:lnTo>
                <a:lnTo>
                  <a:pt x="91659" y="52230"/>
                </a:lnTo>
                <a:lnTo>
                  <a:pt x="122212" y="36525"/>
                </a:lnTo>
                <a:lnTo>
                  <a:pt x="152765" y="23620"/>
                </a:lnTo>
                <a:lnTo>
                  <a:pt x="183318" y="13515"/>
                </a:lnTo>
                <a:lnTo>
                  <a:pt x="213871" y="6210"/>
                </a:lnTo>
                <a:lnTo>
                  <a:pt x="244424" y="1705"/>
                </a:lnTo>
                <a:lnTo>
                  <a:pt x="274977" y="0"/>
                </a:lnTo>
                <a:lnTo>
                  <a:pt x="305530" y="1095"/>
                </a:lnTo>
                <a:lnTo>
                  <a:pt x="336083" y="4990"/>
                </a:lnTo>
                <a:lnTo>
                  <a:pt x="366636" y="11685"/>
                </a:lnTo>
                <a:lnTo>
                  <a:pt x="397189" y="21179"/>
                </a:lnTo>
                <a:lnTo>
                  <a:pt x="427743" y="33474"/>
                </a:lnTo>
              </a:path>
            </a:pathLst>
          </a:custGeom>
          <a:noFill/>
          <a:ln w="6477">
            <a:solidFill>
              <a:srgbClr val="EB4A32">
                <a:alpha val="17000"/>
              </a:srgbClr>
            </a:solidFill>
            <a:prstDash val="solid"/>
          </a:ln>
        </p:spPr>
      </p:sp>
      <p:sp>
        <p:nvSpPr>
          <p:cNvPr id="237" name="knowledge-cross-edge">
            <a:extLst>
              <a:ext uri="{FF2B5EF4-FFF2-40B4-BE49-F238E27FC236}">
                <a16:creationId xmlns:a16="http://schemas.microsoft.com/office/drawing/2014/main" id="{FF81E024-B462-4BBB-896B-3EEA0733B71B}"/>
              </a:ext>
            </a:extLst>
          </p:cNvPr>
          <p:cNvSpPr>
            <a:spLocks noGrp="1"/>
          </p:cNvSpPr>
          <p:nvPr/>
        </p:nvSpPr>
        <p:spPr>
          <a:xfrm>
            <a:off x="6323503" y="6505594"/>
            <a:ext cx="286736" cy="60278"/>
          </a:xfrm>
          <a:custGeom>
            <a:avLst/>
            <a:gdLst/>
            <a:ahLst/>
            <a:cxnLst/>
            <a:rect l="0" t="0" r="0" b="0"/>
            <a:pathLst>
              <a:path w="286736" h="60278">
                <a:moveTo>
                  <a:pt x="0" y="60278"/>
                </a:moveTo>
                <a:lnTo>
                  <a:pt x="38447" y="42151"/>
                </a:lnTo>
                <a:lnTo>
                  <a:pt x="74248" y="27257"/>
                </a:lnTo>
                <a:lnTo>
                  <a:pt x="107403" y="15594"/>
                </a:lnTo>
                <a:lnTo>
                  <a:pt x="137912" y="7164"/>
                </a:lnTo>
                <a:lnTo>
                  <a:pt x="165776" y="1966"/>
                </a:lnTo>
                <a:lnTo>
                  <a:pt x="190993" y="0"/>
                </a:lnTo>
                <a:lnTo>
                  <a:pt x="213565" y="1266"/>
                </a:lnTo>
                <a:lnTo>
                  <a:pt x="233491" y="5765"/>
                </a:lnTo>
                <a:lnTo>
                  <a:pt x="250771" y="13495"/>
                </a:lnTo>
                <a:lnTo>
                  <a:pt x="265405" y="24458"/>
                </a:lnTo>
                <a:lnTo>
                  <a:pt x="277394" y="38653"/>
                </a:lnTo>
                <a:lnTo>
                  <a:pt x="286736" y="56080"/>
                </a:lnTo>
              </a:path>
            </a:pathLst>
          </a:custGeom>
          <a:noFill/>
          <a:ln w="5334">
            <a:solidFill>
              <a:srgbClr val="EB4A32">
                <a:alpha val="13000"/>
              </a:srgbClr>
            </a:solidFill>
            <a:prstDash val="solid"/>
          </a:ln>
        </p:spPr>
      </p:sp>
      <p:sp>
        <p:nvSpPr>
          <p:cNvPr id="238" name="knowledge-edge">
            <a:extLst>
              <a:ext uri="{FF2B5EF4-FFF2-40B4-BE49-F238E27FC236}">
                <a16:creationId xmlns:a16="http://schemas.microsoft.com/office/drawing/2014/main" id="{6ADA15DC-73B0-4A92-9910-E8A319D3F7EE}"/>
              </a:ext>
            </a:extLst>
          </p:cNvPr>
          <p:cNvSpPr>
            <a:spLocks noGrp="1"/>
          </p:cNvSpPr>
          <p:nvPr/>
        </p:nvSpPr>
        <p:spPr>
          <a:xfrm>
            <a:off x="6419831" y="6561674"/>
            <a:ext cx="190409" cy="129488"/>
          </a:xfrm>
          <a:custGeom>
            <a:avLst/>
            <a:gdLst/>
            <a:ahLst/>
            <a:cxnLst/>
            <a:rect l="0" t="0" r="0" b="0"/>
            <a:pathLst>
              <a:path w="190409" h="129488">
                <a:moveTo>
                  <a:pt x="0" y="129488"/>
                </a:moveTo>
                <a:lnTo>
                  <a:pt x="13601" y="118455"/>
                </a:lnTo>
                <a:lnTo>
                  <a:pt x="27201" y="107697"/>
                </a:lnTo>
                <a:lnTo>
                  <a:pt x="40802" y="97212"/>
                </a:lnTo>
                <a:lnTo>
                  <a:pt x="54402" y="87003"/>
                </a:lnTo>
                <a:lnTo>
                  <a:pt x="68003" y="77067"/>
                </a:lnTo>
                <a:lnTo>
                  <a:pt x="81604" y="67406"/>
                </a:lnTo>
                <a:lnTo>
                  <a:pt x="95204" y="58020"/>
                </a:lnTo>
                <a:lnTo>
                  <a:pt x="108805" y="48908"/>
                </a:lnTo>
                <a:lnTo>
                  <a:pt x="122406" y="40071"/>
                </a:lnTo>
                <a:lnTo>
                  <a:pt x="136006" y="31508"/>
                </a:lnTo>
                <a:lnTo>
                  <a:pt x="149607" y="23219"/>
                </a:lnTo>
                <a:lnTo>
                  <a:pt x="163207" y="15205"/>
                </a:lnTo>
                <a:lnTo>
                  <a:pt x="176808" y="7465"/>
                </a:lnTo>
                <a:lnTo>
                  <a:pt x="190409" y="0"/>
                </a:lnTo>
              </a:path>
            </a:pathLst>
          </a:custGeom>
          <a:noFill/>
          <a:ln w="6477">
            <a:solidFill>
              <a:srgbClr val="EB4A32">
                <a:alpha val="17000"/>
              </a:srgbClr>
            </a:solidFill>
            <a:prstDash val="solid"/>
          </a:ln>
        </p:spPr>
      </p:sp>
      <p:sp>
        <p:nvSpPr>
          <p:cNvPr id="239" name="knowledge-cross-edge">
            <a:extLst>
              <a:ext uri="{FF2B5EF4-FFF2-40B4-BE49-F238E27FC236}">
                <a16:creationId xmlns:a16="http://schemas.microsoft.com/office/drawing/2014/main" id="{077B72E0-A073-4052-8F23-90949786EDF1}"/>
              </a:ext>
            </a:extLst>
          </p:cNvPr>
          <p:cNvSpPr>
            <a:spLocks noGrp="1"/>
          </p:cNvSpPr>
          <p:nvPr/>
        </p:nvSpPr>
        <p:spPr>
          <a:xfrm>
            <a:off x="6419831" y="6685359"/>
            <a:ext cx="154873" cy="9525"/>
          </a:xfrm>
          <a:custGeom>
            <a:avLst/>
            <a:gdLst/>
            <a:ahLst/>
            <a:cxnLst/>
            <a:rect l="0" t="0" r="0" b="0"/>
            <a:pathLst>
              <a:path w="154873" h="9525">
                <a:moveTo>
                  <a:pt x="0" y="5803"/>
                </a:moveTo>
                <a:lnTo>
                  <a:pt x="27309" y="6141"/>
                </a:lnTo>
                <a:lnTo>
                  <a:pt x="51971" y="6329"/>
                </a:lnTo>
                <a:lnTo>
                  <a:pt x="73988" y="6369"/>
                </a:lnTo>
                <a:lnTo>
                  <a:pt x="93359" y="6258"/>
                </a:lnTo>
                <a:lnTo>
                  <a:pt x="110084" y="5999"/>
                </a:lnTo>
                <a:lnTo>
                  <a:pt x="124164" y="5590"/>
                </a:lnTo>
                <a:lnTo>
                  <a:pt x="135597" y="5032"/>
                </a:lnTo>
                <a:lnTo>
                  <a:pt x="144385" y="4324"/>
                </a:lnTo>
                <a:lnTo>
                  <a:pt x="150527" y="3467"/>
                </a:lnTo>
                <a:lnTo>
                  <a:pt x="154023" y="2461"/>
                </a:lnTo>
                <a:lnTo>
                  <a:pt x="154873" y="1305"/>
                </a:lnTo>
                <a:lnTo>
                  <a:pt x="153077" y="0"/>
                </a:lnTo>
              </a:path>
            </a:pathLst>
          </a:custGeom>
          <a:noFill/>
          <a:ln w="5334">
            <a:solidFill>
              <a:srgbClr val="EB4A32">
                <a:alpha val="13000"/>
              </a:srgbClr>
            </a:solidFill>
            <a:prstDash val="solid"/>
          </a:ln>
        </p:spPr>
      </p:sp>
      <p:sp>
        <p:nvSpPr>
          <p:cNvPr id="240" name="knowledge-long-edge">
            <a:extLst>
              <a:ext uri="{FF2B5EF4-FFF2-40B4-BE49-F238E27FC236}">
                <a16:creationId xmlns:a16="http://schemas.microsoft.com/office/drawing/2014/main" id="{4D79CA60-9E75-49EA-B92F-EB4D6DE1E267}"/>
              </a:ext>
            </a:extLst>
          </p:cNvPr>
          <p:cNvSpPr>
            <a:spLocks noGrp="1"/>
          </p:cNvSpPr>
          <p:nvPr/>
        </p:nvSpPr>
        <p:spPr>
          <a:xfrm>
            <a:off x="6419831" y="6228926"/>
            <a:ext cx="760180" cy="462236"/>
          </a:xfrm>
          <a:custGeom>
            <a:avLst/>
            <a:gdLst/>
            <a:ahLst/>
            <a:cxnLst/>
            <a:rect l="0" t="0" r="0" b="0"/>
            <a:pathLst>
              <a:path w="760180" h="462236">
                <a:moveTo>
                  <a:pt x="0" y="462236"/>
                </a:moveTo>
                <a:lnTo>
                  <a:pt x="47511" y="366821"/>
                </a:lnTo>
                <a:lnTo>
                  <a:pt x="95023" y="282419"/>
                </a:lnTo>
                <a:lnTo>
                  <a:pt x="142534" y="209032"/>
                </a:lnTo>
                <a:lnTo>
                  <a:pt x="190045" y="146658"/>
                </a:lnTo>
                <a:lnTo>
                  <a:pt x="237556" y="95298"/>
                </a:lnTo>
                <a:lnTo>
                  <a:pt x="285068" y="54953"/>
                </a:lnTo>
                <a:lnTo>
                  <a:pt x="332579" y="25621"/>
                </a:lnTo>
                <a:lnTo>
                  <a:pt x="380090" y="7304"/>
                </a:lnTo>
                <a:lnTo>
                  <a:pt x="427601" y="0"/>
                </a:lnTo>
                <a:lnTo>
                  <a:pt x="475113" y="3710"/>
                </a:lnTo>
                <a:lnTo>
                  <a:pt x="522624" y="18435"/>
                </a:lnTo>
                <a:lnTo>
                  <a:pt x="570135" y="44173"/>
                </a:lnTo>
                <a:lnTo>
                  <a:pt x="617646" y="80925"/>
                </a:lnTo>
                <a:lnTo>
                  <a:pt x="665158" y="128692"/>
                </a:lnTo>
                <a:lnTo>
                  <a:pt x="712669" y="187472"/>
                </a:lnTo>
                <a:lnTo>
                  <a:pt x="760180" y="257267"/>
                </a:lnTo>
              </a:path>
            </a:pathLst>
          </a:custGeom>
          <a:noFill/>
          <a:ln w="4286">
            <a:solidFill>
              <a:srgbClr val="EB4A32">
                <a:alpha val="9000"/>
              </a:srgbClr>
            </a:solidFill>
            <a:prstDash val="solid"/>
          </a:ln>
        </p:spPr>
      </p:sp>
      <p:sp>
        <p:nvSpPr>
          <p:cNvPr id="241" name="knowledge-edge">
            <a:extLst>
              <a:ext uri="{FF2B5EF4-FFF2-40B4-BE49-F238E27FC236}">
                <a16:creationId xmlns:a16="http://schemas.microsoft.com/office/drawing/2014/main" id="{C445B5FA-7C0A-47AF-A1B6-8271C43A26D1}"/>
              </a:ext>
            </a:extLst>
          </p:cNvPr>
          <p:cNvSpPr>
            <a:spLocks noGrp="1"/>
          </p:cNvSpPr>
          <p:nvPr/>
        </p:nvSpPr>
        <p:spPr>
          <a:xfrm>
            <a:off x="6267523" y="6667875"/>
            <a:ext cx="305386" cy="115879"/>
          </a:xfrm>
          <a:custGeom>
            <a:avLst/>
            <a:gdLst/>
            <a:ahLst/>
            <a:cxnLst/>
            <a:rect l="0" t="0" r="0" b="0"/>
            <a:pathLst>
              <a:path w="305386" h="115879">
                <a:moveTo>
                  <a:pt x="0" y="115879"/>
                </a:moveTo>
                <a:lnTo>
                  <a:pt x="21813" y="94032"/>
                </a:lnTo>
                <a:lnTo>
                  <a:pt x="43627" y="74465"/>
                </a:lnTo>
                <a:lnTo>
                  <a:pt x="65440" y="57177"/>
                </a:lnTo>
                <a:lnTo>
                  <a:pt x="87253" y="42169"/>
                </a:lnTo>
                <a:lnTo>
                  <a:pt x="109066" y="29441"/>
                </a:lnTo>
                <a:lnTo>
                  <a:pt x="130880" y="18993"/>
                </a:lnTo>
                <a:lnTo>
                  <a:pt x="152693" y="10825"/>
                </a:lnTo>
                <a:lnTo>
                  <a:pt x="174506" y="4937"/>
                </a:lnTo>
                <a:lnTo>
                  <a:pt x="196319" y="1329"/>
                </a:lnTo>
                <a:lnTo>
                  <a:pt x="218133" y="0"/>
                </a:lnTo>
                <a:lnTo>
                  <a:pt x="239946" y="951"/>
                </a:lnTo>
                <a:lnTo>
                  <a:pt x="261759" y="4182"/>
                </a:lnTo>
                <a:lnTo>
                  <a:pt x="283572" y="9694"/>
                </a:lnTo>
                <a:lnTo>
                  <a:pt x="305386" y="17484"/>
                </a:lnTo>
              </a:path>
            </a:pathLst>
          </a:custGeom>
          <a:noFill/>
          <a:ln w="6477">
            <a:solidFill>
              <a:srgbClr val="EB4A32">
                <a:alpha val="17000"/>
              </a:srgbClr>
            </a:solidFill>
            <a:prstDash val="solid"/>
          </a:ln>
        </p:spPr>
      </p:sp>
      <p:sp>
        <p:nvSpPr>
          <p:cNvPr id="242" name="knowledge-cross-edge">
            <a:extLst>
              <a:ext uri="{FF2B5EF4-FFF2-40B4-BE49-F238E27FC236}">
                <a16:creationId xmlns:a16="http://schemas.microsoft.com/office/drawing/2014/main" id="{86A111F2-7DD7-49B8-856E-C565D74DD3A1}"/>
              </a:ext>
            </a:extLst>
          </p:cNvPr>
          <p:cNvSpPr>
            <a:spLocks noGrp="1"/>
          </p:cNvSpPr>
          <p:nvPr/>
        </p:nvSpPr>
        <p:spPr>
          <a:xfrm>
            <a:off x="6267523" y="6744775"/>
            <a:ext cx="377785" cy="346485"/>
          </a:xfrm>
          <a:custGeom>
            <a:avLst/>
            <a:gdLst/>
            <a:ahLst/>
            <a:cxnLst/>
            <a:rect l="0" t="0" r="0" b="0"/>
            <a:pathLst>
              <a:path w="377785" h="346485">
                <a:moveTo>
                  <a:pt x="0" y="38979"/>
                </a:moveTo>
                <a:lnTo>
                  <a:pt x="46034" y="17404"/>
                </a:lnTo>
                <a:lnTo>
                  <a:pt x="89422" y="4411"/>
                </a:lnTo>
                <a:lnTo>
                  <a:pt x="130165" y="0"/>
                </a:lnTo>
                <a:lnTo>
                  <a:pt x="168262" y="4171"/>
                </a:lnTo>
                <a:lnTo>
                  <a:pt x="203712" y="16924"/>
                </a:lnTo>
                <a:lnTo>
                  <a:pt x="236517" y="38258"/>
                </a:lnTo>
                <a:lnTo>
                  <a:pt x="266676" y="68175"/>
                </a:lnTo>
                <a:lnTo>
                  <a:pt x="294190" y="106673"/>
                </a:lnTo>
                <a:lnTo>
                  <a:pt x="319057" y="153753"/>
                </a:lnTo>
                <a:lnTo>
                  <a:pt x="341279" y="209415"/>
                </a:lnTo>
                <a:lnTo>
                  <a:pt x="360855" y="273659"/>
                </a:lnTo>
                <a:lnTo>
                  <a:pt x="377785" y="346485"/>
                </a:lnTo>
              </a:path>
            </a:pathLst>
          </a:custGeom>
          <a:noFill/>
          <a:ln w="5334">
            <a:solidFill>
              <a:srgbClr val="EB4A32">
                <a:alpha val="13000"/>
              </a:srgbClr>
            </a:solidFill>
            <a:prstDash val="solid"/>
          </a:ln>
        </p:spPr>
      </p:sp>
      <p:sp>
        <p:nvSpPr>
          <p:cNvPr id="243" name="knowledge-cross-edge">
            <a:extLst>
              <a:ext uri="{FF2B5EF4-FFF2-40B4-BE49-F238E27FC236}">
                <a16:creationId xmlns:a16="http://schemas.microsoft.com/office/drawing/2014/main" id="{D8BDB9FC-7605-46EF-BD4E-BE26CEDB0D53}"/>
              </a:ext>
            </a:extLst>
          </p:cNvPr>
          <p:cNvSpPr>
            <a:spLocks noGrp="1"/>
          </p:cNvSpPr>
          <p:nvPr/>
        </p:nvSpPr>
        <p:spPr>
          <a:xfrm>
            <a:off x="6267523" y="6543658"/>
            <a:ext cx="342717" cy="240096"/>
          </a:xfrm>
          <a:custGeom>
            <a:avLst/>
            <a:gdLst/>
            <a:ahLst/>
            <a:cxnLst/>
            <a:rect l="0" t="0" r="0" b="0"/>
            <a:pathLst>
              <a:path w="342717" h="240096">
                <a:moveTo>
                  <a:pt x="0" y="240096"/>
                </a:moveTo>
                <a:lnTo>
                  <a:pt x="14008" y="191631"/>
                </a:lnTo>
                <a:lnTo>
                  <a:pt x="30661" y="148612"/>
                </a:lnTo>
                <a:lnTo>
                  <a:pt x="49960" y="111040"/>
                </a:lnTo>
                <a:lnTo>
                  <a:pt x="71906" y="78916"/>
                </a:lnTo>
                <a:lnTo>
                  <a:pt x="96497" y="52238"/>
                </a:lnTo>
                <a:lnTo>
                  <a:pt x="123733" y="31008"/>
                </a:lnTo>
                <a:lnTo>
                  <a:pt x="153616" y="15225"/>
                </a:lnTo>
                <a:lnTo>
                  <a:pt x="186145" y="4889"/>
                </a:lnTo>
                <a:lnTo>
                  <a:pt x="221319" y="0"/>
                </a:lnTo>
                <a:lnTo>
                  <a:pt x="259139" y="558"/>
                </a:lnTo>
                <a:lnTo>
                  <a:pt x="299605" y="6564"/>
                </a:lnTo>
                <a:lnTo>
                  <a:pt x="342717" y="18016"/>
                </a:lnTo>
              </a:path>
            </a:pathLst>
          </a:custGeom>
          <a:noFill/>
          <a:ln w="4953">
            <a:solidFill>
              <a:srgbClr val="EB4A32">
                <a:alpha val="12000"/>
              </a:srgbClr>
            </a:solidFill>
            <a:prstDash val="solid"/>
          </a:ln>
        </p:spPr>
      </p:sp>
      <p:sp>
        <p:nvSpPr>
          <p:cNvPr id="244" name="knowledge-long-edge">
            <a:extLst>
              <a:ext uri="{FF2B5EF4-FFF2-40B4-BE49-F238E27FC236}">
                <a16:creationId xmlns:a16="http://schemas.microsoft.com/office/drawing/2014/main" id="{287A7481-BF76-4724-B02F-49F356ADDF29}"/>
              </a:ext>
            </a:extLst>
          </p:cNvPr>
          <p:cNvSpPr>
            <a:spLocks noGrp="1"/>
          </p:cNvSpPr>
          <p:nvPr/>
        </p:nvSpPr>
        <p:spPr>
          <a:xfrm>
            <a:off x="6267523" y="6519124"/>
            <a:ext cx="1011025" cy="489220"/>
          </a:xfrm>
          <a:custGeom>
            <a:avLst/>
            <a:gdLst/>
            <a:ahLst/>
            <a:cxnLst/>
            <a:rect l="0" t="0" r="0" b="0"/>
            <a:pathLst>
              <a:path w="1011025" h="489220">
                <a:moveTo>
                  <a:pt x="0" y="264631"/>
                </a:moveTo>
                <a:lnTo>
                  <a:pt x="63189" y="192265"/>
                </a:lnTo>
                <a:lnTo>
                  <a:pt x="126378" y="131420"/>
                </a:lnTo>
                <a:lnTo>
                  <a:pt x="189567" y="82096"/>
                </a:lnTo>
                <a:lnTo>
                  <a:pt x="252756" y="44291"/>
                </a:lnTo>
                <a:lnTo>
                  <a:pt x="315945" y="18007"/>
                </a:lnTo>
                <a:lnTo>
                  <a:pt x="379134" y="3244"/>
                </a:lnTo>
                <a:lnTo>
                  <a:pt x="442323" y="0"/>
                </a:lnTo>
                <a:lnTo>
                  <a:pt x="505512" y="8277"/>
                </a:lnTo>
                <a:lnTo>
                  <a:pt x="568701" y="28074"/>
                </a:lnTo>
                <a:lnTo>
                  <a:pt x="631890" y="59391"/>
                </a:lnTo>
                <a:lnTo>
                  <a:pt x="695080" y="102229"/>
                </a:lnTo>
                <a:lnTo>
                  <a:pt x="758269" y="156586"/>
                </a:lnTo>
                <a:lnTo>
                  <a:pt x="821458" y="222464"/>
                </a:lnTo>
                <a:lnTo>
                  <a:pt x="884647" y="299863"/>
                </a:lnTo>
                <a:lnTo>
                  <a:pt x="947836" y="388781"/>
                </a:lnTo>
                <a:lnTo>
                  <a:pt x="1011025" y="489220"/>
                </a:lnTo>
              </a:path>
            </a:pathLst>
          </a:custGeom>
          <a:noFill/>
          <a:ln w="4286">
            <a:solidFill>
              <a:srgbClr val="EB4A32">
                <a:alpha val="9000"/>
              </a:srgbClr>
            </a:solidFill>
            <a:prstDash val="solid"/>
          </a:ln>
        </p:spPr>
      </p:sp>
      <p:sp>
        <p:nvSpPr>
          <p:cNvPr id="245" name="knowledge-edge">
            <a:extLst>
              <a:ext uri="{FF2B5EF4-FFF2-40B4-BE49-F238E27FC236}">
                <a16:creationId xmlns:a16="http://schemas.microsoft.com/office/drawing/2014/main" id="{B18BFE3E-EE2D-4326-9EA7-D56C08A44C6C}"/>
              </a:ext>
            </a:extLst>
          </p:cNvPr>
          <p:cNvSpPr>
            <a:spLocks noGrp="1"/>
          </p:cNvSpPr>
          <p:nvPr/>
        </p:nvSpPr>
        <p:spPr>
          <a:xfrm>
            <a:off x="6333581" y="7006515"/>
            <a:ext cx="311727" cy="84745"/>
          </a:xfrm>
          <a:custGeom>
            <a:avLst/>
            <a:gdLst/>
            <a:ahLst/>
            <a:cxnLst/>
            <a:rect l="0" t="0" r="0" b="0"/>
            <a:pathLst>
              <a:path w="311727" h="84745">
                <a:moveTo>
                  <a:pt x="0" y="0"/>
                </a:moveTo>
                <a:lnTo>
                  <a:pt x="22266" y="9128"/>
                </a:lnTo>
                <a:lnTo>
                  <a:pt x="44532" y="17783"/>
                </a:lnTo>
                <a:lnTo>
                  <a:pt x="66799" y="25964"/>
                </a:lnTo>
                <a:lnTo>
                  <a:pt x="89065" y="33673"/>
                </a:lnTo>
                <a:lnTo>
                  <a:pt x="111331" y="40909"/>
                </a:lnTo>
                <a:lnTo>
                  <a:pt x="133597" y="47672"/>
                </a:lnTo>
                <a:lnTo>
                  <a:pt x="155863" y="53961"/>
                </a:lnTo>
                <a:lnTo>
                  <a:pt x="178130" y="59778"/>
                </a:lnTo>
                <a:lnTo>
                  <a:pt x="200396" y="65122"/>
                </a:lnTo>
                <a:lnTo>
                  <a:pt x="222662" y="69992"/>
                </a:lnTo>
                <a:lnTo>
                  <a:pt x="244928" y="74390"/>
                </a:lnTo>
                <a:lnTo>
                  <a:pt x="267194" y="78315"/>
                </a:lnTo>
                <a:lnTo>
                  <a:pt x="289461" y="81766"/>
                </a:lnTo>
                <a:lnTo>
                  <a:pt x="311727" y="84745"/>
                </a:lnTo>
              </a:path>
            </a:pathLst>
          </a:custGeom>
          <a:noFill/>
          <a:ln w="6477">
            <a:solidFill>
              <a:srgbClr val="EB4A32">
                <a:alpha val="17000"/>
              </a:srgbClr>
            </a:solidFill>
            <a:prstDash val="solid"/>
          </a:ln>
        </p:spPr>
      </p:sp>
      <p:sp>
        <p:nvSpPr>
          <p:cNvPr id="246" name="knowledge-cross-edge">
            <a:extLst>
              <a:ext uri="{FF2B5EF4-FFF2-40B4-BE49-F238E27FC236}">
                <a16:creationId xmlns:a16="http://schemas.microsoft.com/office/drawing/2014/main" id="{8C85C270-8CFF-4397-83B2-ABB2046ADE80}"/>
              </a:ext>
            </a:extLst>
          </p:cNvPr>
          <p:cNvSpPr>
            <a:spLocks noGrp="1"/>
          </p:cNvSpPr>
          <p:nvPr/>
        </p:nvSpPr>
        <p:spPr>
          <a:xfrm>
            <a:off x="6333581" y="6685359"/>
            <a:ext cx="239328" cy="321156"/>
          </a:xfrm>
          <a:custGeom>
            <a:avLst/>
            <a:gdLst/>
            <a:ahLst/>
            <a:cxnLst/>
            <a:rect l="0" t="0" r="0" b="0"/>
            <a:pathLst>
              <a:path w="239328" h="321156">
                <a:moveTo>
                  <a:pt x="0" y="321156"/>
                </a:moveTo>
                <a:lnTo>
                  <a:pt x="5392" y="281168"/>
                </a:lnTo>
                <a:lnTo>
                  <a:pt x="13430" y="243585"/>
                </a:lnTo>
                <a:lnTo>
                  <a:pt x="24113" y="208407"/>
                </a:lnTo>
                <a:lnTo>
                  <a:pt x="37443" y="175632"/>
                </a:lnTo>
                <a:lnTo>
                  <a:pt x="53418" y="145263"/>
                </a:lnTo>
                <a:lnTo>
                  <a:pt x="72039" y="117298"/>
                </a:lnTo>
                <a:lnTo>
                  <a:pt x="93306" y="91737"/>
                </a:lnTo>
                <a:lnTo>
                  <a:pt x="117219" y="68580"/>
                </a:lnTo>
                <a:lnTo>
                  <a:pt x="143777" y="47829"/>
                </a:lnTo>
                <a:lnTo>
                  <a:pt x="172981" y="29481"/>
                </a:lnTo>
                <a:lnTo>
                  <a:pt x="204832" y="13538"/>
                </a:lnTo>
                <a:lnTo>
                  <a:pt x="239328" y="0"/>
                </a:lnTo>
              </a:path>
            </a:pathLst>
          </a:custGeom>
          <a:noFill/>
          <a:ln w="4953">
            <a:solidFill>
              <a:srgbClr val="EB4A32">
                <a:alpha val="12000"/>
              </a:srgbClr>
            </a:solidFill>
            <a:prstDash val="solid"/>
          </a:ln>
        </p:spPr>
      </p:sp>
      <p:sp>
        <p:nvSpPr>
          <p:cNvPr id="247" name="knowledge-long-edge">
            <a:extLst>
              <a:ext uri="{FF2B5EF4-FFF2-40B4-BE49-F238E27FC236}">
                <a16:creationId xmlns:a16="http://schemas.microsoft.com/office/drawing/2014/main" id="{0382FA75-B207-41B2-B633-A45DE975D582}"/>
              </a:ext>
            </a:extLst>
          </p:cNvPr>
          <p:cNvSpPr>
            <a:spLocks noGrp="1"/>
          </p:cNvSpPr>
          <p:nvPr/>
        </p:nvSpPr>
        <p:spPr>
          <a:xfrm>
            <a:off x="6333581" y="6759418"/>
            <a:ext cx="944967" cy="248926"/>
          </a:xfrm>
          <a:custGeom>
            <a:avLst/>
            <a:gdLst/>
            <a:ahLst/>
            <a:cxnLst/>
            <a:rect l="0" t="0" r="0" b="0"/>
            <a:pathLst>
              <a:path w="944967" h="248926">
                <a:moveTo>
                  <a:pt x="0" y="247097"/>
                </a:moveTo>
                <a:lnTo>
                  <a:pt x="59060" y="189084"/>
                </a:lnTo>
                <a:lnTo>
                  <a:pt x="118121" y="138821"/>
                </a:lnTo>
                <a:lnTo>
                  <a:pt x="177181" y="96308"/>
                </a:lnTo>
                <a:lnTo>
                  <a:pt x="236242" y="61546"/>
                </a:lnTo>
                <a:lnTo>
                  <a:pt x="295302" y="34534"/>
                </a:lnTo>
                <a:lnTo>
                  <a:pt x="354363" y="15272"/>
                </a:lnTo>
                <a:lnTo>
                  <a:pt x="413423" y="3761"/>
                </a:lnTo>
                <a:lnTo>
                  <a:pt x="472484" y="0"/>
                </a:lnTo>
                <a:lnTo>
                  <a:pt x="531544" y="3989"/>
                </a:lnTo>
                <a:lnTo>
                  <a:pt x="590604" y="15729"/>
                </a:lnTo>
                <a:lnTo>
                  <a:pt x="649665" y="35220"/>
                </a:lnTo>
                <a:lnTo>
                  <a:pt x="708725" y="62460"/>
                </a:lnTo>
                <a:lnTo>
                  <a:pt x="767786" y="97451"/>
                </a:lnTo>
                <a:lnTo>
                  <a:pt x="826846" y="140192"/>
                </a:lnTo>
                <a:lnTo>
                  <a:pt x="885907" y="190684"/>
                </a:lnTo>
                <a:lnTo>
                  <a:pt x="944967" y="248926"/>
                </a:lnTo>
              </a:path>
            </a:pathLst>
          </a:custGeom>
          <a:noFill/>
          <a:ln w="4286">
            <a:solidFill>
              <a:srgbClr val="EB4A32">
                <a:alpha val="9000"/>
              </a:srgbClr>
            </a:solidFill>
            <a:prstDash val="solid"/>
          </a:ln>
        </p:spPr>
      </p:sp>
      <p:sp>
        <p:nvSpPr>
          <p:cNvPr id="248" name="knowledge-edge">
            <a:extLst>
              <a:ext uri="{FF2B5EF4-FFF2-40B4-BE49-F238E27FC236}">
                <a16:creationId xmlns:a16="http://schemas.microsoft.com/office/drawing/2014/main" id="{5C76D580-1D57-4587-9744-4AD369D68997}"/>
              </a:ext>
            </a:extLst>
          </p:cNvPr>
          <p:cNvSpPr>
            <a:spLocks noGrp="1"/>
          </p:cNvSpPr>
          <p:nvPr/>
        </p:nvSpPr>
        <p:spPr>
          <a:xfrm>
            <a:off x="6760005" y="5931992"/>
            <a:ext cx="246937" cy="163874"/>
          </a:xfrm>
          <a:custGeom>
            <a:avLst/>
            <a:gdLst/>
            <a:ahLst/>
            <a:cxnLst/>
            <a:rect l="0" t="0" r="0" b="0"/>
            <a:pathLst>
              <a:path w="246937" h="163874">
                <a:moveTo>
                  <a:pt x="0" y="19688"/>
                </a:moveTo>
                <a:lnTo>
                  <a:pt x="17638" y="10200"/>
                </a:lnTo>
                <a:lnTo>
                  <a:pt x="35277" y="3756"/>
                </a:lnTo>
                <a:lnTo>
                  <a:pt x="52915" y="356"/>
                </a:lnTo>
                <a:lnTo>
                  <a:pt x="70553" y="0"/>
                </a:lnTo>
                <a:lnTo>
                  <a:pt x="88192" y="2688"/>
                </a:lnTo>
                <a:lnTo>
                  <a:pt x="105830" y="8421"/>
                </a:lnTo>
                <a:lnTo>
                  <a:pt x="123468" y="17198"/>
                </a:lnTo>
                <a:lnTo>
                  <a:pt x="141107" y="29019"/>
                </a:lnTo>
                <a:lnTo>
                  <a:pt x="158745" y="43884"/>
                </a:lnTo>
                <a:lnTo>
                  <a:pt x="176384" y="61794"/>
                </a:lnTo>
                <a:lnTo>
                  <a:pt x="194022" y="82747"/>
                </a:lnTo>
                <a:lnTo>
                  <a:pt x="211660" y="106745"/>
                </a:lnTo>
                <a:lnTo>
                  <a:pt x="229299" y="133787"/>
                </a:lnTo>
                <a:lnTo>
                  <a:pt x="246937" y="163874"/>
                </a:lnTo>
              </a:path>
            </a:pathLst>
          </a:custGeom>
          <a:noFill/>
          <a:ln w="6477">
            <a:solidFill>
              <a:srgbClr val="ED592C">
                <a:alpha val="17000"/>
              </a:srgbClr>
            </a:solidFill>
            <a:prstDash val="solid"/>
          </a:ln>
        </p:spPr>
      </p:sp>
      <p:sp>
        <p:nvSpPr>
          <p:cNvPr id="249" name="knowledge-cross-edge">
            <a:extLst>
              <a:ext uri="{FF2B5EF4-FFF2-40B4-BE49-F238E27FC236}">
                <a16:creationId xmlns:a16="http://schemas.microsoft.com/office/drawing/2014/main" id="{07A85D84-60D6-4DB9-AFF1-1979C8053FDA}"/>
              </a:ext>
            </a:extLst>
          </p:cNvPr>
          <p:cNvSpPr>
            <a:spLocks noGrp="1"/>
          </p:cNvSpPr>
          <p:nvPr/>
        </p:nvSpPr>
        <p:spPr>
          <a:xfrm>
            <a:off x="6760005" y="5949175"/>
            <a:ext cx="280170" cy="327987"/>
          </a:xfrm>
          <a:custGeom>
            <a:avLst/>
            <a:gdLst/>
            <a:ahLst/>
            <a:cxnLst/>
            <a:rect l="0" t="0" r="0" b="0"/>
            <a:pathLst>
              <a:path w="280170" h="327987">
                <a:moveTo>
                  <a:pt x="0" y="2505"/>
                </a:moveTo>
                <a:lnTo>
                  <a:pt x="37900" y="0"/>
                </a:lnTo>
                <a:lnTo>
                  <a:pt x="73153" y="2882"/>
                </a:lnTo>
                <a:lnTo>
                  <a:pt x="105761" y="11151"/>
                </a:lnTo>
                <a:lnTo>
                  <a:pt x="135723" y="24807"/>
                </a:lnTo>
                <a:lnTo>
                  <a:pt x="163039" y="43850"/>
                </a:lnTo>
                <a:lnTo>
                  <a:pt x="187710" y="68280"/>
                </a:lnTo>
                <a:lnTo>
                  <a:pt x="209734" y="98098"/>
                </a:lnTo>
                <a:lnTo>
                  <a:pt x="229113" y="133302"/>
                </a:lnTo>
                <a:lnTo>
                  <a:pt x="245846" y="173893"/>
                </a:lnTo>
                <a:lnTo>
                  <a:pt x="259933" y="219870"/>
                </a:lnTo>
                <a:lnTo>
                  <a:pt x="271374" y="271235"/>
                </a:lnTo>
                <a:lnTo>
                  <a:pt x="280170" y="327987"/>
                </a:lnTo>
              </a:path>
            </a:pathLst>
          </a:custGeom>
          <a:noFill/>
          <a:ln w="5334">
            <a:solidFill>
              <a:srgbClr val="ED592C">
                <a:alpha val="13000"/>
              </a:srgbClr>
            </a:solidFill>
            <a:prstDash val="solid"/>
          </a:ln>
        </p:spPr>
      </p:sp>
      <p:sp>
        <p:nvSpPr>
          <p:cNvPr id="250" name="knowledge-edge">
            <a:extLst>
              <a:ext uri="{FF2B5EF4-FFF2-40B4-BE49-F238E27FC236}">
                <a16:creationId xmlns:a16="http://schemas.microsoft.com/office/drawing/2014/main" id="{963EFFD0-6FEF-4153-909F-0D57D2053161}"/>
              </a:ext>
            </a:extLst>
          </p:cNvPr>
          <p:cNvSpPr>
            <a:spLocks noGrp="1"/>
          </p:cNvSpPr>
          <p:nvPr/>
        </p:nvSpPr>
        <p:spPr>
          <a:xfrm>
            <a:off x="6818816" y="6254248"/>
            <a:ext cx="221359" cy="40777"/>
          </a:xfrm>
          <a:custGeom>
            <a:avLst/>
            <a:gdLst/>
            <a:ahLst/>
            <a:cxnLst/>
            <a:rect l="0" t="0" r="0" b="0"/>
            <a:pathLst>
              <a:path w="221359" h="40777">
                <a:moveTo>
                  <a:pt x="0" y="0"/>
                </a:moveTo>
                <a:lnTo>
                  <a:pt x="15811" y="9134"/>
                </a:lnTo>
                <a:lnTo>
                  <a:pt x="31623" y="17115"/>
                </a:lnTo>
                <a:lnTo>
                  <a:pt x="47434" y="23942"/>
                </a:lnTo>
                <a:lnTo>
                  <a:pt x="63246" y="29616"/>
                </a:lnTo>
                <a:lnTo>
                  <a:pt x="79057" y="34136"/>
                </a:lnTo>
                <a:lnTo>
                  <a:pt x="94868" y="37503"/>
                </a:lnTo>
                <a:lnTo>
                  <a:pt x="110680" y="39716"/>
                </a:lnTo>
                <a:lnTo>
                  <a:pt x="126491" y="40777"/>
                </a:lnTo>
                <a:lnTo>
                  <a:pt x="142303" y="40683"/>
                </a:lnTo>
                <a:lnTo>
                  <a:pt x="158114" y="39436"/>
                </a:lnTo>
                <a:lnTo>
                  <a:pt x="173925" y="37036"/>
                </a:lnTo>
                <a:lnTo>
                  <a:pt x="189737" y="33482"/>
                </a:lnTo>
                <a:lnTo>
                  <a:pt x="205548" y="28775"/>
                </a:lnTo>
                <a:lnTo>
                  <a:pt x="221359" y="22915"/>
                </a:lnTo>
              </a:path>
            </a:pathLst>
          </a:custGeom>
          <a:noFill/>
          <a:ln w="6477">
            <a:solidFill>
              <a:srgbClr val="ED592C">
                <a:alpha val="17000"/>
              </a:srgbClr>
            </a:solidFill>
            <a:prstDash val="solid"/>
          </a:ln>
        </p:spPr>
      </p:sp>
      <p:sp>
        <p:nvSpPr>
          <p:cNvPr id="251" name="knowledge-edge">
            <a:extLst>
              <a:ext uri="{FF2B5EF4-FFF2-40B4-BE49-F238E27FC236}">
                <a16:creationId xmlns:a16="http://schemas.microsoft.com/office/drawing/2014/main" id="{54E38E40-759C-4B8B-914D-54930DEEA04C}"/>
              </a:ext>
            </a:extLst>
          </p:cNvPr>
          <p:cNvSpPr>
            <a:spLocks noGrp="1"/>
          </p:cNvSpPr>
          <p:nvPr/>
        </p:nvSpPr>
        <p:spPr>
          <a:xfrm>
            <a:off x="6600959" y="6343590"/>
            <a:ext cx="638016" cy="195759"/>
          </a:xfrm>
          <a:custGeom>
            <a:avLst/>
            <a:gdLst/>
            <a:ahLst/>
            <a:cxnLst/>
            <a:rect l="0" t="0" r="0" b="0"/>
            <a:pathLst>
              <a:path w="638016" h="195759">
                <a:moveTo>
                  <a:pt x="0" y="195759"/>
                </a:moveTo>
                <a:lnTo>
                  <a:pt x="45573" y="193895"/>
                </a:lnTo>
                <a:lnTo>
                  <a:pt x="91145" y="190166"/>
                </a:lnTo>
                <a:lnTo>
                  <a:pt x="136718" y="184573"/>
                </a:lnTo>
                <a:lnTo>
                  <a:pt x="182290" y="177116"/>
                </a:lnTo>
                <a:lnTo>
                  <a:pt x="227863" y="167794"/>
                </a:lnTo>
                <a:lnTo>
                  <a:pt x="273435" y="156608"/>
                </a:lnTo>
                <a:lnTo>
                  <a:pt x="319008" y="143558"/>
                </a:lnTo>
                <a:lnTo>
                  <a:pt x="364581" y="128643"/>
                </a:lnTo>
                <a:lnTo>
                  <a:pt x="410153" y="111863"/>
                </a:lnTo>
                <a:lnTo>
                  <a:pt x="455726" y="93219"/>
                </a:lnTo>
                <a:lnTo>
                  <a:pt x="501298" y="72711"/>
                </a:lnTo>
                <a:lnTo>
                  <a:pt x="546871" y="50339"/>
                </a:lnTo>
                <a:lnTo>
                  <a:pt x="592443" y="26101"/>
                </a:lnTo>
                <a:lnTo>
                  <a:pt x="638016" y="0"/>
                </a:lnTo>
              </a:path>
            </a:pathLst>
          </a:custGeom>
          <a:noFill/>
          <a:ln w="6477">
            <a:solidFill>
              <a:srgbClr val="ED592C">
                <a:alpha val="17000"/>
              </a:srgbClr>
            </a:solidFill>
            <a:prstDash val="solid"/>
          </a:ln>
        </p:spPr>
      </p:sp>
      <p:sp>
        <p:nvSpPr>
          <p:cNvPr id="252" name="knowledge-edge">
            <a:extLst>
              <a:ext uri="{FF2B5EF4-FFF2-40B4-BE49-F238E27FC236}">
                <a16:creationId xmlns:a16="http://schemas.microsoft.com/office/drawing/2014/main" id="{FF0C56D1-6D43-4832-B5A9-96396D732430}"/>
              </a:ext>
            </a:extLst>
          </p:cNvPr>
          <p:cNvSpPr>
            <a:spLocks noGrp="1"/>
          </p:cNvSpPr>
          <p:nvPr/>
        </p:nvSpPr>
        <p:spPr>
          <a:xfrm>
            <a:off x="6751246" y="6431086"/>
            <a:ext cx="428765" cy="55106"/>
          </a:xfrm>
          <a:custGeom>
            <a:avLst/>
            <a:gdLst/>
            <a:ahLst/>
            <a:cxnLst/>
            <a:rect l="0" t="0" r="0" b="0"/>
            <a:pathLst>
              <a:path w="428765" h="55106">
                <a:moveTo>
                  <a:pt x="0" y="52115"/>
                </a:moveTo>
                <a:lnTo>
                  <a:pt x="30626" y="38106"/>
                </a:lnTo>
                <a:lnTo>
                  <a:pt x="61252" y="26284"/>
                </a:lnTo>
                <a:lnTo>
                  <a:pt x="91878" y="16651"/>
                </a:lnTo>
                <a:lnTo>
                  <a:pt x="122504" y="9206"/>
                </a:lnTo>
                <a:lnTo>
                  <a:pt x="153131" y="3949"/>
                </a:lnTo>
                <a:lnTo>
                  <a:pt x="183757" y="880"/>
                </a:lnTo>
                <a:lnTo>
                  <a:pt x="214383" y="0"/>
                </a:lnTo>
                <a:lnTo>
                  <a:pt x="245009" y="1308"/>
                </a:lnTo>
                <a:lnTo>
                  <a:pt x="275635" y="4804"/>
                </a:lnTo>
                <a:lnTo>
                  <a:pt x="306261" y="10488"/>
                </a:lnTo>
                <a:lnTo>
                  <a:pt x="336887" y="18360"/>
                </a:lnTo>
                <a:lnTo>
                  <a:pt x="367513" y="28421"/>
                </a:lnTo>
                <a:lnTo>
                  <a:pt x="398139" y="40669"/>
                </a:lnTo>
                <a:lnTo>
                  <a:pt x="428765" y="55106"/>
                </a:lnTo>
              </a:path>
            </a:pathLst>
          </a:custGeom>
          <a:noFill/>
          <a:ln w="6477">
            <a:solidFill>
              <a:srgbClr val="ED592C">
                <a:alpha val="17000"/>
              </a:srgbClr>
            </a:solidFill>
            <a:prstDash val="solid"/>
          </a:ln>
        </p:spPr>
      </p:sp>
      <p:sp>
        <p:nvSpPr>
          <p:cNvPr id="253" name="knowledge-edge">
            <a:extLst>
              <a:ext uri="{FF2B5EF4-FFF2-40B4-BE49-F238E27FC236}">
                <a16:creationId xmlns:a16="http://schemas.microsoft.com/office/drawing/2014/main" id="{0B4D2D92-54FE-4B2D-9708-C45C30BCB8A5}"/>
              </a:ext>
            </a:extLst>
          </p:cNvPr>
          <p:cNvSpPr>
            <a:spLocks noGrp="1"/>
          </p:cNvSpPr>
          <p:nvPr/>
        </p:nvSpPr>
        <p:spPr>
          <a:xfrm>
            <a:off x="6610240" y="6549820"/>
            <a:ext cx="363844" cy="25474"/>
          </a:xfrm>
          <a:custGeom>
            <a:avLst/>
            <a:gdLst/>
            <a:ahLst/>
            <a:cxnLst/>
            <a:rect l="0" t="0" r="0" b="0"/>
            <a:pathLst>
              <a:path w="363844" h="25474">
                <a:moveTo>
                  <a:pt x="0" y="11854"/>
                </a:moveTo>
                <a:lnTo>
                  <a:pt x="25989" y="8036"/>
                </a:lnTo>
                <a:lnTo>
                  <a:pt x="51978" y="4954"/>
                </a:lnTo>
                <a:lnTo>
                  <a:pt x="77967" y="2610"/>
                </a:lnTo>
                <a:lnTo>
                  <a:pt x="103955" y="1003"/>
                </a:lnTo>
                <a:lnTo>
                  <a:pt x="129944" y="133"/>
                </a:lnTo>
                <a:lnTo>
                  <a:pt x="155933" y="0"/>
                </a:lnTo>
                <a:lnTo>
                  <a:pt x="181922" y="604"/>
                </a:lnTo>
                <a:lnTo>
                  <a:pt x="207911" y="1946"/>
                </a:lnTo>
                <a:lnTo>
                  <a:pt x="233900" y="4024"/>
                </a:lnTo>
                <a:lnTo>
                  <a:pt x="259888" y="6840"/>
                </a:lnTo>
                <a:lnTo>
                  <a:pt x="285877" y="10393"/>
                </a:lnTo>
                <a:lnTo>
                  <a:pt x="311866" y="14683"/>
                </a:lnTo>
                <a:lnTo>
                  <a:pt x="337855" y="19710"/>
                </a:lnTo>
                <a:lnTo>
                  <a:pt x="363844" y="25474"/>
                </a:lnTo>
              </a:path>
            </a:pathLst>
          </a:custGeom>
          <a:noFill/>
          <a:ln w="6477">
            <a:solidFill>
              <a:srgbClr val="ED592C">
                <a:alpha val="17000"/>
              </a:srgbClr>
            </a:solidFill>
            <a:prstDash val="solid"/>
          </a:ln>
        </p:spPr>
      </p:sp>
      <p:sp>
        <p:nvSpPr>
          <p:cNvPr id="254" name="knowledge-cross-edge">
            <a:extLst>
              <a:ext uri="{FF2B5EF4-FFF2-40B4-BE49-F238E27FC236}">
                <a16:creationId xmlns:a16="http://schemas.microsoft.com/office/drawing/2014/main" id="{5A864345-A19E-47D4-A611-539D8987FB0A}"/>
              </a:ext>
            </a:extLst>
          </p:cNvPr>
          <p:cNvSpPr>
            <a:spLocks noGrp="1"/>
          </p:cNvSpPr>
          <p:nvPr/>
        </p:nvSpPr>
        <p:spPr>
          <a:xfrm>
            <a:off x="6610240" y="6527781"/>
            <a:ext cx="393496" cy="251030"/>
          </a:xfrm>
          <a:custGeom>
            <a:avLst/>
            <a:gdLst/>
            <a:ahLst/>
            <a:cxnLst/>
            <a:rect l="0" t="0" r="0" b="0"/>
            <a:pathLst>
              <a:path w="393496" h="251030">
                <a:moveTo>
                  <a:pt x="0" y="33893"/>
                </a:moveTo>
                <a:lnTo>
                  <a:pt x="47343" y="16063"/>
                </a:lnTo>
                <a:lnTo>
                  <a:pt x="92041" y="4766"/>
                </a:lnTo>
                <a:lnTo>
                  <a:pt x="134093" y="0"/>
                </a:lnTo>
                <a:lnTo>
                  <a:pt x="173499" y="1766"/>
                </a:lnTo>
                <a:lnTo>
                  <a:pt x="210259" y="10063"/>
                </a:lnTo>
                <a:lnTo>
                  <a:pt x="244373" y="24892"/>
                </a:lnTo>
                <a:lnTo>
                  <a:pt x="275841" y="46253"/>
                </a:lnTo>
                <a:lnTo>
                  <a:pt x="304664" y="74145"/>
                </a:lnTo>
                <a:lnTo>
                  <a:pt x="330841" y="108569"/>
                </a:lnTo>
                <a:lnTo>
                  <a:pt x="354371" y="149524"/>
                </a:lnTo>
                <a:lnTo>
                  <a:pt x="375257" y="197011"/>
                </a:lnTo>
                <a:lnTo>
                  <a:pt x="393496" y="251030"/>
                </a:lnTo>
              </a:path>
            </a:pathLst>
          </a:custGeom>
          <a:noFill/>
          <a:ln w="5334">
            <a:solidFill>
              <a:srgbClr val="ED592C">
                <a:alpha val="13000"/>
              </a:srgbClr>
            </a:solidFill>
            <a:prstDash val="solid"/>
          </a:ln>
        </p:spPr>
      </p:sp>
      <p:sp>
        <p:nvSpPr>
          <p:cNvPr id="255" name="knowledge-cross-edge">
            <a:extLst>
              <a:ext uri="{FF2B5EF4-FFF2-40B4-BE49-F238E27FC236}">
                <a16:creationId xmlns:a16="http://schemas.microsoft.com/office/drawing/2014/main" id="{003BF670-5C52-4836-ACD5-3721C287B7C0}"/>
              </a:ext>
            </a:extLst>
          </p:cNvPr>
          <p:cNvSpPr>
            <a:spLocks noGrp="1"/>
          </p:cNvSpPr>
          <p:nvPr/>
        </p:nvSpPr>
        <p:spPr>
          <a:xfrm>
            <a:off x="6610240" y="6458065"/>
            <a:ext cx="569772" cy="103609"/>
          </a:xfrm>
          <a:custGeom>
            <a:avLst/>
            <a:gdLst/>
            <a:ahLst/>
            <a:cxnLst/>
            <a:rect l="0" t="0" r="0" b="0"/>
            <a:pathLst>
              <a:path w="569772" h="103609">
                <a:moveTo>
                  <a:pt x="0" y="103609"/>
                </a:moveTo>
                <a:lnTo>
                  <a:pt x="32929" y="79001"/>
                </a:lnTo>
                <a:lnTo>
                  <a:pt x="68504" y="57724"/>
                </a:lnTo>
                <a:lnTo>
                  <a:pt x="106724" y="39777"/>
                </a:lnTo>
                <a:lnTo>
                  <a:pt x="147591" y="25160"/>
                </a:lnTo>
                <a:lnTo>
                  <a:pt x="191103" y="13875"/>
                </a:lnTo>
                <a:lnTo>
                  <a:pt x="237261" y="5919"/>
                </a:lnTo>
                <a:lnTo>
                  <a:pt x="286065" y="1294"/>
                </a:lnTo>
                <a:lnTo>
                  <a:pt x="337514" y="0"/>
                </a:lnTo>
                <a:lnTo>
                  <a:pt x="391610" y="2036"/>
                </a:lnTo>
                <a:lnTo>
                  <a:pt x="448351" y="7403"/>
                </a:lnTo>
                <a:lnTo>
                  <a:pt x="507739" y="16100"/>
                </a:lnTo>
                <a:lnTo>
                  <a:pt x="569772" y="28127"/>
                </a:lnTo>
              </a:path>
            </a:pathLst>
          </a:custGeom>
          <a:noFill/>
          <a:ln w="4953">
            <a:solidFill>
              <a:srgbClr val="ED592C">
                <a:alpha val="12000"/>
              </a:srgbClr>
            </a:solidFill>
            <a:prstDash val="solid"/>
          </a:ln>
        </p:spPr>
      </p:sp>
      <p:sp>
        <p:nvSpPr>
          <p:cNvPr id="256" name="knowledge-edge">
            <a:extLst>
              <a:ext uri="{FF2B5EF4-FFF2-40B4-BE49-F238E27FC236}">
                <a16:creationId xmlns:a16="http://schemas.microsoft.com/office/drawing/2014/main" id="{4EF7BBA8-2A3F-4191-A77A-220C55A81F89}"/>
              </a:ext>
            </a:extLst>
          </p:cNvPr>
          <p:cNvSpPr>
            <a:spLocks noGrp="1"/>
          </p:cNvSpPr>
          <p:nvPr/>
        </p:nvSpPr>
        <p:spPr>
          <a:xfrm>
            <a:off x="6572908" y="6680867"/>
            <a:ext cx="430827" cy="97944"/>
          </a:xfrm>
          <a:custGeom>
            <a:avLst/>
            <a:gdLst/>
            <a:ahLst/>
            <a:cxnLst/>
            <a:rect l="0" t="0" r="0" b="0"/>
            <a:pathLst>
              <a:path w="430827" h="97944">
                <a:moveTo>
                  <a:pt x="0" y="4492"/>
                </a:moveTo>
                <a:lnTo>
                  <a:pt x="30773" y="1509"/>
                </a:lnTo>
                <a:lnTo>
                  <a:pt x="61547" y="11"/>
                </a:lnTo>
                <a:lnTo>
                  <a:pt x="92320" y="0"/>
                </a:lnTo>
                <a:lnTo>
                  <a:pt x="123093" y="1475"/>
                </a:lnTo>
                <a:lnTo>
                  <a:pt x="153867" y="4435"/>
                </a:lnTo>
                <a:lnTo>
                  <a:pt x="184640" y="8881"/>
                </a:lnTo>
                <a:lnTo>
                  <a:pt x="215414" y="14813"/>
                </a:lnTo>
                <a:lnTo>
                  <a:pt x="246187" y="22232"/>
                </a:lnTo>
                <a:lnTo>
                  <a:pt x="276960" y="31135"/>
                </a:lnTo>
                <a:lnTo>
                  <a:pt x="307734" y="41525"/>
                </a:lnTo>
                <a:lnTo>
                  <a:pt x="338507" y="53401"/>
                </a:lnTo>
                <a:lnTo>
                  <a:pt x="369280" y="66763"/>
                </a:lnTo>
                <a:lnTo>
                  <a:pt x="400054" y="81610"/>
                </a:lnTo>
                <a:lnTo>
                  <a:pt x="430827" y="97944"/>
                </a:lnTo>
              </a:path>
            </a:pathLst>
          </a:custGeom>
          <a:noFill/>
          <a:ln w="6477">
            <a:solidFill>
              <a:srgbClr val="ED592C">
                <a:alpha val="17000"/>
              </a:srgbClr>
            </a:solidFill>
            <a:prstDash val="solid"/>
          </a:ln>
        </p:spPr>
      </p:sp>
      <p:sp>
        <p:nvSpPr>
          <p:cNvPr id="257" name="knowledge-cross-edge">
            <a:extLst>
              <a:ext uri="{FF2B5EF4-FFF2-40B4-BE49-F238E27FC236}">
                <a16:creationId xmlns:a16="http://schemas.microsoft.com/office/drawing/2014/main" id="{9824DF62-DB2E-4A61-9775-C61CBAF0C8E7}"/>
              </a:ext>
            </a:extLst>
          </p:cNvPr>
          <p:cNvSpPr>
            <a:spLocks noGrp="1"/>
          </p:cNvSpPr>
          <p:nvPr/>
        </p:nvSpPr>
        <p:spPr>
          <a:xfrm>
            <a:off x="6572908" y="6658725"/>
            <a:ext cx="705639" cy="349619"/>
          </a:xfrm>
          <a:custGeom>
            <a:avLst/>
            <a:gdLst/>
            <a:ahLst/>
            <a:cxnLst/>
            <a:rect l="0" t="0" r="0" b="0"/>
            <a:pathLst>
              <a:path w="705639" h="349619">
                <a:moveTo>
                  <a:pt x="0" y="26634"/>
                </a:moveTo>
                <a:lnTo>
                  <a:pt x="73355" y="9802"/>
                </a:lnTo>
                <a:lnTo>
                  <a:pt x="144065" y="924"/>
                </a:lnTo>
                <a:lnTo>
                  <a:pt x="212129" y="0"/>
                </a:lnTo>
                <a:lnTo>
                  <a:pt x="277546" y="7030"/>
                </a:lnTo>
                <a:lnTo>
                  <a:pt x="340318" y="22014"/>
                </a:lnTo>
                <a:lnTo>
                  <a:pt x="400445" y="44953"/>
                </a:lnTo>
                <a:lnTo>
                  <a:pt x="457925" y="75845"/>
                </a:lnTo>
                <a:lnTo>
                  <a:pt x="512759" y="114692"/>
                </a:lnTo>
                <a:lnTo>
                  <a:pt x="564948" y="161492"/>
                </a:lnTo>
                <a:lnTo>
                  <a:pt x="614491" y="216247"/>
                </a:lnTo>
                <a:lnTo>
                  <a:pt x="661388" y="278956"/>
                </a:lnTo>
                <a:lnTo>
                  <a:pt x="705639" y="349619"/>
                </a:lnTo>
              </a:path>
            </a:pathLst>
          </a:custGeom>
          <a:noFill/>
          <a:ln w="5334">
            <a:solidFill>
              <a:srgbClr val="ED592C">
                <a:alpha val="13000"/>
              </a:srgbClr>
            </a:solidFill>
            <a:prstDash val="solid"/>
          </a:ln>
        </p:spPr>
      </p:sp>
      <p:sp>
        <p:nvSpPr>
          <p:cNvPr id="258" name="knowledge-cross-edge">
            <a:extLst>
              <a:ext uri="{FF2B5EF4-FFF2-40B4-BE49-F238E27FC236}">
                <a16:creationId xmlns:a16="http://schemas.microsoft.com/office/drawing/2014/main" id="{B28FB10C-8CDF-49CB-B79E-AF6DEE024939}"/>
              </a:ext>
            </a:extLst>
          </p:cNvPr>
          <p:cNvSpPr>
            <a:spLocks noGrp="1"/>
          </p:cNvSpPr>
          <p:nvPr/>
        </p:nvSpPr>
        <p:spPr>
          <a:xfrm>
            <a:off x="6572908" y="6571583"/>
            <a:ext cx="401175" cy="113776"/>
          </a:xfrm>
          <a:custGeom>
            <a:avLst/>
            <a:gdLst/>
            <a:ahLst/>
            <a:cxnLst/>
            <a:rect l="0" t="0" r="0" b="0"/>
            <a:pathLst>
              <a:path w="401175" h="113776">
                <a:moveTo>
                  <a:pt x="0" y="113776"/>
                </a:moveTo>
                <a:lnTo>
                  <a:pt x="18879" y="92474"/>
                </a:lnTo>
                <a:lnTo>
                  <a:pt x="40404" y="73377"/>
                </a:lnTo>
                <a:lnTo>
                  <a:pt x="64575" y="56486"/>
                </a:lnTo>
                <a:lnTo>
                  <a:pt x="91392" y="41800"/>
                </a:lnTo>
                <a:lnTo>
                  <a:pt x="120854" y="29320"/>
                </a:lnTo>
                <a:lnTo>
                  <a:pt x="152963" y="19045"/>
                </a:lnTo>
                <a:lnTo>
                  <a:pt x="187717" y="10975"/>
                </a:lnTo>
                <a:lnTo>
                  <a:pt x="225117" y="5111"/>
                </a:lnTo>
                <a:lnTo>
                  <a:pt x="265163" y="1453"/>
                </a:lnTo>
                <a:lnTo>
                  <a:pt x="307854" y="0"/>
                </a:lnTo>
                <a:lnTo>
                  <a:pt x="353192" y="753"/>
                </a:lnTo>
                <a:lnTo>
                  <a:pt x="401175" y="3711"/>
                </a:lnTo>
              </a:path>
            </a:pathLst>
          </a:custGeom>
          <a:noFill/>
          <a:ln w="4953">
            <a:solidFill>
              <a:srgbClr val="ED592C">
                <a:alpha val="12000"/>
              </a:srgbClr>
            </a:solidFill>
            <a:prstDash val="solid"/>
          </a:ln>
        </p:spPr>
      </p:sp>
      <p:sp>
        <p:nvSpPr>
          <p:cNvPr id="259" name="knowledge-edge">
            <a:extLst>
              <a:ext uri="{FF2B5EF4-FFF2-40B4-BE49-F238E27FC236}">
                <a16:creationId xmlns:a16="http://schemas.microsoft.com/office/drawing/2014/main" id="{517103E3-4187-4145-BC00-9945BF1F1C57}"/>
              </a:ext>
            </a:extLst>
          </p:cNvPr>
          <p:cNvSpPr>
            <a:spLocks noGrp="1"/>
          </p:cNvSpPr>
          <p:nvPr/>
        </p:nvSpPr>
        <p:spPr>
          <a:xfrm>
            <a:off x="6645307" y="6982317"/>
            <a:ext cx="633240" cy="108944"/>
          </a:xfrm>
          <a:custGeom>
            <a:avLst/>
            <a:gdLst/>
            <a:ahLst/>
            <a:cxnLst/>
            <a:rect l="0" t="0" r="0" b="0"/>
            <a:pathLst>
              <a:path w="633240" h="108944">
                <a:moveTo>
                  <a:pt x="0" y="108944"/>
                </a:moveTo>
                <a:lnTo>
                  <a:pt x="45231" y="86947"/>
                </a:lnTo>
                <a:lnTo>
                  <a:pt x="90463" y="67424"/>
                </a:lnTo>
                <a:lnTo>
                  <a:pt x="135694" y="50373"/>
                </a:lnTo>
                <a:lnTo>
                  <a:pt x="180926" y="35795"/>
                </a:lnTo>
                <a:lnTo>
                  <a:pt x="226157" y="23690"/>
                </a:lnTo>
                <a:lnTo>
                  <a:pt x="271389" y="14058"/>
                </a:lnTo>
                <a:lnTo>
                  <a:pt x="316620" y="6899"/>
                </a:lnTo>
                <a:lnTo>
                  <a:pt x="361852" y="2213"/>
                </a:lnTo>
                <a:lnTo>
                  <a:pt x="407083" y="0"/>
                </a:lnTo>
                <a:lnTo>
                  <a:pt x="452314" y="260"/>
                </a:lnTo>
                <a:lnTo>
                  <a:pt x="497546" y="2992"/>
                </a:lnTo>
                <a:lnTo>
                  <a:pt x="542777" y="8198"/>
                </a:lnTo>
                <a:lnTo>
                  <a:pt x="588009" y="15876"/>
                </a:lnTo>
                <a:lnTo>
                  <a:pt x="633240" y="26027"/>
                </a:lnTo>
              </a:path>
            </a:pathLst>
          </a:custGeom>
          <a:noFill/>
          <a:ln w="6477">
            <a:solidFill>
              <a:srgbClr val="ED592C">
                <a:alpha val="17000"/>
              </a:srgbClr>
            </a:solidFill>
            <a:prstDash val="solid"/>
          </a:ln>
        </p:spPr>
      </p:sp>
      <p:sp>
        <p:nvSpPr>
          <p:cNvPr id="260" name="knowledge-edge">
            <a:extLst>
              <a:ext uri="{FF2B5EF4-FFF2-40B4-BE49-F238E27FC236}">
                <a16:creationId xmlns:a16="http://schemas.microsoft.com/office/drawing/2014/main" id="{0E96AF90-FBB0-4EA4-BCE4-C76889D35F3E}"/>
              </a:ext>
            </a:extLst>
          </p:cNvPr>
          <p:cNvSpPr>
            <a:spLocks noGrp="1"/>
          </p:cNvSpPr>
          <p:nvPr/>
        </p:nvSpPr>
        <p:spPr>
          <a:xfrm>
            <a:off x="7006942" y="6068036"/>
            <a:ext cx="653348" cy="27830"/>
          </a:xfrm>
          <a:custGeom>
            <a:avLst/>
            <a:gdLst/>
            <a:ahLst/>
            <a:cxnLst/>
            <a:rect l="0" t="0" r="0" b="0"/>
            <a:pathLst>
              <a:path w="653348" h="27830">
                <a:moveTo>
                  <a:pt x="0" y="27830"/>
                </a:moveTo>
                <a:lnTo>
                  <a:pt x="46668" y="22103"/>
                </a:lnTo>
                <a:lnTo>
                  <a:pt x="93335" y="17035"/>
                </a:lnTo>
                <a:lnTo>
                  <a:pt x="140003" y="12625"/>
                </a:lnTo>
                <a:lnTo>
                  <a:pt x="186671" y="8875"/>
                </a:lnTo>
                <a:lnTo>
                  <a:pt x="233338" y="5782"/>
                </a:lnTo>
                <a:lnTo>
                  <a:pt x="280006" y="3349"/>
                </a:lnTo>
                <a:lnTo>
                  <a:pt x="326674" y="1574"/>
                </a:lnTo>
                <a:lnTo>
                  <a:pt x="373342" y="458"/>
                </a:lnTo>
                <a:lnTo>
                  <a:pt x="420009" y="0"/>
                </a:lnTo>
                <a:lnTo>
                  <a:pt x="466677" y="201"/>
                </a:lnTo>
                <a:lnTo>
                  <a:pt x="513345" y="1061"/>
                </a:lnTo>
                <a:lnTo>
                  <a:pt x="560012" y="2579"/>
                </a:lnTo>
                <a:lnTo>
                  <a:pt x="606680" y="4756"/>
                </a:lnTo>
                <a:lnTo>
                  <a:pt x="653348" y="7591"/>
                </a:lnTo>
              </a:path>
            </a:pathLst>
          </a:custGeom>
          <a:noFill/>
          <a:ln w="6477">
            <a:solidFill>
              <a:srgbClr val="EF6826">
                <a:alpha val="17000"/>
              </a:srgbClr>
            </a:solidFill>
            <a:prstDash val="solid"/>
          </a:ln>
        </p:spPr>
      </p:sp>
      <p:sp>
        <p:nvSpPr>
          <p:cNvPr id="261" name="knowledge-cross-edge">
            <a:extLst>
              <a:ext uri="{FF2B5EF4-FFF2-40B4-BE49-F238E27FC236}">
                <a16:creationId xmlns:a16="http://schemas.microsoft.com/office/drawing/2014/main" id="{BE900925-12ED-49DE-8592-B88A611D0286}"/>
              </a:ext>
            </a:extLst>
          </p:cNvPr>
          <p:cNvSpPr>
            <a:spLocks noGrp="1"/>
          </p:cNvSpPr>
          <p:nvPr/>
        </p:nvSpPr>
        <p:spPr>
          <a:xfrm>
            <a:off x="7006942" y="6095865"/>
            <a:ext cx="510612" cy="148562"/>
          </a:xfrm>
          <a:custGeom>
            <a:avLst/>
            <a:gdLst/>
            <a:ahLst/>
            <a:cxnLst/>
            <a:rect l="0" t="0" r="0" b="0"/>
            <a:pathLst>
              <a:path w="510612" h="148562">
                <a:moveTo>
                  <a:pt x="0" y="0"/>
                </a:moveTo>
                <a:lnTo>
                  <a:pt x="57103" y="4929"/>
                </a:lnTo>
                <a:lnTo>
                  <a:pt x="111560" y="11213"/>
                </a:lnTo>
                <a:lnTo>
                  <a:pt x="163372" y="18851"/>
                </a:lnTo>
                <a:lnTo>
                  <a:pt x="212537" y="27844"/>
                </a:lnTo>
                <a:lnTo>
                  <a:pt x="259057" y="38192"/>
                </a:lnTo>
                <a:lnTo>
                  <a:pt x="302931" y="49895"/>
                </a:lnTo>
                <a:lnTo>
                  <a:pt x="344159" y="62953"/>
                </a:lnTo>
                <a:lnTo>
                  <a:pt x="382742" y="77365"/>
                </a:lnTo>
                <a:lnTo>
                  <a:pt x="418678" y="93132"/>
                </a:lnTo>
                <a:lnTo>
                  <a:pt x="451969" y="110254"/>
                </a:lnTo>
                <a:lnTo>
                  <a:pt x="482613" y="128731"/>
                </a:lnTo>
                <a:lnTo>
                  <a:pt x="510612" y="148562"/>
                </a:lnTo>
              </a:path>
            </a:pathLst>
          </a:custGeom>
          <a:noFill/>
          <a:ln w="5334">
            <a:solidFill>
              <a:srgbClr val="EF6826">
                <a:alpha val="13000"/>
              </a:srgbClr>
            </a:solidFill>
            <a:prstDash val="solid"/>
          </a:ln>
        </p:spPr>
      </p:sp>
      <p:sp>
        <p:nvSpPr>
          <p:cNvPr id="262" name="knowledge-edge">
            <a:extLst>
              <a:ext uri="{FF2B5EF4-FFF2-40B4-BE49-F238E27FC236}">
                <a16:creationId xmlns:a16="http://schemas.microsoft.com/office/drawing/2014/main" id="{E875C6EE-4B7F-4D9F-83BE-67B96E491883}"/>
              </a:ext>
            </a:extLst>
          </p:cNvPr>
          <p:cNvSpPr>
            <a:spLocks noGrp="1"/>
          </p:cNvSpPr>
          <p:nvPr/>
        </p:nvSpPr>
        <p:spPr>
          <a:xfrm>
            <a:off x="7040175" y="6244428"/>
            <a:ext cx="477380" cy="42030"/>
          </a:xfrm>
          <a:custGeom>
            <a:avLst/>
            <a:gdLst/>
            <a:ahLst/>
            <a:cxnLst/>
            <a:rect l="0" t="0" r="0" b="0"/>
            <a:pathLst>
              <a:path w="477380" h="42030">
                <a:moveTo>
                  <a:pt x="0" y="32735"/>
                </a:moveTo>
                <a:lnTo>
                  <a:pt x="34099" y="36457"/>
                </a:lnTo>
                <a:lnTo>
                  <a:pt x="68197" y="39247"/>
                </a:lnTo>
                <a:lnTo>
                  <a:pt x="102296" y="41105"/>
                </a:lnTo>
                <a:lnTo>
                  <a:pt x="136394" y="42030"/>
                </a:lnTo>
                <a:lnTo>
                  <a:pt x="170493" y="42023"/>
                </a:lnTo>
                <a:lnTo>
                  <a:pt x="204591" y="41083"/>
                </a:lnTo>
                <a:lnTo>
                  <a:pt x="238690" y="39211"/>
                </a:lnTo>
                <a:lnTo>
                  <a:pt x="272788" y="36407"/>
                </a:lnTo>
                <a:lnTo>
                  <a:pt x="306887" y="32670"/>
                </a:lnTo>
                <a:lnTo>
                  <a:pt x="340985" y="28001"/>
                </a:lnTo>
                <a:lnTo>
                  <a:pt x="375084" y="22399"/>
                </a:lnTo>
                <a:lnTo>
                  <a:pt x="409183" y="15865"/>
                </a:lnTo>
                <a:lnTo>
                  <a:pt x="443281" y="8399"/>
                </a:lnTo>
                <a:lnTo>
                  <a:pt x="477380" y="0"/>
                </a:lnTo>
              </a:path>
            </a:pathLst>
          </a:custGeom>
          <a:noFill/>
          <a:ln w="6477">
            <a:solidFill>
              <a:srgbClr val="EF6826">
                <a:alpha val="17000"/>
              </a:srgbClr>
            </a:solidFill>
            <a:prstDash val="solid"/>
          </a:ln>
        </p:spPr>
      </p:sp>
      <p:sp>
        <p:nvSpPr>
          <p:cNvPr id="263" name="knowledge-edge">
            <a:extLst>
              <a:ext uri="{FF2B5EF4-FFF2-40B4-BE49-F238E27FC236}">
                <a16:creationId xmlns:a16="http://schemas.microsoft.com/office/drawing/2014/main" id="{D5E81D56-65D9-44EB-90BB-DCD1ED58075A}"/>
              </a:ext>
            </a:extLst>
          </p:cNvPr>
          <p:cNvSpPr>
            <a:spLocks noGrp="1"/>
          </p:cNvSpPr>
          <p:nvPr/>
        </p:nvSpPr>
        <p:spPr>
          <a:xfrm>
            <a:off x="7238975" y="6343590"/>
            <a:ext cx="247025" cy="78106"/>
          </a:xfrm>
          <a:custGeom>
            <a:avLst/>
            <a:gdLst/>
            <a:ahLst/>
            <a:cxnLst/>
            <a:rect l="0" t="0" r="0" b="0"/>
            <a:pathLst>
              <a:path w="247025" h="78106">
                <a:moveTo>
                  <a:pt x="0" y="0"/>
                </a:moveTo>
                <a:lnTo>
                  <a:pt x="17645" y="17710"/>
                </a:lnTo>
                <a:lnTo>
                  <a:pt x="35289" y="33150"/>
                </a:lnTo>
                <a:lnTo>
                  <a:pt x="52934" y="46319"/>
                </a:lnTo>
                <a:lnTo>
                  <a:pt x="70579" y="57217"/>
                </a:lnTo>
                <a:lnTo>
                  <a:pt x="88223" y="65845"/>
                </a:lnTo>
                <a:lnTo>
                  <a:pt x="105868" y="72202"/>
                </a:lnTo>
                <a:lnTo>
                  <a:pt x="123512" y="76289"/>
                </a:lnTo>
                <a:lnTo>
                  <a:pt x="141157" y="78106"/>
                </a:lnTo>
                <a:lnTo>
                  <a:pt x="158802" y="77652"/>
                </a:lnTo>
                <a:lnTo>
                  <a:pt x="176446" y="74927"/>
                </a:lnTo>
                <a:lnTo>
                  <a:pt x="194091" y="69932"/>
                </a:lnTo>
                <a:lnTo>
                  <a:pt x="211736" y="62666"/>
                </a:lnTo>
                <a:lnTo>
                  <a:pt x="229380" y="53130"/>
                </a:lnTo>
                <a:lnTo>
                  <a:pt x="247025" y="41323"/>
                </a:lnTo>
              </a:path>
            </a:pathLst>
          </a:custGeom>
          <a:noFill/>
          <a:ln w="6477">
            <a:solidFill>
              <a:srgbClr val="EF6826">
                <a:alpha val="17000"/>
              </a:srgbClr>
            </a:solidFill>
            <a:prstDash val="solid"/>
          </a:ln>
        </p:spPr>
      </p:sp>
      <p:sp>
        <p:nvSpPr>
          <p:cNvPr id="264" name="knowledge-cross-edge">
            <a:extLst>
              <a:ext uri="{FF2B5EF4-FFF2-40B4-BE49-F238E27FC236}">
                <a16:creationId xmlns:a16="http://schemas.microsoft.com/office/drawing/2014/main" id="{060481E2-70CF-4017-A67F-DBB94B9B5AB7}"/>
              </a:ext>
            </a:extLst>
          </p:cNvPr>
          <p:cNvSpPr>
            <a:spLocks noGrp="1"/>
          </p:cNvSpPr>
          <p:nvPr/>
        </p:nvSpPr>
        <p:spPr>
          <a:xfrm>
            <a:off x="7238975" y="6244428"/>
            <a:ext cx="278580" cy="99162"/>
          </a:xfrm>
          <a:custGeom>
            <a:avLst/>
            <a:gdLst/>
            <a:ahLst/>
            <a:cxnLst/>
            <a:rect l="0" t="0" r="0" b="0"/>
            <a:pathLst>
              <a:path w="278580" h="99162">
                <a:moveTo>
                  <a:pt x="0" y="99162"/>
                </a:moveTo>
                <a:lnTo>
                  <a:pt x="8663" y="88872"/>
                </a:lnTo>
                <a:lnTo>
                  <a:pt x="19972" y="78950"/>
                </a:lnTo>
                <a:lnTo>
                  <a:pt x="33926" y="69397"/>
                </a:lnTo>
                <a:lnTo>
                  <a:pt x="50527" y="60212"/>
                </a:lnTo>
                <a:lnTo>
                  <a:pt x="69773" y="51396"/>
                </a:lnTo>
                <a:lnTo>
                  <a:pt x="91665" y="42948"/>
                </a:lnTo>
                <a:lnTo>
                  <a:pt x="116203" y="34869"/>
                </a:lnTo>
                <a:lnTo>
                  <a:pt x="143386" y="27158"/>
                </a:lnTo>
                <a:lnTo>
                  <a:pt x="173216" y="19816"/>
                </a:lnTo>
                <a:lnTo>
                  <a:pt x="205691" y="12842"/>
                </a:lnTo>
                <a:lnTo>
                  <a:pt x="240813" y="6237"/>
                </a:lnTo>
                <a:lnTo>
                  <a:pt x="278580" y="0"/>
                </a:lnTo>
              </a:path>
            </a:pathLst>
          </a:custGeom>
          <a:noFill/>
          <a:ln w="4953">
            <a:solidFill>
              <a:srgbClr val="EF6826">
                <a:alpha val="12000"/>
              </a:srgbClr>
            </a:solidFill>
            <a:prstDash val="solid"/>
          </a:ln>
        </p:spPr>
      </p:sp>
      <p:sp>
        <p:nvSpPr>
          <p:cNvPr id="265" name="knowledge-long-edge">
            <a:extLst>
              <a:ext uri="{FF2B5EF4-FFF2-40B4-BE49-F238E27FC236}">
                <a16:creationId xmlns:a16="http://schemas.microsoft.com/office/drawing/2014/main" id="{FF2987A8-2494-42B5-9F75-CDB818AA8F2D}"/>
              </a:ext>
            </a:extLst>
          </p:cNvPr>
          <p:cNvSpPr>
            <a:spLocks noGrp="1"/>
          </p:cNvSpPr>
          <p:nvPr/>
        </p:nvSpPr>
        <p:spPr>
          <a:xfrm>
            <a:off x="7238975" y="6067686"/>
            <a:ext cx="781974" cy="275904"/>
          </a:xfrm>
          <a:custGeom>
            <a:avLst/>
            <a:gdLst/>
            <a:ahLst/>
            <a:cxnLst/>
            <a:rect l="0" t="0" r="0" b="0"/>
            <a:pathLst>
              <a:path w="781974" h="275904">
                <a:moveTo>
                  <a:pt x="0" y="275904"/>
                </a:moveTo>
                <a:lnTo>
                  <a:pt x="48873" y="217181"/>
                </a:lnTo>
                <a:lnTo>
                  <a:pt x="97747" y="165476"/>
                </a:lnTo>
                <a:lnTo>
                  <a:pt x="146620" y="120787"/>
                </a:lnTo>
                <a:lnTo>
                  <a:pt x="195493" y="83114"/>
                </a:lnTo>
                <a:lnTo>
                  <a:pt x="244367" y="52458"/>
                </a:lnTo>
                <a:lnTo>
                  <a:pt x="293240" y="28819"/>
                </a:lnTo>
                <a:lnTo>
                  <a:pt x="342113" y="12196"/>
                </a:lnTo>
                <a:lnTo>
                  <a:pt x="390987" y="2590"/>
                </a:lnTo>
                <a:lnTo>
                  <a:pt x="439860" y="0"/>
                </a:lnTo>
                <a:lnTo>
                  <a:pt x="488734" y="4427"/>
                </a:lnTo>
                <a:lnTo>
                  <a:pt x="537607" y="15870"/>
                </a:lnTo>
                <a:lnTo>
                  <a:pt x="586480" y="34330"/>
                </a:lnTo>
                <a:lnTo>
                  <a:pt x="635354" y="59807"/>
                </a:lnTo>
                <a:lnTo>
                  <a:pt x="684227" y="92300"/>
                </a:lnTo>
                <a:lnTo>
                  <a:pt x="733100" y="131810"/>
                </a:lnTo>
                <a:lnTo>
                  <a:pt x="781974" y="178336"/>
                </a:lnTo>
              </a:path>
            </a:pathLst>
          </a:custGeom>
          <a:noFill/>
          <a:ln w="4286">
            <a:solidFill>
              <a:srgbClr val="EF6826">
                <a:alpha val="9000"/>
              </a:srgbClr>
            </a:solidFill>
            <a:prstDash val="solid"/>
          </a:ln>
        </p:spPr>
      </p:sp>
      <p:sp>
        <p:nvSpPr>
          <p:cNvPr id="266" name="knowledge-edge">
            <a:extLst>
              <a:ext uri="{FF2B5EF4-FFF2-40B4-BE49-F238E27FC236}">
                <a16:creationId xmlns:a16="http://schemas.microsoft.com/office/drawing/2014/main" id="{2291A9F7-CE03-4072-B775-0D10217AD63D}"/>
              </a:ext>
            </a:extLst>
          </p:cNvPr>
          <p:cNvSpPr>
            <a:spLocks noGrp="1"/>
          </p:cNvSpPr>
          <p:nvPr/>
        </p:nvSpPr>
        <p:spPr>
          <a:xfrm>
            <a:off x="7180011" y="6439494"/>
            <a:ext cx="330759" cy="46699"/>
          </a:xfrm>
          <a:custGeom>
            <a:avLst/>
            <a:gdLst/>
            <a:ahLst/>
            <a:cxnLst/>
            <a:rect l="0" t="0" r="0" b="0"/>
            <a:pathLst>
              <a:path w="330759" h="46699">
                <a:moveTo>
                  <a:pt x="0" y="46699"/>
                </a:moveTo>
                <a:lnTo>
                  <a:pt x="23626" y="43055"/>
                </a:lnTo>
                <a:lnTo>
                  <a:pt x="47251" y="39458"/>
                </a:lnTo>
                <a:lnTo>
                  <a:pt x="70877" y="35908"/>
                </a:lnTo>
                <a:lnTo>
                  <a:pt x="94502" y="32406"/>
                </a:lnTo>
                <a:lnTo>
                  <a:pt x="118128" y="28952"/>
                </a:lnTo>
                <a:lnTo>
                  <a:pt x="141754" y="25545"/>
                </a:lnTo>
                <a:lnTo>
                  <a:pt x="165379" y="22186"/>
                </a:lnTo>
                <a:lnTo>
                  <a:pt x="189005" y="18874"/>
                </a:lnTo>
                <a:lnTo>
                  <a:pt x="212630" y="15610"/>
                </a:lnTo>
                <a:lnTo>
                  <a:pt x="236256" y="12393"/>
                </a:lnTo>
                <a:lnTo>
                  <a:pt x="259882" y="9223"/>
                </a:lnTo>
                <a:lnTo>
                  <a:pt x="283507" y="6101"/>
                </a:lnTo>
                <a:lnTo>
                  <a:pt x="307133" y="3027"/>
                </a:lnTo>
                <a:lnTo>
                  <a:pt x="330759" y="0"/>
                </a:lnTo>
              </a:path>
            </a:pathLst>
          </a:custGeom>
          <a:noFill/>
          <a:ln w="6477">
            <a:solidFill>
              <a:srgbClr val="EF6826">
                <a:alpha val="17000"/>
              </a:srgbClr>
            </a:solidFill>
            <a:prstDash val="solid"/>
          </a:ln>
        </p:spPr>
      </p:sp>
      <p:sp>
        <p:nvSpPr>
          <p:cNvPr id="267" name="knowledge-cross-edge">
            <a:extLst>
              <a:ext uri="{FF2B5EF4-FFF2-40B4-BE49-F238E27FC236}">
                <a16:creationId xmlns:a16="http://schemas.microsoft.com/office/drawing/2014/main" id="{86205A4F-C693-4A3B-A3A7-3B0625E2A301}"/>
              </a:ext>
            </a:extLst>
          </p:cNvPr>
          <p:cNvSpPr>
            <a:spLocks noGrp="1"/>
          </p:cNvSpPr>
          <p:nvPr/>
        </p:nvSpPr>
        <p:spPr>
          <a:xfrm>
            <a:off x="7180011" y="6484164"/>
            <a:ext cx="328164" cy="53888"/>
          </a:xfrm>
          <a:custGeom>
            <a:avLst/>
            <a:gdLst/>
            <a:ahLst/>
            <a:cxnLst/>
            <a:rect l="0" t="0" r="0" b="0"/>
            <a:pathLst>
              <a:path w="328164" h="53888">
                <a:moveTo>
                  <a:pt x="0" y="2029"/>
                </a:moveTo>
                <a:lnTo>
                  <a:pt x="41899" y="481"/>
                </a:lnTo>
                <a:lnTo>
                  <a:pt x="81152" y="0"/>
                </a:lnTo>
                <a:lnTo>
                  <a:pt x="117760" y="586"/>
                </a:lnTo>
                <a:lnTo>
                  <a:pt x="151721" y="2240"/>
                </a:lnTo>
                <a:lnTo>
                  <a:pt x="183037" y="4961"/>
                </a:lnTo>
                <a:lnTo>
                  <a:pt x="211707" y="8749"/>
                </a:lnTo>
                <a:lnTo>
                  <a:pt x="237731" y="13604"/>
                </a:lnTo>
                <a:lnTo>
                  <a:pt x="261109" y="19527"/>
                </a:lnTo>
                <a:lnTo>
                  <a:pt x="281842" y="26516"/>
                </a:lnTo>
                <a:lnTo>
                  <a:pt x="299928" y="34573"/>
                </a:lnTo>
                <a:lnTo>
                  <a:pt x="315369" y="43697"/>
                </a:lnTo>
                <a:lnTo>
                  <a:pt x="328164" y="53888"/>
                </a:lnTo>
              </a:path>
            </a:pathLst>
          </a:custGeom>
          <a:noFill/>
          <a:ln w="5334">
            <a:solidFill>
              <a:srgbClr val="EF6826">
                <a:alpha val="13000"/>
              </a:srgbClr>
            </a:solidFill>
            <a:prstDash val="solid"/>
          </a:ln>
        </p:spPr>
      </p:sp>
      <p:sp>
        <p:nvSpPr>
          <p:cNvPr id="268" name="knowledge-cross-edge">
            <a:extLst>
              <a:ext uri="{FF2B5EF4-FFF2-40B4-BE49-F238E27FC236}">
                <a16:creationId xmlns:a16="http://schemas.microsoft.com/office/drawing/2014/main" id="{5149D352-C57E-4183-BAF1-78CDD5C942EE}"/>
              </a:ext>
            </a:extLst>
          </p:cNvPr>
          <p:cNvSpPr>
            <a:spLocks noGrp="1"/>
          </p:cNvSpPr>
          <p:nvPr/>
        </p:nvSpPr>
        <p:spPr>
          <a:xfrm>
            <a:off x="7180011" y="6384913"/>
            <a:ext cx="305988" cy="101280"/>
          </a:xfrm>
          <a:custGeom>
            <a:avLst/>
            <a:gdLst/>
            <a:ahLst/>
            <a:cxnLst/>
            <a:rect l="0" t="0" r="0" b="0"/>
            <a:pathLst>
              <a:path w="305988" h="101280">
                <a:moveTo>
                  <a:pt x="0" y="101280"/>
                </a:moveTo>
                <a:lnTo>
                  <a:pt x="10947" y="95482"/>
                </a:lnTo>
                <a:lnTo>
                  <a:pt x="24540" y="89204"/>
                </a:lnTo>
                <a:lnTo>
                  <a:pt x="40778" y="82445"/>
                </a:lnTo>
                <a:lnTo>
                  <a:pt x="59663" y="75206"/>
                </a:lnTo>
                <a:lnTo>
                  <a:pt x="81193" y="67487"/>
                </a:lnTo>
                <a:lnTo>
                  <a:pt x="105369" y="59287"/>
                </a:lnTo>
                <a:lnTo>
                  <a:pt x="132191" y="50607"/>
                </a:lnTo>
                <a:lnTo>
                  <a:pt x="161659" y="41446"/>
                </a:lnTo>
                <a:lnTo>
                  <a:pt x="193773" y="31805"/>
                </a:lnTo>
                <a:lnTo>
                  <a:pt x="228532" y="21684"/>
                </a:lnTo>
                <a:lnTo>
                  <a:pt x="265937" y="11082"/>
                </a:lnTo>
                <a:lnTo>
                  <a:pt x="305988" y="0"/>
                </a:lnTo>
              </a:path>
            </a:pathLst>
          </a:custGeom>
          <a:noFill/>
          <a:ln w="4953">
            <a:solidFill>
              <a:srgbClr val="EF6826">
                <a:alpha val="12000"/>
              </a:srgbClr>
            </a:solidFill>
            <a:prstDash val="solid"/>
          </a:ln>
        </p:spPr>
      </p:sp>
      <p:sp>
        <p:nvSpPr>
          <p:cNvPr id="269" name="knowledge-edge">
            <a:extLst>
              <a:ext uri="{FF2B5EF4-FFF2-40B4-BE49-F238E27FC236}">
                <a16:creationId xmlns:a16="http://schemas.microsoft.com/office/drawing/2014/main" id="{70D6B3EB-CEF6-44AD-87B9-B26B3638A006}"/>
              </a:ext>
            </a:extLst>
          </p:cNvPr>
          <p:cNvSpPr>
            <a:spLocks noGrp="1"/>
          </p:cNvSpPr>
          <p:nvPr/>
        </p:nvSpPr>
        <p:spPr>
          <a:xfrm>
            <a:off x="6974083" y="6529110"/>
            <a:ext cx="534092" cy="46184"/>
          </a:xfrm>
          <a:custGeom>
            <a:avLst/>
            <a:gdLst/>
            <a:ahLst/>
            <a:cxnLst/>
            <a:rect l="0" t="0" r="0" b="0"/>
            <a:pathLst>
              <a:path w="534092" h="46184">
                <a:moveTo>
                  <a:pt x="0" y="46184"/>
                </a:moveTo>
                <a:lnTo>
                  <a:pt x="38149" y="37160"/>
                </a:lnTo>
                <a:lnTo>
                  <a:pt x="76299" y="29114"/>
                </a:lnTo>
                <a:lnTo>
                  <a:pt x="114448" y="22048"/>
                </a:lnTo>
                <a:lnTo>
                  <a:pt x="152598" y="15961"/>
                </a:lnTo>
                <a:lnTo>
                  <a:pt x="190747" y="10853"/>
                </a:lnTo>
                <a:lnTo>
                  <a:pt x="228896" y="6724"/>
                </a:lnTo>
                <a:lnTo>
                  <a:pt x="267046" y="3574"/>
                </a:lnTo>
                <a:lnTo>
                  <a:pt x="305195" y="1404"/>
                </a:lnTo>
                <a:lnTo>
                  <a:pt x="343345" y="212"/>
                </a:lnTo>
                <a:lnTo>
                  <a:pt x="381494" y="0"/>
                </a:lnTo>
                <a:lnTo>
                  <a:pt x="419643" y="767"/>
                </a:lnTo>
                <a:lnTo>
                  <a:pt x="457793" y="2513"/>
                </a:lnTo>
                <a:lnTo>
                  <a:pt x="495942" y="5238"/>
                </a:lnTo>
                <a:lnTo>
                  <a:pt x="534092" y="8942"/>
                </a:lnTo>
              </a:path>
            </a:pathLst>
          </a:custGeom>
          <a:noFill/>
          <a:ln w="6477">
            <a:solidFill>
              <a:srgbClr val="EF6826">
                <a:alpha val="17000"/>
              </a:srgbClr>
            </a:solidFill>
            <a:prstDash val="solid"/>
          </a:ln>
        </p:spPr>
      </p:sp>
      <p:sp>
        <p:nvSpPr>
          <p:cNvPr id="270" name="knowledge-cross-edge">
            <a:extLst>
              <a:ext uri="{FF2B5EF4-FFF2-40B4-BE49-F238E27FC236}">
                <a16:creationId xmlns:a16="http://schemas.microsoft.com/office/drawing/2014/main" id="{FD80BA04-88F9-4D13-9379-5FDEB0252400}"/>
              </a:ext>
            </a:extLst>
          </p:cNvPr>
          <p:cNvSpPr>
            <a:spLocks noGrp="1"/>
          </p:cNvSpPr>
          <p:nvPr/>
        </p:nvSpPr>
        <p:spPr>
          <a:xfrm>
            <a:off x="6974083" y="6575294"/>
            <a:ext cx="587083" cy="81068"/>
          </a:xfrm>
          <a:custGeom>
            <a:avLst/>
            <a:gdLst/>
            <a:ahLst/>
            <a:cxnLst/>
            <a:rect l="0" t="0" r="0" b="0"/>
            <a:pathLst>
              <a:path w="587083" h="81068">
                <a:moveTo>
                  <a:pt x="0" y="0"/>
                </a:moveTo>
                <a:lnTo>
                  <a:pt x="63476" y="1809"/>
                </a:lnTo>
                <a:lnTo>
                  <a:pt x="124306" y="4517"/>
                </a:lnTo>
                <a:lnTo>
                  <a:pt x="182490" y="8125"/>
                </a:lnTo>
                <a:lnTo>
                  <a:pt x="238028" y="12632"/>
                </a:lnTo>
                <a:lnTo>
                  <a:pt x="290920" y="18038"/>
                </a:lnTo>
                <a:lnTo>
                  <a:pt x="341167" y="24344"/>
                </a:lnTo>
                <a:lnTo>
                  <a:pt x="388767" y="31550"/>
                </a:lnTo>
                <a:lnTo>
                  <a:pt x="433722" y="39655"/>
                </a:lnTo>
                <a:lnTo>
                  <a:pt x="476031" y="48659"/>
                </a:lnTo>
                <a:lnTo>
                  <a:pt x="515694" y="58562"/>
                </a:lnTo>
                <a:lnTo>
                  <a:pt x="552712" y="69366"/>
                </a:lnTo>
                <a:lnTo>
                  <a:pt x="587083" y="81068"/>
                </a:lnTo>
              </a:path>
            </a:pathLst>
          </a:custGeom>
          <a:noFill/>
          <a:ln w="5334">
            <a:solidFill>
              <a:srgbClr val="EF6826">
                <a:alpha val="13000"/>
              </a:srgbClr>
            </a:solidFill>
            <a:prstDash val="solid"/>
          </a:ln>
        </p:spPr>
      </p:sp>
      <p:sp>
        <p:nvSpPr>
          <p:cNvPr id="271" name="knowledge-edge">
            <a:extLst>
              <a:ext uri="{FF2B5EF4-FFF2-40B4-BE49-F238E27FC236}">
                <a16:creationId xmlns:a16="http://schemas.microsoft.com/office/drawing/2014/main" id="{6B131F94-1225-42EB-A632-3B9BDE1FA3B4}"/>
              </a:ext>
            </a:extLst>
          </p:cNvPr>
          <p:cNvSpPr>
            <a:spLocks noGrp="1"/>
          </p:cNvSpPr>
          <p:nvPr/>
        </p:nvSpPr>
        <p:spPr>
          <a:xfrm>
            <a:off x="7003735" y="6656362"/>
            <a:ext cx="557431" cy="122449"/>
          </a:xfrm>
          <a:custGeom>
            <a:avLst/>
            <a:gdLst/>
            <a:ahLst/>
            <a:cxnLst/>
            <a:rect l="0" t="0" r="0" b="0"/>
            <a:pathLst>
              <a:path w="557431" h="122449">
                <a:moveTo>
                  <a:pt x="0" y="122449"/>
                </a:moveTo>
                <a:lnTo>
                  <a:pt x="39817" y="108504"/>
                </a:lnTo>
                <a:lnTo>
                  <a:pt x="79633" y="95358"/>
                </a:lnTo>
                <a:lnTo>
                  <a:pt x="119450" y="83012"/>
                </a:lnTo>
                <a:lnTo>
                  <a:pt x="159266" y="71466"/>
                </a:lnTo>
                <a:lnTo>
                  <a:pt x="199083" y="60720"/>
                </a:lnTo>
                <a:lnTo>
                  <a:pt x="238899" y="50774"/>
                </a:lnTo>
                <a:lnTo>
                  <a:pt x="278716" y="41627"/>
                </a:lnTo>
                <a:lnTo>
                  <a:pt x="318532" y="33281"/>
                </a:lnTo>
                <a:lnTo>
                  <a:pt x="358349" y="25734"/>
                </a:lnTo>
                <a:lnTo>
                  <a:pt x="398165" y="18988"/>
                </a:lnTo>
                <a:lnTo>
                  <a:pt x="437982" y="13041"/>
                </a:lnTo>
                <a:lnTo>
                  <a:pt x="477798" y="7894"/>
                </a:lnTo>
                <a:lnTo>
                  <a:pt x="517615" y="3547"/>
                </a:lnTo>
                <a:lnTo>
                  <a:pt x="557431" y="0"/>
                </a:lnTo>
              </a:path>
            </a:pathLst>
          </a:custGeom>
          <a:noFill/>
          <a:ln w="6477">
            <a:solidFill>
              <a:srgbClr val="EF6826">
                <a:alpha val="17000"/>
              </a:srgbClr>
            </a:solidFill>
            <a:prstDash val="solid"/>
          </a:ln>
        </p:spPr>
      </p:sp>
      <p:sp>
        <p:nvSpPr>
          <p:cNvPr id="272" name="knowledge-edge">
            <a:extLst>
              <a:ext uri="{FF2B5EF4-FFF2-40B4-BE49-F238E27FC236}">
                <a16:creationId xmlns:a16="http://schemas.microsoft.com/office/drawing/2014/main" id="{03467E53-80BF-41D6-AF44-0CC01DA5021A}"/>
              </a:ext>
            </a:extLst>
          </p:cNvPr>
          <p:cNvSpPr>
            <a:spLocks noGrp="1"/>
          </p:cNvSpPr>
          <p:nvPr/>
        </p:nvSpPr>
        <p:spPr>
          <a:xfrm>
            <a:off x="7278548" y="7008344"/>
            <a:ext cx="277858" cy="78403"/>
          </a:xfrm>
          <a:custGeom>
            <a:avLst/>
            <a:gdLst/>
            <a:ahLst/>
            <a:cxnLst/>
            <a:rect l="0" t="0" r="0" b="0"/>
            <a:pathLst>
              <a:path w="277858" h="78403">
                <a:moveTo>
                  <a:pt x="0" y="0"/>
                </a:moveTo>
                <a:lnTo>
                  <a:pt x="19847" y="14052"/>
                </a:lnTo>
                <a:lnTo>
                  <a:pt x="39694" y="26720"/>
                </a:lnTo>
                <a:lnTo>
                  <a:pt x="59541" y="38002"/>
                </a:lnTo>
                <a:lnTo>
                  <a:pt x="79388" y="47900"/>
                </a:lnTo>
                <a:lnTo>
                  <a:pt x="99235" y="56412"/>
                </a:lnTo>
                <a:lnTo>
                  <a:pt x="119082" y="63540"/>
                </a:lnTo>
                <a:lnTo>
                  <a:pt x="138929" y="69283"/>
                </a:lnTo>
                <a:lnTo>
                  <a:pt x="158776" y="73640"/>
                </a:lnTo>
                <a:lnTo>
                  <a:pt x="178623" y="76613"/>
                </a:lnTo>
                <a:lnTo>
                  <a:pt x="198470" y="78201"/>
                </a:lnTo>
                <a:lnTo>
                  <a:pt x="218317" y="78403"/>
                </a:lnTo>
                <a:lnTo>
                  <a:pt x="238164" y="77221"/>
                </a:lnTo>
                <a:lnTo>
                  <a:pt x="258011" y="74654"/>
                </a:lnTo>
                <a:lnTo>
                  <a:pt x="277858" y="70702"/>
                </a:lnTo>
              </a:path>
            </a:pathLst>
          </a:custGeom>
          <a:noFill/>
          <a:ln w="6477">
            <a:solidFill>
              <a:srgbClr val="EF6826">
                <a:alpha val="17000"/>
              </a:srgbClr>
            </a:solidFill>
            <a:prstDash val="solid"/>
          </a:ln>
        </p:spPr>
      </p:sp>
      <p:sp>
        <p:nvSpPr>
          <p:cNvPr id="273" name="knowledge-edge">
            <a:extLst>
              <a:ext uri="{FF2B5EF4-FFF2-40B4-BE49-F238E27FC236}">
                <a16:creationId xmlns:a16="http://schemas.microsoft.com/office/drawing/2014/main" id="{2394235B-681E-4AD3-8CF0-1CED221B2E29}"/>
              </a:ext>
            </a:extLst>
          </p:cNvPr>
          <p:cNvSpPr>
            <a:spLocks noGrp="1"/>
          </p:cNvSpPr>
          <p:nvPr/>
        </p:nvSpPr>
        <p:spPr>
          <a:xfrm>
            <a:off x="7660290" y="5951745"/>
            <a:ext cx="270351" cy="142283"/>
          </a:xfrm>
          <a:custGeom>
            <a:avLst/>
            <a:gdLst/>
            <a:ahLst/>
            <a:cxnLst/>
            <a:rect l="0" t="0" r="0" b="0"/>
            <a:pathLst>
              <a:path w="270351" h="142283">
                <a:moveTo>
                  <a:pt x="0" y="123882"/>
                </a:moveTo>
                <a:lnTo>
                  <a:pt x="19311" y="132517"/>
                </a:lnTo>
                <a:lnTo>
                  <a:pt x="38622" y="138462"/>
                </a:lnTo>
                <a:lnTo>
                  <a:pt x="57932" y="141718"/>
                </a:lnTo>
                <a:lnTo>
                  <a:pt x="77243" y="142283"/>
                </a:lnTo>
                <a:lnTo>
                  <a:pt x="96554" y="140159"/>
                </a:lnTo>
                <a:lnTo>
                  <a:pt x="115865" y="135345"/>
                </a:lnTo>
                <a:lnTo>
                  <a:pt x="135175" y="127841"/>
                </a:lnTo>
                <a:lnTo>
                  <a:pt x="154486" y="117648"/>
                </a:lnTo>
                <a:lnTo>
                  <a:pt x="173797" y="104764"/>
                </a:lnTo>
                <a:lnTo>
                  <a:pt x="193108" y="89191"/>
                </a:lnTo>
                <a:lnTo>
                  <a:pt x="212419" y="70928"/>
                </a:lnTo>
                <a:lnTo>
                  <a:pt x="231729" y="49975"/>
                </a:lnTo>
                <a:lnTo>
                  <a:pt x="251040" y="26332"/>
                </a:lnTo>
                <a:lnTo>
                  <a:pt x="270351" y="0"/>
                </a:lnTo>
              </a:path>
            </a:pathLst>
          </a:custGeom>
          <a:noFill/>
          <a:ln w="6477">
            <a:solidFill>
              <a:srgbClr val="F17621">
                <a:alpha val="17000"/>
              </a:srgbClr>
            </a:solidFill>
            <a:prstDash val="solid"/>
          </a:ln>
        </p:spPr>
      </p:sp>
      <p:sp>
        <p:nvSpPr>
          <p:cNvPr id="274" name="knowledge-cross-edge">
            <a:extLst>
              <a:ext uri="{FF2B5EF4-FFF2-40B4-BE49-F238E27FC236}">
                <a16:creationId xmlns:a16="http://schemas.microsoft.com/office/drawing/2014/main" id="{E1BC2ED8-F0BE-4020-9299-BFBE4606F3B1}"/>
              </a:ext>
            </a:extLst>
          </p:cNvPr>
          <p:cNvSpPr>
            <a:spLocks noGrp="1"/>
          </p:cNvSpPr>
          <p:nvPr/>
        </p:nvSpPr>
        <p:spPr>
          <a:xfrm>
            <a:off x="7660290" y="6032783"/>
            <a:ext cx="233431" cy="112118"/>
          </a:xfrm>
          <a:custGeom>
            <a:avLst/>
            <a:gdLst/>
            <a:ahLst/>
            <a:cxnLst/>
            <a:rect l="0" t="0" r="0" b="0"/>
            <a:pathLst>
              <a:path w="233431" h="112118">
                <a:moveTo>
                  <a:pt x="0" y="42845"/>
                </a:moveTo>
                <a:lnTo>
                  <a:pt x="34005" y="26080"/>
                </a:lnTo>
                <a:lnTo>
                  <a:pt x="65364" y="13414"/>
                </a:lnTo>
                <a:lnTo>
                  <a:pt x="94077" y="4845"/>
                </a:lnTo>
                <a:lnTo>
                  <a:pt x="120144" y="374"/>
                </a:lnTo>
                <a:lnTo>
                  <a:pt x="143565" y="0"/>
                </a:lnTo>
                <a:lnTo>
                  <a:pt x="164341" y="3724"/>
                </a:lnTo>
                <a:lnTo>
                  <a:pt x="182470" y="11546"/>
                </a:lnTo>
                <a:lnTo>
                  <a:pt x="197954" y="23465"/>
                </a:lnTo>
                <a:lnTo>
                  <a:pt x="210792" y="39482"/>
                </a:lnTo>
                <a:lnTo>
                  <a:pt x="220985" y="59596"/>
                </a:lnTo>
                <a:lnTo>
                  <a:pt x="228531" y="83808"/>
                </a:lnTo>
                <a:lnTo>
                  <a:pt x="233431" y="112118"/>
                </a:lnTo>
              </a:path>
            </a:pathLst>
          </a:custGeom>
          <a:noFill/>
          <a:ln w="5334">
            <a:solidFill>
              <a:srgbClr val="F17621">
                <a:alpha val="13000"/>
              </a:srgbClr>
            </a:solidFill>
            <a:prstDash val="solid"/>
          </a:ln>
        </p:spPr>
      </p:sp>
      <p:sp>
        <p:nvSpPr>
          <p:cNvPr id="275" name="knowledge-edge">
            <a:extLst>
              <a:ext uri="{FF2B5EF4-FFF2-40B4-BE49-F238E27FC236}">
                <a16:creationId xmlns:a16="http://schemas.microsoft.com/office/drawing/2014/main" id="{D7DDC246-5909-4593-837E-94E83322560F}"/>
              </a:ext>
            </a:extLst>
          </p:cNvPr>
          <p:cNvSpPr>
            <a:spLocks noGrp="1"/>
          </p:cNvSpPr>
          <p:nvPr/>
        </p:nvSpPr>
        <p:spPr>
          <a:xfrm>
            <a:off x="7517555" y="6142575"/>
            <a:ext cx="376167" cy="101853"/>
          </a:xfrm>
          <a:custGeom>
            <a:avLst/>
            <a:gdLst/>
            <a:ahLst/>
            <a:cxnLst/>
            <a:rect l="0" t="0" r="0" b="0"/>
            <a:pathLst>
              <a:path w="376167" h="101853">
                <a:moveTo>
                  <a:pt x="0" y="101853"/>
                </a:moveTo>
                <a:lnTo>
                  <a:pt x="26869" y="85783"/>
                </a:lnTo>
                <a:lnTo>
                  <a:pt x="53738" y="71091"/>
                </a:lnTo>
                <a:lnTo>
                  <a:pt x="80607" y="57778"/>
                </a:lnTo>
                <a:lnTo>
                  <a:pt x="107476" y="45844"/>
                </a:lnTo>
                <a:lnTo>
                  <a:pt x="134345" y="35288"/>
                </a:lnTo>
                <a:lnTo>
                  <a:pt x="161214" y="26111"/>
                </a:lnTo>
                <a:lnTo>
                  <a:pt x="188083" y="18313"/>
                </a:lnTo>
                <a:lnTo>
                  <a:pt x="214952" y="11893"/>
                </a:lnTo>
                <a:lnTo>
                  <a:pt x="241821" y="6852"/>
                </a:lnTo>
                <a:lnTo>
                  <a:pt x="268690" y="3189"/>
                </a:lnTo>
                <a:lnTo>
                  <a:pt x="295560" y="905"/>
                </a:lnTo>
                <a:lnTo>
                  <a:pt x="322429" y="0"/>
                </a:lnTo>
                <a:lnTo>
                  <a:pt x="349298" y="473"/>
                </a:lnTo>
                <a:lnTo>
                  <a:pt x="376167" y="2325"/>
                </a:lnTo>
              </a:path>
            </a:pathLst>
          </a:custGeom>
          <a:noFill/>
          <a:ln w="6477">
            <a:solidFill>
              <a:srgbClr val="F17621">
                <a:alpha val="17000"/>
              </a:srgbClr>
            </a:solidFill>
            <a:prstDash val="solid"/>
          </a:ln>
        </p:spPr>
      </p:sp>
      <p:sp>
        <p:nvSpPr>
          <p:cNvPr id="276" name="knowledge-cross-edge">
            <a:extLst>
              <a:ext uri="{FF2B5EF4-FFF2-40B4-BE49-F238E27FC236}">
                <a16:creationId xmlns:a16="http://schemas.microsoft.com/office/drawing/2014/main" id="{73D086FF-17C8-4C84-9B43-D554267480EA}"/>
              </a:ext>
            </a:extLst>
          </p:cNvPr>
          <p:cNvSpPr>
            <a:spLocks noGrp="1"/>
          </p:cNvSpPr>
          <p:nvPr/>
        </p:nvSpPr>
        <p:spPr>
          <a:xfrm>
            <a:off x="7517555" y="6205700"/>
            <a:ext cx="294442" cy="38728"/>
          </a:xfrm>
          <a:custGeom>
            <a:avLst/>
            <a:gdLst/>
            <a:ahLst/>
            <a:cxnLst/>
            <a:rect l="0" t="0" r="0" b="0"/>
            <a:pathLst>
              <a:path w="294442" h="38728">
                <a:moveTo>
                  <a:pt x="0" y="38728"/>
                </a:moveTo>
                <a:lnTo>
                  <a:pt x="39089" y="30164"/>
                </a:lnTo>
                <a:lnTo>
                  <a:pt x="75532" y="22666"/>
                </a:lnTo>
                <a:lnTo>
                  <a:pt x="109329" y="16233"/>
                </a:lnTo>
                <a:lnTo>
                  <a:pt x="140481" y="10864"/>
                </a:lnTo>
                <a:lnTo>
                  <a:pt x="168986" y="6561"/>
                </a:lnTo>
                <a:lnTo>
                  <a:pt x="194846" y="3323"/>
                </a:lnTo>
                <a:lnTo>
                  <a:pt x="218060" y="1150"/>
                </a:lnTo>
                <a:lnTo>
                  <a:pt x="238628" y="43"/>
                </a:lnTo>
                <a:lnTo>
                  <a:pt x="256550" y="0"/>
                </a:lnTo>
                <a:lnTo>
                  <a:pt x="271827" y="1022"/>
                </a:lnTo>
                <a:lnTo>
                  <a:pt x="284457" y="3110"/>
                </a:lnTo>
                <a:lnTo>
                  <a:pt x="294442" y="6263"/>
                </a:lnTo>
              </a:path>
            </a:pathLst>
          </a:custGeom>
          <a:noFill/>
          <a:ln w="5334">
            <a:solidFill>
              <a:srgbClr val="F17621">
                <a:alpha val="13000"/>
              </a:srgbClr>
            </a:solidFill>
            <a:prstDash val="solid"/>
          </a:ln>
        </p:spPr>
      </p:sp>
      <p:sp>
        <p:nvSpPr>
          <p:cNvPr id="277" name="knowledge-edge">
            <a:extLst>
              <a:ext uri="{FF2B5EF4-FFF2-40B4-BE49-F238E27FC236}">
                <a16:creationId xmlns:a16="http://schemas.microsoft.com/office/drawing/2014/main" id="{B9D251AF-A417-4D64-97FD-74CB9C43B64E}"/>
              </a:ext>
            </a:extLst>
          </p:cNvPr>
          <p:cNvSpPr>
            <a:spLocks noGrp="1"/>
          </p:cNvSpPr>
          <p:nvPr/>
        </p:nvSpPr>
        <p:spPr>
          <a:xfrm>
            <a:off x="7486000" y="6211962"/>
            <a:ext cx="325997" cy="172951"/>
          </a:xfrm>
          <a:custGeom>
            <a:avLst/>
            <a:gdLst/>
            <a:ahLst/>
            <a:cxnLst/>
            <a:rect l="0" t="0" r="0" b="0"/>
            <a:pathLst>
              <a:path w="325997" h="172951">
                <a:moveTo>
                  <a:pt x="0" y="172951"/>
                </a:moveTo>
                <a:lnTo>
                  <a:pt x="23286" y="170273"/>
                </a:lnTo>
                <a:lnTo>
                  <a:pt x="46571" y="166106"/>
                </a:lnTo>
                <a:lnTo>
                  <a:pt x="69857" y="160451"/>
                </a:lnTo>
                <a:lnTo>
                  <a:pt x="93142" y="153307"/>
                </a:lnTo>
                <a:lnTo>
                  <a:pt x="116428" y="144675"/>
                </a:lnTo>
                <a:lnTo>
                  <a:pt x="139713" y="134554"/>
                </a:lnTo>
                <a:lnTo>
                  <a:pt x="162999" y="122945"/>
                </a:lnTo>
                <a:lnTo>
                  <a:pt x="186284" y="109847"/>
                </a:lnTo>
                <a:lnTo>
                  <a:pt x="209570" y="95261"/>
                </a:lnTo>
                <a:lnTo>
                  <a:pt x="232855" y="79186"/>
                </a:lnTo>
                <a:lnTo>
                  <a:pt x="256141" y="61622"/>
                </a:lnTo>
                <a:lnTo>
                  <a:pt x="279426" y="42570"/>
                </a:lnTo>
                <a:lnTo>
                  <a:pt x="302712" y="22029"/>
                </a:lnTo>
                <a:lnTo>
                  <a:pt x="325997" y="0"/>
                </a:lnTo>
              </a:path>
            </a:pathLst>
          </a:custGeom>
          <a:noFill/>
          <a:ln w="6477">
            <a:solidFill>
              <a:srgbClr val="F17621">
                <a:alpha val="17000"/>
              </a:srgbClr>
            </a:solidFill>
            <a:prstDash val="solid"/>
          </a:ln>
        </p:spPr>
      </p:sp>
      <p:sp>
        <p:nvSpPr>
          <p:cNvPr id="278" name="knowledge-cross-edge">
            <a:extLst>
              <a:ext uri="{FF2B5EF4-FFF2-40B4-BE49-F238E27FC236}">
                <a16:creationId xmlns:a16="http://schemas.microsoft.com/office/drawing/2014/main" id="{2F5406F0-F634-4B4C-961C-3D80A197C27A}"/>
              </a:ext>
            </a:extLst>
          </p:cNvPr>
          <p:cNvSpPr>
            <a:spLocks noGrp="1"/>
          </p:cNvSpPr>
          <p:nvPr/>
        </p:nvSpPr>
        <p:spPr>
          <a:xfrm>
            <a:off x="7486000" y="6246022"/>
            <a:ext cx="534949" cy="138891"/>
          </a:xfrm>
          <a:custGeom>
            <a:avLst/>
            <a:gdLst/>
            <a:ahLst/>
            <a:cxnLst/>
            <a:rect l="0" t="0" r="0" b="0"/>
            <a:pathLst>
              <a:path w="534949" h="138891">
                <a:moveTo>
                  <a:pt x="0" y="138891"/>
                </a:moveTo>
                <a:lnTo>
                  <a:pt x="59131" y="125288"/>
                </a:lnTo>
                <a:lnTo>
                  <a:pt x="115616" y="112054"/>
                </a:lnTo>
                <a:lnTo>
                  <a:pt x="169456" y="99189"/>
                </a:lnTo>
                <a:lnTo>
                  <a:pt x="220650" y="86693"/>
                </a:lnTo>
                <a:lnTo>
                  <a:pt x="269197" y="74566"/>
                </a:lnTo>
                <a:lnTo>
                  <a:pt x="315099" y="62807"/>
                </a:lnTo>
                <a:lnTo>
                  <a:pt x="358356" y="51417"/>
                </a:lnTo>
                <a:lnTo>
                  <a:pt x="398966" y="40396"/>
                </a:lnTo>
                <a:lnTo>
                  <a:pt x="436930" y="29744"/>
                </a:lnTo>
                <a:lnTo>
                  <a:pt x="472249" y="19461"/>
                </a:lnTo>
                <a:lnTo>
                  <a:pt x="504922" y="9546"/>
                </a:lnTo>
                <a:lnTo>
                  <a:pt x="534949" y="0"/>
                </a:lnTo>
              </a:path>
            </a:pathLst>
          </a:custGeom>
          <a:noFill/>
          <a:ln w="5334">
            <a:solidFill>
              <a:srgbClr val="F17621">
                <a:alpha val="13000"/>
              </a:srgbClr>
            </a:solidFill>
            <a:prstDash val="solid"/>
          </a:ln>
        </p:spPr>
      </p:sp>
      <p:sp>
        <p:nvSpPr>
          <p:cNvPr id="279" name="knowledge-cross-edge">
            <a:extLst>
              <a:ext uri="{FF2B5EF4-FFF2-40B4-BE49-F238E27FC236}">
                <a16:creationId xmlns:a16="http://schemas.microsoft.com/office/drawing/2014/main" id="{100B7497-8E7C-4B23-B77A-F0C37B0BF3DE}"/>
              </a:ext>
            </a:extLst>
          </p:cNvPr>
          <p:cNvSpPr>
            <a:spLocks noGrp="1"/>
          </p:cNvSpPr>
          <p:nvPr/>
        </p:nvSpPr>
        <p:spPr>
          <a:xfrm>
            <a:off x="7486000" y="6117278"/>
            <a:ext cx="407722" cy="267635"/>
          </a:xfrm>
          <a:custGeom>
            <a:avLst/>
            <a:gdLst/>
            <a:ahLst/>
            <a:cxnLst/>
            <a:rect l="0" t="0" r="0" b="0"/>
            <a:pathLst>
              <a:path w="407722" h="267635">
                <a:moveTo>
                  <a:pt x="0" y="267635"/>
                </a:moveTo>
                <a:lnTo>
                  <a:pt x="19425" y="211935"/>
                </a:lnTo>
                <a:lnTo>
                  <a:pt x="41495" y="162725"/>
                </a:lnTo>
                <a:lnTo>
                  <a:pt x="66212" y="120006"/>
                </a:lnTo>
                <a:lnTo>
                  <a:pt x="93574" y="83778"/>
                </a:lnTo>
                <a:lnTo>
                  <a:pt x="123582" y="54041"/>
                </a:lnTo>
                <a:lnTo>
                  <a:pt x="156236" y="30795"/>
                </a:lnTo>
                <a:lnTo>
                  <a:pt x="191536" y="14039"/>
                </a:lnTo>
                <a:lnTo>
                  <a:pt x="229481" y="3774"/>
                </a:lnTo>
                <a:lnTo>
                  <a:pt x="270072" y="0"/>
                </a:lnTo>
                <a:lnTo>
                  <a:pt x="313310" y="2717"/>
                </a:lnTo>
                <a:lnTo>
                  <a:pt x="359193" y="11924"/>
                </a:lnTo>
                <a:lnTo>
                  <a:pt x="407722" y="27623"/>
                </a:lnTo>
              </a:path>
            </a:pathLst>
          </a:custGeom>
          <a:noFill/>
          <a:ln w="4953">
            <a:solidFill>
              <a:srgbClr val="F17621">
                <a:alpha val="12000"/>
              </a:srgbClr>
            </a:solidFill>
            <a:prstDash val="solid"/>
          </a:ln>
        </p:spPr>
      </p:sp>
      <p:sp>
        <p:nvSpPr>
          <p:cNvPr id="280" name="knowledge-edge">
            <a:extLst>
              <a:ext uri="{FF2B5EF4-FFF2-40B4-BE49-F238E27FC236}">
                <a16:creationId xmlns:a16="http://schemas.microsoft.com/office/drawing/2014/main" id="{27BC2CD3-04BD-4993-989F-1C078148CF61}"/>
              </a:ext>
            </a:extLst>
          </p:cNvPr>
          <p:cNvSpPr>
            <a:spLocks noGrp="1"/>
          </p:cNvSpPr>
          <p:nvPr/>
        </p:nvSpPr>
        <p:spPr>
          <a:xfrm>
            <a:off x="7510770" y="6246022"/>
            <a:ext cx="510179" cy="193471"/>
          </a:xfrm>
          <a:custGeom>
            <a:avLst/>
            <a:gdLst/>
            <a:ahLst/>
            <a:cxnLst/>
            <a:rect l="0" t="0" r="0" b="0"/>
            <a:pathLst>
              <a:path w="510179" h="193471">
                <a:moveTo>
                  <a:pt x="0" y="193471"/>
                </a:moveTo>
                <a:lnTo>
                  <a:pt x="36441" y="166049"/>
                </a:lnTo>
                <a:lnTo>
                  <a:pt x="72883" y="140719"/>
                </a:lnTo>
                <a:lnTo>
                  <a:pt x="109324" y="117482"/>
                </a:lnTo>
                <a:lnTo>
                  <a:pt x="145765" y="96338"/>
                </a:lnTo>
                <a:lnTo>
                  <a:pt x="182207" y="77287"/>
                </a:lnTo>
                <a:lnTo>
                  <a:pt x="218648" y="60328"/>
                </a:lnTo>
                <a:lnTo>
                  <a:pt x="255089" y="45462"/>
                </a:lnTo>
                <a:lnTo>
                  <a:pt x="291531" y="32689"/>
                </a:lnTo>
                <a:lnTo>
                  <a:pt x="327972" y="22009"/>
                </a:lnTo>
                <a:lnTo>
                  <a:pt x="364413" y="13422"/>
                </a:lnTo>
                <a:lnTo>
                  <a:pt x="400855" y="6927"/>
                </a:lnTo>
                <a:lnTo>
                  <a:pt x="437296" y="2525"/>
                </a:lnTo>
                <a:lnTo>
                  <a:pt x="473738" y="216"/>
                </a:lnTo>
                <a:lnTo>
                  <a:pt x="510179" y="0"/>
                </a:lnTo>
              </a:path>
            </a:pathLst>
          </a:custGeom>
          <a:noFill/>
          <a:ln w="6477">
            <a:solidFill>
              <a:srgbClr val="F17621">
                <a:alpha val="17000"/>
              </a:srgbClr>
            </a:solidFill>
            <a:prstDash val="solid"/>
          </a:ln>
        </p:spPr>
      </p:sp>
      <p:sp>
        <p:nvSpPr>
          <p:cNvPr id="281" name="knowledge-long-edge">
            <a:extLst>
              <a:ext uri="{FF2B5EF4-FFF2-40B4-BE49-F238E27FC236}">
                <a16:creationId xmlns:a16="http://schemas.microsoft.com/office/drawing/2014/main" id="{FA54898A-1207-4BDE-8706-683EE4FB2B7E}"/>
              </a:ext>
            </a:extLst>
          </p:cNvPr>
          <p:cNvSpPr>
            <a:spLocks noGrp="1"/>
          </p:cNvSpPr>
          <p:nvPr/>
        </p:nvSpPr>
        <p:spPr>
          <a:xfrm>
            <a:off x="7510770" y="6155285"/>
            <a:ext cx="819243" cy="284209"/>
          </a:xfrm>
          <a:custGeom>
            <a:avLst/>
            <a:gdLst/>
            <a:ahLst/>
            <a:cxnLst/>
            <a:rect l="0" t="0" r="0" b="0"/>
            <a:pathLst>
              <a:path w="819243" h="284209">
                <a:moveTo>
                  <a:pt x="0" y="284209"/>
                </a:moveTo>
                <a:lnTo>
                  <a:pt x="51203" y="223998"/>
                </a:lnTo>
                <a:lnTo>
                  <a:pt x="102405" y="170945"/>
                </a:lnTo>
                <a:lnTo>
                  <a:pt x="153608" y="125051"/>
                </a:lnTo>
                <a:lnTo>
                  <a:pt x="204811" y="86314"/>
                </a:lnTo>
                <a:lnTo>
                  <a:pt x="256013" y="54735"/>
                </a:lnTo>
                <a:lnTo>
                  <a:pt x="307216" y="30314"/>
                </a:lnTo>
                <a:lnTo>
                  <a:pt x="358419" y="13051"/>
                </a:lnTo>
                <a:lnTo>
                  <a:pt x="409621" y="2947"/>
                </a:lnTo>
                <a:lnTo>
                  <a:pt x="460824" y="0"/>
                </a:lnTo>
                <a:lnTo>
                  <a:pt x="512027" y="4211"/>
                </a:lnTo>
                <a:lnTo>
                  <a:pt x="563229" y="15581"/>
                </a:lnTo>
                <a:lnTo>
                  <a:pt x="614432" y="34108"/>
                </a:lnTo>
                <a:lnTo>
                  <a:pt x="665635" y="59793"/>
                </a:lnTo>
                <a:lnTo>
                  <a:pt x="716837" y="92636"/>
                </a:lnTo>
                <a:lnTo>
                  <a:pt x="768040" y="132638"/>
                </a:lnTo>
                <a:lnTo>
                  <a:pt x="819243" y="179797"/>
                </a:lnTo>
              </a:path>
            </a:pathLst>
          </a:custGeom>
          <a:noFill/>
          <a:ln w="4286">
            <a:solidFill>
              <a:srgbClr val="F17621">
                <a:alpha val="9000"/>
              </a:srgbClr>
            </a:solidFill>
            <a:prstDash val="solid"/>
          </a:ln>
        </p:spPr>
      </p:sp>
      <p:sp>
        <p:nvSpPr>
          <p:cNvPr id="282" name="knowledge-edge">
            <a:extLst>
              <a:ext uri="{FF2B5EF4-FFF2-40B4-BE49-F238E27FC236}">
                <a16:creationId xmlns:a16="http://schemas.microsoft.com/office/drawing/2014/main" id="{2638A591-C8E4-4ED7-94A6-77CDB4BFE358}"/>
              </a:ext>
            </a:extLst>
          </p:cNvPr>
          <p:cNvSpPr>
            <a:spLocks noGrp="1"/>
          </p:cNvSpPr>
          <p:nvPr/>
        </p:nvSpPr>
        <p:spPr>
          <a:xfrm>
            <a:off x="7508175" y="6485024"/>
            <a:ext cx="277584" cy="53028"/>
          </a:xfrm>
          <a:custGeom>
            <a:avLst/>
            <a:gdLst/>
            <a:ahLst/>
            <a:cxnLst/>
            <a:rect l="0" t="0" r="0" b="0"/>
            <a:pathLst>
              <a:path w="277584" h="53028">
                <a:moveTo>
                  <a:pt x="0" y="53028"/>
                </a:moveTo>
                <a:lnTo>
                  <a:pt x="19827" y="42716"/>
                </a:lnTo>
                <a:lnTo>
                  <a:pt x="39655" y="33517"/>
                </a:lnTo>
                <a:lnTo>
                  <a:pt x="59482" y="25431"/>
                </a:lnTo>
                <a:lnTo>
                  <a:pt x="79310" y="18459"/>
                </a:lnTo>
                <a:lnTo>
                  <a:pt x="99137" y="12599"/>
                </a:lnTo>
                <a:lnTo>
                  <a:pt x="118965" y="7853"/>
                </a:lnTo>
                <a:lnTo>
                  <a:pt x="138792" y="4220"/>
                </a:lnTo>
                <a:lnTo>
                  <a:pt x="158620" y="1700"/>
                </a:lnTo>
                <a:lnTo>
                  <a:pt x="178447" y="294"/>
                </a:lnTo>
                <a:lnTo>
                  <a:pt x="198274" y="0"/>
                </a:lnTo>
                <a:lnTo>
                  <a:pt x="218102" y="820"/>
                </a:lnTo>
                <a:lnTo>
                  <a:pt x="237929" y="2753"/>
                </a:lnTo>
                <a:lnTo>
                  <a:pt x="257757" y="5799"/>
                </a:lnTo>
                <a:lnTo>
                  <a:pt x="277584" y="9958"/>
                </a:lnTo>
              </a:path>
            </a:pathLst>
          </a:custGeom>
          <a:noFill/>
          <a:ln w="6477">
            <a:solidFill>
              <a:srgbClr val="F17621">
                <a:alpha val="17000"/>
              </a:srgbClr>
            </a:solidFill>
            <a:prstDash val="solid"/>
          </a:ln>
        </p:spPr>
      </p:sp>
      <p:sp>
        <p:nvSpPr>
          <p:cNvPr id="283" name="knowledge-cross-edge">
            <a:extLst>
              <a:ext uri="{FF2B5EF4-FFF2-40B4-BE49-F238E27FC236}">
                <a16:creationId xmlns:a16="http://schemas.microsoft.com/office/drawing/2014/main" id="{FF07F0DB-703D-4437-9079-460EAD2D844B}"/>
              </a:ext>
            </a:extLst>
          </p:cNvPr>
          <p:cNvSpPr>
            <a:spLocks noGrp="1"/>
          </p:cNvSpPr>
          <p:nvPr/>
        </p:nvSpPr>
        <p:spPr>
          <a:xfrm>
            <a:off x="7508175" y="6538052"/>
            <a:ext cx="500107" cy="193513"/>
          </a:xfrm>
          <a:custGeom>
            <a:avLst/>
            <a:gdLst/>
            <a:ahLst/>
            <a:cxnLst/>
            <a:rect l="0" t="0" r="0" b="0"/>
            <a:pathLst>
              <a:path w="500107" h="193513">
                <a:moveTo>
                  <a:pt x="0" y="0"/>
                </a:moveTo>
                <a:lnTo>
                  <a:pt x="56228" y="1167"/>
                </a:lnTo>
                <a:lnTo>
                  <a:pt x="109809" y="5053"/>
                </a:lnTo>
                <a:lnTo>
                  <a:pt x="160745" y="11660"/>
                </a:lnTo>
                <a:lnTo>
                  <a:pt x="209036" y="20986"/>
                </a:lnTo>
                <a:lnTo>
                  <a:pt x="254680" y="33032"/>
                </a:lnTo>
                <a:lnTo>
                  <a:pt x="297678" y="47799"/>
                </a:lnTo>
                <a:lnTo>
                  <a:pt x="338031" y="65285"/>
                </a:lnTo>
                <a:lnTo>
                  <a:pt x="375738" y="85491"/>
                </a:lnTo>
                <a:lnTo>
                  <a:pt x="410799" y="108416"/>
                </a:lnTo>
                <a:lnTo>
                  <a:pt x="443214" y="134062"/>
                </a:lnTo>
                <a:lnTo>
                  <a:pt x="472983" y="162428"/>
                </a:lnTo>
                <a:lnTo>
                  <a:pt x="500107" y="193513"/>
                </a:lnTo>
              </a:path>
            </a:pathLst>
          </a:custGeom>
          <a:noFill/>
          <a:ln w="5334">
            <a:solidFill>
              <a:srgbClr val="F17621">
                <a:alpha val="13000"/>
              </a:srgbClr>
            </a:solidFill>
            <a:prstDash val="solid"/>
          </a:ln>
        </p:spPr>
      </p:sp>
      <p:sp>
        <p:nvSpPr>
          <p:cNvPr id="284" name="knowledge-edge">
            <a:extLst>
              <a:ext uri="{FF2B5EF4-FFF2-40B4-BE49-F238E27FC236}">
                <a16:creationId xmlns:a16="http://schemas.microsoft.com/office/drawing/2014/main" id="{A1C74D4E-5512-410E-925E-E2D2F7E7D0FB}"/>
              </a:ext>
            </a:extLst>
          </p:cNvPr>
          <p:cNvSpPr>
            <a:spLocks noGrp="1"/>
          </p:cNvSpPr>
          <p:nvPr/>
        </p:nvSpPr>
        <p:spPr>
          <a:xfrm>
            <a:off x="7561167" y="6656362"/>
            <a:ext cx="447115" cy="80951"/>
          </a:xfrm>
          <a:custGeom>
            <a:avLst/>
            <a:gdLst/>
            <a:ahLst/>
            <a:cxnLst/>
            <a:rect l="0" t="0" r="0" b="0"/>
            <a:pathLst>
              <a:path w="447115" h="80951">
                <a:moveTo>
                  <a:pt x="0" y="0"/>
                </a:moveTo>
                <a:lnTo>
                  <a:pt x="31937" y="13984"/>
                </a:lnTo>
                <a:lnTo>
                  <a:pt x="63874" y="26644"/>
                </a:lnTo>
                <a:lnTo>
                  <a:pt x="95810" y="37978"/>
                </a:lnTo>
                <a:lnTo>
                  <a:pt x="127747" y="47987"/>
                </a:lnTo>
                <a:lnTo>
                  <a:pt x="159684" y="56672"/>
                </a:lnTo>
                <a:lnTo>
                  <a:pt x="191621" y="64031"/>
                </a:lnTo>
                <a:lnTo>
                  <a:pt x="223558" y="70065"/>
                </a:lnTo>
                <a:lnTo>
                  <a:pt x="255494" y="74774"/>
                </a:lnTo>
                <a:lnTo>
                  <a:pt x="287431" y="78158"/>
                </a:lnTo>
                <a:lnTo>
                  <a:pt x="319368" y="80217"/>
                </a:lnTo>
                <a:lnTo>
                  <a:pt x="351305" y="80951"/>
                </a:lnTo>
                <a:lnTo>
                  <a:pt x="383242" y="80360"/>
                </a:lnTo>
                <a:lnTo>
                  <a:pt x="415179" y="78444"/>
                </a:lnTo>
                <a:lnTo>
                  <a:pt x="447115" y="75203"/>
                </a:lnTo>
              </a:path>
            </a:pathLst>
          </a:custGeom>
          <a:noFill/>
          <a:ln w="6477">
            <a:solidFill>
              <a:srgbClr val="F17621">
                <a:alpha val="17000"/>
              </a:srgbClr>
            </a:solidFill>
            <a:prstDash val="solid"/>
          </a:ln>
        </p:spPr>
      </p:sp>
      <p:sp>
        <p:nvSpPr>
          <p:cNvPr id="285" name="knowledge-edge">
            <a:extLst>
              <a:ext uri="{FF2B5EF4-FFF2-40B4-BE49-F238E27FC236}">
                <a16:creationId xmlns:a16="http://schemas.microsoft.com/office/drawing/2014/main" id="{E0575A29-F0D7-4854-BE45-BA77EE814551}"/>
              </a:ext>
            </a:extLst>
          </p:cNvPr>
          <p:cNvSpPr>
            <a:spLocks noGrp="1"/>
          </p:cNvSpPr>
          <p:nvPr/>
        </p:nvSpPr>
        <p:spPr>
          <a:xfrm>
            <a:off x="7556406" y="6991386"/>
            <a:ext cx="280469" cy="87660"/>
          </a:xfrm>
          <a:custGeom>
            <a:avLst/>
            <a:gdLst/>
            <a:ahLst/>
            <a:cxnLst/>
            <a:rect l="0" t="0" r="0" b="0"/>
            <a:pathLst>
              <a:path w="280469" h="87660">
                <a:moveTo>
                  <a:pt x="0" y="87660"/>
                </a:moveTo>
                <a:lnTo>
                  <a:pt x="20034" y="83698"/>
                </a:lnTo>
                <a:lnTo>
                  <a:pt x="40067" y="79382"/>
                </a:lnTo>
                <a:lnTo>
                  <a:pt x="60101" y="74712"/>
                </a:lnTo>
                <a:lnTo>
                  <a:pt x="80134" y="69689"/>
                </a:lnTo>
                <a:lnTo>
                  <a:pt x="100168" y="64312"/>
                </a:lnTo>
                <a:lnTo>
                  <a:pt x="120201" y="58581"/>
                </a:lnTo>
                <a:lnTo>
                  <a:pt x="140235" y="52496"/>
                </a:lnTo>
                <a:lnTo>
                  <a:pt x="160268" y="46058"/>
                </a:lnTo>
                <a:lnTo>
                  <a:pt x="180302" y="39266"/>
                </a:lnTo>
                <a:lnTo>
                  <a:pt x="200335" y="32120"/>
                </a:lnTo>
                <a:lnTo>
                  <a:pt x="220369" y="24621"/>
                </a:lnTo>
                <a:lnTo>
                  <a:pt x="240402" y="16768"/>
                </a:lnTo>
                <a:lnTo>
                  <a:pt x="260436" y="8561"/>
                </a:lnTo>
                <a:lnTo>
                  <a:pt x="280469" y="0"/>
                </a:lnTo>
              </a:path>
            </a:pathLst>
          </a:custGeom>
          <a:noFill/>
          <a:ln w="6477">
            <a:solidFill>
              <a:srgbClr val="F17621">
                <a:alpha val="17000"/>
              </a:srgbClr>
            </a:solidFill>
            <a:prstDash val="solid"/>
          </a:ln>
        </p:spPr>
      </p:sp>
      <p:sp>
        <p:nvSpPr>
          <p:cNvPr id="286" name="knowledge-cross-edge">
            <a:extLst>
              <a:ext uri="{FF2B5EF4-FFF2-40B4-BE49-F238E27FC236}">
                <a16:creationId xmlns:a16="http://schemas.microsoft.com/office/drawing/2014/main" id="{375B12E8-7F5E-4ECD-A343-50F31CFC6B51}"/>
              </a:ext>
            </a:extLst>
          </p:cNvPr>
          <p:cNvSpPr>
            <a:spLocks noGrp="1"/>
          </p:cNvSpPr>
          <p:nvPr/>
        </p:nvSpPr>
        <p:spPr>
          <a:xfrm>
            <a:off x="7556406" y="6731565"/>
            <a:ext cx="451876" cy="347481"/>
          </a:xfrm>
          <a:custGeom>
            <a:avLst/>
            <a:gdLst/>
            <a:ahLst/>
            <a:cxnLst/>
            <a:rect l="0" t="0" r="0" b="0"/>
            <a:pathLst>
              <a:path w="451876" h="347481">
                <a:moveTo>
                  <a:pt x="0" y="347481"/>
                </a:moveTo>
                <a:lnTo>
                  <a:pt x="23104" y="298985"/>
                </a:lnTo>
                <a:lnTo>
                  <a:pt x="48854" y="254042"/>
                </a:lnTo>
                <a:lnTo>
                  <a:pt x="77250" y="212652"/>
                </a:lnTo>
                <a:lnTo>
                  <a:pt x="108292" y="174814"/>
                </a:lnTo>
                <a:lnTo>
                  <a:pt x="141980" y="140528"/>
                </a:lnTo>
                <a:lnTo>
                  <a:pt x="178313" y="109795"/>
                </a:lnTo>
                <a:lnTo>
                  <a:pt x="217292" y="82615"/>
                </a:lnTo>
                <a:lnTo>
                  <a:pt x="258917" y="58987"/>
                </a:lnTo>
                <a:lnTo>
                  <a:pt x="303188" y="38911"/>
                </a:lnTo>
                <a:lnTo>
                  <a:pt x="350105" y="22388"/>
                </a:lnTo>
                <a:lnTo>
                  <a:pt x="399668" y="9418"/>
                </a:lnTo>
                <a:lnTo>
                  <a:pt x="451876" y="0"/>
                </a:lnTo>
              </a:path>
            </a:pathLst>
          </a:custGeom>
          <a:noFill/>
          <a:ln w="4953">
            <a:solidFill>
              <a:srgbClr val="F17621">
                <a:alpha val="12000"/>
              </a:srgbClr>
            </a:solidFill>
            <a:prstDash val="solid"/>
          </a:ln>
        </p:spPr>
      </p:sp>
      <p:sp>
        <p:nvSpPr>
          <p:cNvPr id="287" name="knowledge-edge">
            <a:extLst>
              <a:ext uri="{FF2B5EF4-FFF2-40B4-BE49-F238E27FC236}">
                <a16:creationId xmlns:a16="http://schemas.microsoft.com/office/drawing/2014/main" id="{8D3E128A-9818-41BD-BB37-350529FC338A}"/>
              </a:ext>
            </a:extLst>
          </p:cNvPr>
          <p:cNvSpPr>
            <a:spLocks noGrp="1"/>
          </p:cNvSpPr>
          <p:nvPr/>
        </p:nvSpPr>
        <p:spPr>
          <a:xfrm>
            <a:off x="7930641" y="5951745"/>
            <a:ext cx="246673" cy="84907"/>
          </a:xfrm>
          <a:custGeom>
            <a:avLst/>
            <a:gdLst/>
            <a:ahLst/>
            <a:cxnLst/>
            <a:rect l="0" t="0" r="0" b="0"/>
            <a:pathLst>
              <a:path w="246673" h="84907">
                <a:moveTo>
                  <a:pt x="0" y="0"/>
                </a:moveTo>
                <a:lnTo>
                  <a:pt x="17619" y="20455"/>
                </a:lnTo>
                <a:lnTo>
                  <a:pt x="35239" y="38099"/>
                </a:lnTo>
                <a:lnTo>
                  <a:pt x="52858" y="52930"/>
                </a:lnTo>
                <a:lnTo>
                  <a:pt x="70478" y="64949"/>
                </a:lnTo>
                <a:lnTo>
                  <a:pt x="88097" y="74157"/>
                </a:lnTo>
                <a:lnTo>
                  <a:pt x="105717" y="80552"/>
                </a:lnTo>
                <a:lnTo>
                  <a:pt x="123336" y="84136"/>
                </a:lnTo>
                <a:lnTo>
                  <a:pt x="140956" y="84907"/>
                </a:lnTo>
                <a:lnTo>
                  <a:pt x="158575" y="82866"/>
                </a:lnTo>
                <a:lnTo>
                  <a:pt x="176195" y="78014"/>
                </a:lnTo>
                <a:lnTo>
                  <a:pt x="193814" y="70349"/>
                </a:lnTo>
                <a:lnTo>
                  <a:pt x="211434" y="59873"/>
                </a:lnTo>
                <a:lnTo>
                  <a:pt x="229053" y="46584"/>
                </a:lnTo>
                <a:lnTo>
                  <a:pt x="246673" y="30484"/>
                </a:lnTo>
              </a:path>
            </a:pathLst>
          </a:custGeom>
          <a:noFill/>
          <a:ln w="6477">
            <a:solidFill>
              <a:srgbClr val="F3851B">
                <a:alpha val="17000"/>
              </a:srgbClr>
            </a:solidFill>
            <a:prstDash val="solid"/>
          </a:ln>
        </p:spPr>
      </p:sp>
      <p:sp>
        <p:nvSpPr>
          <p:cNvPr id="288" name="knowledge-long-edge">
            <a:extLst>
              <a:ext uri="{FF2B5EF4-FFF2-40B4-BE49-F238E27FC236}">
                <a16:creationId xmlns:a16="http://schemas.microsoft.com/office/drawing/2014/main" id="{13ED1CFF-53A3-45A8-BB2E-19A1B917F00E}"/>
              </a:ext>
            </a:extLst>
          </p:cNvPr>
          <p:cNvSpPr>
            <a:spLocks noGrp="1"/>
          </p:cNvSpPr>
          <p:nvPr/>
        </p:nvSpPr>
        <p:spPr>
          <a:xfrm>
            <a:off x="7930641" y="5688061"/>
            <a:ext cx="760109" cy="290013"/>
          </a:xfrm>
          <a:custGeom>
            <a:avLst/>
            <a:gdLst/>
            <a:ahLst/>
            <a:cxnLst/>
            <a:rect l="0" t="0" r="0" b="0"/>
            <a:pathLst>
              <a:path w="760109" h="290013">
                <a:moveTo>
                  <a:pt x="0" y="263684"/>
                </a:moveTo>
                <a:lnTo>
                  <a:pt x="47507" y="200443"/>
                </a:lnTo>
                <a:lnTo>
                  <a:pt x="95014" y="145854"/>
                </a:lnTo>
                <a:lnTo>
                  <a:pt x="142520" y="99916"/>
                </a:lnTo>
                <a:lnTo>
                  <a:pt x="190027" y="62630"/>
                </a:lnTo>
                <a:lnTo>
                  <a:pt x="237534" y="33995"/>
                </a:lnTo>
                <a:lnTo>
                  <a:pt x="285041" y="14012"/>
                </a:lnTo>
                <a:lnTo>
                  <a:pt x="332548" y="2680"/>
                </a:lnTo>
                <a:lnTo>
                  <a:pt x="380054" y="0"/>
                </a:lnTo>
                <a:lnTo>
                  <a:pt x="427561" y="5971"/>
                </a:lnTo>
                <a:lnTo>
                  <a:pt x="475068" y="20594"/>
                </a:lnTo>
                <a:lnTo>
                  <a:pt x="522575" y="43869"/>
                </a:lnTo>
                <a:lnTo>
                  <a:pt x="570082" y="75794"/>
                </a:lnTo>
                <a:lnTo>
                  <a:pt x="617588" y="116372"/>
                </a:lnTo>
                <a:lnTo>
                  <a:pt x="665095" y="165601"/>
                </a:lnTo>
                <a:lnTo>
                  <a:pt x="712602" y="223481"/>
                </a:lnTo>
                <a:lnTo>
                  <a:pt x="760109" y="290013"/>
                </a:lnTo>
              </a:path>
            </a:pathLst>
          </a:custGeom>
          <a:noFill/>
          <a:ln w="4286">
            <a:solidFill>
              <a:srgbClr val="F3851B">
                <a:alpha val="9000"/>
              </a:srgbClr>
            </a:solidFill>
            <a:prstDash val="solid"/>
          </a:ln>
        </p:spPr>
      </p:sp>
      <p:sp>
        <p:nvSpPr>
          <p:cNvPr id="289" name="knowledge-edge">
            <a:extLst>
              <a:ext uri="{FF2B5EF4-FFF2-40B4-BE49-F238E27FC236}">
                <a16:creationId xmlns:a16="http://schemas.microsoft.com/office/drawing/2014/main" id="{1B47E166-380E-4BBD-ABF9-3177906C7706}"/>
              </a:ext>
            </a:extLst>
          </p:cNvPr>
          <p:cNvSpPr>
            <a:spLocks noGrp="1"/>
          </p:cNvSpPr>
          <p:nvPr/>
        </p:nvSpPr>
        <p:spPr>
          <a:xfrm>
            <a:off x="7893721" y="6088964"/>
            <a:ext cx="409159" cy="81498"/>
          </a:xfrm>
          <a:custGeom>
            <a:avLst/>
            <a:gdLst/>
            <a:ahLst/>
            <a:cxnLst/>
            <a:rect l="0" t="0" r="0" b="0"/>
            <a:pathLst>
              <a:path w="409159" h="81498">
                <a:moveTo>
                  <a:pt x="0" y="55936"/>
                </a:moveTo>
                <a:lnTo>
                  <a:pt x="29226" y="39646"/>
                </a:lnTo>
                <a:lnTo>
                  <a:pt x="58451" y="26142"/>
                </a:lnTo>
                <a:lnTo>
                  <a:pt x="87677" y="15426"/>
                </a:lnTo>
                <a:lnTo>
                  <a:pt x="116902" y="7497"/>
                </a:lnTo>
                <a:lnTo>
                  <a:pt x="146128" y="2355"/>
                </a:lnTo>
                <a:lnTo>
                  <a:pt x="175354" y="0"/>
                </a:lnTo>
                <a:lnTo>
                  <a:pt x="204579" y="432"/>
                </a:lnTo>
                <a:lnTo>
                  <a:pt x="233805" y="3652"/>
                </a:lnTo>
                <a:lnTo>
                  <a:pt x="263031" y="9658"/>
                </a:lnTo>
                <a:lnTo>
                  <a:pt x="292256" y="18452"/>
                </a:lnTo>
                <a:lnTo>
                  <a:pt x="321482" y="30033"/>
                </a:lnTo>
                <a:lnTo>
                  <a:pt x="350707" y="44401"/>
                </a:lnTo>
                <a:lnTo>
                  <a:pt x="379933" y="61556"/>
                </a:lnTo>
                <a:lnTo>
                  <a:pt x="409159" y="81498"/>
                </a:lnTo>
              </a:path>
            </a:pathLst>
          </a:custGeom>
          <a:noFill/>
          <a:ln w="6477">
            <a:solidFill>
              <a:srgbClr val="F3851B">
                <a:alpha val="17000"/>
              </a:srgbClr>
            </a:solidFill>
            <a:prstDash val="solid"/>
          </a:ln>
        </p:spPr>
      </p:sp>
      <p:sp>
        <p:nvSpPr>
          <p:cNvPr id="290" name="knowledge-edge">
            <a:extLst>
              <a:ext uri="{FF2B5EF4-FFF2-40B4-BE49-F238E27FC236}">
                <a16:creationId xmlns:a16="http://schemas.microsoft.com/office/drawing/2014/main" id="{0CAEFFFD-32B9-4C59-8CAB-DF1042645C6F}"/>
              </a:ext>
            </a:extLst>
          </p:cNvPr>
          <p:cNvSpPr>
            <a:spLocks noGrp="1"/>
          </p:cNvSpPr>
          <p:nvPr/>
        </p:nvSpPr>
        <p:spPr>
          <a:xfrm>
            <a:off x="7811997" y="6086850"/>
            <a:ext cx="389570" cy="133902"/>
          </a:xfrm>
          <a:custGeom>
            <a:avLst/>
            <a:gdLst/>
            <a:ahLst/>
            <a:cxnLst/>
            <a:rect l="0" t="0" r="0" b="0"/>
            <a:pathLst>
              <a:path w="389570" h="133902">
                <a:moveTo>
                  <a:pt x="0" y="125112"/>
                </a:moveTo>
                <a:lnTo>
                  <a:pt x="27826" y="130200"/>
                </a:lnTo>
                <a:lnTo>
                  <a:pt x="55653" y="133130"/>
                </a:lnTo>
                <a:lnTo>
                  <a:pt x="83479" y="133902"/>
                </a:lnTo>
                <a:lnTo>
                  <a:pt x="111306" y="132517"/>
                </a:lnTo>
                <a:lnTo>
                  <a:pt x="139132" y="128975"/>
                </a:lnTo>
                <a:lnTo>
                  <a:pt x="166959" y="123275"/>
                </a:lnTo>
                <a:lnTo>
                  <a:pt x="194785" y="115417"/>
                </a:lnTo>
                <a:lnTo>
                  <a:pt x="222612" y="105401"/>
                </a:lnTo>
                <a:lnTo>
                  <a:pt x="250438" y="93228"/>
                </a:lnTo>
                <a:lnTo>
                  <a:pt x="278265" y="78898"/>
                </a:lnTo>
                <a:lnTo>
                  <a:pt x="306091" y="62410"/>
                </a:lnTo>
                <a:lnTo>
                  <a:pt x="333917" y="43764"/>
                </a:lnTo>
                <a:lnTo>
                  <a:pt x="361744" y="22961"/>
                </a:lnTo>
                <a:lnTo>
                  <a:pt x="389570" y="0"/>
                </a:lnTo>
              </a:path>
            </a:pathLst>
          </a:custGeom>
          <a:noFill/>
          <a:ln w="6477">
            <a:solidFill>
              <a:srgbClr val="F3851B">
                <a:alpha val="17000"/>
              </a:srgbClr>
            </a:solidFill>
            <a:prstDash val="solid"/>
          </a:ln>
        </p:spPr>
      </p:sp>
      <p:sp>
        <p:nvSpPr>
          <p:cNvPr id="291" name="knowledge-cross-edge">
            <a:extLst>
              <a:ext uri="{FF2B5EF4-FFF2-40B4-BE49-F238E27FC236}">
                <a16:creationId xmlns:a16="http://schemas.microsoft.com/office/drawing/2014/main" id="{9DDC6F03-E215-4294-8915-DD10A097C983}"/>
              </a:ext>
            </a:extLst>
          </p:cNvPr>
          <p:cNvSpPr>
            <a:spLocks noGrp="1"/>
          </p:cNvSpPr>
          <p:nvPr/>
        </p:nvSpPr>
        <p:spPr>
          <a:xfrm>
            <a:off x="7811997" y="6170462"/>
            <a:ext cx="490883" cy="45782"/>
          </a:xfrm>
          <a:custGeom>
            <a:avLst/>
            <a:gdLst/>
            <a:ahLst/>
            <a:cxnLst/>
            <a:rect l="0" t="0" r="0" b="0"/>
            <a:pathLst>
              <a:path w="490883" h="45782">
                <a:moveTo>
                  <a:pt x="0" y="41500"/>
                </a:moveTo>
                <a:lnTo>
                  <a:pt x="26355" y="44013"/>
                </a:lnTo>
                <a:lnTo>
                  <a:pt x="55356" y="45441"/>
                </a:lnTo>
                <a:lnTo>
                  <a:pt x="87002" y="45782"/>
                </a:lnTo>
                <a:lnTo>
                  <a:pt x="121294" y="45038"/>
                </a:lnTo>
                <a:lnTo>
                  <a:pt x="158233" y="43209"/>
                </a:lnTo>
                <a:lnTo>
                  <a:pt x="197817" y="40293"/>
                </a:lnTo>
                <a:lnTo>
                  <a:pt x="240046" y="36292"/>
                </a:lnTo>
                <a:lnTo>
                  <a:pt x="284922" y="31205"/>
                </a:lnTo>
                <a:lnTo>
                  <a:pt x="332444" y="25032"/>
                </a:lnTo>
                <a:lnTo>
                  <a:pt x="382611" y="17774"/>
                </a:lnTo>
                <a:lnTo>
                  <a:pt x="435424" y="9430"/>
                </a:lnTo>
                <a:lnTo>
                  <a:pt x="490883" y="0"/>
                </a:lnTo>
              </a:path>
            </a:pathLst>
          </a:custGeom>
          <a:noFill/>
          <a:ln w="4953">
            <a:solidFill>
              <a:srgbClr val="F3851B">
                <a:alpha val="12000"/>
              </a:srgbClr>
            </a:solidFill>
            <a:prstDash val="solid"/>
          </a:ln>
        </p:spPr>
      </p:sp>
      <p:sp>
        <p:nvSpPr>
          <p:cNvPr id="292" name="knowledge-long-edge">
            <a:extLst>
              <a:ext uri="{FF2B5EF4-FFF2-40B4-BE49-F238E27FC236}">
                <a16:creationId xmlns:a16="http://schemas.microsoft.com/office/drawing/2014/main" id="{2B508F37-8D4A-4CA6-9181-86A305DDBC24}"/>
              </a:ext>
            </a:extLst>
          </p:cNvPr>
          <p:cNvSpPr>
            <a:spLocks noGrp="1"/>
          </p:cNvSpPr>
          <p:nvPr/>
        </p:nvSpPr>
        <p:spPr>
          <a:xfrm>
            <a:off x="7811997" y="5670882"/>
            <a:ext cx="943679" cy="541080"/>
          </a:xfrm>
          <a:custGeom>
            <a:avLst/>
            <a:gdLst/>
            <a:ahLst/>
            <a:cxnLst/>
            <a:rect l="0" t="0" r="0" b="0"/>
            <a:pathLst>
              <a:path w="943679" h="541080">
                <a:moveTo>
                  <a:pt x="0" y="541080"/>
                </a:moveTo>
                <a:lnTo>
                  <a:pt x="58980" y="434072"/>
                </a:lnTo>
                <a:lnTo>
                  <a:pt x="117960" y="338820"/>
                </a:lnTo>
                <a:lnTo>
                  <a:pt x="176940" y="255323"/>
                </a:lnTo>
                <a:lnTo>
                  <a:pt x="235920" y="183582"/>
                </a:lnTo>
                <a:lnTo>
                  <a:pt x="294900" y="123596"/>
                </a:lnTo>
                <a:lnTo>
                  <a:pt x="353880" y="75366"/>
                </a:lnTo>
                <a:lnTo>
                  <a:pt x="412860" y="38891"/>
                </a:lnTo>
                <a:lnTo>
                  <a:pt x="471840" y="14172"/>
                </a:lnTo>
                <a:lnTo>
                  <a:pt x="530820" y="1208"/>
                </a:lnTo>
                <a:lnTo>
                  <a:pt x="589800" y="0"/>
                </a:lnTo>
                <a:lnTo>
                  <a:pt x="648780" y="10547"/>
                </a:lnTo>
                <a:lnTo>
                  <a:pt x="707760" y="32850"/>
                </a:lnTo>
                <a:lnTo>
                  <a:pt x="766740" y="66908"/>
                </a:lnTo>
                <a:lnTo>
                  <a:pt x="825720" y="112722"/>
                </a:lnTo>
                <a:lnTo>
                  <a:pt x="884699" y="170291"/>
                </a:lnTo>
                <a:lnTo>
                  <a:pt x="943679" y="239616"/>
                </a:lnTo>
              </a:path>
            </a:pathLst>
          </a:custGeom>
          <a:noFill/>
          <a:ln w="4286">
            <a:solidFill>
              <a:srgbClr val="F3851B">
                <a:alpha val="9000"/>
              </a:srgbClr>
            </a:solidFill>
            <a:prstDash val="solid"/>
          </a:ln>
        </p:spPr>
      </p:sp>
      <p:sp>
        <p:nvSpPr>
          <p:cNvPr id="293" name="knowledge-edge">
            <a:extLst>
              <a:ext uri="{FF2B5EF4-FFF2-40B4-BE49-F238E27FC236}">
                <a16:creationId xmlns:a16="http://schemas.microsoft.com/office/drawing/2014/main" id="{9D2F1E56-D002-4431-91DF-2AE1406F95C9}"/>
              </a:ext>
            </a:extLst>
          </p:cNvPr>
          <p:cNvSpPr>
            <a:spLocks noGrp="1"/>
          </p:cNvSpPr>
          <p:nvPr/>
        </p:nvSpPr>
        <p:spPr>
          <a:xfrm>
            <a:off x="8020949" y="6162608"/>
            <a:ext cx="154113" cy="85366"/>
          </a:xfrm>
          <a:custGeom>
            <a:avLst/>
            <a:gdLst/>
            <a:ahLst/>
            <a:cxnLst/>
            <a:rect l="0" t="0" r="0" b="0"/>
            <a:pathLst>
              <a:path w="154113" h="85366">
                <a:moveTo>
                  <a:pt x="0" y="83414"/>
                </a:moveTo>
                <a:lnTo>
                  <a:pt x="11008" y="84968"/>
                </a:lnTo>
                <a:lnTo>
                  <a:pt x="22016" y="85366"/>
                </a:lnTo>
                <a:lnTo>
                  <a:pt x="33024" y="84609"/>
                </a:lnTo>
                <a:lnTo>
                  <a:pt x="44032" y="82695"/>
                </a:lnTo>
                <a:lnTo>
                  <a:pt x="55041" y="79626"/>
                </a:lnTo>
                <a:lnTo>
                  <a:pt x="66049" y="75402"/>
                </a:lnTo>
                <a:lnTo>
                  <a:pt x="77057" y="70022"/>
                </a:lnTo>
                <a:lnTo>
                  <a:pt x="88065" y="63486"/>
                </a:lnTo>
                <a:lnTo>
                  <a:pt x="99073" y="55794"/>
                </a:lnTo>
                <a:lnTo>
                  <a:pt x="110081" y="46947"/>
                </a:lnTo>
                <a:lnTo>
                  <a:pt x="121089" y="36943"/>
                </a:lnTo>
                <a:lnTo>
                  <a:pt x="132097" y="25785"/>
                </a:lnTo>
                <a:lnTo>
                  <a:pt x="143105" y="13470"/>
                </a:lnTo>
                <a:lnTo>
                  <a:pt x="154113" y="0"/>
                </a:lnTo>
              </a:path>
            </a:pathLst>
          </a:custGeom>
          <a:noFill/>
          <a:ln w="6477">
            <a:solidFill>
              <a:srgbClr val="F3851B">
                <a:alpha val="17000"/>
              </a:srgbClr>
            </a:solidFill>
            <a:prstDash val="solid"/>
          </a:ln>
        </p:spPr>
      </p:sp>
      <p:sp>
        <p:nvSpPr>
          <p:cNvPr id="294" name="knowledge-cross-edge">
            <a:extLst>
              <a:ext uri="{FF2B5EF4-FFF2-40B4-BE49-F238E27FC236}">
                <a16:creationId xmlns:a16="http://schemas.microsoft.com/office/drawing/2014/main" id="{3B89E2D7-E241-4558-930C-C2D18A5CE973}"/>
              </a:ext>
            </a:extLst>
          </p:cNvPr>
          <p:cNvSpPr>
            <a:spLocks noGrp="1"/>
          </p:cNvSpPr>
          <p:nvPr/>
        </p:nvSpPr>
        <p:spPr>
          <a:xfrm>
            <a:off x="8020949" y="6210860"/>
            <a:ext cx="309064" cy="124222"/>
          </a:xfrm>
          <a:custGeom>
            <a:avLst/>
            <a:gdLst/>
            <a:ahLst/>
            <a:cxnLst/>
            <a:rect l="0" t="0" r="0" b="0"/>
            <a:pathLst>
              <a:path w="309064" h="124222">
                <a:moveTo>
                  <a:pt x="0" y="35162"/>
                </a:moveTo>
                <a:lnTo>
                  <a:pt x="40307" y="20292"/>
                </a:lnTo>
                <a:lnTo>
                  <a:pt x="77969" y="9475"/>
                </a:lnTo>
                <a:lnTo>
                  <a:pt x="112985" y="2711"/>
                </a:lnTo>
                <a:lnTo>
                  <a:pt x="145355" y="0"/>
                </a:lnTo>
                <a:lnTo>
                  <a:pt x="175079" y="1342"/>
                </a:lnTo>
                <a:lnTo>
                  <a:pt x="202157" y="6737"/>
                </a:lnTo>
                <a:lnTo>
                  <a:pt x="226589" y="16185"/>
                </a:lnTo>
                <a:lnTo>
                  <a:pt x="248376" y="29687"/>
                </a:lnTo>
                <a:lnTo>
                  <a:pt x="267517" y="47241"/>
                </a:lnTo>
                <a:lnTo>
                  <a:pt x="284012" y="68848"/>
                </a:lnTo>
                <a:lnTo>
                  <a:pt x="297861" y="94509"/>
                </a:lnTo>
                <a:lnTo>
                  <a:pt x="309064" y="124222"/>
                </a:lnTo>
              </a:path>
            </a:pathLst>
          </a:custGeom>
          <a:noFill/>
          <a:ln w="5334">
            <a:solidFill>
              <a:srgbClr val="F3851B">
                <a:alpha val="13000"/>
              </a:srgbClr>
            </a:solidFill>
            <a:prstDash val="solid"/>
          </a:ln>
        </p:spPr>
      </p:sp>
      <p:sp>
        <p:nvSpPr>
          <p:cNvPr id="295" name="knowledge-long-edge">
            <a:extLst>
              <a:ext uri="{FF2B5EF4-FFF2-40B4-BE49-F238E27FC236}">
                <a16:creationId xmlns:a16="http://schemas.microsoft.com/office/drawing/2014/main" id="{50FD0D5B-B2D3-4192-A34D-883A37121EEA}"/>
              </a:ext>
            </a:extLst>
          </p:cNvPr>
          <p:cNvSpPr>
            <a:spLocks noGrp="1"/>
          </p:cNvSpPr>
          <p:nvPr/>
        </p:nvSpPr>
        <p:spPr>
          <a:xfrm>
            <a:off x="8020949" y="5980651"/>
            <a:ext cx="574815" cy="345290"/>
          </a:xfrm>
          <a:custGeom>
            <a:avLst/>
            <a:gdLst/>
            <a:ahLst/>
            <a:cxnLst/>
            <a:rect l="0" t="0" r="0" b="0"/>
            <a:pathLst>
              <a:path w="574815" h="345290">
                <a:moveTo>
                  <a:pt x="0" y="265371"/>
                </a:moveTo>
                <a:lnTo>
                  <a:pt x="35926" y="198857"/>
                </a:lnTo>
                <a:lnTo>
                  <a:pt x="71852" y="141878"/>
                </a:lnTo>
                <a:lnTo>
                  <a:pt x="107778" y="94434"/>
                </a:lnTo>
                <a:lnTo>
                  <a:pt x="143704" y="56524"/>
                </a:lnTo>
                <a:lnTo>
                  <a:pt x="179630" y="28148"/>
                </a:lnTo>
                <a:lnTo>
                  <a:pt x="215556" y="9307"/>
                </a:lnTo>
                <a:lnTo>
                  <a:pt x="251482" y="0"/>
                </a:lnTo>
                <a:lnTo>
                  <a:pt x="287408" y="228"/>
                </a:lnTo>
                <a:lnTo>
                  <a:pt x="323333" y="9990"/>
                </a:lnTo>
                <a:lnTo>
                  <a:pt x="359259" y="29287"/>
                </a:lnTo>
                <a:lnTo>
                  <a:pt x="395185" y="58118"/>
                </a:lnTo>
                <a:lnTo>
                  <a:pt x="431111" y="96483"/>
                </a:lnTo>
                <a:lnTo>
                  <a:pt x="467037" y="144383"/>
                </a:lnTo>
                <a:lnTo>
                  <a:pt x="502963" y="201818"/>
                </a:lnTo>
                <a:lnTo>
                  <a:pt x="538889" y="268787"/>
                </a:lnTo>
                <a:lnTo>
                  <a:pt x="574815" y="345290"/>
                </a:lnTo>
              </a:path>
            </a:pathLst>
          </a:custGeom>
          <a:noFill/>
          <a:ln w="4286">
            <a:solidFill>
              <a:srgbClr val="F3851B">
                <a:alpha val="9000"/>
              </a:srgbClr>
            </a:solidFill>
            <a:prstDash val="solid"/>
          </a:ln>
        </p:spPr>
      </p:sp>
      <p:sp>
        <p:nvSpPr>
          <p:cNvPr id="296" name="knowledge-edge">
            <a:extLst>
              <a:ext uri="{FF2B5EF4-FFF2-40B4-BE49-F238E27FC236}">
                <a16:creationId xmlns:a16="http://schemas.microsoft.com/office/drawing/2014/main" id="{D2837A22-F04B-4013-9414-297A2E242FA1}"/>
              </a:ext>
            </a:extLst>
          </p:cNvPr>
          <p:cNvSpPr>
            <a:spLocks noGrp="1"/>
          </p:cNvSpPr>
          <p:nvPr/>
        </p:nvSpPr>
        <p:spPr>
          <a:xfrm>
            <a:off x="7785759" y="6335082"/>
            <a:ext cx="544253" cy="159900"/>
          </a:xfrm>
          <a:custGeom>
            <a:avLst/>
            <a:gdLst/>
            <a:ahLst/>
            <a:cxnLst/>
            <a:rect l="0" t="0" r="0" b="0"/>
            <a:pathLst>
              <a:path w="544253" h="159900">
                <a:moveTo>
                  <a:pt x="0" y="159900"/>
                </a:moveTo>
                <a:lnTo>
                  <a:pt x="38875" y="157890"/>
                </a:lnTo>
                <a:lnTo>
                  <a:pt x="77750" y="154432"/>
                </a:lnTo>
                <a:lnTo>
                  <a:pt x="116626" y="149526"/>
                </a:lnTo>
                <a:lnTo>
                  <a:pt x="155501" y="143172"/>
                </a:lnTo>
                <a:lnTo>
                  <a:pt x="194376" y="135371"/>
                </a:lnTo>
                <a:lnTo>
                  <a:pt x="233251" y="126121"/>
                </a:lnTo>
                <a:lnTo>
                  <a:pt x="272127" y="115424"/>
                </a:lnTo>
                <a:lnTo>
                  <a:pt x="311002" y="103278"/>
                </a:lnTo>
                <a:lnTo>
                  <a:pt x="349877" y="89685"/>
                </a:lnTo>
                <a:lnTo>
                  <a:pt x="388752" y="74644"/>
                </a:lnTo>
                <a:lnTo>
                  <a:pt x="427628" y="58155"/>
                </a:lnTo>
                <a:lnTo>
                  <a:pt x="466503" y="40218"/>
                </a:lnTo>
                <a:lnTo>
                  <a:pt x="505378" y="20833"/>
                </a:lnTo>
                <a:lnTo>
                  <a:pt x="544253" y="0"/>
                </a:lnTo>
              </a:path>
            </a:pathLst>
          </a:custGeom>
          <a:noFill/>
          <a:ln w="6477">
            <a:solidFill>
              <a:srgbClr val="F3851B">
                <a:alpha val="17000"/>
              </a:srgbClr>
            </a:solidFill>
            <a:prstDash val="solid"/>
          </a:ln>
        </p:spPr>
      </p:sp>
      <p:sp>
        <p:nvSpPr>
          <p:cNvPr id="297" name="knowledge-edge">
            <a:extLst>
              <a:ext uri="{FF2B5EF4-FFF2-40B4-BE49-F238E27FC236}">
                <a16:creationId xmlns:a16="http://schemas.microsoft.com/office/drawing/2014/main" id="{DE02BDC1-F695-4331-B43E-6E5BD5BD9F14}"/>
              </a:ext>
            </a:extLst>
          </p:cNvPr>
          <p:cNvSpPr>
            <a:spLocks noGrp="1"/>
          </p:cNvSpPr>
          <p:nvPr/>
        </p:nvSpPr>
        <p:spPr>
          <a:xfrm>
            <a:off x="8008282" y="6710474"/>
            <a:ext cx="139006" cy="39400"/>
          </a:xfrm>
          <a:custGeom>
            <a:avLst/>
            <a:gdLst/>
            <a:ahLst/>
            <a:cxnLst/>
            <a:rect l="0" t="0" r="0" b="0"/>
            <a:pathLst>
              <a:path w="139006" h="39400">
                <a:moveTo>
                  <a:pt x="0" y="21091"/>
                </a:moveTo>
                <a:lnTo>
                  <a:pt x="9929" y="14562"/>
                </a:lnTo>
                <a:lnTo>
                  <a:pt x="19858" y="9238"/>
                </a:lnTo>
                <a:lnTo>
                  <a:pt x="29787" y="5120"/>
                </a:lnTo>
                <a:lnTo>
                  <a:pt x="39716" y="2207"/>
                </a:lnTo>
                <a:lnTo>
                  <a:pt x="49645" y="501"/>
                </a:lnTo>
                <a:lnTo>
                  <a:pt x="59574" y="0"/>
                </a:lnTo>
                <a:lnTo>
                  <a:pt x="69503" y="705"/>
                </a:lnTo>
                <a:lnTo>
                  <a:pt x="79432" y="2615"/>
                </a:lnTo>
                <a:lnTo>
                  <a:pt x="89361" y="5732"/>
                </a:lnTo>
                <a:lnTo>
                  <a:pt x="99290" y="10054"/>
                </a:lnTo>
                <a:lnTo>
                  <a:pt x="109219" y="15582"/>
                </a:lnTo>
                <a:lnTo>
                  <a:pt x="119148" y="22315"/>
                </a:lnTo>
                <a:lnTo>
                  <a:pt x="129077" y="30255"/>
                </a:lnTo>
                <a:lnTo>
                  <a:pt x="139006" y="39400"/>
                </a:lnTo>
              </a:path>
            </a:pathLst>
          </a:custGeom>
          <a:noFill/>
          <a:ln w="6477">
            <a:solidFill>
              <a:srgbClr val="F3851B">
                <a:alpha val="17000"/>
              </a:srgbClr>
            </a:solidFill>
            <a:prstDash val="solid"/>
          </a:ln>
        </p:spPr>
      </p:sp>
      <p:sp>
        <p:nvSpPr>
          <p:cNvPr id="298" name="knowledge-cross-edge">
            <a:extLst>
              <a:ext uri="{FF2B5EF4-FFF2-40B4-BE49-F238E27FC236}">
                <a16:creationId xmlns:a16="http://schemas.microsoft.com/office/drawing/2014/main" id="{44CA1D4C-D90E-48EE-9C22-60E9B427967F}"/>
              </a:ext>
            </a:extLst>
          </p:cNvPr>
          <p:cNvSpPr>
            <a:spLocks noGrp="1"/>
          </p:cNvSpPr>
          <p:nvPr/>
        </p:nvSpPr>
        <p:spPr>
          <a:xfrm>
            <a:off x="8008282" y="6731565"/>
            <a:ext cx="141084" cy="397425"/>
          </a:xfrm>
          <a:custGeom>
            <a:avLst/>
            <a:gdLst/>
            <a:ahLst/>
            <a:cxnLst/>
            <a:rect l="0" t="0" r="0" b="0"/>
            <a:pathLst>
              <a:path w="141084" h="397425">
                <a:moveTo>
                  <a:pt x="0" y="0"/>
                </a:moveTo>
                <a:lnTo>
                  <a:pt x="26015" y="12002"/>
                </a:lnTo>
                <a:lnTo>
                  <a:pt x="49383" y="27843"/>
                </a:lnTo>
                <a:lnTo>
                  <a:pt x="70106" y="47524"/>
                </a:lnTo>
                <a:lnTo>
                  <a:pt x="88183" y="71044"/>
                </a:lnTo>
                <a:lnTo>
                  <a:pt x="103615" y="98404"/>
                </a:lnTo>
                <a:lnTo>
                  <a:pt x="116400" y="129603"/>
                </a:lnTo>
                <a:lnTo>
                  <a:pt x="126540" y="164641"/>
                </a:lnTo>
                <a:lnTo>
                  <a:pt x="134034" y="203519"/>
                </a:lnTo>
                <a:lnTo>
                  <a:pt x="138882" y="246237"/>
                </a:lnTo>
                <a:lnTo>
                  <a:pt x="141084" y="292793"/>
                </a:lnTo>
                <a:lnTo>
                  <a:pt x="140640" y="343190"/>
                </a:lnTo>
                <a:lnTo>
                  <a:pt x="137550" y="397425"/>
                </a:lnTo>
              </a:path>
            </a:pathLst>
          </a:custGeom>
          <a:noFill/>
          <a:ln w="5334">
            <a:solidFill>
              <a:srgbClr val="F3851B">
                <a:alpha val="13000"/>
              </a:srgbClr>
            </a:solidFill>
            <a:prstDash val="solid"/>
          </a:ln>
        </p:spPr>
      </p:sp>
      <p:sp>
        <p:nvSpPr>
          <p:cNvPr id="299" name="knowledge-edge">
            <a:extLst>
              <a:ext uri="{FF2B5EF4-FFF2-40B4-BE49-F238E27FC236}">
                <a16:creationId xmlns:a16="http://schemas.microsoft.com/office/drawing/2014/main" id="{F90F9DAA-61E0-4E2C-807E-CA66856068EF}"/>
              </a:ext>
            </a:extLst>
          </p:cNvPr>
          <p:cNvSpPr>
            <a:spLocks noGrp="1"/>
          </p:cNvSpPr>
          <p:nvPr/>
        </p:nvSpPr>
        <p:spPr>
          <a:xfrm>
            <a:off x="7836875" y="6991031"/>
            <a:ext cx="308957" cy="137960"/>
          </a:xfrm>
          <a:custGeom>
            <a:avLst/>
            <a:gdLst/>
            <a:ahLst/>
            <a:cxnLst/>
            <a:rect l="0" t="0" r="0" b="0"/>
            <a:pathLst>
              <a:path w="308957" h="137960">
                <a:moveTo>
                  <a:pt x="0" y="356"/>
                </a:moveTo>
                <a:lnTo>
                  <a:pt x="22068" y="0"/>
                </a:lnTo>
                <a:lnTo>
                  <a:pt x="44137" y="1211"/>
                </a:lnTo>
                <a:lnTo>
                  <a:pt x="66205" y="3989"/>
                </a:lnTo>
                <a:lnTo>
                  <a:pt x="88273" y="8334"/>
                </a:lnTo>
                <a:lnTo>
                  <a:pt x="110342" y="14246"/>
                </a:lnTo>
                <a:lnTo>
                  <a:pt x="132410" y="21725"/>
                </a:lnTo>
                <a:lnTo>
                  <a:pt x="154479" y="30770"/>
                </a:lnTo>
                <a:lnTo>
                  <a:pt x="176547" y="41382"/>
                </a:lnTo>
                <a:lnTo>
                  <a:pt x="198615" y="53561"/>
                </a:lnTo>
                <a:lnTo>
                  <a:pt x="220684" y="67307"/>
                </a:lnTo>
                <a:lnTo>
                  <a:pt x="242752" y="82620"/>
                </a:lnTo>
                <a:lnTo>
                  <a:pt x="264820" y="99500"/>
                </a:lnTo>
                <a:lnTo>
                  <a:pt x="286889" y="117946"/>
                </a:lnTo>
                <a:lnTo>
                  <a:pt x="308957" y="137960"/>
                </a:lnTo>
              </a:path>
            </a:pathLst>
          </a:custGeom>
          <a:noFill/>
          <a:ln w="6477">
            <a:solidFill>
              <a:srgbClr val="F3851B">
                <a:alpha val="17000"/>
              </a:srgbClr>
            </a:solidFill>
            <a:prstDash val="solid"/>
          </a:ln>
        </p:spPr>
      </p:sp>
      <p:sp>
        <p:nvSpPr>
          <p:cNvPr id="300" name="knowledge-long-edge">
            <a:extLst>
              <a:ext uri="{FF2B5EF4-FFF2-40B4-BE49-F238E27FC236}">
                <a16:creationId xmlns:a16="http://schemas.microsoft.com/office/drawing/2014/main" id="{DB81D99B-420E-4CA1-8460-7C22ED59B31D}"/>
              </a:ext>
            </a:extLst>
          </p:cNvPr>
          <p:cNvSpPr>
            <a:spLocks noGrp="1"/>
          </p:cNvSpPr>
          <p:nvPr/>
        </p:nvSpPr>
        <p:spPr>
          <a:xfrm>
            <a:off x="7836875" y="6792910"/>
            <a:ext cx="920014" cy="225061"/>
          </a:xfrm>
          <a:custGeom>
            <a:avLst/>
            <a:gdLst/>
            <a:ahLst/>
            <a:cxnLst/>
            <a:rect l="0" t="0" r="0" b="0"/>
            <a:pathLst>
              <a:path w="920014" h="225061">
                <a:moveTo>
                  <a:pt x="0" y="198477"/>
                </a:moveTo>
                <a:lnTo>
                  <a:pt x="57501" y="150505"/>
                </a:lnTo>
                <a:lnTo>
                  <a:pt x="115002" y="109151"/>
                </a:lnTo>
                <a:lnTo>
                  <a:pt x="172503" y="74415"/>
                </a:lnTo>
                <a:lnTo>
                  <a:pt x="230003" y="46296"/>
                </a:lnTo>
                <a:lnTo>
                  <a:pt x="287504" y="24795"/>
                </a:lnTo>
                <a:lnTo>
                  <a:pt x="345005" y="9912"/>
                </a:lnTo>
                <a:lnTo>
                  <a:pt x="402506" y="1647"/>
                </a:lnTo>
                <a:lnTo>
                  <a:pt x="460007" y="0"/>
                </a:lnTo>
                <a:lnTo>
                  <a:pt x="517508" y="4970"/>
                </a:lnTo>
                <a:lnTo>
                  <a:pt x="575009" y="16559"/>
                </a:lnTo>
                <a:lnTo>
                  <a:pt x="632509" y="34765"/>
                </a:lnTo>
                <a:lnTo>
                  <a:pt x="690010" y="59588"/>
                </a:lnTo>
                <a:lnTo>
                  <a:pt x="747511" y="91030"/>
                </a:lnTo>
                <a:lnTo>
                  <a:pt x="805012" y="129089"/>
                </a:lnTo>
                <a:lnTo>
                  <a:pt x="862513" y="173767"/>
                </a:lnTo>
                <a:lnTo>
                  <a:pt x="920014" y="225061"/>
                </a:lnTo>
              </a:path>
            </a:pathLst>
          </a:custGeom>
          <a:noFill/>
          <a:ln w="4286">
            <a:solidFill>
              <a:srgbClr val="F3851B">
                <a:alpha val="9000"/>
              </a:srgbClr>
            </a:solidFill>
            <a:prstDash val="solid"/>
          </a:ln>
        </p:spPr>
      </p:sp>
      <p:sp>
        <p:nvSpPr>
          <p:cNvPr id="301" name="knowledge-edge">
            <a:extLst>
              <a:ext uri="{FF2B5EF4-FFF2-40B4-BE49-F238E27FC236}">
                <a16:creationId xmlns:a16="http://schemas.microsoft.com/office/drawing/2014/main" id="{9FFB3B3E-C1AA-4DB1-AF5E-F9881620BA97}"/>
              </a:ext>
            </a:extLst>
          </p:cNvPr>
          <p:cNvSpPr>
            <a:spLocks noGrp="1"/>
          </p:cNvSpPr>
          <p:nvPr/>
        </p:nvSpPr>
        <p:spPr>
          <a:xfrm>
            <a:off x="8177314" y="5978074"/>
            <a:ext cx="513436" cy="12399"/>
          </a:xfrm>
          <a:custGeom>
            <a:avLst/>
            <a:gdLst/>
            <a:ahLst/>
            <a:cxnLst/>
            <a:rect l="0" t="0" r="0" b="0"/>
            <a:pathLst>
              <a:path w="513436" h="12399">
                <a:moveTo>
                  <a:pt x="0" y="4154"/>
                </a:moveTo>
                <a:lnTo>
                  <a:pt x="36674" y="6573"/>
                </a:lnTo>
                <a:lnTo>
                  <a:pt x="73348" y="8574"/>
                </a:lnTo>
                <a:lnTo>
                  <a:pt x="110022" y="10157"/>
                </a:lnTo>
                <a:lnTo>
                  <a:pt x="146696" y="11322"/>
                </a:lnTo>
                <a:lnTo>
                  <a:pt x="183370" y="12069"/>
                </a:lnTo>
                <a:lnTo>
                  <a:pt x="220044" y="12399"/>
                </a:lnTo>
                <a:lnTo>
                  <a:pt x="256718" y="12311"/>
                </a:lnTo>
                <a:lnTo>
                  <a:pt x="293392" y="11806"/>
                </a:lnTo>
                <a:lnTo>
                  <a:pt x="330066" y="10883"/>
                </a:lnTo>
                <a:lnTo>
                  <a:pt x="366740" y="9541"/>
                </a:lnTo>
                <a:lnTo>
                  <a:pt x="403414" y="7783"/>
                </a:lnTo>
                <a:lnTo>
                  <a:pt x="440088" y="5606"/>
                </a:lnTo>
                <a:lnTo>
                  <a:pt x="476762" y="3012"/>
                </a:lnTo>
                <a:lnTo>
                  <a:pt x="513436" y="0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302" name="knowledge-cross-edge">
            <a:extLst>
              <a:ext uri="{FF2B5EF4-FFF2-40B4-BE49-F238E27FC236}">
                <a16:creationId xmlns:a16="http://schemas.microsoft.com/office/drawing/2014/main" id="{88366E3F-017C-4919-ADF3-7D61104222B7}"/>
              </a:ext>
            </a:extLst>
          </p:cNvPr>
          <p:cNvSpPr>
            <a:spLocks noGrp="1"/>
          </p:cNvSpPr>
          <p:nvPr/>
        </p:nvSpPr>
        <p:spPr>
          <a:xfrm>
            <a:off x="8177314" y="5910498"/>
            <a:ext cx="578363" cy="71730"/>
          </a:xfrm>
          <a:custGeom>
            <a:avLst/>
            <a:gdLst/>
            <a:ahLst/>
            <a:cxnLst/>
            <a:rect l="0" t="0" r="0" b="0"/>
            <a:pathLst>
              <a:path w="578363" h="71730">
                <a:moveTo>
                  <a:pt x="0" y="71730"/>
                </a:moveTo>
                <a:lnTo>
                  <a:pt x="62749" y="63051"/>
                </a:lnTo>
                <a:lnTo>
                  <a:pt x="122852" y="54864"/>
                </a:lnTo>
                <a:lnTo>
                  <a:pt x="180309" y="47167"/>
                </a:lnTo>
                <a:lnTo>
                  <a:pt x="235121" y="39961"/>
                </a:lnTo>
                <a:lnTo>
                  <a:pt x="287287" y="33247"/>
                </a:lnTo>
                <a:lnTo>
                  <a:pt x="336806" y="27024"/>
                </a:lnTo>
                <a:lnTo>
                  <a:pt x="383680" y="21292"/>
                </a:lnTo>
                <a:lnTo>
                  <a:pt x="427909" y="16051"/>
                </a:lnTo>
                <a:lnTo>
                  <a:pt x="469491" y="11302"/>
                </a:lnTo>
                <a:lnTo>
                  <a:pt x="508427" y="7043"/>
                </a:lnTo>
                <a:lnTo>
                  <a:pt x="544718" y="3276"/>
                </a:lnTo>
                <a:lnTo>
                  <a:pt x="578363" y="0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303" name="knowledge-edge">
            <a:extLst>
              <a:ext uri="{FF2B5EF4-FFF2-40B4-BE49-F238E27FC236}">
                <a16:creationId xmlns:a16="http://schemas.microsoft.com/office/drawing/2014/main" id="{81D68820-5631-4817-BE4F-D481F96D2843}"/>
              </a:ext>
            </a:extLst>
          </p:cNvPr>
          <p:cNvSpPr>
            <a:spLocks noGrp="1"/>
          </p:cNvSpPr>
          <p:nvPr/>
        </p:nvSpPr>
        <p:spPr>
          <a:xfrm>
            <a:off x="8302880" y="5910498"/>
            <a:ext cx="452796" cy="259964"/>
          </a:xfrm>
          <a:custGeom>
            <a:avLst/>
            <a:gdLst/>
            <a:ahLst/>
            <a:cxnLst/>
            <a:rect l="0" t="0" r="0" b="0"/>
            <a:pathLst>
              <a:path w="452796" h="259964">
                <a:moveTo>
                  <a:pt x="0" y="259964"/>
                </a:moveTo>
                <a:lnTo>
                  <a:pt x="32343" y="224727"/>
                </a:lnTo>
                <a:lnTo>
                  <a:pt x="64685" y="192054"/>
                </a:lnTo>
                <a:lnTo>
                  <a:pt x="97028" y="161945"/>
                </a:lnTo>
                <a:lnTo>
                  <a:pt x="129370" y="134401"/>
                </a:lnTo>
                <a:lnTo>
                  <a:pt x="161713" y="109421"/>
                </a:lnTo>
                <a:lnTo>
                  <a:pt x="194056" y="87005"/>
                </a:lnTo>
                <a:lnTo>
                  <a:pt x="226398" y="67154"/>
                </a:lnTo>
                <a:lnTo>
                  <a:pt x="258741" y="49868"/>
                </a:lnTo>
                <a:lnTo>
                  <a:pt x="291083" y="35145"/>
                </a:lnTo>
                <a:lnTo>
                  <a:pt x="323426" y="22988"/>
                </a:lnTo>
                <a:lnTo>
                  <a:pt x="355769" y="13394"/>
                </a:lnTo>
                <a:lnTo>
                  <a:pt x="388111" y="6365"/>
                </a:lnTo>
                <a:lnTo>
                  <a:pt x="420454" y="1900"/>
                </a:lnTo>
                <a:lnTo>
                  <a:pt x="452796" y="0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304" name="knowledge-cross-edge">
            <a:extLst>
              <a:ext uri="{FF2B5EF4-FFF2-40B4-BE49-F238E27FC236}">
                <a16:creationId xmlns:a16="http://schemas.microsoft.com/office/drawing/2014/main" id="{366CB2DE-9CA5-4284-BBC7-6919473957C9}"/>
              </a:ext>
            </a:extLst>
          </p:cNvPr>
          <p:cNvSpPr>
            <a:spLocks noGrp="1"/>
          </p:cNvSpPr>
          <p:nvPr/>
        </p:nvSpPr>
        <p:spPr>
          <a:xfrm>
            <a:off x="8302880" y="5971863"/>
            <a:ext cx="423999" cy="198599"/>
          </a:xfrm>
          <a:custGeom>
            <a:avLst/>
            <a:gdLst/>
            <a:ahLst/>
            <a:cxnLst/>
            <a:rect l="0" t="0" r="0" b="0"/>
            <a:pathLst>
              <a:path w="423999" h="198599">
                <a:moveTo>
                  <a:pt x="0" y="198599"/>
                </a:moveTo>
                <a:lnTo>
                  <a:pt x="49885" y="152474"/>
                </a:lnTo>
                <a:lnTo>
                  <a:pt x="97125" y="112434"/>
                </a:lnTo>
                <a:lnTo>
                  <a:pt x="141719" y="78481"/>
                </a:lnTo>
                <a:lnTo>
                  <a:pt x="183666" y="50613"/>
                </a:lnTo>
                <a:lnTo>
                  <a:pt x="222968" y="28831"/>
                </a:lnTo>
                <a:lnTo>
                  <a:pt x="259625" y="13135"/>
                </a:lnTo>
                <a:lnTo>
                  <a:pt x="293635" y="3524"/>
                </a:lnTo>
                <a:lnTo>
                  <a:pt x="324999" y="0"/>
                </a:lnTo>
                <a:lnTo>
                  <a:pt x="353718" y="2561"/>
                </a:lnTo>
                <a:lnTo>
                  <a:pt x="379791" y="11209"/>
                </a:lnTo>
                <a:lnTo>
                  <a:pt x="403218" y="25942"/>
                </a:lnTo>
                <a:lnTo>
                  <a:pt x="423999" y="46760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305" name="knowledge-edge">
            <a:extLst>
              <a:ext uri="{FF2B5EF4-FFF2-40B4-BE49-F238E27FC236}">
                <a16:creationId xmlns:a16="http://schemas.microsoft.com/office/drawing/2014/main" id="{7B43C3F4-4C04-428F-B8AC-679B032B6BF4}"/>
              </a:ext>
            </a:extLst>
          </p:cNvPr>
          <p:cNvSpPr>
            <a:spLocks noGrp="1"/>
          </p:cNvSpPr>
          <p:nvPr/>
        </p:nvSpPr>
        <p:spPr>
          <a:xfrm>
            <a:off x="8201567" y="5976461"/>
            <a:ext cx="525312" cy="110389"/>
          </a:xfrm>
          <a:custGeom>
            <a:avLst/>
            <a:gdLst/>
            <a:ahLst/>
            <a:cxnLst/>
            <a:rect l="0" t="0" r="0" b="0"/>
            <a:pathLst>
              <a:path w="525312" h="110389">
                <a:moveTo>
                  <a:pt x="0" y="110389"/>
                </a:moveTo>
                <a:lnTo>
                  <a:pt x="37522" y="86296"/>
                </a:lnTo>
                <a:lnTo>
                  <a:pt x="75045" y="65160"/>
                </a:lnTo>
                <a:lnTo>
                  <a:pt x="112567" y="46981"/>
                </a:lnTo>
                <a:lnTo>
                  <a:pt x="150089" y="31759"/>
                </a:lnTo>
                <a:lnTo>
                  <a:pt x="187611" y="19493"/>
                </a:lnTo>
                <a:lnTo>
                  <a:pt x="225134" y="10185"/>
                </a:lnTo>
                <a:lnTo>
                  <a:pt x="262656" y="3833"/>
                </a:lnTo>
                <a:lnTo>
                  <a:pt x="300178" y="438"/>
                </a:lnTo>
                <a:lnTo>
                  <a:pt x="337700" y="0"/>
                </a:lnTo>
                <a:lnTo>
                  <a:pt x="375223" y="2519"/>
                </a:lnTo>
                <a:lnTo>
                  <a:pt x="412745" y="7994"/>
                </a:lnTo>
                <a:lnTo>
                  <a:pt x="450267" y="16427"/>
                </a:lnTo>
                <a:lnTo>
                  <a:pt x="487790" y="27816"/>
                </a:lnTo>
                <a:lnTo>
                  <a:pt x="525312" y="42162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306" name="knowledge-cross-edge">
            <a:extLst>
              <a:ext uri="{FF2B5EF4-FFF2-40B4-BE49-F238E27FC236}">
                <a16:creationId xmlns:a16="http://schemas.microsoft.com/office/drawing/2014/main" id="{6885649B-8A78-458F-A595-239EA02D04D4}"/>
              </a:ext>
            </a:extLst>
          </p:cNvPr>
          <p:cNvSpPr>
            <a:spLocks noGrp="1"/>
          </p:cNvSpPr>
          <p:nvPr/>
        </p:nvSpPr>
        <p:spPr>
          <a:xfrm>
            <a:off x="8201567" y="6041971"/>
            <a:ext cx="598526" cy="45703"/>
          </a:xfrm>
          <a:custGeom>
            <a:avLst/>
            <a:gdLst/>
            <a:ahLst/>
            <a:cxnLst/>
            <a:rect l="0" t="0" r="0" b="0"/>
            <a:pathLst>
              <a:path w="598526" h="45703">
                <a:moveTo>
                  <a:pt x="0" y="44880"/>
                </a:moveTo>
                <a:lnTo>
                  <a:pt x="64429" y="45703"/>
                </a:lnTo>
                <a:lnTo>
                  <a:pt x="126213" y="45697"/>
                </a:lnTo>
                <a:lnTo>
                  <a:pt x="185350" y="44861"/>
                </a:lnTo>
                <a:lnTo>
                  <a:pt x="241842" y="43195"/>
                </a:lnTo>
                <a:lnTo>
                  <a:pt x="295688" y="40700"/>
                </a:lnTo>
                <a:lnTo>
                  <a:pt x="346888" y="37375"/>
                </a:lnTo>
                <a:lnTo>
                  <a:pt x="395442" y="33220"/>
                </a:lnTo>
                <a:lnTo>
                  <a:pt x="441351" y="28236"/>
                </a:lnTo>
                <a:lnTo>
                  <a:pt x="484613" y="22421"/>
                </a:lnTo>
                <a:lnTo>
                  <a:pt x="525230" y="15777"/>
                </a:lnTo>
                <a:lnTo>
                  <a:pt x="563201" y="8303"/>
                </a:lnTo>
                <a:lnTo>
                  <a:pt x="598526" y="0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307" name="knowledge-edge">
            <a:extLst>
              <a:ext uri="{FF2B5EF4-FFF2-40B4-BE49-F238E27FC236}">
                <a16:creationId xmlns:a16="http://schemas.microsoft.com/office/drawing/2014/main" id="{F29644DF-B02D-483D-B231-44D85EB65F3D}"/>
              </a:ext>
            </a:extLst>
          </p:cNvPr>
          <p:cNvSpPr>
            <a:spLocks noGrp="1"/>
          </p:cNvSpPr>
          <p:nvPr/>
        </p:nvSpPr>
        <p:spPr>
          <a:xfrm>
            <a:off x="8175062" y="6034327"/>
            <a:ext cx="625031" cy="128281"/>
          </a:xfrm>
          <a:custGeom>
            <a:avLst/>
            <a:gdLst/>
            <a:ahLst/>
            <a:cxnLst/>
            <a:rect l="0" t="0" r="0" b="0"/>
            <a:pathLst>
              <a:path w="625031" h="128281">
                <a:moveTo>
                  <a:pt x="0" y="128281"/>
                </a:moveTo>
                <a:lnTo>
                  <a:pt x="44645" y="106469"/>
                </a:lnTo>
                <a:lnTo>
                  <a:pt x="89290" y="86687"/>
                </a:lnTo>
                <a:lnTo>
                  <a:pt x="133935" y="68936"/>
                </a:lnTo>
                <a:lnTo>
                  <a:pt x="178580" y="53214"/>
                </a:lnTo>
                <a:lnTo>
                  <a:pt x="223225" y="39522"/>
                </a:lnTo>
                <a:lnTo>
                  <a:pt x="267870" y="27860"/>
                </a:lnTo>
                <a:lnTo>
                  <a:pt x="312515" y="18228"/>
                </a:lnTo>
                <a:lnTo>
                  <a:pt x="357161" y="10626"/>
                </a:lnTo>
                <a:lnTo>
                  <a:pt x="401806" y="5054"/>
                </a:lnTo>
                <a:lnTo>
                  <a:pt x="446451" y="1512"/>
                </a:lnTo>
                <a:lnTo>
                  <a:pt x="491096" y="0"/>
                </a:lnTo>
                <a:lnTo>
                  <a:pt x="535741" y="518"/>
                </a:lnTo>
                <a:lnTo>
                  <a:pt x="580386" y="3066"/>
                </a:lnTo>
                <a:lnTo>
                  <a:pt x="625031" y="7643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308" name="knowledge-cross-edge">
            <a:extLst>
              <a:ext uri="{FF2B5EF4-FFF2-40B4-BE49-F238E27FC236}">
                <a16:creationId xmlns:a16="http://schemas.microsoft.com/office/drawing/2014/main" id="{00A06716-CDB4-4AA6-9E32-046BC5625AF3}"/>
              </a:ext>
            </a:extLst>
          </p:cNvPr>
          <p:cNvSpPr>
            <a:spLocks noGrp="1"/>
          </p:cNvSpPr>
          <p:nvPr/>
        </p:nvSpPr>
        <p:spPr>
          <a:xfrm>
            <a:off x="8175062" y="6162608"/>
            <a:ext cx="420702" cy="163333"/>
          </a:xfrm>
          <a:custGeom>
            <a:avLst/>
            <a:gdLst/>
            <a:ahLst/>
            <a:cxnLst/>
            <a:rect l="0" t="0" r="0" b="0"/>
            <a:pathLst>
              <a:path w="420702" h="163333">
                <a:moveTo>
                  <a:pt x="0" y="0"/>
                </a:moveTo>
                <a:lnTo>
                  <a:pt x="49611" y="5499"/>
                </a:lnTo>
                <a:lnTo>
                  <a:pt x="96575" y="12474"/>
                </a:lnTo>
                <a:lnTo>
                  <a:pt x="140894" y="20923"/>
                </a:lnTo>
                <a:lnTo>
                  <a:pt x="182567" y="30847"/>
                </a:lnTo>
                <a:lnTo>
                  <a:pt x="221594" y="42246"/>
                </a:lnTo>
                <a:lnTo>
                  <a:pt x="257976" y="55119"/>
                </a:lnTo>
                <a:lnTo>
                  <a:pt x="291711" y="69468"/>
                </a:lnTo>
                <a:lnTo>
                  <a:pt x="322801" y="85291"/>
                </a:lnTo>
                <a:lnTo>
                  <a:pt x="351245" y="102589"/>
                </a:lnTo>
                <a:lnTo>
                  <a:pt x="377043" y="121362"/>
                </a:lnTo>
                <a:lnTo>
                  <a:pt x="400195" y="141610"/>
                </a:lnTo>
                <a:lnTo>
                  <a:pt x="420702" y="163333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309" name="knowledge-edge">
            <a:extLst>
              <a:ext uri="{FF2B5EF4-FFF2-40B4-BE49-F238E27FC236}">
                <a16:creationId xmlns:a16="http://schemas.microsoft.com/office/drawing/2014/main" id="{53369C96-20F4-4ACF-A459-A99AE4DBDD47}"/>
              </a:ext>
            </a:extLst>
          </p:cNvPr>
          <p:cNvSpPr>
            <a:spLocks noGrp="1"/>
          </p:cNvSpPr>
          <p:nvPr/>
        </p:nvSpPr>
        <p:spPr>
          <a:xfrm>
            <a:off x="8330013" y="6278342"/>
            <a:ext cx="265751" cy="56740"/>
          </a:xfrm>
          <a:custGeom>
            <a:avLst/>
            <a:gdLst/>
            <a:ahLst/>
            <a:cxnLst/>
            <a:rect l="0" t="0" r="0" b="0"/>
            <a:pathLst>
              <a:path w="265751" h="56740">
                <a:moveTo>
                  <a:pt x="0" y="56740"/>
                </a:moveTo>
                <a:lnTo>
                  <a:pt x="18982" y="42246"/>
                </a:lnTo>
                <a:lnTo>
                  <a:pt x="37964" y="29882"/>
                </a:lnTo>
                <a:lnTo>
                  <a:pt x="56947" y="19647"/>
                </a:lnTo>
                <a:lnTo>
                  <a:pt x="75929" y="11541"/>
                </a:lnTo>
                <a:lnTo>
                  <a:pt x="94911" y="5565"/>
                </a:lnTo>
                <a:lnTo>
                  <a:pt x="113893" y="1718"/>
                </a:lnTo>
                <a:lnTo>
                  <a:pt x="132876" y="0"/>
                </a:lnTo>
                <a:lnTo>
                  <a:pt x="151858" y="412"/>
                </a:lnTo>
                <a:lnTo>
                  <a:pt x="170840" y="2953"/>
                </a:lnTo>
                <a:lnTo>
                  <a:pt x="189822" y="7624"/>
                </a:lnTo>
                <a:lnTo>
                  <a:pt x="208804" y="14424"/>
                </a:lnTo>
                <a:lnTo>
                  <a:pt x="227787" y="23353"/>
                </a:lnTo>
                <a:lnTo>
                  <a:pt x="246769" y="34412"/>
                </a:lnTo>
                <a:lnTo>
                  <a:pt x="265751" y="47600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310" name="knowledge-cross-edge">
            <a:extLst>
              <a:ext uri="{FF2B5EF4-FFF2-40B4-BE49-F238E27FC236}">
                <a16:creationId xmlns:a16="http://schemas.microsoft.com/office/drawing/2014/main" id="{D2987CB3-92F4-406C-A71B-171D39C2379D}"/>
              </a:ext>
            </a:extLst>
          </p:cNvPr>
          <p:cNvSpPr>
            <a:spLocks noGrp="1"/>
          </p:cNvSpPr>
          <p:nvPr/>
        </p:nvSpPr>
        <p:spPr>
          <a:xfrm>
            <a:off x="8330013" y="6012939"/>
            <a:ext cx="470081" cy="322143"/>
          </a:xfrm>
          <a:custGeom>
            <a:avLst/>
            <a:gdLst/>
            <a:ahLst/>
            <a:cxnLst/>
            <a:rect l="0" t="0" r="0" b="0"/>
            <a:pathLst>
              <a:path w="470081" h="322143">
                <a:moveTo>
                  <a:pt x="0" y="322143"/>
                </a:moveTo>
                <a:lnTo>
                  <a:pt x="24621" y="256035"/>
                </a:lnTo>
                <a:lnTo>
                  <a:pt x="51888" y="197506"/>
                </a:lnTo>
                <a:lnTo>
                  <a:pt x="81801" y="146556"/>
                </a:lnTo>
                <a:lnTo>
                  <a:pt x="114360" y="103183"/>
                </a:lnTo>
                <a:lnTo>
                  <a:pt x="149565" y="67390"/>
                </a:lnTo>
                <a:lnTo>
                  <a:pt x="187415" y="39175"/>
                </a:lnTo>
                <a:lnTo>
                  <a:pt x="227912" y="18538"/>
                </a:lnTo>
                <a:lnTo>
                  <a:pt x="271054" y="5480"/>
                </a:lnTo>
                <a:lnTo>
                  <a:pt x="316842" y="0"/>
                </a:lnTo>
                <a:lnTo>
                  <a:pt x="365275" y="2099"/>
                </a:lnTo>
                <a:lnTo>
                  <a:pt x="416355" y="11776"/>
                </a:lnTo>
                <a:lnTo>
                  <a:pt x="470081" y="29032"/>
                </a:lnTo>
              </a:path>
            </a:pathLst>
          </a:custGeom>
          <a:noFill/>
          <a:ln w="4953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311" name="knowledge-edge">
            <a:extLst>
              <a:ext uri="{FF2B5EF4-FFF2-40B4-BE49-F238E27FC236}">
                <a16:creationId xmlns:a16="http://schemas.microsoft.com/office/drawing/2014/main" id="{A6A91F87-12FB-4459-ACB8-B61C6500EB44}"/>
              </a:ext>
            </a:extLst>
          </p:cNvPr>
          <p:cNvSpPr>
            <a:spLocks noGrp="1"/>
          </p:cNvSpPr>
          <p:nvPr/>
        </p:nvSpPr>
        <p:spPr>
          <a:xfrm>
            <a:off x="8147288" y="6717252"/>
            <a:ext cx="560435" cy="70506"/>
          </a:xfrm>
          <a:custGeom>
            <a:avLst/>
            <a:gdLst/>
            <a:ahLst/>
            <a:cxnLst/>
            <a:rect l="0" t="0" r="0" b="0"/>
            <a:pathLst>
              <a:path w="560435" h="70506">
                <a:moveTo>
                  <a:pt x="0" y="32621"/>
                </a:moveTo>
                <a:lnTo>
                  <a:pt x="40031" y="44338"/>
                </a:lnTo>
                <a:lnTo>
                  <a:pt x="80062" y="53894"/>
                </a:lnTo>
                <a:lnTo>
                  <a:pt x="120093" y="61289"/>
                </a:lnTo>
                <a:lnTo>
                  <a:pt x="160124" y="66522"/>
                </a:lnTo>
                <a:lnTo>
                  <a:pt x="200155" y="69595"/>
                </a:lnTo>
                <a:lnTo>
                  <a:pt x="240186" y="70506"/>
                </a:lnTo>
                <a:lnTo>
                  <a:pt x="280217" y="69257"/>
                </a:lnTo>
                <a:lnTo>
                  <a:pt x="320249" y="65846"/>
                </a:lnTo>
                <a:lnTo>
                  <a:pt x="360280" y="60275"/>
                </a:lnTo>
                <a:lnTo>
                  <a:pt x="400311" y="52542"/>
                </a:lnTo>
                <a:lnTo>
                  <a:pt x="440342" y="42648"/>
                </a:lnTo>
                <a:lnTo>
                  <a:pt x="480373" y="30593"/>
                </a:lnTo>
                <a:lnTo>
                  <a:pt x="520404" y="16377"/>
                </a:lnTo>
                <a:lnTo>
                  <a:pt x="560435" y="0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312" name="knowledge-cross-edge">
            <a:extLst>
              <a:ext uri="{FF2B5EF4-FFF2-40B4-BE49-F238E27FC236}">
                <a16:creationId xmlns:a16="http://schemas.microsoft.com/office/drawing/2014/main" id="{8993CE8E-DAA1-4614-A325-3B154A393FBD}"/>
              </a:ext>
            </a:extLst>
          </p:cNvPr>
          <p:cNvSpPr>
            <a:spLocks noGrp="1"/>
          </p:cNvSpPr>
          <p:nvPr/>
        </p:nvSpPr>
        <p:spPr>
          <a:xfrm>
            <a:off x="8147288" y="6727755"/>
            <a:ext cx="609601" cy="290216"/>
          </a:xfrm>
          <a:custGeom>
            <a:avLst/>
            <a:gdLst/>
            <a:ahLst/>
            <a:cxnLst/>
            <a:rect l="0" t="0" r="0" b="0"/>
            <a:pathLst>
              <a:path w="609601" h="290216">
                <a:moveTo>
                  <a:pt x="0" y="22118"/>
                </a:moveTo>
                <a:lnTo>
                  <a:pt x="65352" y="8142"/>
                </a:lnTo>
                <a:lnTo>
                  <a:pt x="128058" y="770"/>
                </a:lnTo>
                <a:lnTo>
                  <a:pt x="188119" y="0"/>
                </a:lnTo>
                <a:lnTo>
                  <a:pt x="245534" y="5834"/>
                </a:lnTo>
                <a:lnTo>
                  <a:pt x="300302" y="18270"/>
                </a:lnTo>
                <a:lnTo>
                  <a:pt x="352425" y="37310"/>
                </a:lnTo>
                <a:lnTo>
                  <a:pt x="401903" y="62953"/>
                </a:lnTo>
                <a:lnTo>
                  <a:pt x="448734" y="95199"/>
                </a:lnTo>
                <a:lnTo>
                  <a:pt x="492919" y="134049"/>
                </a:lnTo>
                <a:lnTo>
                  <a:pt x="534459" y="179501"/>
                </a:lnTo>
                <a:lnTo>
                  <a:pt x="573353" y="231557"/>
                </a:lnTo>
                <a:lnTo>
                  <a:pt x="609601" y="290216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313" name="knowledge-cross-edge">
            <a:extLst>
              <a:ext uri="{FF2B5EF4-FFF2-40B4-BE49-F238E27FC236}">
                <a16:creationId xmlns:a16="http://schemas.microsoft.com/office/drawing/2014/main" id="{CDD82210-1FF1-4A05-8390-BDF8A9995053}"/>
              </a:ext>
            </a:extLst>
          </p:cNvPr>
          <p:cNvSpPr>
            <a:spLocks noGrp="1"/>
          </p:cNvSpPr>
          <p:nvPr/>
        </p:nvSpPr>
        <p:spPr>
          <a:xfrm>
            <a:off x="8147288" y="6305131"/>
            <a:ext cx="448475" cy="444743"/>
          </a:xfrm>
          <a:custGeom>
            <a:avLst/>
            <a:gdLst/>
            <a:ahLst/>
            <a:cxnLst/>
            <a:rect l="0" t="0" r="0" b="0"/>
            <a:pathLst>
              <a:path w="448475" h="444743">
                <a:moveTo>
                  <a:pt x="0" y="444743"/>
                </a:moveTo>
                <a:lnTo>
                  <a:pt x="22821" y="359109"/>
                </a:lnTo>
                <a:lnTo>
                  <a:pt x="48288" y="282622"/>
                </a:lnTo>
                <a:lnTo>
                  <a:pt x="76400" y="215281"/>
                </a:lnTo>
                <a:lnTo>
                  <a:pt x="107158" y="157086"/>
                </a:lnTo>
                <a:lnTo>
                  <a:pt x="140563" y="108039"/>
                </a:lnTo>
                <a:lnTo>
                  <a:pt x="176613" y="68138"/>
                </a:lnTo>
                <a:lnTo>
                  <a:pt x="215309" y="37383"/>
                </a:lnTo>
                <a:lnTo>
                  <a:pt x="256650" y="15776"/>
                </a:lnTo>
                <a:lnTo>
                  <a:pt x="300638" y="3315"/>
                </a:lnTo>
                <a:lnTo>
                  <a:pt x="347271" y="0"/>
                </a:lnTo>
                <a:lnTo>
                  <a:pt x="396550" y="5832"/>
                </a:lnTo>
                <a:lnTo>
                  <a:pt x="448475" y="20811"/>
                </a:lnTo>
              </a:path>
            </a:pathLst>
          </a:custGeom>
          <a:noFill/>
          <a:ln w="4953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314" name="knowledge-edge">
            <a:extLst>
              <a:ext uri="{FF2B5EF4-FFF2-40B4-BE49-F238E27FC236}">
                <a16:creationId xmlns:a16="http://schemas.microsoft.com/office/drawing/2014/main" id="{7DD79E53-A9B0-4AD9-A3F9-8B8789E4FF56}"/>
              </a:ext>
            </a:extLst>
          </p:cNvPr>
          <p:cNvSpPr>
            <a:spLocks noGrp="1"/>
          </p:cNvSpPr>
          <p:nvPr/>
        </p:nvSpPr>
        <p:spPr>
          <a:xfrm>
            <a:off x="8145832" y="7011980"/>
            <a:ext cx="611057" cy="117010"/>
          </a:xfrm>
          <a:custGeom>
            <a:avLst/>
            <a:gdLst/>
            <a:ahLst/>
            <a:cxnLst/>
            <a:rect l="0" t="0" r="0" b="0"/>
            <a:pathLst>
              <a:path w="611057" h="117010">
                <a:moveTo>
                  <a:pt x="0" y="117010"/>
                </a:moveTo>
                <a:lnTo>
                  <a:pt x="43647" y="97349"/>
                </a:lnTo>
                <a:lnTo>
                  <a:pt x="87294" y="79492"/>
                </a:lnTo>
                <a:lnTo>
                  <a:pt x="130941" y="63440"/>
                </a:lnTo>
                <a:lnTo>
                  <a:pt x="174588" y="49193"/>
                </a:lnTo>
                <a:lnTo>
                  <a:pt x="218234" y="36750"/>
                </a:lnTo>
                <a:lnTo>
                  <a:pt x="261881" y="26113"/>
                </a:lnTo>
                <a:lnTo>
                  <a:pt x="305528" y="17281"/>
                </a:lnTo>
                <a:lnTo>
                  <a:pt x="349175" y="10253"/>
                </a:lnTo>
                <a:lnTo>
                  <a:pt x="392822" y="5030"/>
                </a:lnTo>
                <a:lnTo>
                  <a:pt x="436469" y="1613"/>
                </a:lnTo>
                <a:lnTo>
                  <a:pt x="480116" y="0"/>
                </a:lnTo>
                <a:lnTo>
                  <a:pt x="523763" y="192"/>
                </a:lnTo>
                <a:lnTo>
                  <a:pt x="567410" y="2189"/>
                </a:lnTo>
                <a:lnTo>
                  <a:pt x="611057" y="5991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315" name="knowledge-edge">
            <a:extLst>
              <a:ext uri="{FF2B5EF4-FFF2-40B4-BE49-F238E27FC236}">
                <a16:creationId xmlns:a16="http://schemas.microsoft.com/office/drawing/2014/main" id="{6B36FAC5-903B-4DA1-8C00-9A311B755317}"/>
              </a:ext>
            </a:extLst>
          </p:cNvPr>
          <p:cNvSpPr>
            <a:spLocks noGrp="1"/>
          </p:cNvSpPr>
          <p:nvPr/>
        </p:nvSpPr>
        <p:spPr>
          <a:xfrm>
            <a:off x="8690750" y="5652272"/>
            <a:ext cx="334458" cy="325802"/>
          </a:xfrm>
          <a:custGeom>
            <a:avLst/>
            <a:gdLst/>
            <a:ahLst/>
            <a:cxnLst/>
            <a:rect l="0" t="0" r="0" b="0"/>
            <a:pathLst>
              <a:path w="334458" h="325802">
                <a:moveTo>
                  <a:pt x="0" y="325802"/>
                </a:moveTo>
                <a:lnTo>
                  <a:pt x="23890" y="296181"/>
                </a:lnTo>
                <a:lnTo>
                  <a:pt x="47780" y="267537"/>
                </a:lnTo>
                <a:lnTo>
                  <a:pt x="71670" y="239869"/>
                </a:lnTo>
                <a:lnTo>
                  <a:pt x="95559" y="213179"/>
                </a:lnTo>
                <a:lnTo>
                  <a:pt x="119449" y="187465"/>
                </a:lnTo>
                <a:lnTo>
                  <a:pt x="143339" y="162728"/>
                </a:lnTo>
                <a:lnTo>
                  <a:pt x="167229" y="138968"/>
                </a:lnTo>
                <a:lnTo>
                  <a:pt x="191119" y="116185"/>
                </a:lnTo>
                <a:lnTo>
                  <a:pt x="215009" y="94379"/>
                </a:lnTo>
                <a:lnTo>
                  <a:pt x="238899" y="73549"/>
                </a:lnTo>
                <a:lnTo>
                  <a:pt x="262788" y="53697"/>
                </a:lnTo>
                <a:lnTo>
                  <a:pt x="286678" y="34821"/>
                </a:lnTo>
                <a:lnTo>
                  <a:pt x="310568" y="16922"/>
                </a:lnTo>
                <a:lnTo>
                  <a:pt x="334458" y="0"/>
                </a:lnTo>
              </a:path>
            </a:pathLst>
          </a:custGeom>
          <a:noFill/>
          <a:ln w="6477">
            <a:solidFill>
              <a:srgbClr val="F7A20F">
                <a:alpha val="17000"/>
              </a:srgbClr>
            </a:solidFill>
            <a:prstDash val="solid"/>
          </a:ln>
        </p:spPr>
      </p:sp>
      <p:sp>
        <p:nvSpPr>
          <p:cNvPr id="316" name="knowledge-cross-edge">
            <a:extLst>
              <a:ext uri="{FF2B5EF4-FFF2-40B4-BE49-F238E27FC236}">
                <a16:creationId xmlns:a16="http://schemas.microsoft.com/office/drawing/2014/main" id="{3E02DA4E-CD88-497D-86B2-3707A457AB8E}"/>
              </a:ext>
            </a:extLst>
          </p:cNvPr>
          <p:cNvSpPr>
            <a:spLocks noGrp="1"/>
          </p:cNvSpPr>
          <p:nvPr/>
        </p:nvSpPr>
        <p:spPr>
          <a:xfrm>
            <a:off x="8690750" y="5805465"/>
            <a:ext cx="276901" cy="172609"/>
          </a:xfrm>
          <a:custGeom>
            <a:avLst/>
            <a:gdLst/>
            <a:ahLst/>
            <a:cxnLst/>
            <a:rect l="0" t="0" r="0" b="0"/>
            <a:pathLst>
              <a:path w="276901" h="172609">
                <a:moveTo>
                  <a:pt x="0" y="172609"/>
                </a:moveTo>
                <a:lnTo>
                  <a:pt x="37627" y="141187"/>
                </a:lnTo>
                <a:lnTo>
                  <a:pt x="72609" y="112912"/>
                </a:lnTo>
                <a:lnTo>
                  <a:pt x="104944" y="87784"/>
                </a:lnTo>
                <a:lnTo>
                  <a:pt x="134634" y="65803"/>
                </a:lnTo>
                <a:lnTo>
                  <a:pt x="161678" y="46969"/>
                </a:lnTo>
                <a:lnTo>
                  <a:pt x="186076" y="31281"/>
                </a:lnTo>
                <a:lnTo>
                  <a:pt x="207828" y="18741"/>
                </a:lnTo>
                <a:lnTo>
                  <a:pt x="226934" y="9347"/>
                </a:lnTo>
                <a:lnTo>
                  <a:pt x="243395" y="3100"/>
                </a:lnTo>
                <a:lnTo>
                  <a:pt x="257209" y="0"/>
                </a:lnTo>
                <a:lnTo>
                  <a:pt x="268378" y="47"/>
                </a:lnTo>
                <a:lnTo>
                  <a:pt x="276901" y="3240"/>
                </a:lnTo>
              </a:path>
            </a:pathLst>
          </a:custGeom>
          <a:noFill/>
          <a:ln w="5334">
            <a:solidFill>
              <a:srgbClr val="F7A20F">
                <a:alpha val="13000"/>
              </a:srgbClr>
            </a:solidFill>
            <a:prstDash val="solid"/>
          </a:ln>
        </p:spPr>
      </p:sp>
      <p:sp>
        <p:nvSpPr>
          <p:cNvPr id="317" name="knowledge-edge">
            <a:extLst>
              <a:ext uri="{FF2B5EF4-FFF2-40B4-BE49-F238E27FC236}">
                <a16:creationId xmlns:a16="http://schemas.microsoft.com/office/drawing/2014/main" id="{BDF865D6-632B-4EDC-9836-88809EEE7440}"/>
              </a:ext>
            </a:extLst>
          </p:cNvPr>
          <p:cNvSpPr>
            <a:spLocks noGrp="1"/>
          </p:cNvSpPr>
          <p:nvPr/>
        </p:nvSpPr>
        <p:spPr>
          <a:xfrm>
            <a:off x="8755676" y="5808705"/>
            <a:ext cx="211975" cy="114687"/>
          </a:xfrm>
          <a:custGeom>
            <a:avLst/>
            <a:gdLst/>
            <a:ahLst/>
            <a:cxnLst/>
            <a:rect l="0" t="0" r="0" b="0"/>
            <a:pathLst>
              <a:path w="211975" h="114687">
                <a:moveTo>
                  <a:pt x="0" y="101793"/>
                </a:moveTo>
                <a:lnTo>
                  <a:pt x="15141" y="108165"/>
                </a:lnTo>
                <a:lnTo>
                  <a:pt x="30282" y="112437"/>
                </a:lnTo>
                <a:lnTo>
                  <a:pt x="45423" y="114612"/>
                </a:lnTo>
                <a:lnTo>
                  <a:pt x="60564" y="114687"/>
                </a:lnTo>
                <a:lnTo>
                  <a:pt x="75705" y="112663"/>
                </a:lnTo>
                <a:lnTo>
                  <a:pt x="90846" y="108541"/>
                </a:lnTo>
                <a:lnTo>
                  <a:pt x="105987" y="102319"/>
                </a:lnTo>
                <a:lnTo>
                  <a:pt x="121128" y="93999"/>
                </a:lnTo>
                <a:lnTo>
                  <a:pt x="136269" y="83579"/>
                </a:lnTo>
                <a:lnTo>
                  <a:pt x="151411" y="71061"/>
                </a:lnTo>
                <a:lnTo>
                  <a:pt x="166552" y="56444"/>
                </a:lnTo>
                <a:lnTo>
                  <a:pt x="181693" y="39728"/>
                </a:lnTo>
                <a:lnTo>
                  <a:pt x="196834" y="20914"/>
                </a:lnTo>
                <a:lnTo>
                  <a:pt x="211975" y="0"/>
                </a:lnTo>
              </a:path>
            </a:pathLst>
          </a:custGeom>
          <a:noFill/>
          <a:ln w="6477">
            <a:solidFill>
              <a:srgbClr val="F7A20F">
                <a:alpha val="17000"/>
              </a:srgbClr>
            </a:solidFill>
            <a:prstDash val="solid"/>
          </a:ln>
        </p:spPr>
      </p:sp>
      <p:sp>
        <p:nvSpPr>
          <p:cNvPr id="318" name="knowledge-cross-edge">
            <a:extLst>
              <a:ext uri="{FF2B5EF4-FFF2-40B4-BE49-F238E27FC236}">
                <a16:creationId xmlns:a16="http://schemas.microsoft.com/office/drawing/2014/main" id="{CF726314-9C27-42C2-8473-B24384DB0022}"/>
              </a:ext>
            </a:extLst>
          </p:cNvPr>
          <p:cNvSpPr>
            <a:spLocks noGrp="1"/>
          </p:cNvSpPr>
          <p:nvPr/>
        </p:nvSpPr>
        <p:spPr>
          <a:xfrm>
            <a:off x="8755676" y="5838193"/>
            <a:ext cx="262188" cy="72305"/>
          </a:xfrm>
          <a:custGeom>
            <a:avLst/>
            <a:gdLst/>
            <a:ahLst/>
            <a:cxnLst/>
            <a:rect l="0" t="0" r="0" b="0"/>
            <a:pathLst>
              <a:path w="262188" h="72305">
                <a:moveTo>
                  <a:pt x="0" y="72305"/>
                </a:moveTo>
                <a:lnTo>
                  <a:pt x="36401" y="51435"/>
                </a:lnTo>
                <a:lnTo>
                  <a:pt x="70156" y="34092"/>
                </a:lnTo>
                <a:lnTo>
                  <a:pt x="101266" y="20277"/>
                </a:lnTo>
                <a:lnTo>
                  <a:pt x="129729" y="9990"/>
                </a:lnTo>
                <a:lnTo>
                  <a:pt x="155547" y="3231"/>
                </a:lnTo>
                <a:lnTo>
                  <a:pt x="178719" y="0"/>
                </a:lnTo>
                <a:lnTo>
                  <a:pt x="199245" y="297"/>
                </a:lnTo>
                <a:lnTo>
                  <a:pt x="217125" y="4121"/>
                </a:lnTo>
                <a:lnTo>
                  <a:pt x="232360" y="11474"/>
                </a:lnTo>
                <a:lnTo>
                  <a:pt x="244948" y="22354"/>
                </a:lnTo>
                <a:lnTo>
                  <a:pt x="254891" y="36763"/>
                </a:lnTo>
                <a:lnTo>
                  <a:pt x="262188" y="54699"/>
                </a:lnTo>
              </a:path>
            </a:pathLst>
          </a:custGeom>
          <a:noFill/>
          <a:ln w="5334">
            <a:solidFill>
              <a:srgbClr val="F7A20F">
                <a:alpha val="13000"/>
              </a:srgbClr>
            </a:solidFill>
            <a:prstDash val="solid"/>
          </a:ln>
        </p:spPr>
      </p:sp>
      <p:sp>
        <p:nvSpPr>
          <p:cNvPr id="319" name="knowledge-edge">
            <a:extLst>
              <a:ext uri="{FF2B5EF4-FFF2-40B4-BE49-F238E27FC236}">
                <a16:creationId xmlns:a16="http://schemas.microsoft.com/office/drawing/2014/main" id="{24DCC9B7-A59A-49C5-A8EF-DC1BBEC9C3FC}"/>
              </a:ext>
            </a:extLst>
          </p:cNvPr>
          <p:cNvSpPr>
            <a:spLocks noGrp="1"/>
          </p:cNvSpPr>
          <p:nvPr/>
        </p:nvSpPr>
        <p:spPr>
          <a:xfrm>
            <a:off x="8726879" y="5892892"/>
            <a:ext cx="290985" cy="125732"/>
          </a:xfrm>
          <a:custGeom>
            <a:avLst/>
            <a:gdLst/>
            <a:ahLst/>
            <a:cxnLst/>
            <a:rect l="0" t="0" r="0" b="0"/>
            <a:pathLst>
              <a:path w="290985" h="125732">
                <a:moveTo>
                  <a:pt x="0" y="125732"/>
                </a:moveTo>
                <a:lnTo>
                  <a:pt x="20785" y="112242"/>
                </a:lnTo>
                <a:lnTo>
                  <a:pt x="41569" y="99445"/>
                </a:lnTo>
                <a:lnTo>
                  <a:pt x="62354" y="87342"/>
                </a:lnTo>
                <a:lnTo>
                  <a:pt x="83139" y="75932"/>
                </a:lnTo>
                <a:lnTo>
                  <a:pt x="103923" y="65217"/>
                </a:lnTo>
                <a:lnTo>
                  <a:pt x="124708" y="55195"/>
                </a:lnTo>
                <a:lnTo>
                  <a:pt x="145493" y="45868"/>
                </a:lnTo>
                <a:lnTo>
                  <a:pt x="166277" y="37234"/>
                </a:lnTo>
                <a:lnTo>
                  <a:pt x="187062" y="29294"/>
                </a:lnTo>
                <a:lnTo>
                  <a:pt x="207846" y="22047"/>
                </a:lnTo>
                <a:lnTo>
                  <a:pt x="228631" y="15495"/>
                </a:lnTo>
                <a:lnTo>
                  <a:pt x="249416" y="9636"/>
                </a:lnTo>
                <a:lnTo>
                  <a:pt x="270200" y="4471"/>
                </a:lnTo>
                <a:lnTo>
                  <a:pt x="290985" y="0"/>
                </a:lnTo>
              </a:path>
            </a:pathLst>
          </a:custGeom>
          <a:noFill/>
          <a:ln w="6477">
            <a:solidFill>
              <a:srgbClr val="F7A20F">
                <a:alpha val="17000"/>
              </a:srgbClr>
            </a:solidFill>
            <a:prstDash val="solid"/>
          </a:ln>
        </p:spPr>
      </p:sp>
      <p:sp>
        <p:nvSpPr>
          <p:cNvPr id="320" name="knowledge-cross-edge">
            <a:extLst>
              <a:ext uri="{FF2B5EF4-FFF2-40B4-BE49-F238E27FC236}">
                <a16:creationId xmlns:a16="http://schemas.microsoft.com/office/drawing/2014/main" id="{A49ABC7B-410B-4A4D-90AD-59C38958648B}"/>
              </a:ext>
            </a:extLst>
          </p:cNvPr>
          <p:cNvSpPr>
            <a:spLocks noGrp="1"/>
          </p:cNvSpPr>
          <p:nvPr/>
        </p:nvSpPr>
        <p:spPr>
          <a:xfrm>
            <a:off x="8726879" y="5933368"/>
            <a:ext cx="250671" cy="85255"/>
          </a:xfrm>
          <a:custGeom>
            <a:avLst/>
            <a:gdLst/>
            <a:ahLst/>
            <a:cxnLst/>
            <a:rect l="0" t="0" r="0" b="0"/>
            <a:pathLst>
              <a:path w="250671" h="85255">
                <a:moveTo>
                  <a:pt x="0" y="85255"/>
                </a:moveTo>
                <a:lnTo>
                  <a:pt x="35441" y="68718"/>
                </a:lnTo>
                <a:lnTo>
                  <a:pt x="68237" y="53961"/>
                </a:lnTo>
                <a:lnTo>
                  <a:pt x="98386" y="40984"/>
                </a:lnTo>
                <a:lnTo>
                  <a:pt x="125890" y="29788"/>
                </a:lnTo>
                <a:lnTo>
                  <a:pt x="150748" y="20372"/>
                </a:lnTo>
                <a:lnTo>
                  <a:pt x="172960" y="12737"/>
                </a:lnTo>
                <a:lnTo>
                  <a:pt x="192527" y="6882"/>
                </a:lnTo>
                <a:lnTo>
                  <a:pt x="209447" y="2807"/>
                </a:lnTo>
                <a:lnTo>
                  <a:pt x="223722" y="513"/>
                </a:lnTo>
                <a:lnTo>
                  <a:pt x="235350" y="0"/>
                </a:lnTo>
                <a:lnTo>
                  <a:pt x="244333" y="1267"/>
                </a:lnTo>
                <a:lnTo>
                  <a:pt x="250671" y="4315"/>
                </a:lnTo>
              </a:path>
            </a:pathLst>
          </a:custGeom>
          <a:noFill/>
          <a:ln w="5334">
            <a:solidFill>
              <a:srgbClr val="F7A20F">
                <a:alpha val="13000"/>
              </a:srgbClr>
            </a:solidFill>
            <a:prstDash val="solid"/>
          </a:ln>
        </p:spPr>
      </p:sp>
      <p:sp>
        <p:nvSpPr>
          <p:cNvPr id="321" name="knowledge-long-edge">
            <a:extLst>
              <a:ext uri="{FF2B5EF4-FFF2-40B4-BE49-F238E27FC236}">
                <a16:creationId xmlns:a16="http://schemas.microsoft.com/office/drawing/2014/main" id="{09AF8256-7451-450A-89EA-384F1D92A2E6}"/>
              </a:ext>
            </a:extLst>
          </p:cNvPr>
          <p:cNvSpPr>
            <a:spLocks noGrp="1"/>
          </p:cNvSpPr>
          <p:nvPr/>
        </p:nvSpPr>
        <p:spPr>
          <a:xfrm>
            <a:off x="8726879" y="5308316"/>
            <a:ext cx="808427" cy="710307"/>
          </a:xfrm>
          <a:custGeom>
            <a:avLst/>
            <a:gdLst/>
            <a:ahLst/>
            <a:cxnLst/>
            <a:rect l="0" t="0" r="0" b="0"/>
            <a:pathLst>
              <a:path w="808427" h="710307">
                <a:moveTo>
                  <a:pt x="0" y="710307"/>
                </a:moveTo>
                <a:lnTo>
                  <a:pt x="50527" y="580295"/>
                </a:lnTo>
                <a:lnTo>
                  <a:pt x="101053" y="463390"/>
                </a:lnTo>
                <a:lnTo>
                  <a:pt x="151580" y="359592"/>
                </a:lnTo>
                <a:lnTo>
                  <a:pt x="202107" y="268901"/>
                </a:lnTo>
                <a:lnTo>
                  <a:pt x="252633" y="191316"/>
                </a:lnTo>
                <a:lnTo>
                  <a:pt x="303160" y="126839"/>
                </a:lnTo>
                <a:lnTo>
                  <a:pt x="353687" y="75469"/>
                </a:lnTo>
                <a:lnTo>
                  <a:pt x="404213" y="37206"/>
                </a:lnTo>
                <a:lnTo>
                  <a:pt x="454740" y="12049"/>
                </a:lnTo>
                <a:lnTo>
                  <a:pt x="505267" y="0"/>
                </a:lnTo>
                <a:lnTo>
                  <a:pt x="555794" y="1058"/>
                </a:lnTo>
                <a:lnTo>
                  <a:pt x="606320" y="15222"/>
                </a:lnTo>
                <a:lnTo>
                  <a:pt x="656847" y="42494"/>
                </a:lnTo>
                <a:lnTo>
                  <a:pt x="707374" y="82872"/>
                </a:lnTo>
                <a:lnTo>
                  <a:pt x="757900" y="136358"/>
                </a:lnTo>
                <a:lnTo>
                  <a:pt x="808427" y="202950"/>
                </a:lnTo>
              </a:path>
            </a:pathLst>
          </a:custGeom>
          <a:noFill/>
          <a:ln w="4286">
            <a:solidFill>
              <a:srgbClr val="F7A20F">
                <a:alpha val="9000"/>
              </a:srgbClr>
            </a:solidFill>
            <a:prstDash val="solid"/>
          </a:ln>
        </p:spPr>
      </p:sp>
      <p:sp>
        <p:nvSpPr>
          <p:cNvPr id="322" name="knowledge-edge">
            <a:extLst>
              <a:ext uri="{FF2B5EF4-FFF2-40B4-BE49-F238E27FC236}">
                <a16:creationId xmlns:a16="http://schemas.microsoft.com/office/drawing/2014/main" id="{D1C25E53-7153-429E-B9E9-C99D1A716742}"/>
              </a:ext>
            </a:extLst>
          </p:cNvPr>
          <p:cNvSpPr>
            <a:spLocks noGrp="1"/>
          </p:cNvSpPr>
          <p:nvPr/>
        </p:nvSpPr>
        <p:spPr>
          <a:xfrm>
            <a:off x="8800093" y="5937683"/>
            <a:ext cx="177456" cy="121601"/>
          </a:xfrm>
          <a:custGeom>
            <a:avLst/>
            <a:gdLst/>
            <a:ahLst/>
            <a:cxnLst/>
            <a:rect l="0" t="0" r="0" b="0"/>
            <a:pathLst>
              <a:path w="177456" h="121601">
                <a:moveTo>
                  <a:pt x="0" y="104288"/>
                </a:moveTo>
                <a:lnTo>
                  <a:pt x="12675" y="112149"/>
                </a:lnTo>
                <a:lnTo>
                  <a:pt x="25351" y="117656"/>
                </a:lnTo>
                <a:lnTo>
                  <a:pt x="38026" y="120806"/>
                </a:lnTo>
                <a:lnTo>
                  <a:pt x="50702" y="121601"/>
                </a:lnTo>
                <a:lnTo>
                  <a:pt x="63377" y="120041"/>
                </a:lnTo>
                <a:lnTo>
                  <a:pt x="76053" y="116125"/>
                </a:lnTo>
                <a:lnTo>
                  <a:pt x="88728" y="109854"/>
                </a:lnTo>
                <a:lnTo>
                  <a:pt x="101404" y="101227"/>
                </a:lnTo>
                <a:lnTo>
                  <a:pt x="114079" y="90244"/>
                </a:lnTo>
                <a:lnTo>
                  <a:pt x="126755" y="76907"/>
                </a:lnTo>
                <a:lnTo>
                  <a:pt x="139430" y="61213"/>
                </a:lnTo>
                <a:lnTo>
                  <a:pt x="152106" y="43164"/>
                </a:lnTo>
                <a:lnTo>
                  <a:pt x="164781" y="22760"/>
                </a:lnTo>
                <a:lnTo>
                  <a:pt x="177456" y="0"/>
                </a:lnTo>
              </a:path>
            </a:pathLst>
          </a:custGeom>
          <a:noFill/>
          <a:ln w="6477">
            <a:solidFill>
              <a:srgbClr val="F7A20F">
                <a:alpha val="17000"/>
              </a:srgbClr>
            </a:solidFill>
            <a:prstDash val="solid"/>
          </a:ln>
        </p:spPr>
      </p:sp>
      <p:sp>
        <p:nvSpPr>
          <p:cNvPr id="323" name="knowledge-cross-edge">
            <a:extLst>
              <a:ext uri="{FF2B5EF4-FFF2-40B4-BE49-F238E27FC236}">
                <a16:creationId xmlns:a16="http://schemas.microsoft.com/office/drawing/2014/main" id="{D9DACF45-DBB5-4588-87B4-4477926B9A71}"/>
              </a:ext>
            </a:extLst>
          </p:cNvPr>
          <p:cNvSpPr>
            <a:spLocks noGrp="1"/>
          </p:cNvSpPr>
          <p:nvPr/>
        </p:nvSpPr>
        <p:spPr>
          <a:xfrm>
            <a:off x="8800093" y="6014950"/>
            <a:ext cx="387696" cy="192191"/>
          </a:xfrm>
          <a:custGeom>
            <a:avLst/>
            <a:gdLst/>
            <a:ahLst/>
            <a:cxnLst/>
            <a:rect l="0" t="0" r="0" b="0"/>
            <a:pathLst>
              <a:path w="387696" h="192191">
                <a:moveTo>
                  <a:pt x="0" y="27020"/>
                </a:moveTo>
                <a:lnTo>
                  <a:pt x="46860" y="12953"/>
                </a:lnTo>
                <a:lnTo>
                  <a:pt x="91074" y="3947"/>
                </a:lnTo>
                <a:lnTo>
                  <a:pt x="132643" y="0"/>
                </a:lnTo>
                <a:lnTo>
                  <a:pt x="171565" y="1114"/>
                </a:lnTo>
                <a:lnTo>
                  <a:pt x="207842" y="7287"/>
                </a:lnTo>
                <a:lnTo>
                  <a:pt x="241473" y="18522"/>
                </a:lnTo>
                <a:lnTo>
                  <a:pt x="272458" y="34816"/>
                </a:lnTo>
                <a:lnTo>
                  <a:pt x="300797" y="56170"/>
                </a:lnTo>
                <a:lnTo>
                  <a:pt x="326491" y="82585"/>
                </a:lnTo>
                <a:lnTo>
                  <a:pt x="349538" y="114060"/>
                </a:lnTo>
                <a:lnTo>
                  <a:pt x="369940" y="150595"/>
                </a:lnTo>
                <a:lnTo>
                  <a:pt x="387696" y="192191"/>
                </a:lnTo>
              </a:path>
            </a:pathLst>
          </a:custGeom>
          <a:noFill/>
          <a:ln w="5334">
            <a:solidFill>
              <a:srgbClr val="F7A20F">
                <a:alpha val="13000"/>
              </a:srgbClr>
            </a:solidFill>
            <a:prstDash val="solid"/>
          </a:ln>
        </p:spPr>
      </p:sp>
      <p:sp>
        <p:nvSpPr>
          <p:cNvPr id="324" name="knowledge-edge">
            <a:extLst>
              <a:ext uri="{FF2B5EF4-FFF2-40B4-BE49-F238E27FC236}">
                <a16:creationId xmlns:a16="http://schemas.microsoft.com/office/drawing/2014/main" id="{1FA5E7E9-0DCB-43B1-86BE-E247AE330DD3}"/>
              </a:ext>
            </a:extLst>
          </p:cNvPr>
          <p:cNvSpPr>
            <a:spLocks noGrp="1"/>
          </p:cNvSpPr>
          <p:nvPr/>
        </p:nvSpPr>
        <p:spPr>
          <a:xfrm>
            <a:off x="8595764" y="6207141"/>
            <a:ext cx="592025" cy="118800"/>
          </a:xfrm>
          <a:custGeom>
            <a:avLst/>
            <a:gdLst/>
            <a:ahLst/>
            <a:cxnLst/>
            <a:rect l="0" t="0" r="0" b="0"/>
            <a:pathLst>
              <a:path w="592025" h="118800">
                <a:moveTo>
                  <a:pt x="0" y="118800"/>
                </a:moveTo>
                <a:lnTo>
                  <a:pt x="42288" y="109462"/>
                </a:lnTo>
                <a:lnTo>
                  <a:pt x="84575" y="100254"/>
                </a:lnTo>
                <a:lnTo>
                  <a:pt x="126863" y="91178"/>
                </a:lnTo>
                <a:lnTo>
                  <a:pt x="169150" y="82233"/>
                </a:lnTo>
                <a:lnTo>
                  <a:pt x="211438" y="73419"/>
                </a:lnTo>
                <a:lnTo>
                  <a:pt x="253725" y="64736"/>
                </a:lnTo>
                <a:lnTo>
                  <a:pt x="296013" y="56185"/>
                </a:lnTo>
                <a:lnTo>
                  <a:pt x="338300" y="47765"/>
                </a:lnTo>
                <a:lnTo>
                  <a:pt x="380588" y="39476"/>
                </a:lnTo>
                <a:lnTo>
                  <a:pt x="422875" y="31318"/>
                </a:lnTo>
                <a:lnTo>
                  <a:pt x="465163" y="23292"/>
                </a:lnTo>
                <a:lnTo>
                  <a:pt x="507450" y="15397"/>
                </a:lnTo>
                <a:lnTo>
                  <a:pt x="549738" y="7633"/>
                </a:lnTo>
                <a:lnTo>
                  <a:pt x="592025" y="0"/>
                </a:lnTo>
              </a:path>
            </a:pathLst>
          </a:custGeom>
          <a:noFill/>
          <a:ln w="6477">
            <a:solidFill>
              <a:srgbClr val="F7A20F">
                <a:alpha val="17000"/>
              </a:srgbClr>
            </a:solidFill>
            <a:prstDash val="solid"/>
          </a:ln>
        </p:spPr>
      </p:sp>
      <p:sp>
        <p:nvSpPr>
          <p:cNvPr id="325" name="knowledge-cross-edge">
            <a:extLst>
              <a:ext uri="{FF2B5EF4-FFF2-40B4-BE49-F238E27FC236}">
                <a16:creationId xmlns:a16="http://schemas.microsoft.com/office/drawing/2014/main" id="{D4C3C4C6-3D49-497C-B120-BA804C13947D}"/>
              </a:ext>
            </a:extLst>
          </p:cNvPr>
          <p:cNvSpPr>
            <a:spLocks noGrp="1"/>
          </p:cNvSpPr>
          <p:nvPr/>
        </p:nvSpPr>
        <p:spPr>
          <a:xfrm>
            <a:off x="8595764" y="5937683"/>
            <a:ext cx="381786" cy="388258"/>
          </a:xfrm>
          <a:custGeom>
            <a:avLst/>
            <a:gdLst/>
            <a:ahLst/>
            <a:cxnLst/>
            <a:rect l="0" t="0" r="0" b="0"/>
            <a:pathLst>
              <a:path w="381786" h="388258">
                <a:moveTo>
                  <a:pt x="0" y="388258"/>
                </a:moveTo>
                <a:lnTo>
                  <a:pt x="17263" y="337207"/>
                </a:lnTo>
                <a:lnTo>
                  <a:pt x="37173" y="289555"/>
                </a:lnTo>
                <a:lnTo>
                  <a:pt x="59728" y="245303"/>
                </a:lnTo>
                <a:lnTo>
                  <a:pt x="84929" y="204449"/>
                </a:lnTo>
                <a:lnTo>
                  <a:pt x="112775" y="166995"/>
                </a:lnTo>
                <a:lnTo>
                  <a:pt x="143268" y="132941"/>
                </a:lnTo>
                <a:lnTo>
                  <a:pt x="176406" y="102286"/>
                </a:lnTo>
                <a:lnTo>
                  <a:pt x="212191" y="75030"/>
                </a:lnTo>
                <a:lnTo>
                  <a:pt x="250621" y="51173"/>
                </a:lnTo>
                <a:lnTo>
                  <a:pt x="291697" y="30716"/>
                </a:lnTo>
                <a:lnTo>
                  <a:pt x="335418" y="13658"/>
                </a:lnTo>
                <a:lnTo>
                  <a:pt x="381786" y="0"/>
                </a:lnTo>
              </a:path>
            </a:pathLst>
          </a:custGeom>
          <a:noFill/>
          <a:ln w="4953">
            <a:solidFill>
              <a:srgbClr val="F7A20F">
                <a:alpha val="12000"/>
              </a:srgbClr>
            </a:solidFill>
            <a:prstDash val="solid"/>
          </a:ln>
        </p:spPr>
      </p:sp>
      <p:sp>
        <p:nvSpPr>
          <p:cNvPr id="326" name="knowledge-long-edge">
            <a:extLst>
              <a:ext uri="{FF2B5EF4-FFF2-40B4-BE49-F238E27FC236}">
                <a16:creationId xmlns:a16="http://schemas.microsoft.com/office/drawing/2014/main" id="{8A54CB02-CE02-4698-AC7C-E45036FB52C9}"/>
              </a:ext>
            </a:extLst>
          </p:cNvPr>
          <p:cNvSpPr>
            <a:spLocks noGrp="1"/>
          </p:cNvSpPr>
          <p:nvPr/>
        </p:nvSpPr>
        <p:spPr>
          <a:xfrm>
            <a:off x="8595764" y="6100953"/>
            <a:ext cx="803676" cy="284843"/>
          </a:xfrm>
          <a:custGeom>
            <a:avLst/>
            <a:gdLst/>
            <a:ahLst/>
            <a:cxnLst/>
            <a:rect l="0" t="0" r="0" b="0"/>
            <a:pathLst>
              <a:path w="803676" h="284843">
                <a:moveTo>
                  <a:pt x="0" y="224988"/>
                </a:moveTo>
                <a:lnTo>
                  <a:pt x="50230" y="168983"/>
                </a:lnTo>
                <a:lnTo>
                  <a:pt x="100460" y="120945"/>
                </a:lnTo>
                <a:lnTo>
                  <a:pt x="150689" y="80872"/>
                </a:lnTo>
                <a:lnTo>
                  <a:pt x="200919" y="48765"/>
                </a:lnTo>
                <a:lnTo>
                  <a:pt x="251149" y="24625"/>
                </a:lnTo>
                <a:lnTo>
                  <a:pt x="301379" y="8450"/>
                </a:lnTo>
                <a:lnTo>
                  <a:pt x="351608" y="242"/>
                </a:lnTo>
                <a:lnTo>
                  <a:pt x="401838" y="0"/>
                </a:lnTo>
                <a:lnTo>
                  <a:pt x="452068" y="7724"/>
                </a:lnTo>
                <a:lnTo>
                  <a:pt x="502298" y="23414"/>
                </a:lnTo>
                <a:lnTo>
                  <a:pt x="552528" y="47070"/>
                </a:lnTo>
                <a:lnTo>
                  <a:pt x="602757" y="78693"/>
                </a:lnTo>
                <a:lnTo>
                  <a:pt x="652987" y="118281"/>
                </a:lnTo>
                <a:lnTo>
                  <a:pt x="703217" y="165836"/>
                </a:lnTo>
                <a:lnTo>
                  <a:pt x="753447" y="221356"/>
                </a:lnTo>
                <a:lnTo>
                  <a:pt x="803676" y="284843"/>
                </a:lnTo>
              </a:path>
            </a:pathLst>
          </a:custGeom>
          <a:noFill/>
          <a:ln w="4286">
            <a:solidFill>
              <a:srgbClr val="F7A20F">
                <a:alpha val="9000"/>
              </a:srgbClr>
            </a:solidFill>
            <a:prstDash val="solid"/>
          </a:ln>
        </p:spPr>
      </p:sp>
      <p:sp>
        <p:nvSpPr>
          <p:cNvPr id="327" name="knowledge-edge">
            <a:extLst>
              <a:ext uri="{FF2B5EF4-FFF2-40B4-BE49-F238E27FC236}">
                <a16:creationId xmlns:a16="http://schemas.microsoft.com/office/drawing/2014/main" id="{D37B5C7F-9BDF-4A14-A6F3-4626C9DB60EF}"/>
              </a:ext>
            </a:extLst>
          </p:cNvPr>
          <p:cNvSpPr>
            <a:spLocks noGrp="1"/>
          </p:cNvSpPr>
          <p:nvPr/>
        </p:nvSpPr>
        <p:spPr>
          <a:xfrm>
            <a:off x="8707723" y="6494869"/>
            <a:ext cx="512903" cy="222384"/>
          </a:xfrm>
          <a:custGeom>
            <a:avLst/>
            <a:gdLst/>
            <a:ahLst/>
            <a:cxnLst/>
            <a:rect l="0" t="0" r="0" b="0"/>
            <a:pathLst>
              <a:path w="512903" h="222384">
                <a:moveTo>
                  <a:pt x="0" y="222384"/>
                </a:moveTo>
                <a:lnTo>
                  <a:pt x="36636" y="206880"/>
                </a:lnTo>
                <a:lnTo>
                  <a:pt x="73272" y="191318"/>
                </a:lnTo>
                <a:lnTo>
                  <a:pt x="109908" y="175697"/>
                </a:lnTo>
                <a:lnTo>
                  <a:pt x="146544" y="160017"/>
                </a:lnTo>
                <a:lnTo>
                  <a:pt x="183180" y="144279"/>
                </a:lnTo>
                <a:lnTo>
                  <a:pt x="219816" y="128482"/>
                </a:lnTo>
                <a:lnTo>
                  <a:pt x="256452" y="112627"/>
                </a:lnTo>
                <a:lnTo>
                  <a:pt x="293088" y="96713"/>
                </a:lnTo>
                <a:lnTo>
                  <a:pt x="329724" y="80741"/>
                </a:lnTo>
                <a:lnTo>
                  <a:pt x="366360" y="64710"/>
                </a:lnTo>
                <a:lnTo>
                  <a:pt x="402995" y="48620"/>
                </a:lnTo>
                <a:lnTo>
                  <a:pt x="439631" y="32472"/>
                </a:lnTo>
                <a:lnTo>
                  <a:pt x="476267" y="16265"/>
                </a:lnTo>
                <a:lnTo>
                  <a:pt x="512903" y="0"/>
                </a:lnTo>
              </a:path>
            </a:pathLst>
          </a:custGeom>
          <a:noFill/>
          <a:ln w="6477">
            <a:solidFill>
              <a:srgbClr val="F7A20F">
                <a:alpha val="17000"/>
              </a:srgbClr>
            </a:solidFill>
            <a:prstDash val="solid"/>
          </a:ln>
        </p:spPr>
      </p:sp>
      <p:sp>
        <p:nvSpPr>
          <p:cNvPr id="328" name="knowledge-edge">
            <a:extLst>
              <a:ext uri="{FF2B5EF4-FFF2-40B4-BE49-F238E27FC236}">
                <a16:creationId xmlns:a16="http://schemas.microsoft.com/office/drawing/2014/main" id="{173BBAC7-47E0-461F-87E9-364F0064FFC4}"/>
              </a:ext>
            </a:extLst>
          </p:cNvPr>
          <p:cNvSpPr>
            <a:spLocks noGrp="1"/>
          </p:cNvSpPr>
          <p:nvPr/>
        </p:nvSpPr>
        <p:spPr>
          <a:xfrm>
            <a:off x="8756889" y="6943424"/>
            <a:ext cx="425744" cy="74547"/>
          </a:xfrm>
          <a:custGeom>
            <a:avLst/>
            <a:gdLst/>
            <a:ahLst/>
            <a:cxnLst/>
            <a:rect l="0" t="0" r="0" b="0"/>
            <a:pathLst>
              <a:path w="425744" h="74547">
                <a:moveTo>
                  <a:pt x="0" y="74547"/>
                </a:moveTo>
                <a:lnTo>
                  <a:pt x="30410" y="59088"/>
                </a:lnTo>
                <a:lnTo>
                  <a:pt x="60821" y="45422"/>
                </a:lnTo>
                <a:lnTo>
                  <a:pt x="91231" y="33551"/>
                </a:lnTo>
                <a:lnTo>
                  <a:pt x="121641" y="23474"/>
                </a:lnTo>
                <a:lnTo>
                  <a:pt x="152051" y="15191"/>
                </a:lnTo>
                <a:lnTo>
                  <a:pt x="182462" y="8702"/>
                </a:lnTo>
                <a:lnTo>
                  <a:pt x="212872" y="4007"/>
                </a:lnTo>
                <a:lnTo>
                  <a:pt x="243282" y="1107"/>
                </a:lnTo>
                <a:lnTo>
                  <a:pt x="273692" y="0"/>
                </a:lnTo>
                <a:lnTo>
                  <a:pt x="304103" y="688"/>
                </a:lnTo>
                <a:lnTo>
                  <a:pt x="334513" y="3169"/>
                </a:lnTo>
                <a:lnTo>
                  <a:pt x="364923" y="7445"/>
                </a:lnTo>
                <a:lnTo>
                  <a:pt x="395333" y="13515"/>
                </a:lnTo>
                <a:lnTo>
                  <a:pt x="425744" y="21379"/>
                </a:lnTo>
              </a:path>
            </a:pathLst>
          </a:custGeom>
          <a:noFill/>
          <a:ln w="6477">
            <a:solidFill>
              <a:srgbClr val="F7A20F">
                <a:alpha val="17000"/>
              </a:srgbClr>
            </a:solidFill>
            <a:prstDash val="solid"/>
          </a:ln>
        </p:spPr>
      </p:sp>
      <p:sp>
        <p:nvSpPr>
          <p:cNvPr id="329" name="knowledge-cross-edge">
            <a:extLst>
              <a:ext uri="{FF2B5EF4-FFF2-40B4-BE49-F238E27FC236}">
                <a16:creationId xmlns:a16="http://schemas.microsoft.com/office/drawing/2014/main" id="{8181BFD7-5EF8-4A71-9E45-7C47D12D9026}"/>
              </a:ext>
            </a:extLst>
          </p:cNvPr>
          <p:cNvSpPr>
            <a:spLocks noGrp="1"/>
          </p:cNvSpPr>
          <p:nvPr/>
        </p:nvSpPr>
        <p:spPr>
          <a:xfrm>
            <a:off x="8756889" y="6494097"/>
            <a:ext cx="463737" cy="523874"/>
          </a:xfrm>
          <a:custGeom>
            <a:avLst/>
            <a:gdLst/>
            <a:ahLst/>
            <a:cxnLst/>
            <a:rect l="0" t="0" r="0" b="0"/>
            <a:pathLst>
              <a:path w="463737" h="523874">
                <a:moveTo>
                  <a:pt x="0" y="523874"/>
                </a:moveTo>
                <a:lnTo>
                  <a:pt x="24093" y="435919"/>
                </a:lnTo>
                <a:lnTo>
                  <a:pt x="50831" y="356030"/>
                </a:lnTo>
                <a:lnTo>
                  <a:pt x="80216" y="284206"/>
                </a:lnTo>
                <a:lnTo>
                  <a:pt x="112246" y="220449"/>
                </a:lnTo>
                <a:lnTo>
                  <a:pt x="146922" y="164758"/>
                </a:lnTo>
                <a:lnTo>
                  <a:pt x="184244" y="117134"/>
                </a:lnTo>
                <a:lnTo>
                  <a:pt x="224211" y="77575"/>
                </a:lnTo>
                <a:lnTo>
                  <a:pt x="266825" y="46082"/>
                </a:lnTo>
                <a:lnTo>
                  <a:pt x="312084" y="22655"/>
                </a:lnTo>
                <a:lnTo>
                  <a:pt x="359990" y="7295"/>
                </a:lnTo>
                <a:lnTo>
                  <a:pt x="410541" y="0"/>
                </a:lnTo>
                <a:lnTo>
                  <a:pt x="463737" y="772"/>
                </a:lnTo>
              </a:path>
            </a:pathLst>
          </a:custGeom>
          <a:noFill/>
          <a:ln w="4953">
            <a:solidFill>
              <a:srgbClr val="F7A20F">
                <a:alpha val="12000"/>
              </a:srgbClr>
            </a:solidFill>
            <a:prstDash val="solid"/>
          </a:ln>
        </p:spPr>
      </p:sp>
      <p:sp>
        <p:nvSpPr>
          <p:cNvPr id="330" name="knowledge-edge">
            <a:extLst>
              <a:ext uri="{FF2B5EF4-FFF2-40B4-BE49-F238E27FC236}">
                <a16:creationId xmlns:a16="http://schemas.microsoft.com/office/drawing/2014/main" id="{F583F0F6-E329-41BA-9A5A-E53789D2DF4C}"/>
              </a:ext>
            </a:extLst>
          </p:cNvPr>
          <p:cNvSpPr>
            <a:spLocks noGrp="1"/>
          </p:cNvSpPr>
          <p:nvPr/>
        </p:nvSpPr>
        <p:spPr>
          <a:xfrm>
            <a:off x="9025208" y="5652272"/>
            <a:ext cx="596225" cy="13749"/>
          </a:xfrm>
          <a:custGeom>
            <a:avLst/>
            <a:gdLst/>
            <a:ahLst/>
            <a:cxnLst/>
            <a:rect l="0" t="0" r="0" b="0"/>
            <a:pathLst>
              <a:path w="596225" h="13749">
                <a:moveTo>
                  <a:pt x="0" y="0"/>
                </a:moveTo>
                <a:lnTo>
                  <a:pt x="42587" y="2818"/>
                </a:lnTo>
                <a:lnTo>
                  <a:pt x="85175" y="5313"/>
                </a:lnTo>
                <a:lnTo>
                  <a:pt x="127762" y="7486"/>
                </a:lnTo>
                <a:lnTo>
                  <a:pt x="170350" y="9337"/>
                </a:lnTo>
                <a:lnTo>
                  <a:pt x="212937" y="10864"/>
                </a:lnTo>
                <a:lnTo>
                  <a:pt x="255525" y="12069"/>
                </a:lnTo>
                <a:lnTo>
                  <a:pt x="298112" y="12952"/>
                </a:lnTo>
                <a:lnTo>
                  <a:pt x="340700" y="13512"/>
                </a:lnTo>
                <a:lnTo>
                  <a:pt x="383287" y="13749"/>
                </a:lnTo>
                <a:lnTo>
                  <a:pt x="425875" y="13664"/>
                </a:lnTo>
                <a:lnTo>
                  <a:pt x="468462" y="13256"/>
                </a:lnTo>
                <a:lnTo>
                  <a:pt x="511050" y="12526"/>
                </a:lnTo>
                <a:lnTo>
                  <a:pt x="553637" y="11473"/>
                </a:lnTo>
                <a:lnTo>
                  <a:pt x="596225" y="10097"/>
                </a:lnTo>
              </a:path>
            </a:pathLst>
          </a:custGeom>
          <a:noFill/>
          <a:ln w="6477">
            <a:solidFill>
              <a:srgbClr val="F9B109">
                <a:alpha val="17000"/>
              </a:srgbClr>
            </a:solidFill>
            <a:prstDash val="solid"/>
          </a:ln>
        </p:spPr>
      </p:sp>
      <p:sp>
        <p:nvSpPr>
          <p:cNvPr id="331" name="knowledge-edge">
            <a:extLst>
              <a:ext uri="{FF2B5EF4-FFF2-40B4-BE49-F238E27FC236}">
                <a16:creationId xmlns:a16="http://schemas.microsoft.com/office/drawing/2014/main" id="{D3938DC1-348D-4CC2-AAF1-F24F1D11F21F}"/>
              </a:ext>
            </a:extLst>
          </p:cNvPr>
          <p:cNvSpPr>
            <a:spLocks noGrp="1"/>
          </p:cNvSpPr>
          <p:nvPr/>
        </p:nvSpPr>
        <p:spPr>
          <a:xfrm>
            <a:off x="8967651" y="5511267"/>
            <a:ext cx="567655" cy="297438"/>
          </a:xfrm>
          <a:custGeom>
            <a:avLst/>
            <a:gdLst/>
            <a:ahLst/>
            <a:cxnLst/>
            <a:rect l="0" t="0" r="0" b="0"/>
            <a:pathLst>
              <a:path w="567655" h="297438">
                <a:moveTo>
                  <a:pt x="0" y="297438"/>
                </a:moveTo>
                <a:lnTo>
                  <a:pt x="40547" y="259318"/>
                </a:lnTo>
                <a:lnTo>
                  <a:pt x="81094" y="223793"/>
                </a:lnTo>
                <a:lnTo>
                  <a:pt x="121640" y="190864"/>
                </a:lnTo>
                <a:lnTo>
                  <a:pt x="162187" y="160532"/>
                </a:lnTo>
                <a:lnTo>
                  <a:pt x="202734" y="132796"/>
                </a:lnTo>
                <a:lnTo>
                  <a:pt x="243281" y="107656"/>
                </a:lnTo>
                <a:lnTo>
                  <a:pt x="283827" y="85112"/>
                </a:lnTo>
                <a:lnTo>
                  <a:pt x="324374" y="65165"/>
                </a:lnTo>
                <a:lnTo>
                  <a:pt x="364921" y="47814"/>
                </a:lnTo>
                <a:lnTo>
                  <a:pt x="405468" y="33059"/>
                </a:lnTo>
                <a:lnTo>
                  <a:pt x="446015" y="20900"/>
                </a:lnTo>
                <a:lnTo>
                  <a:pt x="486561" y="11337"/>
                </a:lnTo>
                <a:lnTo>
                  <a:pt x="527108" y="4370"/>
                </a:lnTo>
                <a:lnTo>
                  <a:pt x="567655" y="0"/>
                </a:lnTo>
              </a:path>
            </a:pathLst>
          </a:custGeom>
          <a:noFill/>
          <a:ln w="6477">
            <a:solidFill>
              <a:srgbClr val="F9B109">
                <a:alpha val="17000"/>
              </a:srgbClr>
            </a:solidFill>
            <a:prstDash val="solid"/>
          </a:ln>
        </p:spPr>
      </p:sp>
      <p:sp>
        <p:nvSpPr>
          <p:cNvPr id="332" name="knowledge-cross-edge">
            <a:extLst>
              <a:ext uri="{FF2B5EF4-FFF2-40B4-BE49-F238E27FC236}">
                <a16:creationId xmlns:a16="http://schemas.microsoft.com/office/drawing/2014/main" id="{DD77B8BE-1B5D-4A6D-8568-6322DD379DD4}"/>
              </a:ext>
            </a:extLst>
          </p:cNvPr>
          <p:cNvSpPr>
            <a:spLocks noGrp="1"/>
          </p:cNvSpPr>
          <p:nvPr/>
        </p:nvSpPr>
        <p:spPr>
          <a:xfrm>
            <a:off x="8967651" y="5714565"/>
            <a:ext cx="590649" cy="94141"/>
          </a:xfrm>
          <a:custGeom>
            <a:avLst/>
            <a:gdLst/>
            <a:ahLst/>
            <a:cxnLst/>
            <a:rect l="0" t="0" r="0" b="0"/>
            <a:pathLst>
              <a:path w="590649" h="94141">
                <a:moveTo>
                  <a:pt x="0" y="94141"/>
                </a:moveTo>
                <a:lnTo>
                  <a:pt x="63773" y="69328"/>
                </a:lnTo>
                <a:lnTo>
                  <a:pt x="124900" y="48303"/>
                </a:lnTo>
                <a:lnTo>
                  <a:pt x="183381" y="31066"/>
                </a:lnTo>
                <a:lnTo>
                  <a:pt x="239216" y="17617"/>
                </a:lnTo>
                <a:lnTo>
                  <a:pt x="292406" y="7957"/>
                </a:lnTo>
                <a:lnTo>
                  <a:pt x="342949" y="2084"/>
                </a:lnTo>
                <a:lnTo>
                  <a:pt x="390847" y="0"/>
                </a:lnTo>
                <a:lnTo>
                  <a:pt x="436099" y="1704"/>
                </a:lnTo>
                <a:lnTo>
                  <a:pt x="478705" y="7196"/>
                </a:lnTo>
                <a:lnTo>
                  <a:pt x="518665" y="16476"/>
                </a:lnTo>
                <a:lnTo>
                  <a:pt x="555980" y="29544"/>
                </a:lnTo>
                <a:lnTo>
                  <a:pt x="590649" y="46400"/>
                </a:lnTo>
              </a:path>
            </a:pathLst>
          </a:custGeom>
          <a:noFill/>
          <a:ln w="5334">
            <a:solidFill>
              <a:srgbClr val="F9B109">
                <a:alpha val="13000"/>
              </a:srgbClr>
            </a:solidFill>
            <a:prstDash val="solid"/>
          </a:ln>
        </p:spPr>
      </p:sp>
      <p:sp>
        <p:nvSpPr>
          <p:cNvPr id="333" name="knowledge-cross-edge">
            <a:extLst>
              <a:ext uri="{FF2B5EF4-FFF2-40B4-BE49-F238E27FC236}">
                <a16:creationId xmlns:a16="http://schemas.microsoft.com/office/drawing/2014/main" id="{9F5877B4-6106-4FD3-AA25-5B002A6C92D2}"/>
              </a:ext>
            </a:extLst>
          </p:cNvPr>
          <p:cNvSpPr>
            <a:spLocks noGrp="1"/>
          </p:cNvSpPr>
          <p:nvPr/>
        </p:nvSpPr>
        <p:spPr>
          <a:xfrm>
            <a:off x="8967651" y="5627384"/>
            <a:ext cx="653782" cy="181321"/>
          </a:xfrm>
          <a:custGeom>
            <a:avLst/>
            <a:gdLst/>
            <a:ahLst/>
            <a:cxnLst/>
            <a:rect l="0" t="0" r="0" b="0"/>
            <a:pathLst>
              <a:path w="653782" h="181321">
                <a:moveTo>
                  <a:pt x="0" y="181321"/>
                </a:moveTo>
                <a:lnTo>
                  <a:pt x="39930" y="140333"/>
                </a:lnTo>
                <a:lnTo>
                  <a:pt x="82505" y="104579"/>
                </a:lnTo>
                <a:lnTo>
                  <a:pt x="127727" y="74061"/>
                </a:lnTo>
                <a:lnTo>
                  <a:pt x="175594" y="48779"/>
                </a:lnTo>
                <a:lnTo>
                  <a:pt x="226107" y="28731"/>
                </a:lnTo>
                <a:lnTo>
                  <a:pt x="279266" y="13919"/>
                </a:lnTo>
                <a:lnTo>
                  <a:pt x="335071" y="4342"/>
                </a:lnTo>
                <a:lnTo>
                  <a:pt x="393521" y="0"/>
                </a:lnTo>
                <a:lnTo>
                  <a:pt x="454617" y="893"/>
                </a:lnTo>
                <a:lnTo>
                  <a:pt x="518360" y="7022"/>
                </a:lnTo>
                <a:lnTo>
                  <a:pt x="584748" y="18386"/>
                </a:lnTo>
                <a:lnTo>
                  <a:pt x="653782" y="34985"/>
                </a:lnTo>
              </a:path>
            </a:pathLst>
          </a:custGeom>
          <a:noFill/>
          <a:ln w="4953">
            <a:solidFill>
              <a:srgbClr val="F9B109">
                <a:alpha val="12000"/>
              </a:srgbClr>
            </a:solidFill>
            <a:prstDash val="solid"/>
          </a:ln>
        </p:spPr>
      </p:sp>
      <p:sp>
        <p:nvSpPr>
          <p:cNvPr id="334" name="knowledge-edge">
            <a:extLst>
              <a:ext uri="{FF2B5EF4-FFF2-40B4-BE49-F238E27FC236}">
                <a16:creationId xmlns:a16="http://schemas.microsoft.com/office/drawing/2014/main" id="{F13D614D-1BD3-43AD-91F1-A60E71262D85}"/>
              </a:ext>
            </a:extLst>
          </p:cNvPr>
          <p:cNvSpPr>
            <a:spLocks noGrp="1"/>
          </p:cNvSpPr>
          <p:nvPr/>
        </p:nvSpPr>
        <p:spPr>
          <a:xfrm>
            <a:off x="9017864" y="5760964"/>
            <a:ext cx="540436" cy="146120"/>
          </a:xfrm>
          <a:custGeom>
            <a:avLst/>
            <a:gdLst/>
            <a:ahLst/>
            <a:cxnLst/>
            <a:rect l="0" t="0" r="0" b="0"/>
            <a:pathLst>
              <a:path w="540436" h="146120">
                <a:moveTo>
                  <a:pt x="0" y="131927"/>
                </a:moveTo>
                <a:lnTo>
                  <a:pt x="38603" y="139232"/>
                </a:lnTo>
                <a:lnTo>
                  <a:pt x="77205" y="143963"/>
                </a:lnTo>
                <a:lnTo>
                  <a:pt x="115808" y="146120"/>
                </a:lnTo>
                <a:lnTo>
                  <a:pt x="154410" y="145704"/>
                </a:lnTo>
                <a:lnTo>
                  <a:pt x="193013" y="142715"/>
                </a:lnTo>
                <a:lnTo>
                  <a:pt x="231615" y="137151"/>
                </a:lnTo>
                <a:lnTo>
                  <a:pt x="270218" y="129015"/>
                </a:lnTo>
                <a:lnTo>
                  <a:pt x="308820" y="118305"/>
                </a:lnTo>
                <a:lnTo>
                  <a:pt x="347423" y="105021"/>
                </a:lnTo>
                <a:lnTo>
                  <a:pt x="386025" y="89164"/>
                </a:lnTo>
                <a:lnTo>
                  <a:pt x="424628" y="70733"/>
                </a:lnTo>
                <a:lnTo>
                  <a:pt x="463231" y="49729"/>
                </a:lnTo>
                <a:lnTo>
                  <a:pt x="501833" y="26151"/>
                </a:lnTo>
                <a:lnTo>
                  <a:pt x="540436" y="0"/>
                </a:lnTo>
              </a:path>
            </a:pathLst>
          </a:custGeom>
          <a:noFill/>
          <a:ln w="6477">
            <a:solidFill>
              <a:srgbClr val="F9B109">
                <a:alpha val="17000"/>
              </a:srgbClr>
            </a:solidFill>
            <a:prstDash val="solid"/>
          </a:ln>
        </p:spPr>
      </p:sp>
      <p:sp>
        <p:nvSpPr>
          <p:cNvPr id="335" name="knowledge-cross-edge">
            <a:extLst>
              <a:ext uri="{FF2B5EF4-FFF2-40B4-BE49-F238E27FC236}">
                <a16:creationId xmlns:a16="http://schemas.microsoft.com/office/drawing/2014/main" id="{F76C4298-042A-4497-82D8-68D1EE30A252}"/>
              </a:ext>
            </a:extLst>
          </p:cNvPr>
          <p:cNvSpPr>
            <a:spLocks noGrp="1"/>
          </p:cNvSpPr>
          <p:nvPr/>
        </p:nvSpPr>
        <p:spPr>
          <a:xfrm>
            <a:off x="9017864" y="5697838"/>
            <a:ext cx="320609" cy="195054"/>
          </a:xfrm>
          <a:custGeom>
            <a:avLst/>
            <a:gdLst/>
            <a:ahLst/>
            <a:cxnLst/>
            <a:rect l="0" t="0" r="0" b="0"/>
            <a:pathLst>
              <a:path w="320609" h="195054">
                <a:moveTo>
                  <a:pt x="0" y="195054"/>
                </a:moveTo>
                <a:lnTo>
                  <a:pt x="41269" y="149333"/>
                </a:lnTo>
                <a:lnTo>
                  <a:pt x="79893" y="109709"/>
                </a:lnTo>
                <a:lnTo>
                  <a:pt x="115871" y="76182"/>
                </a:lnTo>
                <a:lnTo>
                  <a:pt x="149203" y="48752"/>
                </a:lnTo>
                <a:lnTo>
                  <a:pt x="179889" y="27418"/>
                </a:lnTo>
                <a:lnTo>
                  <a:pt x="207929" y="12182"/>
                </a:lnTo>
                <a:lnTo>
                  <a:pt x="233324" y="3042"/>
                </a:lnTo>
                <a:lnTo>
                  <a:pt x="256073" y="0"/>
                </a:lnTo>
                <a:lnTo>
                  <a:pt x="276175" y="3054"/>
                </a:lnTo>
                <a:lnTo>
                  <a:pt x="293632" y="12206"/>
                </a:lnTo>
                <a:lnTo>
                  <a:pt x="308444" y="27454"/>
                </a:lnTo>
                <a:lnTo>
                  <a:pt x="320609" y="48799"/>
                </a:lnTo>
              </a:path>
            </a:pathLst>
          </a:custGeom>
          <a:noFill/>
          <a:ln w="5334">
            <a:solidFill>
              <a:srgbClr val="F9B109">
                <a:alpha val="13000"/>
              </a:srgbClr>
            </a:solidFill>
            <a:prstDash val="solid"/>
          </a:ln>
        </p:spPr>
      </p:sp>
      <p:sp>
        <p:nvSpPr>
          <p:cNvPr id="336" name="knowledge-edge">
            <a:extLst>
              <a:ext uri="{FF2B5EF4-FFF2-40B4-BE49-F238E27FC236}">
                <a16:creationId xmlns:a16="http://schemas.microsoft.com/office/drawing/2014/main" id="{65AC5530-05FC-4F5E-873B-4DF1BC81E5C5}"/>
              </a:ext>
            </a:extLst>
          </p:cNvPr>
          <p:cNvSpPr>
            <a:spLocks noGrp="1"/>
          </p:cNvSpPr>
          <p:nvPr/>
        </p:nvSpPr>
        <p:spPr>
          <a:xfrm>
            <a:off x="8977550" y="5746637"/>
            <a:ext cx="360923" cy="191046"/>
          </a:xfrm>
          <a:custGeom>
            <a:avLst/>
            <a:gdLst/>
            <a:ahLst/>
            <a:cxnLst/>
            <a:rect l="0" t="0" r="0" b="0"/>
            <a:pathLst>
              <a:path w="360923" h="191046">
                <a:moveTo>
                  <a:pt x="0" y="191046"/>
                </a:moveTo>
                <a:lnTo>
                  <a:pt x="25780" y="167892"/>
                </a:lnTo>
                <a:lnTo>
                  <a:pt x="51560" y="146201"/>
                </a:lnTo>
                <a:lnTo>
                  <a:pt x="77341" y="125973"/>
                </a:lnTo>
                <a:lnTo>
                  <a:pt x="103121" y="107207"/>
                </a:lnTo>
                <a:lnTo>
                  <a:pt x="128901" y="89905"/>
                </a:lnTo>
                <a:lnTo>
                  <a:pt x="154681" y="74064"/>
                </a:lnTo>
                <a:lnTo>
                  <a:pt x="180462" y="59687"/>
                </a:lnTo>
                <a:lnTo>
                  <a:pt x="206242" y="46772"/>
                </a:lnTo>
                <a:lnTo>
                  <a:pt x="232022" y="35320"/>
                </a:lnTo>
                <a:lnTo>
                  <a:pt x="257802" y="25331"/>
                </a:lnTo>
                <a:lnTo>
                  <a:pt x="283583" y="16804"/>
                </a:lnTo>
                <a:lnTo>
                  <a:pt x="309363" y="9740"/>
                </a:lnTo>
                <a:lnTo>
                  <a:pt x="335143" y="4139"/>
                </a:lnTo>
                <a:lnTo>
                  <a:pt x="360923" y="0"/>
                </a:lnTo>
              </a:path>
            </a:pathLst>
          </a:custGeom>
          <a:noFill/>
          <a:ln w="6477">
            <a:solidFill>
              <a:srgbClr val="F9B109">
                <a:alpha val="17000"/>
              </a:srgbClr>
            </a:solidFill>
            <a:prstDash val="solid"/>
          </a:ln>
        </p:spPr>
      </p:sp>
      <p:sp>
        <p:nvSpPr>
          <p:cNvPr id="337" name="knowledge-cross-edge">
            <a:extLst>
              <a:ext uri="{FF2B5EF4-FFF2-40B4-BE49-F238E27FC236}">
                <a16:creationId xmlns:a16="http://schemas.microsoft.com/office/drawing/2014/main" id="{B195BB46-BCA5-4B18-970D-A01E1BC7D37C}"/>
              </a:ext>
            </a:extLst>
          </p:cNvPr>
          <p:cNvSpPr>
            <a:spLocks noGrp="1"/>
          </p:cNvSpPr>
          <p:nvPr/>
        </p:nvSpPr>
        <p:spPr>
          <a:xfrm>
            <a:off x="8977550" y="5937683"/>
            <a:ext cx="513441" cy="128796"/>
          </a:xfrm>
          <a:custGeom>
            <a:avLst/>
            <a:gdLst/>
            <a:ahLst/>
            <a:cxnLst/>
            <a:rect l="0" t="0" r="0" b="0"/>
            <a:pathLst>
              <a:path w="513441" h="128796">
                <a:moveTo>
                  <a:pt x="0" y="0"/>
                </a:moveTo>
                <a:lnTo>
                  <a:pt x="57339" y="113"/>
                </a:lnTo>
                <a:lnTo>
                  <a:pt x="112032" y="2157"/>
                </a:lnTo>
                <a:lnTo>
                  <a:pt x="164079" y="6132"/>
                </a:lnTo>
                <a:lnTo>
                  <a:pt x="213480" y="12038"/>
                </a:lnTo>
                <a:lnTo>
                  <a:pt x="260236" y="19874"/>
                </a:lnTo>
                <a:lnTo>
                  <a:pt x="304345" y="29642"/>
                </a:lnTo>
                <a:lnTo>
                  <a:pt x="345809" y="41340"/>
                </a:lnTo>
                <a:lnTo>
                  <a:pt x="384627" y="54970"/>
                </a:lnTo>
                <a:lnTo>
                  <a:pt x="420799" y="70530"/>
                </a:lnTo>
                <a:lnTo>
                  <a:pt x="454326" y="88021"/>
                </a:lnTo>
                <a:lnTo>
                  <a:pt x="485206" y="107443"/>
                </a:lnTo>
                <a:lnTo>
                  <a:pt x="513441" y="128796"/>
                </a:lnTo>
              </a:path>
            </a:pathLst>
          </a:custGeom>
          <a:noFill/>
          <a:ln w="5334">
            <a:solidFill>
              <a:srgbClr val="F9B109">
                <a:alpha val="13000"/>
              </a:srgbClr>
            </a:solidFill>
            <a:prstDash val="solid"/>
          </a:ln>
        </p:spPr>
      </p:sp>
      <p:sp>
        <p:nvSpPr>
          <p:cNvPr id="338" name="knowledge-cross-edge">
            <a:extLst>
              <a:ext uri="{FF2B5EF4-FFF2-40B4-BE49-F238E27FC236}">
                <a16:creationId xmlns:a16="http://schemas.microsoft.com/office/drawing/2014/main" id="{41A39327-4FEB-4B31-B8CC-9AC979586CF2}"/>
              </a:ext>
            </a:extLst>
          </p:cNvPr>
          <p:cNvSpPr>
            <a:spLocks noGrp="1"/>
          </p:cNvSpPr>
          <p:nvPr/>
        </p:nvSpPr>
        <p:spPr>
          <a:xfrm>
            <a:off x="8977550" y="5748568"/>
            <a:ext cx="580750" cy="189115"/>
          </a:xfrm>
          <a:custGeom>
            <a:avLst/>
            <a:gdLst/>
            <a:ahLst/>
            <a:cxnLst/>
            <a:rect l="0" t="0" r="0" b="0"/>
            <a:pathLst>
              <a:path w="580750" h="189115">
                <a:moveTo>
                  <a:pt x="0" y="189115"/>
                </a:moveTo>
                <a:lnTo>
                  <a:pt x="33844" y="151371"/>
                </a:lnTo>
                <a:lnTo>
                  <a:pt x="70333" y="117812"/>
                </a:lnTo>
                <a:lnTo>
                  <a:pt x="109469" y="88438"/>
                </a:lnTo>
                <a:lnTo>
                  <a:pt x="151250" y="63249"/>
                </a:lnTo>
                <a:lnTo>
                  <a:pt x="195677" y="42245"/>
                </a:lnTo>
                <a:lnTo>
                  <a:pt x="242750" y="25426"/>
                </a:lnTo>
                <a:lnTo>
                  <a:pt x="292469" y="12792"/>
                </a:lnTo>
                <a:lnTo>
                  <a:pt x="344833" y="4343"/>
                </a:lnTo>
                <a:lnTo>
                  <a:pt x="399844" y="79"/>
                </a:lnTo>
                <a:lnTo>
                  <a:pt x="457500" y="0"/>
                </a:lnTo>
                <a:lnTo>
                  <a:pt x="517802" y="4106"/>
                </a:lnTo>
                <a:lnTo>
                  <a:pt x="580750" y="12397"/>
                </a:lnTo>
              </a:path>
            </a:pathLst>
          </a:custGeom>
          <a:noFill/>
          <a:ln w="4953">
            <a:solidFill>
              <a:srgbClr val="F9B109">
                <a:alpha val="12000"/>
              </a:srgbClr>
            </a:solidFill>
            <a:prstDash val="solid"/>
          </a:ln>
        </p:spPr>
      </p:sp>
      <p:sp>
        <p:nvSpPr>
          <p:cNvPr id="339" name="knowledge-edge">
            <a:extLst>
              <a:ext uri="{FF2B5EF4-FFF2-40B4-BE49-F238E27FC236}">
                <a16:creationId xmlns:a16="http://schemas.microsoft.com/office/drawing/2014/main" id="{7768290B-153B-4F92-BDEC-770D9B4BC9F9}"/>
              </a:ext>
            </a:extLst>
          </p:cNvPr>
          <p:cNvSpPr>
            <a:spLocks noGrp="1"/>
          </p:cNvSpPr>
          <p:nvPr/>
        </p:nvSpPr>
        <p:spPr>
          <a:xfrm>
            <a:off x="9187789" y="6060614"/>
            <a:ext cx="303201" cy="146527"/>
          </a:xfrm>
          <a:custGeom>
            <a:avLst/>
            <a:gdLst/>
            <a:ahLst/>
            <a:cxnLst/>
            <a:rect l="0" t="0" r="0" b="0"/>
            <a:pathLst>
              <a:path w="303201" h="146527">
                <a:moveTo>
                  <a:pt x="0" y="146527"/>
                </a:moveTo>
                <a:lnTo>
                  <a:pt x="21657" y="122418"/>
                </a:lnTo>
                <a:lnTo>
                  <a:pt x="43314" y="100473"/>
                </a:lnTo>
                <a:lnTo>
                  <a:pt x="64972" y="80691"/>
                </a:lnTo>
                <a:lnTo>
                  <a:pt x="86629" y="63072"/>
                </a:lnTo>
                <a:lnTo>
                  <a:pt x="108286" y="47616"/>
                </a:lnTo>
                <a:lnTo>
                  <a:pt x="129943" y="34324"/>
                </a:lnTo>
                <a:lnTo>
                  <a:pt x="151601" y="23195"/>
                </a:lnTo>
                <a:lnTo>
                  <a:pt x="173258" y="14230"/>
                </a:lnTo>
                <a:lnTo>
                  <a:pt x="194915" y="7427"/>
                </a:lnTo>
                <a:lnTo>
                  <a:pt x="216572" y="2788"/>
                </a:lnTo>
                <a:lnTo>
                  <a:pt x="238229" y="312"/>
                </a:lnTo>
                <a:lnTo>
                  <a:pt x="259887" y="0"/>
                </a:lnTo>
                <a:lnTo>
                  <a:pt x="281544" y="1851"/>
                </a:lnTo>
                <a:lnTo>
                  <a:pt x="303201" y="5865"/>
                </a:lnTo>
              </a:path>
            </a:pathLst>
          </a:custGeom>
          <a:noFill/>
          <a:ln w="6477">
            <a:solidFill>
              <a:srgbClr val="F9B109">
                <a:alpha val="17000"/>
              </a:srgbClr>
            </a:solidFill>
            <a:prstDash val="solid"/>
          </a:ln>
        </p:spPr>
      </p:sp>
      <p:sp>
        <p:nvSpPr>
          <p:cNvPr id="340" name="knowledge-cross-edge">
            <a:extLst>
              <a:ext uri="{FF2B5EF4-FFF2-40B4-BE49-F238E27FC236}">
                <a16:creationId xmlns:a16="http://schemas.microsoft.com/office/drawing/2014/main" id="{C6811E11-07F1-4B6C-9525-F01F702A8943}"/>
              </a:ext>
            </a:extLst>
          </p:cNvPr>
          <p:cNvSpPr>
            <a:spLocks noGrp="1"/>
          </p:cNvSpPr>
          <p:nvPr/>
        </p:nvSpPr>
        <p:spPr>
          <a:xfrm>
            <a:off x="9185794" y="5746637"/>
            <a:ext cx="152679" cy="460504"/>
          </a:xfrm>
          <a:custGeom>
            <a:avLst/>
            <a:gdLst/>
            <a:ahLst/>
            <a:cxnLst/>
            <a:rect l="0" t="0" r="0" b="0"/>
            <a:pathLst>
              <a:path w="152679" h="460504">
                <a:moveTo>
                  <a:pt x="1995" y="460504"/>
                </a:moveTo>
                <a:lnTo>
                  <a:pt x="0" y="394559"/>
                </a:lnTo>
                <a:lnTo>
                  <a:pt x="651" y="333627"/>
                </a:lnTo>
                <a:lnTo>
                  <a:pt x="3947" y="277707"/>
                </a:lnTo>
                <a:lnTo>
                  <a:pt x="9890" y="226800"/>
                </a:lnTo>
                <a:lnTo>
                  <a:pt x="18478" y="180906"/>
                </a:lnTo>
                <a:lnTo>
                  <a:pt x="29712" y="140024"/>
                </a:lnTo>
                <a:lnTo>
                  <a:pt x="43592" y="104155"/>
                </a:lnTo>
                <a:lnTo>
                  <a:pt x="60118" y="73299"/>
                </a:lnTo>
                <a:lnTo>
                  <a:pt x="79289" y="47455"/>
                </a:lnTo>
                <a:lnTo>
                  <a:pt x="101107" y="26624"/>
                </a:lnTo>
                <a:lnTo>
                  <a:pt x="125570" y="10806"/>
                </a:lnTo>
                <a:lnTo>
                  <a:pt x="152679" y="0"/>
                </a:lnTo>
              </a:path>
            </a:pathLst>
          </a:custGeom>
          <a:noFill/>
          <a:ln w="4953">
            <a:solidFill>
              <a:srgbClr val="F9B109">
                <a:alpha val="12000"/>
              </a:srgbClr>
            </a:solidFill>
            <a:prstDash val="solid"/>
          </a:ln>
        </p:spPr>
      </p:sp>
      <p:sp>
        <p:nvSpPr>
          <p:cNvPr id="341" name="knowledge-edge">
            <a:extLst>
              <a:ext uri="{FF2B5EF4-FFF2-40B4-BE49-F238E27FC236}">
                <a16:creationId xmlns:a16="http://schemas.microsoft.com/office/drawing/2014/main" id="{C23EC4CD-24C0-410D-A32F-2D16BF3DFB65}"/>
              </a:ext>
            </a:extLst>
          </p:cNvPr>
          <p:cNvSpPr>
            <a:spLocks noGrp="1"/>
          </p:cNvSpPr>
          <p:nvPr/>
        </p:nvSpPr>
        <p:spPr>
          <a:xfrm>
            <a:off x="9220627" y="6385796"/>
            <a:ext cx="178814" cy="109073"/>
          </a:xfrm>
          <a:custGeom>
            <a:avLst/>
            <a:gdLst/>
            <a:ahLst/>
            <a:cxnLst/>
            <a:rect l="0" t="0" r="0" b="0"/>
            <a:pathLst>
              <a:path w="178814" h="109073">
                <a:moveTo>
                  <a:pt x="0" y="109073"/>
                </a:moveTo>
                <a:lnTo>
                  <a:pt x="12772" y="97357"/>
                </a:lnTo>
                <a:lnTo>
                  <a:pt x="25545" y="86245"/>
                </a:lnTo>
                <a:lnTo>
                  <a:pt x="38317" y="75737"/>
                </a:lnTo>
                <a:lnTo>
                  <a:pt x="51090" y="65833"/>
                </a:lnTo>
                <a:lnTo>
                  <a:pt x="63862" y="56533"/>
                </a:lnTo>
                <a:lnTo>
                  <a:pt x="76634" y="47836"/>
                </a:lnTo>
                <a:lnTo>
                  <a:pt x="89407" y="39743"/>
                </a:lnTo>
                <a:lnTo>
                  <a:pt x="102179" y="32254"/>
                </a:lnTo>
                <a:lnTo>
                  <a:pt x="114952" y="25369"/>
                </a:lnTo>
                <a:lnTo>
                  <a:pt x="127724" y="19087"/>
                </a:lnTo>
                <a:lnTo>
                  <a:pt x="140497" y="13410"/>
                </a:lnTo>
                <a:lnTo>
                  <a:pt x="153269" y="8336"/>
                </a:lnTo>
                <a:lnTo>
                  <a:pt x="166041" y="3866"/>
                </a:lnTo>
                <a:lnTo>
                  <a:pt x="178814" y="0"/>
                </a:lnTo>
              </a:path>
            </a:pathLst>
          </a:custGeom>
          <a:noFill/>
          <a:ln w="6477">
            <a:solidFill>
              <a:srgbClr val="F9B109">
                <a:alpha val="17000"/>
              </a:srgbClr>
            </a:solidFill>
            <a:prstDash val="solid"/>
          </a:ln>
        </p:spPr>
      </p:sp>
      <p:sp>
        <p:nvSpPr>
          <p:cNvPr id="342" name="knowledge-cross-edge">
            <a:extLst>
              <a:ext uri="{FF2B5EF4-FFF2-40B4-BE49-F238E27FC236}">
                <a16:creationId xmlns:a16="http://schemas.microsoft.com/office/drawing/2014/main" id="{F71ED7A5-37B9-4E92-8473-C2915F1603CA}"/>
              </a:ext>
            </a:extLst>
          </p:cNvPr>
          <p:cNvSpPr>
            <a:spLocks noGrp="1"/>
          </p:cNvSpPr>
          <p:nvPr/>
        </p:nvSpPr>
        <p:spPr>
          <a:xfrm>
            <a:off x="9220627" y="6066479"/>
            <a:ext cx="270364" cy="428390"/>
          </a:xfrm>
          <a:custGeom>
            <a:avLst/>
            <a:gdLst/>
            <a:ahLst/>
            <a:cxnLst/>
            <a:rect l="0" t="0" r="0" b="0"/>
            <a:pathLst>
              <a:path w="270364" h="428390">
                <a:moveTo>
                  <a:pt x="0" y="428390"/>
                </a:moveTo>
                <a:lnTo>
                  <a:pt x="7978" y="366517"/>
                </a:lnTo>
                <a:lnTo>
                  <a:pt x="18602" y="309403"/>
                </a:lnTo>
                <a:lnTo>
                  <a:pt x="31872" y="257048"/>
                </a:lnTo>
                <a:lnTo>
                  <a:pt x="47788" y="209452"/>
                </a:lnTo>
                <a:lnTo>
                  <a:pt x="66349" y="166615"/>
                </a:lnTo>
                <a:lnTo>
                  <a:pt x="87557" y="128536"/>
                </a:lnTo>
                <a:lnTo>
                  <a:pt x="111410" y="95216"/>
                </a:lnTo>
                <a:lnTo>
                  <a:pt x="137909" y="66655"/>
                </a:lnTo>
                <a:lnTo>
                  <a:pt x="167054" y="42853"/>
                </a:lnTo>
                <a:lnTo>
                  <a:pt x="198845" y="23810"/>
                </a:lnTo>
                <a:lnTo>
                  <a:pt x="233281" y="9526"/>
                </a:lnTo>
                <a:lnTo>
                  <a:pt x="270364" y="0"/>
                </a:lnTo>
              </a:path>
            </a:pathLst>
          </a:custGeom>
          <a:noFill/>
          <a:ln w="4953">
            <a:solidFill>
              <a:srgbClr val="F9B109">
                <a:alpha val="12000"/>
              </a:srgbClr>
            </a:solidFill>
            <a:prstDash val="solid"/>
          </a:ln>
        </p:spPr>
      </p:sp>
      <p:sp>
        <p:nvSpPr>
          <p:cNvPr id="343" name="knowledge-edge">
            <a:extLst>
              <a:ext uri="{FF2B5EF4-FFF2-40B4-BE49-F238E27FC236}">
                <a16:creationId xmlns:a16="http://schemas.microsoft.com/office/drawing/2014/main" id="{4EB56D85-A619-480D-871E-7D339CDD06C7}"/>
              </a:ext>
            </a:extLst>
          </p:cNvPr>
          <p:cNvSpPr>
            <a:spLocks noGrp="1"/>
          </p:cNvSpPr>
          <p:nvPr/>
        </p:nvSpPr>
        <p:spPr>
          <a:xfrm>
            <a:off x="9182633" y="6843683"/>
            <a:ext cx="245999" cy="131975"/>
          </a:xfrm>
          <a:custGeom>
            <a:avLst/>
            <a:gdLst/>
            <a:ahLst/>
            <a:cxnLst/>
            <a:rect l="0" t="0" r="0" b="0"/>
            <a:pathLst>
              <a:path w="245999" h="131975">
                <a:moveTo>
                  <a:pt x="0" y="121120"/>
                </a:moveTo>
                <a:lnTo>
                  <a:pt x="17571" y="126969"/>
                </a:lnTo>
                <a:lnTo>
                  <a:pt x="35143" y="130587"/>
                </a:lnTo>
                <a:lnTo>
                  <a:pt x="52714" y="131975"/>
                </a:lnTo>
                <a:lnTo>
                  <a:pt x="70285" y="131131"/>
                </a:lnTo>
                <a:lnTo>
                  <a:pt x="87857" y="128057"/>
                </a:lnTo>
                <a:lnTo>
                  <a:pt x="105428" y="122752"/>
                </a:lnTo>
                <a:lnTo>
                  <a:pt x="122999" y="115216"/>
                </a:lnTo>
                <a:lnTo>
                  <a:pt x="140571" y="105449"/>
                </a:lnTo>
                <a:lnTo>
                  <a:pt x="158142" y="93451"/>
                </a:lnTo>
                <a:lnTo>
                  <a:pt x="175713" y="79223"/>
                </a:lnTo>
                <a:lnTo>
                  <a:pt x="193285" y="62763"/>
                </a:lnTo>
                <a:lnTo>
                  <a:pt x="210856" y="44073"/>
                </a:lnTo>
                <a:lnTo>
                  <a:pt x="228427" y="23152"/>
                </a:lnTo>
                <a:lnTo>
                  <a:pt x="245999" y="0"/>
                </a:lnTo>
              </a:path>
            </a:pathLst>
          </a:custGeom>
          <a:noFill/>
          <a:ln w="6477">
            <a:solidFill>
              <a:srgbClr val="F9B109">
                <a:alpha val="17000"/>
              </a:srgbClr>
            </a:solidFill>
            <a:prstDash val="solid"/>
          </a:ln>
        </p:spPr>
      </p:sp>
      <p:sp>
        <p:nvSpPr>
          <p:cNvPr id="344" name="knowledge-edge">
            <a:extLst>
              <a:ext uri="{FF2B5EF4-FFF2-40B4-BE49-F238E27FC236}">
                <a16:creationId xmlns:a16="http://schemas.microsoft.com/office/drawing/2014/main" id="{E66BFC2D-DA16-426C-9C42-5397A58A482F}"/>
              </a:ext>
            </a:extLst>
          </p:cNvPr>
          <p:cNvSpPr>
            <a:spLocks noGrp="1"/>
          </p:cNvSpPr>
          <p:nvPr/>
        </p:nvSpPr>
        <p:spPr>
          <a:xfrm>
            <a:off x="9621433" y="5289269"/>
            <a:ext cx="138445" cy="373101"/>
          </a:xfrm>
          <a:custGeom>
            <a:avLst/>
            <a:gdLst/>
            <a:ahLst/>
            <a:cxnLst/>
            <a:rect l="0" t="0" r="0" b="0"/>
            <a:pathLst>
              <a:path w="138445" h="373101">
                <a:moveTo>
                  <a:pt x="0" y="373101"/>
                </a:moveTo>
                <a:lnTo>
                  <a:pt x="9889" y="353375"/>
                </a:lnTo>
                <a:lnTo>
                  <a:pt x="19778" y="332584"/>
                </a:lnTo>
                <a:lnTo>
                  <a:pt x="29667" y="310727"/>
                </a:lnTo>
                <a:lnTo>
                  <a:pt x="39556" y="287805"/>
                </a:lnTo>
                <a:lnTo>
                  <a:pt x="49445" y="263819"/>
                </a:lnTo>
                <a:lnTo>
                  <a:pt x="59333" y="238766"/>
                </a:lnTo>
                <a:lnTo>
                  <a:pt x="69222" y="212649"/>
                </a:lnTo>
                <a:lnTo>
                  <a:pt x="79111" y="185466"/>
                </a:lnTo>
                <a:lnTo>
                  <a:pt x="89000" y="157218"/>
                </a:lnTo>
                <a:lnTo>
                  <a:pt x="98889" y="127905"/>
                </a:lnTo>
                <a:lnTo>
                  <a:pt x="108778" y="97527"/>
                </a:lnTo>
                <a:lnTo>
                  <a:pt x="118667" y="66083"/>
                </a:lnTo>
                <a:lnTo>
                  <a:pt x="128556" y="33574"/>
                </a:lnTo>
                <a:lnTo>
                  <a:pt x="138445" y="0"/>
                </a:lnTo>
              </a:path>
            </a:pathLst>
          </a:custGeom>
          <a:noFill/>
          <a:ln w="6477">
            <a:solidFill>
              <a:srgbClr val="F5BB07">
                <a:alpha val="17000"/>
              </a:srgbClr>
            </a:solidFill>
            <a:prstDash val="solid"/>
          </a:ln>
        </p:spPr>
      </p:sp>
      <p:sp>
        <p:nvSpPr>
          <p:cNvPr id="345" name="knowledge-long-edge">
            <a:extLst>
              <a:ext uri="{FF2B5EF4-FFF2-40B4-BE49-F238E27FC236}">
                <a16:creationId xmlns:a16="http://schemas.microsoft.com/office/drawing/2014/main" id="{E17D62A7-DF9E-4FDF-875B-018E52CA3A35}"/>
              </a:ext>
            </a:extLst>
          </p:cNvPr>
          <p:cNvSpPr>
            <a:spLocks noGrp="1"/>
          </p:cNvSpPr>
          <p:nvPr/>
        </p:nvSpPr>
        <p:spPr>
          <a:xfrm>
            <a:off x="9621433" y="4851396"/>
            <a:ext cx="648939" cy="810973"/>
          </a:xfrm>
          <a:custGeom>
            <a:avLst/>
            <a:gdLst/>
            <a:ahLst/>
            <a:cxnLst/>
            <a:rect l="0" t="0" r="0" b="0"/>
            <a:pathLst>
              <a:path w="648939" h="810973">
                <a:moveTo>
                  <a:pt x="0" y="810973"/>
                </a:moveTo>
                <a:lnTo>
                  <a:pt x="40559" y="664901"/>
                </a:lnTo>
                <a:lnTo>
                  <a:pt x="81117" y="533299"/>
                </a:lnTo>
                <a:lnTo>
                  <a:pt x="121676" y="416166"/>
                </a:lnTo>
                <a:lnTo>
                  <a:pt x="162235" y="313502"/>
                </a:lnTo>
                <a:lnTo>
                  <a:pt x="202793" y="225308"/>
                </a:lnTo>
                <a:lnTo>
                  <a:pt x="243352" y="151583"/>
                </a:lnTo>
                <a:lnTo>
                  <a:pt x="283911" y="92328"/>
                </a:lnTo>
                <a:lnTo>
                  <a:pt x="324470" y="47542"/>
                </a:lnTo>
                <a:lnTo>
                  <a:pt x="365028" y="17225"/>
                </a:lnTo>
                <a:lnTo>
                  <a:pt x="405587" y="1378"/>
                </a:lnTo>
                <a:lnTo>
                  <a:pt x="446146" y="0"/>
                </a:lnTo>
                <a:lnTo>
                  <a:pt x="486704" y="13091"/>
                </a:lnTo>
                <a:lnTo>
                  <a:pt x="527263" y="40652"/>
                </a:lnTo>
                <a:lnTo>
                  <a:pt x="567822" y="82682"/>
                </a:lnTo>
                <a:lnTo>
                  <a:pt x="608380" y="139182"/>
                </a:lnTo>
                <a:lnTo>
                  <a:pt x="648939" y="210151"/>
                </a:lnTo>
              </a:path>
            </a:pathLst>
          </a:custGeom>
          <a:noFill/>
          <a:ln w="4286">
            <a:solidFill>
              <a:srgbClr val="F5BB07">
                <a:alpha val="9000"/>
              </a:srgbClr>
            </a:solidFill>
            <a:prstDash val="solid"/>
          </a:ln>
        </p:spPr>
      </p:sp>
      <p:sp>
        <p:nvSpPr>
          <p:cNvPr id="346" name="knowledge-edge">
            <a:extLst>
              <a:ext uri="{FF2B5EF4-FFF2-40B4-BE49-F238E27FC236}">
                <a16:creationId xmlns:a16="http://schemas.microsoft.com/office/drawing/2014/main" id="{C5B10137-D409-40DA-9BE6-8870F83761BF}"/>
              </a:ext>
            </a:extLst>
          </p:cNvPr>
          <p:cNvSpPr>
            <a:spLocks noGrp="1"/>
          </p:cNvSpPr>
          <p:nvPr/>
        </p:nvSpPr>
        <p:spPr>
          <a:xfrm>
            <a:off x="9535306" y="5489967"/>
            <a:ext cx="283220" cy="70966"/>
          </a:xfrm>
          <a:custGeom>
            <a:avLst/>
            <a:gdLst/>
            <a:ahLst/>
            <a:cxnLst/>
            <a:rect l="0" t="0" r="0" b="0"/>
            <a:pathLst>
              <a:path w="283220" h="70966">
                <a:moveTo>
                  <a:pt x="0" y="21300"/>
                </a:moveTo>
                <a:lnTo>
                  <a:pt x="20230" y="35702"/>
                </a:lnTo>
                <a:lnTo>
                  <a:pt x="40460" y="47655"/>
                </a:lnTo>
                <a:lnTo>
                  <a:pt x="60690" y="57157"/>
                </a:lnTo>
                <a:lnTo>
                  <a:pt x="80920" y="64210"/>
                </a:lnTo>
                <a:lnTo>
                  <a:pt x="101150" y="68813"/>
                </a:lnTo>
                <a:lnTo>
                  <a:pt x="121380" y="70966"/>
                </a:lnTo>
                <a:lnTo>
                  <a:pt x="141610" y="70670"/>
                </a:lnTo>
                <a:lnTo>
                  <a:pt x="161840" y="67923"/>
                </a:lnTo>
                <a:lnTo>
                  <a:pt x="182070" y="62727"/>
                </a:lnTo>
                <a:lnTo>
                  <a:pt x="202300" y="55081"/>
                </a:lnTo>
                <a:lnTo>
                  <a:pt x="222530" y="44986"/>
                </a:lnTo>
                <a:lnTo>
                  <a:pt x="242760" y="32440"/>
                </a:lnTo>
                <a:lnTo>
                  <a:pt x="262990" y="17445"/>
                </a:lnTo>
                <a:lnTo>
                  <a:pt x="283220" y="0"/>
                </a:lnTo>
              </a:path>
            </a:pathLst>
          </a:custGeom>
          <a:noFill/>
          <a:ln w="6477">
            <a:solidFill>
              <a:srgbClr val="F5BB07">
                <a:alpha val="17000"/>
              </a:srgbClr>
            </a:solidFill>
            <a:prstDash val="solid"/>
          </a:ln>
        </p:spPr>
      </p:sp>
      <p:sp>
        <p:nvSpPr>
          <p:cNvPr id="347" name="knowledge-cross-edge">
            <a:extLst>
              <a:ext uri="{FF2B5EF4-FFF2-40B4-BE49-F238E27FC236}">
                <a16:creationId xmlns:a16="http://schemas.microsoft.com/office/drawing/2014/main" id="{81675A42-E254-4317-9023-8F91B0DE5E83}"/>
              </a:ext>
            </a:extLst>
          </p:cNvPr>
          <p:cNvSpPr>
            <a:spLocks noGrp="1"/>
          </p:cNvSpPr>
          <p:nvPr/>
        </p:nvSpPr>
        <p:spPr>
          <a:xfrm>
            <a:off x="9535306" y="5476459"/>
            <a:ext cx="266376" cy="115079"/>
          </a:xfrm>
          <a:custGeom>
            <a:avLst/>
            <a:gdLst/>
            <a:ahLst/>
            <a:cxnLst/>
            <a:rect l="0" t="0" r="0" b="0"/>
            <a:pathLst>
              <a:path w="266376" h="115079">
                <a:moveTo>
                  <a:pt x="0" y="34808"/>
                </a:moveTo>
                <a:lnTo>
                  <a:pt x="36750" y="20334"/>
                </a:lnTo>
                <a:lnTo>
                  <a:pt x="70854" y="9708"/>
                </a:lnTo>
                <a:lnTo>
                  <a:pt x="102313" y="2930"/>
                </a:lnTo>
                <a:lnTo>
                  <a:pt x="131125" y="0"/>
                </a:lnTo>
                <a:lnTo>
                  <a:pt x="157292" y="918"/>
                </a:lnTo>
                <a:lnTo>
                  <a:pt x="180813" y="5683"/>
                </a:lnTo>
                <a:lnTo>
                  <a:pt x="201688" y="14296"/>
                </a:lnTo>
                <a:lnTo>
                  <a:pt x="219917" y="26757"/>
                </a:lnTo>
                <a:lnTo>
                  <a:pt x="235501" y="43066"/>
                </a:lnTo>
                <a:lnTo>
                  <a:pt x="248438" y="63222"/>
                </a:lnTo>
                <a:lnTo>
                  <a:pt x="258730" y="87227"/>
                </a:lnTo>
                <a:lnTo>
                  <a:pt x="266376" y="115079"/>
                </a:lnTo>
              </a:path>
            </a:pathLst>
          </a:custGeom>
          <a:noFill/>
          <a:ln w="5334">
            <a:solidFill>
              <a:srgbClr val="F5BB07">
                <a:alpha val="13000"/>
              </a:srgbClr>
            </a:solidFill>
            <a:prstDash val="solid"/>
          </a:ln>
        </p:spPr>
      </p:sp>
      <p:sp>
        <p:nvSpPr>
          <p:cNvPr id="348" name="knowledge-edge">
            <a:extLst>
              <a:ext uri="{FF2B5EF4-FFF2-40B4-BE49-F238E27FC236}">
                <a16:creationId xmlns:a16="http://schemas.microsoft.com/office/drawing/2014/main" id="{5CB4806A-BA11-4D15-9B58-78CBE9C84D20}"/>
              </a:ext>
            </a:extLst>
          </p:cNvPr>
          <p:cNvSpPr>
            <a:spLocks noGrp="1"/>
          </p:cNvSpPr>
          <p:nvPr/>
        </p:nvSpPr>
        <p:spPr>
          <a:xfrm>
            <a:off x="9558300" y="5581606"/>
            <a:ext cx="243382" cy="179359"/>
          </a:xfrm>
          <a:custGeom>
            <a:avLst/>
            <a:gdLst/>
            <a:ahLst/>
            <a:cxnLst/>
            <a:rect l="0" t="0" r="0" b="0"/>
            <a:pathLst>
              <a:path w="243382" h="179359">
                <a:moveTo>
                  <a:pt x="0" y="179359"/>
                </a:moveTo>
                <a:lnTo>
                  <a:pt x="17384" y="149042"/>
                </a:lnTo>
                <a:lnTo>
                  <a:pt x="34769" y="121527"/>
                </a:lnTo>
                <a:lnTo>
                  <a:pt x="52153" y="96815"/>
                </a:lnTo>
                <a:lnTo>
                  <a:pt x="69538" y="74905"/>
                </a:lnTo>
                <a:lnTo>
                  <a:pt x="86922" y="55798"/>
                </a:lnTo>
                <a:lnTo>
                  <a:pt x="104307" y="39492"/>
                </a:lnTo>
                <a:lnTo>
                  <a:pt x="121691" y="25989"/>
                </a:lnTo>
                <a:lnTo>
                  <a:pt x="139075" y="15289"/>
                </a:lnTo>
                <a:lnTo>
                  <a:pt x="156460" y="7390"/>
                </a:lnTo>
                <a:lnTo>
                  <a:pt x="173844" y="2294"/>
                </a:lnTo>
                <a:lnTo>
                  <a:pt x="191229" y="0"/>
                </a:lnTo>
                <a:lnTo>
                  <a:pt x="208613" y="508"/>
                </a:lnTo>
                <a:lnTo>
                  <a:pt x="225998" y="3819"/>
                </a:lnTo>
                <a:lnTo>
                  <a:pt x="243382" y="9932"/>
                </a:lnTo>
              </a:path>
            </a:pathLst>
          </a:custGeom>
          <a:noFill/>
          <a:ln w="6477">
            <a:solidFill>
              <a:srgbClr val="F5BB07">
                <a:alpha val="17000"/>
              </a:srgbClr>
            </a:solidFill>
            <a:prstDash val="solid"/>
          </a:ln>
        </p:spPr>
      </p:sp>
      <p:sp>
        <p:nvSpPr>
          <p:cNvPr id="349" name="knowledge-edge">
            <a:extLst>
              <a:ext uri="{FF2B5EF4-FFF2-40B4-BE49-F238E27FC236}">
                <a16:creationId xmlns:a16="http://schemas.microsoft.com/office/drawing/2014/main" id="{6EA9D889-1476-42AB-9704-703D5477A174}"/>
              </a:ext>
            </a:extLst>
          </p:cNvPr>
          <p:cNvSpPr>
            <a:spLocks noGrp="1"/>
          </p:cNvSpPr>
          <p:nvPr/>
        </p:nvSpPr>
        <p:spPr>
          <a:xfrm>
            <a:off x="9338473" y="5732947"/>
            <a:ext cx="656491" cy="78645"/>
          </a:xfrm>
          <a:custGeom>
            <a:avLst/>
            <a:gdLst/>
            <a:ahLst/>
            <a:cxnLst/>
            <a:rect l="0" t="0" r="0" b="0"/>
            <a:pathLst>
              <a:path w="656491" h="78645">
                <a:moveTo>
                  <a:pt x="0" y="13690"/>
                </a:moveTo>
                <a:lnTo>
                  <a:pt x="46892" y="7849"/>
                </a:lnTo>
                <a:lnTo>
                  <a:pt x="93784" y="3620"/>
                </a:lnTo>
                <a:lnTo>
                  <a:pt x="140677" y="1004"/>
                </a:lnTo>
                <a:lnTo>
                  <a:pt x="187569" y="0"/>
                </a:lnTo>
                <a:lnTo>
                  <a:pt x="234461" y="609"/>
                </a:lnTo>
                <a:lnTo>
                  <a:pt x="281353" y="2830"/>
                </a:lnTo>
                <a:lnTo>
                  <a:pt x="328245" y="6663"/>
                </a:lnTo>
                <a:lnTo>
                  <a:pt x="375138" y="12109"/>
                </a:lnTo>
                <a:lnTo>
                  <a:pt x="422030" y="19167"/>
                </a:lnTo>
                <a:lnTo>
                  <a:pt x="468922" y="27838"/>
                </a:lnTo>
                <a:lnTo>
                  <a:pt x="515814" y="38121"/>
                </a:lnTo>
                <a:lnTo>
                  <a:pt x="562706" y="50017"/>
                </a:lnTo>
                <a:lnTo>
                  <a:pt x="609599" y="63525"/>
                </a:lnTo>
                <a:lnTo>
                  <a:pt x="656491" y="78645"/>
                </a:lnTo>
              </a:path>
            </a:pathLst>
          </a:custGeom>
          <a:noFill/>
          <a:ln w="6477">
            <a:solidFill>
              <a:srgbClr val="F5BB07">
                <a:alpha val="17000"/>
              </a:srgbClr>
            </a:solidFill>
            <a:prstDash val="solid"/>
          </a:ln>
        </p:spPr>
      </p:sp>
      <p:sp>
        <p:nvSpPr>
          <p:cNvPr id="350" name="knowledge-edge">
            <a:extLst>
              <a:ext uri="{FF2B5EF4-FFF2-40B4-BE49-F238E27FC236}">
                <a16:creationId xmlns:a16="http://schemas.microsoft.com/office/drawing/2014/main" id="{CFD11EFA-37D5-4171-A896-09C88DA184CA}"/>
              </a:ext>
            </a:extLst>
          </p:cNvPr>
          <p:cNvSpPr>
            <a:spLocks noGrp="1"/>
          </p:cNvSpPr>
          <p:nvPr/>
        </p:nvSpPr>
        <p:spPr>
          <a:xfrm>
            <a:off x="9490990" y="5953290"/>
            <a:ext cx="399362" cy="113189"/>
          </a:xfrm>
          <a:custGeom>
            <a:avLst/>
            <a:gdLst/>
            <a:ahLst/>
            <a:cxnLst/>
            <a:rect l="0" t="0" r="0" b="0"/>
            <a:pathLst>
              <a:path w="399362" h="113189">
                <a:moveTo>
                  <a:pt x="0" y="113189"/>
                </a:moveTo>
                <a:lnTo>
                  <a:pt x="28526" y="88390"/>
                </a:lnTo>
                <a:lnTo>
                  <a:pt x="57052" y="66647"/>
                </a:lnTo>
                <a:lnTo>
                  <a:pt x="85577" y="47960"/>
                </a:lnTo>
                <a:lnTo>
                  <a:pt x="114103" y="32328"/>
                </a:lnTo>
                <a:lnTo>
                  <a:pt x="142629" y="19751"/>
                </a:lnTo>
                <a:lnTo>
                  <a:pt x="171155" y="10230"/>
                </a:lnTo>
                <a:lnTo>
                  <a:pt x="199681" y="3764"/>
                </a:lnTo>
                <a:lnTo>
                  <a:pt x="228207" y="354"/>
                </a:lnTo>
                <a:lnTo>
                  <a:pt x="256732" y="0"/>
                </a:lnTo>
                <a:lnTo>
                  <a:pt x="285258" y="2701"/>
                </a:lnTo>
                <a:lnTo>
                  <a:pt x="313784" y="8458"/>
                </a:lnTo>
                <a:lnTo>
                  <a:pt x="342310" y="17270"/>
                </a:lnTo>
                <a:lnTo>
                  <a:pt x="370836" y="29137"/>
                </a:lnTo>
                <a:lnTo>
                  <a:pt x="399362" y="44060"/>
                </a:lnTo>
              </a:path>
            </a:pathLst>
          </a:custGeom>
          <a:noFill/>
          <a:ln w="6477">
            <a:solidFill>
              <a:srgbClr val="F5BB07">
                <a:alpha val="17000"/>
              </a:srgbClr>
            </a:solidFill>
            <a:prstDash val="solid"/>
          </a:ln>
        </p:spPr>
      </p:sp>
      <p:sp>
        <p:nvSpPr>
          <p:cNvPr id="351" name="knowledge-cross-edge">
            <a:extLst>
              <a:ext uri="{FF2B5EF4-FFF2-40B4-BE49-F238E27FC236}">
                <a16:creationId xmlns:a16="http://schemas.microsoft.com/office/drawing/2014/main" id="{BA958279-CAB6-44B9-B6BA-C96392C3A7B0}"/>
              </a:ext>
            </a:extLst>
          </p:cNvPr>
          <p:cNvSpPr>
            <a:spLocks noGrp="1"/>
          </p:cNvSpPr>
          <p:nvPr/>
        </p:nvSpPr>
        <p:spPr>
          <a:xfrm>
            <a:off x="9490990" y="6063568"/>
            <a:ext cx="449672" cy="227492"/>
          </a:xfrm>
          <a:custGeom>
            <a:avLst/>
            <a:gdLst/>
            <a:ahLst/>
            <a:cxnLst/>
            <a:rect l="0" t="0" r="0" b="0"/>
            <a:pathLst>
              <a:path w="449672" h="227492">
                <a:moveTo>
                  <a:pt x="0" y="2911"/>
                </a:moveTo>
                <a:lnTo>
                  <a:pt x="52025" y="0"/>
                </a:lnTo>
                <a:lnTo>
                  <a:pt x="101404" y="1021"/>
                </a:lnTo>
                <a:lnTo>
                  <a:pt x="148137" y="5975"/>
                </a:lnTo>
                <a:lnTo>
                  <a:pt x="192224" y="14860"/>
                </a:lnTo>
                <a:lnTo>
                  <a:pt x="233665" y="27677"/>
                </a:lnTo>
                <a:lnTo>
                  <a:pt x="272461" y="44426"/>
                </a:lnTo>
                <a:lnTo>
                  <a:pt x="308611" y="65107"/>
                </a:lnTo>
                <a:lnTo>
                  <a:pt x="342114" y="89720"/>
                </a:lnTo>
                <a:lnTo>
                  <a:pt x="372972" y="118265"/>
                </a:lnTo>
                <a:lnTo>
                  <a:pt x="401185" y="150742"/>
                </a:lnTo>
                <a:lnTo>
                  <a:pt x="426751" y="187151"/>
                </a:lnTo>
                <a:lnTo>
                  <a:pt x="449672" y="227492"/>
                </a:lnTo>
              </a:path>
            </a:pathLst>
          </a:custGeom>
          <a:noFill/>
          <a:ln w="5334">
            <a:solidFill>
              <a:srgbClr val="F5BB07">
                <a:alpha val="13000"/>
              </a:srgbClr>
            </a:solidFill>
            <a:prstDash val="solid"/>
          </a:ln>
        </p:spPr>
      </p:sp>
      <p:sp>
        <p:nvSpPr>
          <p:cNvPr id="352" name="knowledge-cross-edge">
            <a:extLst>
              <a:ext uri="{FF2B5EF4-FFF2-40B4-BE49-F238E27FC236}">
                <a16:creationId xmlns:a16="http://schemas.microsoft.com/office/drawing/2014/main" id="{B5116DB2-5AA5-4DDE-B3A8-D95BE4CAA49A}"/>
              </a:ext>
            </a:extLst>
          </p:cNvPr>
          <p:cNvSpPr>
            <a:spLocks noGrp="1"/>
          </p:cNvSpPr>
          <p:nvPr/>
        </p:nvSpPr>
        <p:spPr>
          <a:xfrm>
            <a:off x="9490990" y="5781390"/>
            <a:ext cx="503974" cy="285089"/>
          </a:xfrm>
          <a:custGeom>
            <a:avLst/>
            <a:gdLst/>
            <a:ahLst/>
            <a:cxnLst/>
            <a:rect l="0" t="0" r="0" b="0"/>
            <a:pathLst>
              <a:path w="503974" h="285089">
                <a:moveTo>
                  <a:pt x="0" y="285089"/>
                </a:moveTo>
                <a:lnTo>
                  <a:pt x="27446" y="225583"/>
                </a:lnTo>
                <a:lnTo>
                  <a:pt x="57537" y="173034"/>
                </a:lnTo>
                <a:lnTo>
                  <a:pt x="90275" y="127443"/>
                </a:lnTo>
                <a:lnTo>
                  <a:pt x="125658" y="88809"/>
                </a:lnTo>
                <a:lnTo>
                  <a:pt x="163687" y="57133"/>
                </a:lnTo>
                <a:lnTo>
                  <a:pt x="204362" y="32414"/>
                </a:lnTo>
                <a:lnTo>
                  <a:pt x="247683" y="14652"/>
                </a:lnTo>
                <a:lnTo>
                  <a:pt x="293649" y="3847"/>
                </a:lnTo>
                <a:lnTo>
                  <a:pt x="342261" y="0"/>
                </a:lnTo>
                <a:lnTo>
                  <a:pt x="393520" y="3110"/>
                </a:lnTo>
                <a:lnTo>
                  <a:pt x="447424" y="13177"/>
                </a:lnTo>
                <a:lnTo>
                  <a:pt x="503974" y="30202"/>
                </a:lnTo>
              </a:path>
            </a:pathLst>
          </a:custGeom>
          <a:noFill/>
          <a:ln w="4953">
            <a:solidFill>
              <a:srgbClr val="F5BB07">
                <a:alpha val="12000"/>
              </a:srgbClr>
            </a:solidFill>
            <a:prstDash val="solid"/>
          </a:ln>
        </p:spPr>
      </p:sp>
      <p:sp>
        <p:nvSpPr>
          <p:cNvPr id="353" name="knowledge-edge">
            <a:extLst>
              <a:ext uri="{FF2B5EF4-FFF2-40B4-BE49-F238E27FC236}">
                <a16:creationId xmlns:a16="http://schemas.microsoft.com/office/drawing/2014/main" id="{3AD3F70A-321A-47F2-B49A-AF4F0290214D}"/>
              </a:ext>
            </a:extLst>
          </p:cNvPr>
          <p:cNvSpPr>
            <a:spLocks noGrp="1"/>
          </p:cNvSpPr>
          <p:nvPr/>
        </p:nvSpPr>
        <p:spPr>
          <a:xfrm>
            <a:off x="9399440" y="6291060"/>
            <a:ext cx="541222" cy="94735"/>
          </a:xfrm>
          <a:custGeom>
            <a:avLst/>
            <a:gdLst/>
            <a:ahLst/>
            <a:cxnLst/>
            <a:rect l="0" t="0" r="0" b="0"/>
            <a:pathLst>
              <a:path w="541222" h="94735">
                <a:moveTo>
                  <a:pt x="0" y="94735"/>
                </a:moveTo>
                <a:lnTo>
                  <a:pt x="38659" y="85072"/>
                </a:lnTo>
                <a:lnTo>
                  <a:pt x="77317" y="75854"/>
                </a:lnTo>
                <a:lnTo>
                  <a:pt x="115976" y="67082"/>
                </a:lnTo>
                <a:lnTo>
                  <a:pt x="154635" y="58756"/>
                </a:lnTo>
                <a:lnTo>
                  <a:pt x="193293" y="50875"/>
                </a:lnTo>
                <a:lnTo>
                  <a:pt x="231952" y="43440"/>
                </a:lnTo>
                <a:lnTo>
                  <a:pt x="270611" y="36450"/>
                </a:lnTo>
                <a:lnTo>
                  <a:pt x="309270" y="29906"/>
                </a:lnTo>
                <a:lnTo>
                  <a:pt x="347928" y="23808"/>
                </a:lnTo>
                <a:lnTo>
                  <a:pt x="386587" y="18155"/>
                </a:lnTo>
                <a:lnTo>
                  <a:pt x="425246" y="12948"/>
                </a:lnTo>
                <a:lnTo>
                  <a:pt x="463904" y="8186"/>
                </a:lnTo>
                <a:lnTo>
                  <a:pt x="502563" y="3870"/>
                </a:lnTo>
                <a:lnTo>
                  <a:pt x="541222" y="0"/>
                </a:lnTo>
              </a:path>
            </a:pathLst>
          </a:custGeom>
          <a:noFill/>
          <a:ln w="6477">
            <a:solidFill>
              <a:srgbClr val="F5BB07">
                <a:alpha val="17000"/>
              </a:srgbClr>
            </a:solidFill>
            <a:prstDash val="solid"/>
          </a:ln>
        </p:spPr>
      </p:sp>
      <p:sp>
        <p:nvSpPr>
          <p:cNvPr id="354" name="knowledge-cross-edge">
            <a:extLst>
              <a:ext uri="{FF2B5EF4-FFF2-40B4-BE49-F238E27FC236}">
                <a16:creationId xmlns:a16="http://schemas.microsoft.com/office/drawing/2014/main" id="{3D8B7312-C7E7-4EA7-8FFE-52CC58D58C2E}"/>
              </a:ext>
            </a:extLst>
          </p:cNvPr>
          <p:cNvSpPr>
            <a:spLocks noGrp="1"/>
          </p:cNvSpPr>
          <p:nvPr/>
        </p:nvSpPr>
        <p:spPr>
          <a:xfrm>
            <a:off x="9399440" y="6351657"/>
            <a:ext cx="512829" cy="180472"/>
          </a:xfrm>
          <a:custGeom>
            <a:avLst/>
            <a:gdLst/>
            <a:ahLst/>
            <a:cxnLst/>
            <a:rect l="0" t="0" r="0" b="0"/>
            <a:pathLst>
              <a:path w="512829" h="180472">
                <a:moveTo>
                  <a:pt x="0" y="34139"/>
                </a:moveTo>
                <a:lnTo>
                  <a:pt x="57288" y="17831"/>
                </a:lnTo>
                <a:lnTo>
                  <a:pt x="111930" y="6705"/>
                </a:lnTo>
                <a:lnTo>
                  <a:pt x="163926" y="761"/>
                </a:lnTo>
                <a:lnTo>
                  <a:pt x="213276" y="0"/>
                </a:lnTo>
                <a:lnTo>
                  <a:pt x="259981" y="4421"/>
                </a:lnTo>
                <a:lnTo>
                  <a:pt x="304040" y="14024"/>
                </a:lnTo>
                <a:lnTo>
                  <a:pt x="345452" y="28810"/>
                </a:lnTo>
                <a:lnTo>
                  <a:pt x="384219" y="48778"/>
                </a:lnTo>
                <a:lnTo>
                  <a:pt x="420341" y="73928"/>
                </a:lnTo>
                <a:lnTo>
                  <a:pt x="453816" y="104260"/>
                </a:lnTo>
                <a:lnTo>
                  <a:pt x="484646" y="139775"/>
                </a:lnTo>
                <a:lnTo>
                  <a:pt x="512829" y="180472"/>
                </a:lnTo>
              </a:path>
            </a:pathLst>
          </a:custGeom>
          <a:noFill/>
          <a:ln w="5334">
            <a:solidFill>
              <a:srgbClr val="F5BB07">
                <a:alpha val="13000"/>
              </a:srgbClr>
            </a:solidFill>
            <a:prstDash val="solid"/>
          </a:ln>
        </p:spPr>
      </p:sp>
      <p:sp>
        <p:nvSpPr>
          <p:cNvPr id="355" name="knowledge-long-edge">
            <a:extLst>
              <a:ext uri="{FF2B5EF4-FFF2-40B4-BE49-F238E27FC236}">
                <a16:creationId xmlns:a16="http://schemas.microsoft.com/office/drawing/2014/main" id="{E637399A-ECC4-4FBA-9A06-C22FC91BD0B9}"/>
              </a:ext>
            </a:extLst>
          </p:cNvPr>
          <p:cNvSpPr>
            <a:spLocks noGrp="1"/>
          </p:cNvSpPr>
          <p:nvPr/>
        </p:nvSpPr>
        <p:spPr>
          <a:xfrm>
            <a:off x="9399440" y="6140472"/>
            <a:ext cx="749085" cy="376433"/>
          </a:xfrm>
          <a:custGeom>
            <a:avLst/>
            <a:gdLst/>
            <a:ahLst/>
            <a:cxnLst/>
            <a:rect l="0" t="0" r="0" b="0"/>
            <a:pathLst>
              <a:path w="749085" h="376433">
                <a:moveTo>
                  <a:pt x="0" y="245324"/>
                </a:moveTo>
                <a:lnTo>
                  <a:pt x="46818" y="181451"/>
                </a:lnTo>
                <a:lnTo>
                  <a:pt x="93636" y="127186"/>
                </a:lnTo>
                <a:lnTo>
                  <a:pt x="140453" y="82531"/>
                </a:lnTo>
                <a:lnTo>
                  <a:pt x="187271" y="47485"/>
                </a:lnTo>
                <a:lnTo>
                  <a:pt x="234089" y="22047"/>
                </a:lnTo>
                <a:lnTo>
                  <a:pt x="280907" y="6219"/>
                </a:lnTo>
                <a:lnTo>
                  <a:pt x="327725" y="0"/>
                </a:lnTo>
                <a:lnTo>
                  <a:pt x="374542" y="3390"/>
                </a:lnTo>
                <a:lnTo>
                  <a:pt x="421360" y="16389"/>
                </a:lnTo>
                <a:lnTo>
                  <a:pt x="468178" y="38996"/>
                </a:lnTo>
                <a:lnTo>
                  <a:pt x="514996" y="71213"/>
                </a:lnTo>
                <a:lnTo>
                  <a:pt x="561814" y="113039"/>
                </a:lnTo>
                <a:lnTo>
                  <a:pt x="608631" y="164474"/>
                </a:lnTo>
                <a:lnTo>
                  <a:pt x="655449" y="225518"/>
                </a:lnTo>
                <a:lnTo>
                  <a:pt x="702267" y="296171"/>
                </a:lnTo>
                <a:lnTo>
                  <a:pt x="749085" y="376433"/>
                </a:lnTo>
              </a:path>
            </a:pathLst>
          </a:custGeom>
          <a:noFill/>
          <a:ln w="4286">
            <a:solidFill>
              <a:srgbClr val="F5BB07">
                <a:alpha val="9000"/>
              </a:srgbClr>
            </a:solidFill>
            <a:prstDash val="solid"/>
          </a:ln>
        </p:spPr>
      </p:sp>
      <p:sp>
        <p:nvSpPr>
          <p:cNvPr id="356" name="knowledge-edge">
            <a:extLst>
              <a:ext uri="{FF2B5EF4-FFF2-40B4-BE49-F238E27FC236}">
                <a16:creationId xmlns:a16="http://schemas.microsoft.com/office/drawing/2014/main" id="{E0C1211D-03C8-4C55-93A5-BB3D7D793EF5}"/>
              </a:ext>
            </a:extLst>
          </p:cNvPr>
          <p:cNvSpPr>
            <a:spLocks noGrp="1"/>
          </p:cNvSpPr>
          <p:nvPr/>
        </p:nvSpPr>
        <p:spPr>
          <a:xfrm>
            <a:off x="9428631" y="6532129"/>
            <a:ext cx="483638" cy="311554"/>
          </a:xfrm>
          <a:custGeom>
            <a:avLst/>
            <a:gdLst/>
            <a:ahLst/>
            <a:cxnLst/>
            <a:rect l="0" t="0" r="0" b="0"/>
            <a:pathLst>
              <a:path w="483638" h="311554">
                <a:moveTo>
                  <a:pt x="0" y="311554"/>
                </a:moveTo>
                <a:lnTo>
                  <a:pt x="34546" y="277498"/>
                </a:lnTo>
                <a:lnTo>
                  <a:pt x="69091" y="245257"/>
                </a:lnTo>
                <a:lnTo>
                  <a:pt x="103637" y="214832"/>
                </a:lnTo>
                <a:lnTo>
                  <a:pt x="138182" y="186222"/>
                </a:lnTo>
                <a:lnTo>
                  <a:pt x="172728" y="159429"/>
                </a:lnTo>
                <a:lnTo>
                  <a:pt x="207273" y="134451"/>
                </a:lnTo>
                <a:lnTo>
                  <a:pt x="241819" y="111290"/>
                </a:lnTo>
                <a:lnTo>
                  <a:pt x="276365" y="89944"/>
                </a:lnTo>
                <a:lnTo>
                  <a:pt x="310910" y="70414"/>
                </a:lnTo>
                <a:lnTo>
                  <a:pt x="345456" y="52699"/>
                </a:lnTo>
                <a:lnTo>
                  <a:pt x="380001" y="36801"/>
                </a:lnTo>
                <a:lnTo>
                  <a:pt x="414547" y="22718"/>
                </a:lnTo>
                <a:lnTo>
                  <a:pt x="449092" y="10451"/>
                </a:lnTo>
                <a:lnTo>
                  <a:pt x="483638" y="0"/>
                </a:lnTo>
              </a:path>
            </a:pathLst>
          </a:custGeom>
          <a:noFill/>
          <a:ln w="6477">
            <a:solidFill>
              <a:srgbClr val="F5BB07">
                <a:alpha val="17000"/>
              </a:srgbClr>
            </a:solidFill>
            <a:prstDash val="solid"/>
          </a:ln>
        </p:spPr>
      </p:sp>
      <p:sp>
        <p:nvSpPr>
          <p:cNvPr id="357" name="knowledge-cross-edge">
            <a:extLst>
              <a:ext uri="{FF2B5EF4-FFF2-40B4-BE49-F238E27FC236}">
                <a16:creationId xmlns:a16="http://schemas.microsoft.com/office/drawing/2014/main" id="{53095739-2581-425F-B78C-821BFC0AAD25}"/>
              </a:ext>
            </a:extLst>
          </p:cNvPr>
          <p:cNvSpPr>
            <a:spLocks noGrp="1"/>
          </p:cNvSpPr>
          <p:nvPr/>
        </p:nvSpPr>
        <p:spPr>
          <a:xfrm>
            <a:off x="9428631" y="6291060"/>
            <a:ext cx="512031" cy="552622"/>
          </a:xfrm>
          <a:custGeom>
            <a:avLst/>
            <a:gdLst/>
            <a:ahLst/>
            <a:cxnLst/>
            <a:rect l="0" t="0" r="0" b="0"/>
            <a:pathLst>
              <a:path w="512031" h="552622">
                <a:moveTo>
                  <a:pt x="0" y="552622"/>
                </a:moveTo>
                <a:lnTo>
                  <a:pt x="28117" y="475475"/>
                </a:lnTo>
                <a:lnTo>
                  <a:pt x="58880" y="403981"/>
                </a:lnTo>
                <a:lnTo>
                  <a:pt x="92289" y="338141"/>
                </a:lnTo>
                <a:lnTo>
                  <a:pt x="128344" y="277955"/>
                </a:lnTo>
                <a:lnTo>
                  <a:pt x="167044" y="223422"/>
                </a:lnTo>
                <a:lnTo>
                  <a:pt x="208390" y="174543"/>
                </a:lnTo>
                <a:lnTo>
                  <a:pt x="252382" y="131318"/>
                </a:lnTo>
                <a:lnTo>
                  <a:pt x="299020" y="93747"/>
                </a:lnTo>
                <a:lnTo>
                  <a:pt x="348304" y="61830"/>
                </a:lnTo>
                <a:lnTo>
                  <a:pt x="400234" y="35566"/>
                </a:lnTo>
                <a:lnTo>
                  <a:pt x="454809" y="14956"/>
                </a:lnTo>
                <a:lnTo>
                  <a:pt x="512031" y="0"/>
                </a:lnTo>
              </a:path>
            </a:pathLst>
          </a:custGeom>
          <a:noFill/>
          <a:ln w="4953">
            <a:solidFill>
              <a:srgbClr val="F5BB07">
                <a:alpha val="12000"/>
              </a:srgbClr>
            </a:solidFill>
            <a:prstDash val="solid"/>
          </a:ln>
        </p:spPr>
      </p:sp>
      <p:sp>
        <p:nvSpPr>
          <p:cNvPr id="358" name="knowledge-edge">
            <a:extLst>
              <a:ext uri="{FF2B5EF4-FFF2-40B4-BE49-F238E27FC236}">
                <a16:creationId xmlns:a16="http://schemas.microsoft.com/office/drawing/2014/main" id="{691807CB-B48F-4379-B1B0-8278BE209129}"/>
              </a:ext>
            </a:extLst>
          </p:cNvPr>
          <p:cNvSpPr>
            <a:spLocks noGrp="1"/>
          </p:cNvSpPr>
          <p:nvPr/>
        </p:nvSpPr>
        <p:spPr>
          <a:xfrm>
            <a:off x="9759878" y="5059572"/>
            <a:ext cx="510494" cy="229697"/>
          </a:xfrm>
          <a:custGeom>
            <a:avLst/>
            <a:gdLst/>
            <a:ahLst/>
            <a:cxnLst/>
            <a:rect l="0" t="0" r="0" b="0"/>
            <a:pathLst>
              <a:path w="510494" h="229697">
                <a:moveTo>
                  <a:pt x="0" y="229697"/>
                </a:moveTo>
                <a:lnTo>
                  <a:pt x="36464" y="195190"/>
                </a:lnTo>
                <a:lnTo>
                  <a:pt x="72928" y="163489"/>
                </a:lnTo>
                <a:lnTo>
                  <a:pt x="109392" y="134594"/>
                </a:lnTo>
                <a:lnTo>
                  <a:pt x="145855" y="108506"/>
                </a:lnTo>
                <a:lnTo>
                  <a:pt x="182319" y="85225"/>
                </a:lnTo>
                <a:lnTo>
                  <a:pt x="218783" y="64749"/>
                </a:lnTo>
                <a:lnTo>
                  <a:pt x="255247" y="47080"/>
                </a:lnTo>
                <a:lnTo>
                  <a:pt x="291711" y="32218"/>
                </a:lnTo>
                <a:lnTo>
                  <a:pt x="328175" y="20161"/>
                </a:lnTo>
                <a:lnTo>
                  <a:pt x="364639" y="10911"/>
                </a:lnTo>
                <a:lnTo>
                  <a:pt x="401103" y="4468"/>
                </a:lnTo>
                <a:lnTo>
                  <a:pt x="437566" y="831"/>
                </a:lnTo>
                <a:lnTo>
                  <a:pt x="474030" y="0"/>
                </a:lnTo>
                <a:lnTo>
                  <a:pt x="510494" y="1976"/>
                </a:lnTo>
              </a:path>
            </a:pathLst>
          </a:custGeom>
          <a:noFill/>
          <a:ln w="6477">
            <a:solidFill>
              <a:srgbClr val="DDB911">
                <a:alpha val="17000"/>
              </a:srgbClr>
            </a:solidFill>
            <a:prstDash val="solid"/>
          </a:ln>
        </p:spPr>
      </p:sp>
      <p:sp>
        <p:nvSpPr>
          <p:cNvPr id="359" name="knowledge-cross-edge">
            <a:extLst>
              <a:ext uri="{FF2B5EF4-FFF2-40B4-BE49-F238E27FC236}">
                <a16:creationId xmlns:a16="http://schemas.microsoft.com/office/drawing/2014/main" id="{96321BDE-4BEB-4DCD-BB75-FE4F8EDD9A82}"/>
              </a:ext>
            </a:extLst>
          </p:cNvPr>
          <p:cNvSpPr>
            <a:spLocks noGrp="1"/>
          </p:cNvSpPr>
          <p:nvPr/>
        </p:nvSpPr>
        <p:spPr>
          <a:xfrm>
            <a:off x="9759878" y="5204201"/>
            <a:ext cx="619569" cy="85068"/>
          </a:xfrm>
          <a:custGeom>
            <a:avLst/>
            <a:gdLst/>
            <a:ahLst/>
            <a:cxnLst/>
            <a:rect l="0" t="0" r="0" b="0"/>
            <a:pathLst>
              <a:path w="619569" h="85068">
                <a:moveTo>
                  <a:pt x="0" y="85068"/>
                </a:moveTo>
                <a:lnTo>
                  <a:pt x="66183" y="61038"/>
                </a:lnTo>
                <a:lnTo>
                  <a:pt x="129720" y="40966"/>
                </a:lnTo>
                <a:lnTo>
                  <a:pt x="190611" y="24855"/>
                </a:lnTo>
                <a:lnTo>
                  <a:pt x="248856" y="12702"/>
                </a:lnTo>
                <a:lnTo>
                  <a:pt x="304456" y="4509"/>
                </a:lnTo>
                <a:lnTo>
                  <a:pt x="357410" y="275"/>
                </a:lnTo>
                <a:lnTo>
                  <a:pt x="407718" y="0"/>
                </a:lnTo>
                <a:lnTo>
                  <a:pt x="455380" y="3685"/>
                </a:lnTo>
                <a:lnTo>
                  <a:pt x="500396" y="11329"/>
                </a:lnTo>
                <a:lnTo>
                  <a:pt x="542766" y="22932"/>
                </a:lnTo>
                <a:lnTo>
                  <a:pt x="582491" y="38494"/>
                </a:lnTo>
                <a:lnTo>
                  <a:pt x="619569" y="58016"/>
                </a:lnTo>
              </a:path>
            </a:pathLst>
          </a:custGeom>
          <a:noFill/>
          <a:ln w="5334">
            <a:solidFill>
              <a:srgbClr val="DDB911">
                <a:alpha val="13000"/>
              </a:srgbClr>
            </a:solidFill>
            <a:prstDash val="solid"/>
          </a:ln>
        </p:spPr>
      </p:sp>
      <p:sp>
        <p:nvSpPr>
          <p:cNvPr id="360" name="knowledge-edge">
            <a:extLst>
              <a:ext uri="{FF2B5EF4-FFF2-40B4-BE49-F238E27FC236}">
                <a16:creationId xmlns:a16="http://schemas.microsoft.com/office/drawing/2014/main" id="{F3296720-6A60-45F6-B062-B3A265BC564F}"/>
              </a:ext>
            </a:extLst>
          </p:cNvPr>
          <p:cNvSpPr>
            <a:spLocks noGrp="1"/>
          </p:cNvSpPr>
          <p:nvPr/>
        </p:nvSpPr>
        <p:spPr>
          <a:xfrm>
            <a:off x="9818526" y="5262217"/>
            <a:ext cx="560921" cy="227750"/>
          </a:xfrm>
          <a:custGeom>
            <a:avLst/>
            <a:gdLst/>
            <a:ahLst/>
            <a:cxnLst/>
            <a:rect l="0" t="0" r="0" b="0"/>
            <a:pathLst>
              <a:path w="560921" h="227750">
                <a:moveTo>
                  <a:pt x="0" y="227750"/>
                </a:moveTo>
                <a:lnTo>
                  <a:pt x="40066" y="211952"/>
                </a:lnTo>
                <a:lnTo>
                  <a:pt x="80132" y="196083"/>
                </a:lnTo>
                <a:lnTo>
                  <a:pt x="120197" y="180140"/>
                </a:lnTo>
                <a:lnTo>
                  <a:pt x="160263" y="164126"/>
                </a:lnTo>
                <a:lnTo>
                  <a:pt x="200329" y="148039"/>
                </a:lnTo>
                <a:lnTo>
                  <a:pt x="240395" y="131880"/>
                </a:lnTo>
                <a:lnTo>
                  <a:pt x="280461" y="115648"/>
                </a:lnTo>
                <a:lnTo>
                  <a:pt x="320526" y="99344"/>
                </a:lnTo>
                <a:lnTo>
                  <a:pt x="360592" y="82968"/>
                </a:lnTo>
                <a:lnTo>
                  <a:pt x="400658" y="66519"/>
                </a:lnTo>
                <a:lnTo>
                  <a:pt x="440724" y="49998"/>
                </a:lnTo>
                <a:lnTo>
                  <a:pt x="480790" y="33404"/>
                </a:lnTo>
                <a:lnTo>
                  <a:pt x="520856" y="16738"/>
                </a:lnTo>
                <a:lnTo>
                  <a:pt x="560921" y="0"/>
                </a:lnTo>
              </a:path>
            </a:pathLst>
          </a:custGeom>
          <a:noFill/>
          <a:ln w="6477">
            <a:solidFill>
              <a:srgbClr val="DDB911">
                <a:alpha val="17000"/>
              </a:srgbClr>
            </a:solidFill>
            <a:prstDash val="solid"/>
          </a:ln>
        </p:spPr>
      </p:sp>
      <p:sp>
        <p:nvSpPr>
          <p:cNvPr id="361" name="knowledge-cross-edge">
            <a:extLst>
              <a:ext uri="{FF2B5EF4-FFF2-40B4-BE49-F238E27FC236}">
                <a16:creationId xmlns:a16="http://schemas.microsoft.com/office/drawing/2014/main" id="{E23AF046-828D-48C1-B57E-A01652A7F069}"/>
              </a:ext>
            </a:extLst>
          </p:cNvPr>
          <p:cNvSpPr>
            <a:spLocks noGrp="1"/>
          </p:cNvSpPr>
          <p:nvPr/>
        </p:nvSpPr>
        <p:spPr>
          <a:xfrm>
            <a:off x="9818526" y="5262182"/>
            <a:ext cx="338365" cy="227785"/>
          </a:xfrm>
          <a:custGeom>
            <a:avLst/>
            <a:gdLst/>
            <a:ahLst/>
            <a:cxnLst/>
            <a:rect l="0" t="0" r="0" b="0"/>
            <a:pathLst>
              <a:path w="338365" h="227785">
                <a:moveTo>
                  <a:pt x="0" y="227785"/>
                </a:moveTo>
                <a:lnTo>
                  <a:pt x="42749" y="202855"/>
                </a:lnTo>
                <a:lnTo>
                  <a:pt x="82853" y="179007"/>
                </a:lnTo>
                <a:lnTo>
                  <a:pt x="120310" y="156240"/>
                </a:lnTo>
                <a:lnTo>
                  <a:pt x="155122" y="134554"/>
                </a:lnTo>
                <a:lnTo>
                  <a:pt x="187288" y="113950"/>
                </a:lnTo>
                <a:lnTo>
                  <a:pt x="216808" y="94427"/>
                </a:lnTo>
                <a:lnTo>
                  <a:pt x="243682" y="75986"/>
                </a:lnTo>
                <a:lnTo>
                  <a:pt x="267910" y="58626"/>
                </a:lnTo>
                <a:lnTo>
                  <a:pt x="289493" y="42347"/>
                </a:lnTo>
                <a:lnTo>
                  <a:pt x="308429" y="27150"/>
                </a:lnTo>
                <a:lnTo>
                  <a:pt x="324720" y="13034"/>
                </a:lnTo>
                <a:lnTo>
                  <a:pt x="338365" y="0"/>
                </a:lnTo>
              </a:path>
            </a:pathLst>
          </a:custGeom>
          <a:noFill/>
          <a:ln w="5334">
            <a:solidFill>
              <a:srgbClr val="DDB911">
                <a:alpha val="13000"/>
              </a:srgbClr>
            </a:solidFill>
            <a:prstDash val="solid"/>
          </a:ln>
        </p:spPr>
      </p:sp>
      <p:sp>
        <p:nvSpPr>
          <p:cNvPr id="362" name="knowledge-edge">
            <a:extLst>
              <a:ext uri="{FF2B5EF4-FFF2-40B4-BE49-F238E27FC236}">
                <a16:creationId xmlns:a16="http://schemas.microsoft.com/office/drawing/2014/main" id="{FDBCD2F3-2122-4F6E-A07A-C01D54B09E76}"/>
              </a:ext>
            </a:extLst>
          </p:cNvPr>
          <p:cNvSpPr>
            <a:spLocks noGrp="1"/>
          </p:cNvSpPr>
          <p:nvPr/>
        </p:nvSpPr>
        <p:spPr>
          <a:xfrm>
            <a:off x="9801682" y="5262182"/>
            <a:ext cx="355209" cy="329356"/>
          </a:xfrm>
          <a:custGeom>
            <a:avLst/>
            <a:gdLst/>
            <a:ahLst/>
            <a:cxnLst/>
            <a:rect l="0" t="0" r="0" b="0"/>
            <a:pathLst>
              <a:path w="355209" h="329356">
                <a:moveTo>
                  <a:pt x="0" y="329356"/>
                </a:moveTo>
                <a:lnTo>
                  <a:pt x="25372" y="310754"/>
                </a:lnTo>
                <a:lnTo>
                  <a:pt x="50744" y="291395"/>
                </a:lnTo>
                <a:lnTo>
                  <a:pt x="76116" y="271278"/>
                </a:lnTo>
                <a:lnTo>
                  <a:pt x="101488" y="250404"/>
                </a:lnTo>
                <a:lnTo>
                  <a:pt x="126860" y="228773"/>
                </a:lnTo>
                <a:lnTo>
                  <a:pt x="152232" y="206384"/>
                </a:lnTo>
                <a:lnTo>
                  <a:pt x="177604" y="183237"/>
                </a:lnTo>
                <a:lnTo>
                  <a:pt x="202976" y="159333"/>
                </a:lnTo>
                <a:lnTo>
                  <a:pt x="228348" y="134671"/>
                </a:lnTo>
                <a:lnTo>
                  <a:pt x="253721" y="109252"/>
                </a:lnTo>
                <a:lnTo>
                  <a:pt x="279093" y="83075"/>
                </a:lnTo>
                <a:lnTo>
                  <a:pt x="304465" y="56141"/>
                </a:lnTo>
                <a:lnTo>
                  <a:pt x="329837" y="28449"/>
                </a:lnTo>
                <a:lnTo>
                  <a:pt x="355209" y="0"/>
                </a:lnTo>
              </a:path>
            </a:pathLst>
          </a:custGeom>
          <a:noFill/>
          <a:ln w="6477">
            <a:solidFill>
              <a:srgbClr val="DDB911">
                <a:alpha val="17000"/>
              </a:srgbClr>
            </a:solidFill>
            <a:prstDash val="solid"/>
          </a:ln>
        </p:spPr>
      </p:sp>
      <p:sp>
        <p:nvSpPr>
          <p:cNvPr id="363" name="knowledge-edge">
            <a:extLst>
              <a:ext uri="{FF2B5EF4-FFF2-40B4-BE49-F238E27FC236}">
                <a16:creationId xmlns:a16="http://schemas.microsoft.com/office/drawing/2014/main" id="{E2223B7E-8D0C-414A-B46E-819915F56BD5}"/>
              </a:ext>
            </a:extLst>
          </p:cNvPr>
          <p:cNvSpPr>
            <a:spLocks noGrp="1"/>
          </p:cNvSpPr>
          <p:nvPr/>
        </p:nvSpPr>
        <p:spPr>
          <a:xfrm>
            <a:off x="9994964" y="5642901"/>
            <a:ext cx="386042" cy="168692"/>
          </a:xfrm>
          <a:custGeom>
            <a:avLst/>
            <a:gdLst/>
            <a:ahLst/>
            <a:cxnLst/>
            <a:rect l="0" t="0" r="0" b="0"/>
            <a:pathLst>
              <a:path w="386042" h="168692">
                <a:moveTo>
                  <a:pt x="0" y="168692"/>
                </a:moveTo>
                <a:lnTo>
                  <a:pt x="27574" y="167183"/>
                </a:lnTo>
                <a:lnTo>
                  <a:pt x="55149" y="164053"/>
                </a:lnTo>
                <a:lnTo>
                  <a:pt x="82723" y="159301"/>
                </a:lnTo>
                <a:lnTo>
                  <a:pt x="110298" y="152928"/>
                </a:lnTo>
                <a:lnTo>
                  <a:pt x="137872" y="144933"/>
                </a:lnTo>
                <a:lnTo>
                  <a:pt x="165446" y="135316"/>
                </a:lnTo>
                <a:lnTo>
                  <a:pt x="193021" y="124077"/>
                </a:lnTo>
                <a:lnTo>
                  <a:pt x="220595" y="111217"/>
                </a:lnTo>
                <a:lnTo>
                  <a:pt x="248170" y="96735"/>
                </a:lnTo>
                <a:lnTo>
                  <a:pt x="275744" y="80631"/>
                </a:lnTo>
                <a:lnTo>
                  <a:pt x="303319" y="62906"/>
                </a:lnTo>
                <a:lnTo>
                  <a:pt x="330893" y="43559"/>
                </a:lnTo>
                <a:lnTo>
                  <a:pt x="358467" y="22590"/>
                </a:lnTo>
                <a:lnTo>
                  <a:pt x="386042" y="0"/>
                </a:lnTo>
              </a:path>
            </a:pathLst>
          </a:custGeom>
          <a:noFill/>
          <a:ln w="6477">
            <a:solidFill>
              <a:srgbClr val="DDB911">
                <a:alpha val="17000"/>
              </a:srgbClr>
            </a:solidFill>
            <a:prstDash val="solid"/>
          </a:ln>
        </p:spPr>
      </p:sp>
      <p:sp>
        <p:nvSpPr>
          <p:cNvPr id="364" name="knowledge-cross-edge">
            <a:extLst>
              <a:ext uri="{FF2B5EF4-FFF2-40B4-BE49-F238E27FC236}">
                <a16:creationId xmlns:a16="http://schemas.microsoft.com/office/drawing/2014/main" id="{F8C6D3A5-E716-4492-BC6E-A269ED84BD4E}"/>
              </a:ext>
            </a:extLst>
          </p:cNvPr>
          <p:cNvSpPr>
            <a:spLocks noGrp="1"/>
          </p:cNvSpPr>
          <p:nvPr/>
        </p:nvSpPr>
        <p:spPr>
          <a:xfrm>
            <a:off x="9993906" y="5260322"/>
            <a:ext cx="162985" cy="551271"/>
          </a:xfrm>
          <a:custGeom>
            <a:avLst/>
            <a:gdLst/>
            <a:ahLst/>
            <a:cxnLst/>
            <a:rect l="0" t="0" r="0" b="0"/>
            <a:pathLst>
              <a:path w="162985" h="551271">
                <a:moveTo>
                  <a:pt x="1058" y="551271"/>
                </a:moveTo>
                <a:lnTo>
                  <a:pt x="0" y="457842"/>
                </a:lnTo>
                <a:lnTo>
                  <a:pt x="1588" y="373076"/>
                </a:lnTo>
                <a:lnTo>
                  <a:pt x="5821" y="296972"/>
                </a:lnTo>
                <a:lnTo>
                  <a:pt x="12700" y="229531"/>
                </a:lnTo>
                <a:lnTo>
                  <a:pt x="22226" y="170753"/>
                </a:lnTo>
                <a:lnTo>
                  <a:pt x="34397" y="120637"/>
                </a:lnTo>
                <a:lnTo>
                  <a:pt x="49213" y="79184"/>
                </a:lnTo>
                <a:lnTo>
                  <a:pt x="66676" y="46394"/>
                </a:lnTo>
                <a:lnTo>
                  <a:pt x="86784" y="22267"/>
                </a:lnTo>
                <a:lnTo>
                  <a:pt x="109539" y="6802"/>
                </a:lnTo>
                <a:lnTo>
                  <a:pt x="134939" y="0"/>
                </a:lnTo>
                <a:lnTo>
                  <a:pt x="162985" y="1861"/>
                </a:lnTo>
              </a:path>
            </a:pathLst>
          </a:custGeom>
          <a:noFill/>
          <a:ln w="4953">
            <a:solidFill>
              <a:srgbClr val="DDB911">
                <a:alpha val="12000"/>
              </a:srgbClr>
            </a:solidFill>
            <a:prstDash val="solid"/>
          </a:ln>
        </p:spPr>
      </p:sp>
      <p:sp>
        <p:nvSpPr>
          <p:cNvPr id="365" name="knowledge-edge">
            <a:extLst>
              <a:ext uri="{FF2B5EF4-FFF2-40B4-BE49-F238E27FC236}">
                <a16:creationId xmlns:a16="http://schemas.microsoft.com/office/drawing/2014/main" id="{1DA3CC2B-D01D-44DF-A922-884073448887}"/>
              </a:ext>
            </a:extLst>
          </p:cNvPr>
          <p:cNvSpPr>
            <a:spLocks noGrp="1"/>
          </p:cNvSpPr>
          <p:nvPr/>
        </p:nvSpPr>
        <p:spPr>
          <a:xfrm>
            <a:off x="9890352" y="5991836"/>
            <a:ext cx="425563" cy="62985"/>
          </a:xfrm>
          <a:custGeom>
            <a:avLst/>
            <a:gdLst/>
            <a:ahLst/>
            <a:cxnLst/>
            <a:rect l="0" t="0" r="0" b="0"/>
            <a:pathLst>
              <a:path w="425563" h="62985">
                <a:moveTo>
                  <a:pt x="0" y="5514"/>
                </a:moveTo>
                <a:lnTo>
                  <a:pt x="30397" y="2596"/>
                </a:lnTo>
                <a:lnTo>
                  <a:pt x="60795" y="758"/>
                </a:lnTo>
                <a:lnTo>
                  <a:pt x="91192" y="0"/>
                </a:lnTo>
                <a:lnTo>
                  <a:pt x="121590" y="323"/>
                </a:lnTo>
                <a:lnTo>
                  <a:pt x="151987" y="1727"/>
                </a:lnTo>
                <a:lnTo>
                  <a:pt x="182384" y="4211"/>
                </a:lnTo>
                <a:lnTo>
                  <a:pt x="212782" y="7776"/>
                </a:lnTo>
                <a:lnTo>
                  <a:pt x="243179" y="12421"/>
                </a:lnTo>
                <a:lnTo>
                  <a:pt x="273577" y="18147"/>
                </a:lnTo>
                <a:lnTo>
                  <a:pt x="303974" y="24953"/>
                </a:lnTo>
                <a:lnTo>
                  <a:pt x="334371" y="32841"/>
                </a:lnTo>
                <a:lnTo>
                  <a:pt x="364769" y="41808"/>
                </a:lnTo>
                <a:lnTo>
                  <a:pt x="395166" y="51856"/>
                </a:lnTo>
                <a:lnTo>
                  <a:pt x="425563" y="62985"/>
                </a:lnTo>
              </a:path>
            </a:pathLst>
          </a:custGeom>
          <a:noFill/>
          <a:ln w="6477">
            <a:solidFill>
              <a:srgbClr val="DDB911">
                <a:alpha val="17000"/>
              </a:srgbClr>
            </a:solidFill>
            <a:prstDash val="solid"/>
          </a:ln>
        </p:spPr>
      </p:sp>
      <p:sp>
        <p:nvSpPr>
          <p:cNvPr id="366" name="knowledge-cross-edge">
            <a:extLst>
              <a:ext uri="{FF2B5EF4-FFF2-40B4-BE49-F238E27FC236}">
                <a16:creationId xmlns:a16="http://schemas.microsoft.com/office/drawing/2014/main" id="{84E9D99F-E6E1-4414-9CE7-A1E6D11BE313}"/>
              </a:ext>
            </a:extLst>
          </p:cNvPr>
          <p:cNvSpPr>
            <a:spLocks noGrp="1"/>
          </p:cNvSpPr>
          <p:nvPr/>
        </p:nvSpPr>
        <p:spPr>
          <a:xfrm>
            <a:off x="9890352" y="5967759"/>
            <a:ext cx="404243" cy="335020"/>
          </a:xfrm>
          <a:custGeom>
            <a:avLst/>
            <a:gdLst/>
            <a:ahLst/>
            <a:cxnLst/>
            <a:rect l="0" t="0" r="0" b="0"/>
            <a:pathLst>
              <a:path w="404243" h="335020">
                <a:moveTo>
                  <a:pt x="0" y="29591"/>
                </a:moveTo>
                <a:lnTo>
                  <a:pt x="48239" y="11879"/>
                </a:lnTo>
                <a:lnTo>
                  <a:pt x="93832" y="2016"/>
                </a:lnTo>
                <a:lnTo>
                  <a:pt x="136779" y="0"/>
                </a:lnTo>
                <a:lnTo>
                  <a:pt x="177081" y="5832"/>
                </a:lnTo>
                <a:lnTo>
                  <a:pt x="214736" y="19513"/>
                </a:lnTo>
                <a:lnTo>
                  <a:pt x="249746" y="41041"/>
                </a:lnTo>
                <a:lnTo>
                  <a:pt x="282110" y="70418"/>
                </a:lnTo>
                <a:lnTo>
                  <a:pt x="311828" y="107642"/>
                </a:lnTo>
                <a:lnTo>
                  <a:pt x="338901" y="152715"/>
                </a:lnTo>
                <a:lnTo>
                  <a:pt x="363327" y="205635"/>
                </a:lnTo>
                <a:lnTo>
                  <a:pt x="385108" y="266404"/>
                </a:lnTo>
                <a:lnTo>
                  <a:pt x="404243" y="335020"/>
                </a:lnTo>
              </a:path>
            </a:pathLst>
          </a:custGeom>
          <a:noFill/>
          <a:ln w="5334">
            <a:solidFill>
              <a:srgbClr val="DDB911">
                <a:alpha val="13000"/>
              </a:srgbClr>
            </a:solidFill>
            <a:prstDash val="solid"/>
          </a:ln>
        </p:spPr>
      </p:sp>
      <p:sp>
        <p:nvSpPr>
          <p:cNvPr id="367" name="knowledge-cross-edge">
            <a:extLst>
              <a:ext uri="{FF2B5EF4-FFF2-40B4-BE49-F238E27FC236}">
                <a16:creationId xmlns:a16="http://schemas.microsoft.com/office/drawing/2014/main" id="{23928D5D-DE78-4668-B99A-771635D8BF87}"/>
              </a:ext>
            </a:extLst>
          </p:cNvPr>
          <p:cNvSpPr>
            <a:spLocks noGrp="1"/>
          </p:cNvSpPr>
          <p:nvPr/>
        </p:nvSpPr>
        <p:spPr>
          <a:xfrm>
            <a:off x="9890352" y="5642901"/>
            <a:ext cx="490654" cy="354450"/>
          </a:xfrm>
          <a:custGeom>
            <a:avLst/>
            <a:gdLst/>
            <a:ahLst/>
            <a:cxnLst/>
            <a:rect l="0" t="0" r="0" b="0"/>
            <a:pathLst>
              <a:path w="490654" h="354450">
                <a:moveTo>
                  <a:pt x="0" y="354450"/>
                </a:moveTo>
                <a:lnTo>
                  <a:pt x="26336" y="303760"/>
                </a:lnTo>
                <a:lnTo>
                  <a:pt x="55317" y="256916"/>
                </a:lnTo>
                <a:lnTo>
                  <a:pt x="86945" y="213918"/>
                </a:lnTo>
                <a:lnTo>
                  <a:pt x="121218" y="174766"/>
                </a:lnTo>
                <a:lnTo>
                  <a:pt x="158137" y="139460"/>
                </a:lnTo>
                <a:lnTo>
                  <a:pt x="197702" y="107999"/>
                </a:lnTo>
                <a:lnTo>
                  <a:pt x="239913" y="80385"/>
                </a:lnTo>
                <a:lnTo>
                  <a:pt x="284769" y="56616"/>
                </a:lnTo>
                <a:lnTo>
                  <a:pt x="332272" y="36693"/>
                </a:lnTo>
                <a:lnTo>
                  <a:pt x="382420" y="20616"/>
                </a:lnTo>
                <a:lnTo>
                  <a:pt x="435214" y="8385"/>
                </a:lnTo>
                <a:lnTo>
                  <a:pt x="490654" y="0"/>
                </a:lnTo>
              </a:path>
            </a:pathLst>
          </a:custGeom>
          <a:noFill/>
          <a:ln w="4953">
            <a:solidFill>
              <a:srgbClr val="DDB911">
                <a:alpha val="12000"/>
              </a:srgbClr>
            </a:solidFill>
            <a:prstDash val="solid"/>
          </a:ln>
        </p:spPr>
      </p:sp>
      <p:sp>
        <p:nvSpPr>
          <p:cNvPr id="368" name="knowledge-edge">
            <a:extLst>
              <a:ext uri="{FF2B5EF4-FFF2-40B4-BE49-F238E27FC236}">
                <a16:creationId xmlns:a16="http://schemas.microsoft.com/office/drawing/2014/main" id="{7B4E7B2E-1605-4603-B809-05BF7D59CC99}"/>
              </a:ext>
            </a:extLst>
          </p:cNvPr>
          <p:cNvSpPr>
            <a:spLocks noGrp="1"/>
          </p:cNvSpPr>
          <p:nvPr/>
        </p:nvSpPr>
        <p:spPr>
          <a:xfrm>
            <a:off x="9940662" y="6277929"/>
            <a:ext cx="353932" cy="24851"/>
          </a:xfrm>
          <a:custGeom>
            <a:avLst/>
            <a:gdLst/>
            <a:ahLst/>
            <a:cxnLst/>
            <a:rect l="0" t="0" r="0" b="0"/>
            <a:pathLst>
              <a:path w="353932" h="24851">
                <a:moveTo>
                  <a:pt x="0" y="13132"/>
                </a:moveTo>
                <a:lnTo>
                  <a:pt x="25281" y="9052"/>
                </a:lnTo>
                <a:lnTo>
                  <a:pt x="50562" y="5729"/>
                </a:lnTo>
                <a:lnTo>
                  <a:pt x="75843" y="3162"/>
                </a:lnTo>
                <a:lnTo>
                  <a:pt x="101124" y="1352"/>
                </a:lnTo>
                <a:lnTo>
                  <a:pt x="126404" y="298"/>
                </a:lnTo>
                <a:lnTo>
                  <a:pt x="151685" y="0"/>
                </a:lnTo>
                <a:lnTo>
                  <a:pt x="176966" y="459"/>
                </a:lnTo>
                <a:lnTo>
                  <a:pt x="202247" y="1674"/>
                </a:lnTo>
                <a:lnTo>
                  <a:pt x="227528" y="3646"/>
                </a:lnTo>
                <a:lnTo>
                  <a:pt x="252809" y="6374"/>
                </a:lnTo>
                <a:lnTo>
                  <a:pt x="278090" y="9858"/>
                </a:lnTo>
                <a:lnTo>
                  <a:pt x="303371" y="14099"/>
                </a:lnTo>
                <a:lnTo>
                  <a:pt x="328651" y="19097"/>
                </a:lnTo>
                <a:lnTo>
                  <a:pt x="353932" y="24851"/>
                </a:lnTo>
              </a:path>
            </a:pathLst>
          </a:custGeom>
          <a:noFill/>
          <a:ln w="6477">
            <a:solidFill>
              <a:srgbClr val="DDB911">
                <a:alpha val="17000"/>
              </a:srgbClr>
            </a:solidFill>
            <a:prstDash val="solid"/>
          </a:ln>
        </p:spPr>
      </p:sp>
      <p:sp>
        <p:nvSpPr>
          <p:cNvPr id="369" name="knowledge-edge">
            <a:extLst>
              <a:ext uri="{FF2B5EF4-FFF2-40B4-BE49-F238E27FC236}">
                <a16:creationId xmlns:a16="http://schemas.microsoft.com/office/drawing/2014/main" id="{8654028F-5638-4FC7-8A54-D4AB75B85F49}"/>
              </a:ext>
            </a:extLst>
          </p:cNvPr>
          <p:cNvSpPr>
            <a:spLocks noGrp="1"/>
          </p:cNvSpPr>
          <p:nvPr/>
        </p:nvSpPr>
        <p:spPr>
          <a:xfrm>
            <a:off x="9912270" y="6501651"/>
            <a:ext cx="236255" cy="30477"/>
          </a:xfrm>
          <a:custGeom>
            <a:avLst/>
            <a:gdLst/>
            <a:ahLst/>
            <a:cxnLst/>
            <a:rect l="0" t="0" r="0" b="0"/>
            <a:pathLst>
              <a:path w="236255" h="30477">
                <a:moveTo>
                  <a:pt x="0" y="30477"/>
                </a:moveTo>
                <a:lnTo>
                  <a:pt x="16875" y="23492"/>
                </a:lnTo>
                <a:lnTo>
                  <a:pt x="33751" y="17414"/>
                </a:lnTo>
                <a:lnTo>
                  <a:pt x="50626" y="12243"/>
                </a:lnTo>
                <a:lnTo>
                  <a:pt x="67502" y="7979"/>
                </a:lnTo>
                <a:lnTo>
                  <a:pt x="84377" y="4623"/>
                </a:lnTo>
                <a:lnTo>
                  <a:pt x="101252" y="2175"/>
                </a:lnTo>
                <a:lnTo>
                  <a:pt x="118128" y="634"/>
                </a:lnTo>
                <a:lnTo>
                  <a:pt x="135003" y="0"/>
                </a:lnTo>
                <a:lnTo>
                  <a:pt x="151879" y="274"/>
                </a:lnTo>
                <a:lnTo>
                  <a:pt x="168754" y="1455"/>
                </a:lnTo>
                <a:lnTo>
                  <a:pt x="185629" y="3543"/>
                </a:lnTo>
                <a:lnTo>
                  <a:pt x="202505" y="6539"/>
                </a:lnTo>
                <a:lnTo>
                  <a:pt x="219380" y="10442"/>
                </a:lnTo>
                <a:lnTo>
                  <a:pt x="236255" y="15253"/>
                </a:lnTo>
              </a:path>
            </a:pathLst>
          </a:custGeom>
          <a:noFill/>
          <a:ln w="6477">
            <a:solidFill>
              <a:srgbClr val="DDB911">
                <a:alpha val="17000"/>
              </a:srgbClr>
            </a:solidFill>
            <a:prstDash val="solid"/>
          </a:ln>
        </p:spPr>
      </p:sp>
      <p:sp>
        <p:nvSpPr>
          <p:cNvPr id="370" name="knowledge-edge">
            <a:extLst>
              <a:ext uri="{FF2B5EF4-FFF2-40B4-BE49-F238E27FC236}">
                <a16:creationId xmlns:a16="http://schemas.microsoft.com/office/drawing/2014/main" id="{C0F9D0ED-C539-4F72-9D6E-5148B044AE76}"/>
              </a:ext>
            </a:extLst>
          </p:cNvPr>
          <p:cNvSpPr>
            <a:spLocks noGrp="1"/>
          </p:cNvSpPr>
          <p:nvPr/>
        </p:nvSpPr>
        <p:spPr>
          <a:xfrm>
            <a:off x="10270372" y="5047834"/>
            <a:ext cx="330918" cy="58262"/>
          </a:xfrm>
          <a:custGeom>
            <a:avLst/>
            <a:gdLst/>
            <a:ahLst/>
            <a:cxnLst/>
            <a:rect l="0" t="0" r="0" b="0"/>
            <a:pathLst>
              <a:path w="330918" h="58262">
                <a:moveTo>
                  <a:pt x="0" y="13713"/>
                </a:moveTo>
                <a:lnTo>
                  <a:pt x="23637" y="26372"/>
                </a:lnTo>
                <a:lnTo>
                  <a:pt x="47274" y="36932"/>
                </a:lnTo>
                <a:lnTo>
                  <a:pt x="70911" y="45395"/>
                </a:lnTo>
                <a:lnTo>
                  <a:pt x="94548" y="51759"/>
                </a:lnTo>
                <a:lnTo>
                  <a:pt x="118185" y="56025"/>
                </a:lnTo>
                <a:lnTo>
                  <a:pt x="141822" y="58192"/>
                </a:lnTo>
                <a:lnTo>
                  <a:pt x="165459" y="58262"/>
                </a:lnTo>
                <a:lnTo>
                  <a:pt x="189096" y="56233"/>
                </a:lnTo>
                <a:lnTo>
                  <a:pt x="212733" y="52106"/>
                </a:lnTo>
                <a:lnTo>
                  <a:pt x="236370" y="45882"/>
                </a:lnTo>
                <a:lnTo>
                  <a:pt x="260007" y="37558"/>
                </a:lnTo>
                <a:lnTo>
                  <a:pt x="283644" y="27137"/>
                </a:lnTo>
                <a:lnTo>
                  <a:pt x="307281" y="14618"/>
                </a:lnTo>
                <a:lnTo>
                  <a:pt x="330918" y="0"/>
                </a:lnTo>
              </a:path>
            </a:pathLst>
          </a:custGeom>
          <a:noFill/>
          <a:ln w="6477">
            <a:solidFill>
              <a:srgbClr val="C5B71A">
                <a:alpha val="17000"/>
              </a:srgbClr>
            </a:solidFill>
            <a:prstDash val="solid"/>
          </a:ln>
        </p:spPr>
      </p:sp>
      <p:sp>
        <p:nvSpPr>
          <p:cNvPr id="371" name="knowledge-cross-edge">
            <a:extLst>
              <a:ext uri="{FF2B5EF4-FFF2-40B4-BE49-F238E27FC236}">
                <a16:creationId xmlns:a16="http://schemas.microsoft.com/office/drawing/2014/main" id="{23A77E12-E6BB-4307-A173-F2E32FA28CA0}"/>
              </a:ext>
            </a:extLst>
          </p:cNvPr>
          <p:cNvSpPr>
            <a:spLocks noGrp="1"/>
          </p:cNvSpPr>
          <p:nvPr/>
        </p:nvSpPr>
        <p:spPr>
          <a:xfrm>
            <a:off x="10270372" y="5007997"/>
            <a:ext cx="286397" cy="53550"/>
          </a:xfrm>
          <a:custGeom>
            <a:avLst/>
            <a:gdLst/>
            <a:ahLst/>
            <a:cxnLst/>
            <a:rect l="0" t="0" r="0" b="0"/>
            <a:pathLst>
              <a:path w="286397" h="53550">
                <a:moveTo>
                  <a:pt x="0" y="53550"/>
                </a:moveTo>
                <a:lnTo>
                  <a:pt x="38419" y="39617"/>
                </a:lnTo>
                <a:lnTo>
                  <a:pt x="74191" y="27779"/>
                </a:lnTo>
                <a:lnTo>
                  <a:pt x="107318" y="18035"/>
                </a:lnTo>
                <a:lnTo>
                  <a:pt x="137799" y="10385"/>
                </a:lnTo>
                <a:lnTo>
                  <a:pt x="165634" y="4829"/>
                </a:lnTo>
                <a:lnTo>
                  <a:pt x="190824" y="1367"/>
                </a:lnTo>
                <a:lnTo>
                  <a:pt x="213367" y="0"/>
                </a:lnTo>
                <a:lnTo>
                  <a:pt x="233265" y="727"/>
                </a:lnTo>
                <a:lnTo>
                  <a:pt x="250517" y="3548"/>
                </a:lnTo>
                <a:lnTo>
                  <a:pt x="265123" y="8463"/>
                </a:lnTo>
                <a:lnTo>
                  <a:pt x="277083" y="15473"/>
                </a:lnTo>
                <a:lnTo>
                  <a:pt x="286397" y="24576"/>
                </a:lnTo>
              </a:path>
            </a:pathLst>
          </a:custGeom>
          <a:noFill/>
          <a:ln w="5334">
            <a:solidFill>
              <a:srgbClr val="C5B71A">
                <a:alpha val="13000"/>
              </a:srgbClr>
            </a:solidFill>
            <a:prstDash val="solid"/>
          </a:ln>
        </p:spPr>
      </p:sp>
      <p:sp>
        <p:nvSpPr>
          <p:cNvPr id="372" name="knowledge-edge">
            <a:extLst>
              <a:ext uri="{FF2B5EF4-FFF2-40B4-BE49-F238E27FC236}">
                <a16:creationId xmlns:a16="http://schemas.microsoft.com/office/drawing/2014/main" id="{3DC339AD-AA63-45F0-BB6B-D8165A221CDE}"/>
              </a:ext>
            </a:extLst>
          </p:cNvPr>
          <p:cNvSpPr>
            <a:spLocks noGrp="1"/>
          </p:cNvSpPr>
          <p:nvPr/>
        </p:nvSpPr>
        <p:spPr>
          <a:xfrm>
            <a:off x="10379447" y="5032574"/>
            <a:ext cx="177322" cy="229643"/>
          </a:xfrm>
          <a:custGeom>
            <a:avLst/>
            <a:gdLst/>
            <a:ahLst/>
            <a:cxnLst/>
            <a:rect l="0" t="0" r="0" b="0"/>
            <a:pathLst>
              <a:path w="177322" h="229643">
                <a:moveTo>
                  <a:pt x="0" y="229643"/>
                </a:moveTo>
                <a:lnTo>
                  <a:pt x="12666" y="200291"/>
                </a:lnTo>
                <a:lnTo>
                  <a:pt x="25332" y="172931"/>
                </a:lnTo>
                <a:lnTo>
                  <a:pt x="37998" y="147563"/>
                </a:lnTo>
                <a:lnTo>
                  <a:pt x="50663" y="124188"/>
                </a:lnTo>
                <a:lnTo>
                  <a:pt x="63329" y="102805"/>
                </a:lnTo>
                <a:lnTo>
                  <a:pt x="75995" y="83413"/>
                </a:lnTo>
                <a:lnTo>
                  <a:pt x="88661" y="66014"/>
                </a:lnTo>
                <a:lnTo>
                  <a:pt x="101327" y="50607"/>
                </a:lnTo>
                <a:lnTo>
                  <a:pt x="113993" y="37192"/>
                </a:lnTo>
                <a:lnTo>
                  <a:pt x="126659" y="25770"/>
                </a:lnTo>
                <a:lnTo>
                  <a:pt x="139325" y="16339"/>
                </a:lnTo>
                <a:lnTo>
                  <a:pt x="151990" y="8900"/>
                </a:lnTo>
                <a:lnTo>
                  <a:pt x="164656" y="3454"/>
                </a:lnTo>
                <a:lnTo>
                  <a:pt x="177322" y="0"/>
                </a:lnTo>
              </a:path>
            </a:pathLst>
          </a:custGeom>
          <a:noFill/>
          <a:ln w="6477">
            <a:solidFill>
              <a:srgbClr val="C5B71A">
                <a:alpha val="17000"/>
              </a:srgbClr>
            </a:solidFill>
            <a:prstDash val="solid"/>
          </a:ln>
        </p:spPr>
      </p:sp>
      <p:sp>
        <p:nvSpPr>
          <p:cNvPr id="373" name="knowledge-edge">
            <a:extLst>
              <a:ext uri="{FF2B5EF4-FFF2-40B4-BE49-F238E27FC236}">
                <a16:creationId xmlns:a16="http://schemas.microsoft.com/office/drawing/2014/main" id="{A44CC83A-16DF-4582-B530-236CC7835160}"/>
              </a:ext>
            </a:extLst>
          </p:cNvPr>
          <p:cNvSpPr>
            <a:spLocks noGrp="1"/>
          </p:cNvSpPr>
          <p:nvPr/>
        </p:nvSpPr>
        <p:spPr>
          <a:xfrm>
            <a:off x="10156891" y="5188520"/>
            <a:ext cx="649236" cy="73662"/>
          </a:xfrm>
          <a:custGeom>
            <a:avLst/>
            <a:gdLst/>
            <a:ahLst/>
            <a:cxnLst/>
            <a:rect l="0" t="0" r="0" b="0"/>
            <a:pathLst>
              <a:path w="649236" h="73662">
                <a:moveTo>
                  <a:pt x="0" y="73662"/>
                </a:moveTo>
                <a:lnTo>
                  <a:pt x="46374" y="68515"/>
                </a:lnTo>
                <a:lnTo>
                  <a:pt x="92748" y="63350"/>
                </a:lnTo>
                <a:lnTo>
                  <a:pt x="139122" y="58168"/>
                </a:lnTo>
                <a:lnTo>
                  <a:pt x="185496" y="52968"/>
                </a:lnTo>
                <a:lnTo>
                  <a:pt x="231870" y="47750"/>
                </a:lnTo>
                <a:lnTo>
                  <a:pt x="278244" y="42515"/>
                </a:lnTo>
                <a:lnTo>
                  <a:pt x="324618" y="37262"/>
                </a:lnTo>
                <a:lnTo>
                  <a:pt x="370992" y="31992"/>
                </a:lnTo>
                <a:lnTo>
                  <a:pt x="417366" y="26704"/>
                </a:lnTo>
                <a:lnTo>
                  <a:pt x="463740" y="21398"/>
                </a:lnTo>
                <a:lnTo>
                  <a:pt x="510114" y="16075"/>
                </a:lnTo>
                <a:lnTo>
                  <a:pt x="556488" y="10734"/>
                </a:lnTo>
                <a:lnTo>
                  <a:pt x="602862" y="5376"/>
                </a:lnTo>
                <a:lnTo>
                  <a:pt x="649236" y="0"/>
                </a:lnTo>
              </a:path>
            </a:pathLst>
          </a:custGeom>
          <a:noFill/>
          <a:ln w="6477">
            <a:solidFill>
              <a:srgbClr val="C5B71A">
                <a:alpha val="17000"/>
              </a:srgbClr>
            </a:solidFill>
            <a:prstDash val="solid"/>
          </a:ln>
        </p:spPr>
      </p:sp>
      <p:sp>
        <p:nvSpPr>
          <p:cNvPr id="374" name="knowledge-edge">
            <a:extLst>
              <a:ext uri="{FF2B5EF4-FFF2-40B4-BE49-F238E27FC236}">
                <a16:creationId xmlns:a16="http://schemas.microsoft.com/office/drawing/2014/main" id="{95A504BA-0FCA-4FED-83F2-408FF5C88F90}"/>
              </a:ext>
            </a:extLst>
          </p:cNvPr>
          <p:cNvSpPr>
            <a:spLocks noGrp="1"/>
          </p:cNvSpPr>
          <p:nvPr/>
        </p:nvSpPr>
        <p:spPr>
          <a:xfrm>
            <a:off x="10381006" y="5439124"/>
            <a:ext cx="298278" cy="203777"/>
          </a:xfrm>
          <a:custGeom>
            <a:avLst/>
            <a:gdLst/>
            <a:ahLst/>
            <a:cxnLst/>
            <a:rect l="0" t="0" r="0" b="0"/>
            <a:pathLst>
              <a:path w="298278" h="203777">
                <a:moveTo>
                  <a:pt x="0" y="203777"/>
                </a:moveTo>
                <a:lnTo>
                  <a:pt x="21306" y="202609"/>
                </a:lnTo>
                <a:lnTo>
                  <a:pt x="42611" y="199382"/>
                </a:lnTo>
                <a:lnTo>
                  <a:pt x="63917" y="194095"/>
                </a:lnTo>
                <a:lnTo>
                  <a:pt x="85222" y="186748"/>
                </a:lnTo>
                <a:lnTo>
                  <a:pt x="106528" y="177342"/>
                </a:lnTo>
                <a:lnTo>
                  <a:pt x="127833" y="165876"/>
                </a:lnTo>
                <a:lnTo>
                  <a:pt x="149139" y="152350"/>
                </a:lnTo>
                <a:lnTo>
                  <a:pt x="170444" y="136765"/>
                </a:lnTo>
                <a:lnTo>
                  <a:pt x="191750" y="119120"/>
                </a:lnTo>
                <a:lnTo>
                  <a:pt x="213055" y="99415"/>
                </a:lnTo>
                <a:lnTo>
                  <a:pt x="234361" y="77651"/>
                </a:lnTo>
                <a:lnTo>
                  <a:pt x="255667" y="53827"/>
                </a:lnTo>
                <a:lnTo>
                  <a:pt x="276972" y="27943"/>
                </a:lnTo>
                <a:lnTo>
                  <a:pt x="298278" y="0"/>
                </a:lnTo>
              </a:path>
            </a:pathLst>
          </a:custGeom>
          <a:noFill/>
          <a:ln w="6477">
            <a:solidFill>
              <a:srgbClr val="C5B71A">
                <a:alpha val="17000"/>
              </a:srgbClr>
            </a:solidFill>
            <a:prstDash val="solid"/>
          </a:ln>
        </p:spPr>
      </p:sp>
      <p:sp>
        <p:nvSpPr>
          <p:cNvPr id="375" name="knowledge-edge">
            <a:extLst>
              <a:ext uri="{FF2B5EF4-FFF2-40B4-BE49-F238E27FC236}">
                <a16:creationId xmlns:a16="http://schemas.microsoft.com/office/drawing/2014/main" id="{23C3B0DC-E782-4F3A-9EF6-D9A6D7460AD8}"/>
              </a:ext>
            </a:extLst>
          </p:cNvPr>
          <p:cNvSpPr>
            <a:spLocks noGrp="1"/>
          </p:cNvSpPr>
          <p:nvPr/>
        </p:nvSpPr>
        <p:spPr>
          <a:xfrm>
            <a:off x="10315915" y="5890223"/>
            <a:ext cx="432517" cy="164598"/>
          </a:xfrm>
          <a:custGeom>
            <a:avLst/>
            <a:gdLst/>
            <a:ahLst/>
            <a:cxnLst/>
            <a:rect l="0" t="0" r="0" b="0"/>
            <a:pathLst>
              <a:path w="432517" h="164598">
                <a:moveTo>
                  <a:pt x="0" y="164598"/>
                </a:moveTo>
                <a:lnTo>
                  <a:pt x="30894" y="164394"/>
                </a:lnTo>
                <a:lnTo>
                  <a:pt x="61788" y="162412"/>
                </a:lnTo>
                <a:lnTo>
                  <a:pt x="92682" y="158653"/>
                </a:lnTo>
                <a:lnTo>
                  <a:pt x="123576" y="153116"/>
                </a:lnTo>
                <a:lnTo>
                  <a:pt x="154470" y="145803"/>
                </a:lnTo>
                <a:lnTo>
                  <a:pt x="185365" y="136712"/>
                </a:lnTo>
                <a:lnTo>
                  <a:pt x="216259" y="125843"/>
                </a:lnTo>
                <a:lnTo>
                  <a:pt x="247153" y="113198"/>
                </a:lnTo>
                <a:lnTo>
                  <a:pt x="278047" y="98775"/>
                </a:lnTo>
                <a:lnTo>
                  <a:pt x="308941" y="82574"/>
                </a:lnTo>
                <a:lnTo>
                  <a:pt x="339835" y="64597"/>
                </a:lnTo>
                <a:lnTo>
                  <a:pt x="370729" y="44842"/>
                </a:lnTo>
                <a:lnTo>
                  <a:pt x="401623" y="23310"/>
                </a:lnTo>
                <a:lnTo>
                  <a:pt x="432517" y="0"/>
                </a:lnTo>
              </a:path>
            </a:pathLst>
          </a:custGeom>
          <a:noFill/>
          <a:ln w="6477">
            <a:solidFill>
              <a:srgbClr val="C5B71A">
                <a:alpha val="17000"/>
              </a:srgbClr>
            </a:solidFill>
            <a:prstDash val="solid"/>
          </a:ln>
        </p:spPr>
      </p:sp>
      <p:sp>
        <p:nvSpPr>
          <p:cNvPr id="376" name="knowledge-cross-edge">
            <a:extLst>
              <a:ext uri="{FF2B5EF4-FFF2-40B4-BE49-F238E27FC236}">
                <a16:creationId xmlns:a16="http://schemas.microsoft.com/office/drawing/2014/main" id="{7445E884-A823-4D30-9121-D14BC47D3DD5}"/>
              </a:ext>
            </a:extLst>
          </p:cNvPr>
          <p:cNvSpPr>
            <a:spLocks noGrp="1"/>
          </p:cNvSpPr>
          <p:nvPr/>
        </p:nvSpPr>
        <p:spPr>
          <a:xfrm>
            <a:off x="10315915" y="6054821"/>
            <a:ext cx="451708" cy="50626"/>
          </a:xfrm>
          <a:custGeom>
            <a:avLst/>
            <a:gdLst/>
            <a:ahLst/>
            <a:cxnLst/>
            <a:rect l="0" t="0" r="0" b="0"/>
            <a:pathLst>
              <a:path w="451708" h="50626">
                <a:moveTo>
                  <a:pt x="0" y="0"/>
                </a:moveTo>
                <a:lnTo>
                  <a:pt x="52194" y="14210"/>
                </a:lnTo>
                <a:lnTo>
                  <a:pt x="101743" y="26094"/>
                </a:lnTo>
                <a:lnTo>
                  <a:pt x="148646" y="35653"/>
                </a:lnTo>
                <a:lnTo>
                  <a:pt x="192903" y="42885"/>
                </a:lnTo>
                <a:lnTo>
                  <a:pt x="234514" y="47791"/>
                </a:lnTo>
                <a:lnTo>
                  <a:pt x="273479" y="50372"/>
                </a:lnTo>
                <a:lnTo>
                  <a:pt x="309798" y="50626"/>
                </a:lnTo>
                <a:lnTo>
                  <a:pt x="343472" y="48555"/>
                </a:lnTo>
                <a:lnTo>
                  <a:pt x="374500" y="44157"/>
                </a:lnTo>
                <a:lnTo>
                  <a:pt x="402882" y="37434"/>
                </a:lnTo>
                <a:lnTo>
                  <a:pt x="428618" y="28384"/>
                </a:lnTo>
                <a:lnTo>
                  <a:pt x="451708" y="17009"/>
                </a:lnTo>
              </a:path>
            </a:pathLst>
          </a:custGeom>
          <a:noFill/>
          <a:ln w="5334">
            <a:solidFill>
              <a:srgbClr val="C5B71A">
                <a:alpha val="13000"/>
              </a:srgbClr>
            </a:solidFill>
            <a:prstDash val="solid"/>
          </a:ln>
        </p:spPr>
      </p:sp>
      <p:sp>
        <p:nvSpPr>
          <p:cNvPr id="377" name="knowledge-cross-edge">
            <a:extLst>
              <a:ext uri="{FF2B5EF4-FFF2-40B4-BE49-F238E27FC236}">
                <a16:creationId xmlns:a16="http://schemas.microsoft.com/office/drawing/2014/main" id="{D7AE4EA4-C6B3-4450-B44D-3F4C28365EB2}"/>
              </a:ext>
            </a:extLst>
          </p:cNvPr>
          <p:cNvSpPr>
            <a:spLocks noGrp="1"/>
          </p:cNvSpPr>
          <p:nvPr/>
        </p:nvSpPr>
        <p:spPr>
          <a:xfrm>
            <a:off x="10315915" y="5439124"/>
            <a:ext cx="363368" cy="615698"/>
          </a:xfrm>
          <a:custGeom>
            <a:avLst/>
            <a:gdLst/>
            <a:ahLst/>
            <a:cxnLst/>
            <a:rect l="0" t="0" r="0" b="0"/>
            <a:pathLst>
              <a:path w="363368" h="615698">
                <a:moveTo>
                  <a:pt x="0" y="615698"/>
                </a:moveTo>
                <a:lnTo>
                  <a:pt x="15729" y="526876"/>
                </a:lnTo>
                <a:lnTo>
                  <a:pt x="34103" y="444875"/>
                </a:lnTo>
                <a:lnTo>
                  <a:pt x="55123" y="369695"/>
                </a:lnTo>
                <a:lnTo>
                  <a:pt x="78789" y="301335"/>
                </a:lnTo>
                <a:lnTo>
                  <a:pt x="105101" y="239796"/>
                </a:lnTo>
                <a:lnTo>
                  <a:pt x="134059" y="185078"/>
                </a:lnTo>
                <a:lnTo>
                  <a:pt x="165663" y="137180"/>
                </a:lnTo>
                <a:lnTo>
                  <a:pt x="199912" y="96103"/>
                </a:lnTo>
                <a:lnTo>
                  <a:pt x="236807" y="61846"/>
                </a:lnTo>
                <a:lnTo>
                  <a:pt x="276348" y="34410"/>
                </a:lnTo>
                <a:lnTo>
                  <a:pt x="318535" y="13795"/>
                </a:lnTo>
                <a:lnTo>
                  <a:pt x="363368" y="0"/>
                </a:lnTo>
              </a:path>
            </a:pathLst>
          </a:custGeom>
          <a:noFill/>
          <a:ln w="4953">
            <a:solidFill>
              <a:srgbClr val="C5B71A">
                <a:alpha val="12000"/>
              </a:srgbClr>
            </a:solidFill>
            <a:prstDash val="solid"/>
          </a:ln>
        </p:spPr>
      </p:sp>
      <p:sp>
        <p:nvSpPr>
          <p:cNvPr id="378" name="knowledge-long-edge">
            <a:extLst>
              <a:ext uri="{FF2B5EF4-FFF2-40B4-BE49-F238E27FC236}">
                <a16:creationId xmlns:a16="http://schemas.microsoft.com/office/drawing/2014/main" id="{C90C18B0-108E-4CAF-B764-3C65B7D3F469}"/>
              </a:ext>
            </a:extLst>
          </p:cNvPr>
          <p:cNvSpPr>
            <a:spLocks noGrp="1"/>
          </p:cNvSpPr>
          <p:nvPr/>
        </p:nvSpPr>
        <p:spPr>
          <a:xfrm>
            <a:off x="10315915" y="5332480"/>
            <a:ext cx="663074" cy="722341"/>
          </a:xfrm>
          <a:custGeom>
            <a:avLst/>
            <a:gdLst/>
            <a:ahLst/>
            <a:cxnLst/>
            <a:rect l="0" t="0" r="0" b="0"/>
            <a:pathLst>
              <a:path w="663074" h="722341">
                <a:moveTo>
                  <a:pt x="0" y="722341"/>
                </a:moveTo>
                <a:lnTo>
                  <a:pt x="41442" y="591543"/>
                </a:lnTo>
                <a:lnTo>
                  <a:pt x="82884" y="473770"/>
                </a:lnTo>
                <a:lnTo>
                  <a:pt x="124326" y="369024"/>
                </a:lnTo>
                <a:lnTo>
                  <a:pt x="165768" y="277304"/>
                </a:lnTo>
                <a:lnTo>
                  <a:pt x="207211" y="198610"/>
                </a:lnTo>
                <a:lnTo>
                  <a:pt x="248653" y="132943"/>
                </a:lnTo>
                <a:lnTo>
                  <a:pt x="290095" y="80302"/>
                </a:lnTo>
                <a:lnTo>
                  <a:pt x="331537" y="40687"/>
                </a:lnTo>
                <a:lnTo>
                  <a:pt x="372979" y="14098"/>
                </a:lnTo>
                <a:lnTo>
                  <a:pt x="414421" y="536"/>
                </a:lnTo>
                <a:lnTo>
                  <a:pt x="455863" y="0"/>
                </a:lnTo>
                <a:lnTo>
                  <a:pt x="497305" y="12490"/>
                </a:lnTo>
                <a:lnTo>
                  <a:pt x="538747" y="38007"/>
                </a:lnTo>
                <a:lnTo>
                  <a:pt x="580190" y="76549"/>
                </a:lnTo>
                <a:lnTo>
                  <a:pt x="621632" y="128118"/>
                </a:lnTo>
                <a:lnTo>
                  <a:pt x="663074" y="192714"/>
                </a:lnTo>
              </a:path>
            </a:pathLst>
          </a:custGeom>
          <a:noFill/>
          <a:ln w="4286">
            <a:solidFill>
              <a:srgbClr val="C5B71A">
                <a:alpha val="9000"/>
              </a:srgbClr>
            </a:solidFill>
            <a:prstDash val="solid"/>
          </a:ln>
        </p:spPr>
      </p:sp>
      <p:sp>
        <p:nvSpPr>
          <p:cNvPr id="379" name="knowledge-edge">
            <a:extLst>
              <a:ext uri="{FF2B5EF4-FFF2-40B4-BE49-F238E27FC236}">
                <a16:creationId xmlns:a16="http://schemas.microsoft.com/office/drawing/2014/main" id="{E534F79B-BCB6-4276-B755-B27C3583D413}"/>
              </a:ext>
            </a:extLst>
          </p:cNvPr>
          <p:cNvSpPr>
            <a:spLocks noGrp="1"/>
          </p:cNvSpPr>
          <p:nvPr/>
        </p:nvSpPr>
        <p:spPr>
          <a:xfrm>
            <a:off x="10294594" y="6071830"/>
            <a:ext cx="473029" cy="230950"/>
          </a:xfrm>
          <a:custGeom>
            <a:avLst/>
            <a:gdLst/>
            <a:ahLst/>
            <a:cxnLst/>
            <a:rect l="0" t="0" r="0" b="0"/>
            <a:pathLst>
              <a:path w="473029" h="230950">
                <a:moveTo>
                  <a:pt x="0" y="230950"/>
                </a:moveTo>
                <a:lnTo>
                  <a:pt x="33788" y="208370"/>
                </a:lnTo>
                <a:lnTo>
                  <a:pt x="67576" y="186727"/>
                </a:lnTo>
                <a:lnTo>
                  <a:pt x="101363" y="166019"/>
                </a:lnTo>
                <a:lnTo>
                  <a:pt x="135151" y="146247"/>
                </a:lnTo>
                <a:lnTo>
                  <a:pt x="168939" y="127411"/>
                </a:lnTo>
                <a:lnTo>
                  <a:pt x="202727" y="109511"/>
                </a:lnTo>
                <a:lnTo>
                  <a:pt x="236515" y="92546"/>
                </a:lnTo>
                <a:lnTo>
                  <a:pt x="270302" y="76518"/>
                </a:lnTo>
                <a:lnTo>
                  <a:pt x="304090" y="61425"/>
                </a:lnTo>
                <a:lnTo>
                  <a:pt x="337878" y="47269"/>
                </a:lnTo>
                <a:lnTo>
                  <a:pt x="371666" y="34048"/>
                </a:lnTo>
                <a:lnTo>
                  <a:pt x="405454" y="21763"/>
                </a:lnTo>
                <a:lnTo>
                  <a:pt x="439241" y="10413"/>
                </a:lnTo>
                <a:lnTo>
                  <a:pt x="473029" y="0"/>
                </a:lnTo>
              </a:path>
            </a:pathLst>
          </a:custGeom>
          <a:noFill/>
          <a:ln w="6477">
            <a:solidFill>
              <a:srgbClr val="C5B71A">
                <a:alpha val="17000"/>
              </a:srgbClr>
            </a:solidFill>
            <a:prstDash val="solid"/>
          </a:ln>
        </p:spPr>
      </p:sp>
      <p:sp>
        <p:nvSpPr>
          <p:cNvPr id="380" name="knowledge-cross-edge">
            <a:extLst>
              <a:ext uri="{FF2B5EF4-FFF2-40B4-BE49-F238E27FC236}">
                <a16:creationId xmlns:a16="http://schemas.microsoft.com/office/drawing/2014/main" id="{B0776D25-7B89-4D86-AE34-3FC3BEEBEE79}"/>
              </a:ext>
            </a:extLst>
          </p:cNvPr>
          <p:cNvSpPr>
            <a:spLocks noGrp="1"/>
          </p:cNvSpPr>
          <p:nvPr/>
        </p:nvSpPr>
        <p:spPr>
          <a:xfrm>
            <a:off x="10294594" y="6200204"/>
            <a:ext cx="328912" cy="102575"/>
          </a:xfrm>
          <a:custGeom>
            <a:avLst/>
            <a:gdLst/>
            <a:ahLst/>
            <a:cxnLst/>
            <a:rect l="0" t="0" r="0" b="0"/>
            <a:pathLst>
              <a:path w="328912" h="102575">
                <a:moveTo>
                  <a:pt x="0" y="102575"/>
                </a:moveTo>
                <a:lnTo>
                  <a:pt x="41961" y="93483"/>
                </a:lnTo>
                <a:lnTo>
                  <a:pt x="81277" y="84490"/>
                </a:lnTo>
                <a:lnTo>
                  <a:pt x="117947" y="75596"/>
                </a:lnTo>
                <a:lnTo>
                  <a:pt x="151971" y="66801"/>
                </a:lnTo>
                <a:lnTo>
                  <a:pt x="183349" y="58104"/>
                </a:lnTo>
                <a:lnTo>
                  <a:pt x="212081" y="49507"/>
                </a:lnTo>
                <a:lnTo>
                  <a:pt x="238167" y="41009"/>
                </a:lnTo>
                <a:lnTo>
                  <a:pt x="261608" y="32609"/>
                </a:lnTo>
                <a:lnTo>
                  <a:pt x="282403" y="24308"/>
                </a:lnTo>
                <a:lnTo>
                  <a:pt x="300552" y="16107"/>
                </a:lnTo>
                <a:lnTo>
                  <a:pt x="316055" y="8004"/>
                </a:lnTo>
                <a:lnTo>
                  <a:pt x="328912" y="0"/>
                </a:lnTo>
              </a:path>
            </a:pathLst>
          </a:custGeom>
          <a:noFill/>
          <a:ln w="5334">
            <a:solidFill>
              <a:srgbClr val="C5B71A">
                <a:alpha val="13000"/>
              </a:srgbClr>
            </a:solidFill>
            <a:prstDash val="solid"/>
          </a:ln>
        </p:spPr>
      </p:sp>
      <p:sp>
        <p:nvSpPr>
          <p:cNvPr id="381" name="knowledge-edge">
            <a:extLst>
              <a:ext uri="{FF2B5EF4-FFF2-40B4-BE49-F238E27FC236}">
                <a16:creationId xmlns:a16="http://schemas.microsoft.com/office/drawing/2014/main" id="{AF481B92-3BF5-48E1-82B7-C8334B1E5ABD}"/>
              </a:ext>
            </a:extLst>
          </p:cNvPr>
          <p:cNvSpPr>
            <a:spLocks noGrp="1"/>
          </p:cNvSpPr>
          <p:nvPr/>
        </p:nvSpPr>
        <p:spPr>
          <a:xfrm>
            <a:off x="10148525" y="6200204"/>
            <a:ext cx="474981" cy="316700"/>
          </a:xfrm>
          <a:custGeom>
            <a:avLst/>
            <a:gdLst/>
            <a:ahLst/>
            <a:cxnLst/>
            <a:rect l="0" t="0" r="0" b="0"/>
            <a:pathLst>
              <a:path w="474981" h="316700">
                <a:moveTo>
                  <a:pt x="0" y="316700"/>
                </a:moveTo>
                <a:lnTo>
                  <a:pt x="33927" y="290215"/>
                </a:lnTo>
                <a:lnTo>
                  <a:pt x="67854" y="264325"/>
                </a:lnTo>
                <a:lnTo>
                  <a:pt x="101782" y="239029"/>
                </a:lnTo>
                <a:lnTo>
                  <a:pt x="135709" y="214327"/>
                </a:lnTo>
                <a:lnTo>
                  <a:pt x="169636" y="190220"/>
                </a:lnTo>
                <a:lnTo>
                  <a:pt x="203563" y="166707"/>
                </a:lnTo>
                <a:lnTo>
                  <a:pt x="237491" y="143788"/>
                </a:lnTo>
                <a:lnTo>
                  <a:pt x="271418" y="121464"/>
                </a:lnTo>
                <a:lnTo>
                  <a:pt x="305345" y="99734"/>
                </a:lnTo>
                <a:lnTo>
                  <a:pt x="339272" y="78598"/>
                </a:lnTo>
                <a:lnTo>
                  <a:pt x="373200" y="58057"/>
                </a:lnTo>
                <a:lnTo>
                  <a:pt x="407127" y="38110"/>
                </a:lnTo>
                <a:lnTo>
                  <a:pt x="441054" y="18758"/>
                </a:lnTo>
                <a:lnTo>
                  <a:pt x="474981" y="0"/>
                </a:lnTo>
              </a:path>
            </a:pathLst>
          </a:custGeom>
          <a:noFill/>
          <a:ln w="6477">
            <a:solidFill>
              <a:srgbClr val="C5B71A">
                <a:alpha val="17000"/>
              </a:srgbClr>
            </a:solidFill>
            <a:prstDash val="solid"/>
          </a:ln>
        </p:spPr>
      </p:sp>
      <p:sp>
        <p:nvSpPr>
          <p:cNvPr id="382" name="knowledge-edge">
            <a:extLst>
              <a:ext uri="{FF2B5EF4-FFF2-40B4-BE49-F238E27FC236}">
                <a16:creationId xmlns:a16="http://schemas.microsoft.com/office/drawing/2014/main" id="{52C0C419-15DE-48F5-ADDD-78F4E16E1A44}"/>
              </a:ext>
            </a:extLst>
          </p:cNvPr>
          <p:cNvSpPr>
            <a:spLocks noGrp="1"/>
          </p:cNvSpPr>
          <p:nvPr/>
        </p:nvSpPr>
        <p:spPr>
          <a:xfrm>
            <a:off x="10601290" y="4777642"/>
            <a:ext cx="477187" cy="270192"/>
          </a:xfrm>
          <a:custGeom>
            <a:avLst/>
            <a:gdLst/>
            <a:ahLst/>
            <a:cxnLst/>
            <a:rect l="0" t="0" r="0" b="0"/>
            <a:pathLst>
              <a:path w="477187" h="270192">
                <a:moveTo>
                  <a:pt x="0" y="270192"/>
                </a:moveTo>
                <a:lnTo>
                  <a:pt x="34085" y="250941"/>
                </a:lnTo>
                <a:lnTo>
                  <a:pt x="68170" y="231682"/>
                </a:lnTo>
                <a:lnTo>
                  <a:pt x="102254" y="212415"/>
                </a:lnTo>
                <a:lnTo>
                  <a:pt x="136339" y="193141"/>
                </a:lnTo>
                <a:lnTo>
                  <a:pt x="170424" y="173860"/>
                </a:lnTo>
                <a:lnTo>
                  <a:pt x="204509" y="154572"/>
                </a:lnTo>
                <a:lnTo>
                  <a:pt x="238593" y="135276"/>
                </a:lnTo>
                <a:lnTo>
                  <a:pt x="272678" y="115973"/>
                </a:lnTo>
                <a:lnTo>
                  <a:pt x="306763" y="96663"/>
                </a:lnTo>
                <a:lnTo>
                  <a:pt x="340848" y="77345"/>
                </a:lnTo>
                <a:lnTo>
                  <a:pt x="374933" y="58020"/>
                </a:lnTo>
                <a:lnTo>
                  <a:pt x="409017" y="38687"/>
                </a:lnTo>
                <a:lnTo>
                  <a:pt x="443102" y="19347"/>
                </a:lnTo>
                <a:lnTo>
                  <a:pt x="477187" y="0"/>
                </a:lnTo>
              </a:path>
            </a:pathLst>
          </a:custGeom>
          <a:noFill/>
          <a:ln w="6477">
            <a:solidFill>
              <a:srgbClr val="ADB424">
                <a:alpha val="17000"/>
              </a:srgbClr>
            </a:solidFill>
            <a:prstDash val="solid"/>
          </a:ln>
        </p:spPr>
      </p:sp>
      <p:sp>
        <p:nvSpPr>
          <p:cNvPr id="383" name="knowledge-cross-edge">
            <a:extLst>
              <a:ext uri="{FF2B5EF4-FFF2-40B4-BE49-F238E27FC236}">
                <a16:creationId xmlns:a16="http://schemas.microsoft.com/office/drawing/2014/main" id="{4D0BF2A8-B172-45CB-A251-922F8327C876}"/>
              </a:ext>
            </a:extLst>
          </p:cNvPr>
          <p:cNvSpPr>
            <a:spLocks noGrp="1"/>
          </p:cNvSpPr>
          <p:nvPr/>
        </p:nvSpPr>
        <p:spPr>
          <a:xfrm>
            <a:off x="10601290" y="4831892"/>
            <a:ext cx="471059" cy="215942"/>
          </a:xfrm>
          <a:custGeom>
            <a:avLst/>
            <a:gdLst/>
            <a:ahLst/>
            <a:cxnLst/>
            <a:rect l="0" t="0" r="0" b="0"/>
            <a:pathLst>
              <a:path w="471059" h="215942">
                <a:moveTo>
                  <a:pt x="0" y="215942"/>
                </a:moveTo>
                <a:lnTo>
                  <a:pt x="53807" y="172265"/>
                </a:lnTo>
                <a:lnTo>
                  <a:pt x="104968" y="133509"/>
                </a:lnTo>
                <a:lnTo>
                  <a:pt x="153484" y="99674"/>
                </a:lnTo>
                <a:lnTo>
                  <a:pt x="199353" y="70760"/>
                </a:lnTo>
                <a:lnTo>
                  <a:pt x="242577" y="46766"/>
                </a:lnTo>
                <a:lnTo>
                  <a:pt x="283155" y="27693"/>
                </a:lnTo>
                <a:lnTo>
                  <a:pt x="321087" y="13541"/>
                </a:lnTo>
                <a:lnTo>
                  <a:pt x="356373" y="4310"/>
                </a:lnTo>
                <a:lnTo>
                  <a:pt x="389013" y="0"/>
                </a:lnTo>
                <a:lnTo>
                  <a:pt x="419008" y="611"/>
                </a:lnTo>
                <a:lnTo>
                  <a:pt x="446357" y="6142"/>
                </a:lnTo>
                <a:lnTo>
                  <a:pt x="471059" y="16594"/>
                </a:lnTo>
              </a:path>
            </a:pathLst>
          </a:custGeom>
          <a:noFill/>
          <a:ln w="5334">
            <a:solidFill>
              <a:srgbClr val="ADB424">
                <a:alpha val="13000"/>
              </a:srgbClr>
            </a:solidFill>
            <a:prstDash val="solid"/>
          </a:ln>
        </p:spPr>
      </p:sp>
      <p:sp>
        <p:nvSpPr>
          <p:cNvPr id="384" name="knowledge-edge">
            <a:extLst>
              <a:ext uri="{FF2B5EF4-FFF2-40B4-BE49-F238E27FC236}">
                <a16:creationId xmlns:a16="http://schemas.microsoft.com/office/drawing/2014/main" id="{57D5C652-D9F6-4D7E-9406-A87FC314EF77}"/>
              </a:ext>
            </a:extLst>
          </p:cNvPr>
          <p:cNvSpPr>
            <a:spLocks noGrp="1"/>
          </p:cNvSpPr>
          <p:nvPr/>
        </p:nvSpPr>
        <p:spPr>
          <a:xfrm>
            <a:off x="10556769" y="4848486"/>
            <a:ext cx="515580" cy="186237"/>
          </a:xfrm>
          <a:custGeom>
            <a:avLst/>
            <a:gdLst/>
            <a:ahLst/>
            <a:cxnLst/>
            <a:rect l="0" t="0" r="0" b="0"/>
            <a:pathLst>
              <a:path w="515580" h="186237">
                <a:moveTo>
                  <a:pt x="0" y="184088"/>
                </a:moveTo>
                <a:lnTo>
                  <a:pt x="36827" y="186237"/>
                </a:lnTo>
                <a:lnTo>
                  <a:pt x="73654" y="186032"/>
                </a:lnTo>
                <a:lnTo>
                  <a:pt x="110482" y="183474"/>
                </a:lnTo>
                <a:lnTo>
                  <a:pt x="147309" y="178563"/>
                </a:lnTo>
                <a:lnTo>
                  <a:pt x="184136" y="171298"/>
                </a:lnTo>
                <a:lnTo>
                  <a:pt x="220963" y="161679"/>
                </a:lnTo>
                <a:lnTo>
                  <a:pt x="257790" y="149706"/>
                </a:lnTo>
                <a:lnTo>
                  <a:pt x="294617" y="135380"/>
                </a:lnTo>
                <a:lnTo>
                  <a:pt x="331445" y="118701"/>
                </a:lnTo>
                <a:lnTo>
                  <a:pt x="368272" y="99668"/>
                </a:lnTo>
                <a:lnTo>
                  <a:pt x="405099" y="78281"/>
                </a:lnTo>
                <a:lnTo>
                  <a:pt x="441926" y="54541"/>
                </a:lnTo>
                <a:lnTo>
                  <a:pt x="478753" y="28447"/>
                </a:lnTo>
                <a:lnTo>
                  <a:pt x="515580" y="0"/>
                </a:lnTo>
              </a:path>
            </a:pathLst>
          </a:custGeom>
          <a:noFill/>
          <a:ln w="6477">
            <a:solidFill>
              <a:srgbClr val="ADB424">
                <a:alpha val="17000"/>
              </a:srgbClr>
            </a:solidFill>
            <a:prstDash val="solid"/>
          </a:ln>
        </p:spPr>
      </p:sp>
      <p:sp>
        <p:nvSpPr>
          <p:cNvPr id="385" name="knowledge-cross-edge">
            <a:extLst>
              <a:ext uri="{FF2B5EF4-FFF2-40B4-BE49-F238E27FC236}">
                <a16:creationId xmlns:a16="http://schemas.microsoft.com/office/drawing/2014/main" id="{8E088A22-5EA0-4766-ABFF-97BA61D3C75A}"/>
              </a:ext>
            </a:extLst>
          </p:cNvPr>
          <p:cNvSpPr>
            <a:spLocks noGrp="1"/>
          </p:cNvSpPr>
          <p:nvPr/>
        </p:nvSpPr>
        <p:spPr>
          <a:xfrm>
            <a:off x="10556769" y="5018908"/>
            <a:ext cx="588434" cy="89929"/>
          </a:xfrm>
          <a:custGeom>
            <a:avLst/>
            <a:gdLst/>
            <a:ahLst/>
            <a:cxnLst/>
            <a:rect l="0" t="0" r="0" b="0"/>
            <a:pathLst>
              <a:path w="588434" h="89929">
                <a:moveTo>
                  <a:pt x="0" y="13666"/>
                </a:moveTo>
                <a:lnTo>
                  <a:pt x="63588" y="6686"/>
                </a:lnTo>
                <a:lnTo>
                  <a:pt x="124531" y="2131"/>
                </a:lnTo>
                <a:lnTo>
                  <a:pt x="182827" y="0"/>
                </a:lnTo>
                <a:lnTo>
                  <a:pt x="238478" y="294"/>
                </a:lnTo>
                <a:lnTo>
                  <a:pt x="291483" y="3012"/>
                </a:lnTo>
                <a:lnTo>
                  <a:pt x="341842" y="8155"/>
                </a:lnTo>
                <a:lnTo>
                  <a:pt x="389555" y="15723"/>
                </a:lnTo>
                <a:lnTo>
                  <a:pt x="434623" y="25715"/>
                </a:lnTo>
                <a:lnTo>
                  <a:pt x="477044" y="38132"/>
                </a:lnTo>
                <a:lnTo>
                  <a:pt x="516820" y="52973"/>
                </a:lnTo>
                <a:lnTo>
                  <a:pt x="553950" y="70239"/>
                </a:lnTo>
                <a:lnTo>
                  <a:pt x="588434" y="89929"/>
                </a:lnTo>
              </a:path>
            </a:pathLst>
          </a:custGeom>
          <a:noFill/>
          <a:ln w="5334">
            <a:solidFill>
              <a:srgbClr val="ADB424">
                <a:alpha val="13000"/>
              </a:srgbClr>
            </a:solidFill>
            <a:prstDash val="solid"/>
          </a:ln>
        </p:spPr>
      </p:sp>
      <p:sp>
        <p:nvSpPr>
          <p:cNvPr id="386" name="knowledge-edge">
            <a:extLst>
              <a:ext uri="{FF2B5EF4-FFF2-40B4-BE49-F238E27FC236}">
                <a16:creationId xmlns:a16="http://schemas.microsoft.com/office/drawing/2014/main" id="{27B36D92-24B3-43AC-B195-2E542E9E6640}"/>
              </a:ext>
            </a:extLst>
          </p:cNvPr>
          <p:cNvSpPr>
            <a:spLocks noGrp="1"/>
          </p:cNvSpPr>
          <p:nvPr/>
        </p:nvSpPr>
        <p:spPr>
          <a:xfrm>
            <a:off x="10806126" y="5108838"/>
            <a:ext cx="339077" cy="81888"/>
          </a:xfrm>
          <a:custGeom>
            <a:avLst/>
            <a:gdLst/>
            <a:ahLst/>
            <a:cxnLst/>
            <a:rect l="0" t="0" r="0" b="0"/>
            <a:pathLst>
              <a:path w="339077" h="81888">
                <a:moveTo>
                  <a:pt x="0" y="79682"/>
                </a:moveTo>
                <a:lnTo>
                  <a:pt x="24220" y="81352"/>
                </a:lnTo>
                <a:lnTo>
                  <a:pt x="48440" y="81888"/>
                </a:lnTo>
                <a:lnTo>
                  <a:pt x="72659" y="81293"/>
                </a:lnTo>
                <a:lnTo>
                  <a:pt x="96879" y="79564"/>
                </a:lnTo>
                <a:lnTo>
                  <a:pt x="121099" y="76704"/>
                </a:lnTo>
                <a:lnTo>
                  <a:pt x="145319" y="72711"/>
                </a:lnTo>
                <a:lnTo>
                  <a:pt x="169538" y="67585"/>
                </a:lnTo>
                <a:lnTo>
                  <a:pt x="193758" y="61328"/>
                </a:lnTo>
                <a:lnTo>
                  <a:pt x="217978" y="53937"/>
                </a:lnTo>
                <a:lnTo>
                  <a:pt x="242198" y="45415"/>
                </a:lnTo>
                <a:lnTo>
                  <a:pt x="266417" y="35760"/>
                </a:lnTo>
                <a:lnTo>
                  <a:pt x="290637" y="24972"/>
                </a:lnTo>
                <a:lnTo>
                  <a:pt x="314857" y="13052"/>
                </a:lnTo>
                <a:lnTo>
                  <a:pt x="339077" y="0"/>
                </a:lnTo>
              </a:path>
            </a:pathLst>
          </a:custGeom>
          <a:noFill/>
          <a:ln w="6477">
            <a:solidFill>
              <a:srgbClr val="ADB424">
                <a:alpha val="17000"/>
              </a:srgbClr>
            </a:solidFill>
            <a:prstDash val="solid"/>
          </a:ln>
        </p:spPr>
      </p:sp>
      <p:sp>
        <p:nvSpPr>
          <p:cNvPr id="387" name="knowledge-cross-edge">
            <a:extLst>
              <a:ext uri="{FF2B5EF4-FFF2-40B4-BE49-F238E27FC236}">
                <a16:creationId xmlns:a16="http://schemas.microsoft.com/office/drawing/2014/main" id="{36E3DB65-44A4-47F6-B563-26004C659157}"/>
              </a:ext>
            </a:extLst>
          </p:cNvPr>
          <p:cNvSpPr>
            <a:spLocks noGrp="1"/>
          </p:cNvSpPr>
          <p:nvPr/>
        </p:nvSpPr>
        <p:spPr>
          <a:xfrm>
            <a:off x="10806126" y="4848486"/>
            <a:ext cx="266223" cy="340034"/>
          </a:xfrm>
          <a:custGeom>
            <a:avLst/>
            <a:gdLst/>
            <a:ahLst/>
            <a:cxnLst/>
            <a:rect l="0" t="0" r="0" b="0"/>
            <a:pathLst>
              <a:path w="266223" h="340034">
                <a:moveTo>
                  <a:pt x="0" y="340034"/>
                </a:moveTo>
                <a:lnTo>
                  <a:pt x="7633" y="285289"/>
                </a:lnTo>
                <a:lnTo>
                  <a:pt x="17912" y="235346"/>
                </a:lnTo>
                <a:lnTo>
                  <a:pt x="30837" y="190204"/>
                </a:lnTo>
                <a:lnTo>
                  <a:pt x="46408" y="149864"/>
                </a:lnTo>
                <a:lnTo>
                  <a:pt x="64624" y="114325"/>
                </a:lnTo>
                <a:lnTo>
                  <a:pt x="85487" y="83588"/>
                </a:lnTo>
                <a:lnTo>
                  <a:pt x="108995" y="57653"/>
                </a:lnTo>
                <a:lnTo>
                  <a:pt x="135149" y="36519"/>
                </a:lnTo>
                <a:lnTo>
                  <a:pt x="163949" y="20187"/>
                </a:lnTo>
                <a:lnTo>
                  <a:pt x="195394" y="8656"/>
                </a:lnTo>
                <a:lnTo>
                  <a:pt x="229486" y="1927"/>
                </a:lnTo>
                <a:lnTo>
                  <a:pt x="266223" y="0"/>
                </a:lnTo>
              </a:path>
            </a:pathLst>
          </a:custGeom>
          <a:noFill/>
          <a:ln w="4953">
            <a:solidFill>
              <a:srgbClr val="ADB424">
                <a:alpha val="12000"/>
              </a:srgbClr>
            </a:solidFill>
            <a:prstDash val="solid"/>
          </a:ln>
        </p:spPr>
      </p:sp>
      <p:sp>
        <p:nvSpPr>
          <p:cNvPr id="388" name="knowledge-edge">
            <a:extLst>
              <a:ext uri="{FF2B5EF4-FFF2-40B4-BE49-F238E27FC236}">
                <a16:creationId xmlns:a16="http://schemas.microsoft.com/office/drawing/2014/main" id="{B671972E-24C4-432A-8DBD-74ACF910CEC4}"/>
              </a:ext>
            </a:extLst>
          </p:cNvPr>
          <p:cNvSpPr>
            <a:spLocks noGrp="1"/>
          </p:cNvSpPr>
          <p:nvPr/>
        </p:nvSpPr>
        <p:spPr>
          <a:xfrm>
            <a:off x="10679283" y="5438977"/>
            <a:ext cx="299706" cy="86217"/>
          </a:xfrm>
          <a:custGeom>
            <a:avLst/>
            <a:gdLst/>
            <a:ahLst/>
            <a:cxnLst/>
            <a:rect l="0" t="0" r="0" b="0"/>
            <a:pathLst>
              <a:path w="299706" h="86217">
                <a:moveTo>
                  <a:pt x="0" y="147"/>
                </a:moveTo>
                <a:lnTo>
                  <a:pt x="21408" y="0"/>
                </a:lnTo>
                <a:lnTo>
                  <a:pt x="42815" y="821"/>
                </a:lnTo>
                <a:lnTo>
                  <a:pt x="64223" y="2611"/>
                </a:lnTo>
                <a:lnTo>
                  <a:pt x="85630" y="5370"/>
                </a:lnTo>
                <a:lnTo>
                  <a:pt x="107038" y="9096"/>
                </a:lnTo>
                <a:lnTo>
                  <a:pt x="128445" y="13792"/>
                </a:lnTo>
                <a:lnTo>
                  <a:pt x="149853" y="19455"/>
                </a:lnTo>
                <a:lnTo>
                  <a:pt x="171260" y="26087"/>
                </a:lnTo>
                <a:lnTo>
                  <a:pt x="192668" y="33688"/>
                </a:lnTo>
                <a:lnTo>
                  <a:pt x="214076" y="42257"/>
                </a:lnTo>
                <a:lnTo>
                  <a:pt x="235483" y="51794"/>
                </a:lnTo>
                <a:lnTo>
                  <a:pt x="256891" y="62300"/>
                </a:lnTo>
                <a:lnTo>
                  <a:pt x="278298" y="73774"/>
                </a:lnTo>
                <a:lnTo>
                  <a:pt x="299706" y="86217"/>
                </a:lnTo>
              </a:path>
            </a:pathLst>
          </a:custGeom>
          <a:noFill/>
          <a:ln w="6477">
            <a:solidFill>
              <a:srgbClr val="ADB424">
                <a:alpha val="17000"/>
              </a:srgbClr>
            </a:solidFill>
            <a:prstDash val="solid"/>
          </a:ln>
        </p:spPr>
      </p:sp>
      <p:sp>
        <p:nvSpPr>
          <p:cNvPr id="389" name="knowledge-cross-edge">
            <a:extLst>
              <a:ext uri="{FF2B5EF4-FFF2-40B4-BE49-F238E27FC236}">
                <a16:creationId xmlns:a16="http://schemas.microsoft.com/office/drawing/2014/main" id="{1A53E48F-0061-4AE1-AE8E-0F1740C86E2E}"/>
              </a:ext>
            </a:extLst>
          </p:cNvPr>
          <p:cNvSpPr>
            <a:spLocks noGrp="1"/>
          </p:cNvSpPr>
          <p:nvPr/>
        </p:nvSpPr>
        <p:spPr>
          <a:xfrm>
            <a:off x="10679283" y="5439124"/>
            <a:ext cx="497618" cy="227226"/>
          </a:xfrm>
          <a:custGeom>
            <a:avLst/>
            <a:gdLst/>
            <a:ahLst/>
            <a:cxnLst/>
            <a:rect l="0" t="0" r="0" b="0"/>
            <a:pathLst>
              <a:path w="497618" h="227226">
                <a:moveTo>
                  <a:pt x="0" y="0"/>
                </a:moveTo>
                <a:lnTo>
                  <a:pt x="56020" y="5916"/>
                </a:lnTo>
                <a:lnTo>
                  <a:pt x="109395" y="14199"/>
                </a:lnTo>
                <a:lnTo>
                  <a:pt x="160123" y="24850"/>
                </a:lnTo>
                <a:lnTo>
                  <a:pt x="208206" y="37867"/>
                </a:lnTo>
                <a:lnTo>
                  <a:pt x="253643" y="53252"/>
                </a:lnTo>
                <a:lnTo>
                  <a:pt x="296434" y="71004"/>
                </a:lnTo>
                <a:lnTo>
                  <a:pt x="336579" y="91123"/>
                </a:lnTo>
                <a:lnTo>
                  <a:pt x="374079" y="113609"/>
                </a:lnTo>
                <a:lnTo>
                  <a:pt x="408932" y="138462"/>
                </a:lnTo>
                <a:lnTo>
                  <a:pt x="441140" y="165683"/>
                </a:lnTo>
                <a:lnTo>
                  <a:pt x="470702" y="195271"/>
                </a:lnTo>
                <a:lnTo>
                  <a:pt x="497618" y="227226"/>
                </a:lnTo>
              </a:path>
            </a:pathLst>
          </a:custGeom>
          <a:noFill/>
          <a:ln w="5334">
            <a:solidFill>
              <a:srgbClr val="ADB424">
                <a:alpha val="13000"/>
              </a:srgbClr>
            </a:solidFill>
            <a:prstDash val="solid"/>
          </a:ln>
        </p:spPr>
      </p:sp>
      <p:sp>
        <p:nvSpPr>
          <p:cNvPr id="390" name="knowledge-edge">
            <a:extLst>
              <a:ext uri="{FF2B5EF4-FFF2-40B4-BE49-F238E27FC236}">
                <a16:creationId xmlns:a16="http://schemas.microsoft.com/office/drawing/2014/main" id="{C55890B2-ABEA-48FF-8F7F-0137FFBC4A9B}"/>
              </a:ext>
            </a:extLst>
          </p:cNvPr>
          <p:cNvSpPr>
            <a:spLocks noGrp="1"/>
          </p:cNvSpPr>
          <p:nvPr/>
        </p:nvSpPr>
        <p:spPr>
          <a:xfrm>
            <a:off x="10748433" y="5662178"/>
            <a:ext cx="428468" cy="228045"/>
          </a:xfrm>
          <a:custGeom>
            <a:avLst/>
            <a:gdLst/>
            <a:ahLst/>
            <a:cxnLst/>
            <a:rect l="0" t="0" r="0" b="0"/>
            <a:pathLst>
              <a:path w="428468" h="228045">
                <a:moveTo>
                  <a:pt x="0" y="228045"/>
                </a:moveTo>
                <a:lnTo>
                  <a:pt x="30605" y="192471"/>
                </a:lnTo>
                <a:lnTo>
                  <a:pt x="61210" y="159910"/>
                </a:lnTo>
                <a:lnTo>
                  <a:pt x="91815" y="130362"/>
                </a:lnTo>
                <a:lnTo>
                  <a:pt x="122420" y="103826"/>
                </a:lnTo>
                <a:lnTo>
                  <a:pt x="153024" y="80303"/>
                </a:lnTo>
                <a:lnTo>
                  <a:pt x="183629" y="59793"/>
                </a:lnTo>
                <a:lnTo>
                  <a:pt x="214234" y="42296"/>
                </a:lnTo>
                <a:lnTo>
                  <a:pt x="244839" y="27811"/>
                </a:lnTo>
                <a:lnTo>
                  <a:pt x="275444" y="16339"/>
                </a:lnTo>
                <a:lnTo>
                  <a:pt x="306049" y="7880"/>
                </a:lnTo>
                <a:lnTo>
                  <a:pt x="336654" y="2434"/>
                </a:lnTo>
                <a:lnTo>
                  <a:pt x="367259" y="0"/>
                </a:lnTo>
                <a:lnTo>
                  <a:pt x="397864" y="579"/>
                </a:lnTo>
                <a:lnTo>
                  <a:pt x="428468" y="4171"/>
                </a:lnTo>
              </a:path>
            </a:pathLst>
          </a:custGeom>
          <a:noFill/>
          <a:ln w="6477">
            <a:solidFill>
              <a:srgbClr val="ADB424">
                <a:alpha val="17000"/>
              </a:srgbClr>
            </a:solidFill>
            <a:prstDash val="solid"/>
          </a:ln>
        </p:spPr>
      </p:sp>
      <p:sp>
        <p:nvSpPr>
          <p:cNvPr id="391" name="knowledge-cross-edge">
            <a:extLst>
              <a:ext uri="{FF2B5EF4-FFF2-40B4-BE49-F238E27FC236}">
                <a16:creationId xmlns:a16="http://schemas.microsoft.com/office/drawing/2014/main" id="{6C944618-232B-49FE-9FCB-A11A248E8C0C}"/>
              </a:ext>
            </a:extLst>
          </p:cNvPr>
          <p:cNvSpPr>
            <a:spLocks noGrp="1"/>
          </p:cNvSpPr>
          <p:nvPr/>
        </p:nvSpPr>
        <p:spPr>
          <a:xfrm>
            <a:off x="10748433" y="5889562"/>
            <a:ext cx="364363" cy="43122"/>
          </a:xfrm>
          <a:custGeom>
            <a:avLst/>
            <a:gdLst/>
            <a:ahLst/>
            <a:cxnLst/>
            <a:rect l="0" t="0" r="0" b="0"/>
            <a:pathLst>
              <a:path w="364363" h="43122">
                <a:moveTo>
                  <a:pt x="0" y="661"/>
                </a:moveTo>
                <a:lnTo>
                  <a:pt x="44916" y="13681"/>
                </a:lnTo>
                <a:lnTo>
                  <a:pt x="87186" y="24324"/>
                </a:lnTo>
                <a:lnTo>
                  <a:pt x="126810" y="32589"/>
                </a:lnTo>
                <a:lnTo>
                  <a:pt x="163788" y="38477"/>
                </a:lnTo>
                <a:lnTo>
                  <a:pt x="198120" y="41988"/>
                </a:lnTo>
                <a:lnTo>
                  <a:pt x="229807" y="43122"/>
                </a:lnTo>
                <a:lnTo>
                  <a:pt x="258847" y="41878"/>
                </a:lnTo>
                <a:lnTo>
                  <a:pt x="285242" y="38257"/>
                </a:lnTo>
                <a:lnTo>
                  <a:pt x="308991" y="32259"/>
                </a:lnTo>
                <a:lnTo>
                  <a:pt x="330094" y="23883"/>
                </a:lnTo>
                <a:lnTo>
                  <a:pt x="348552" y="13130"/>
                </a:lnTo>
                <a:lnTo>
                  <a:pt x="364363" y="0"/>
                </a:lnTo>
              </a:path>
            </a:pathLst>
          </a:custGeom>
          <a:noFill/>
          <a:ln w="5334">
            <a:solidFill>
              <a:srgbClr val="ADB424">
                <a:alpha val="13000"/>
              </a:srgbClr>
            </a:solidFill>
            <a:prstDash val="solid"/>
          </a:ln>
        </p:spPr>
      </p:sp>
      <p:sp>
        <p:nvSpPr>
          <p:cNvPr id="392" name="knowledge-edge">
            <a:extLst>
              <a:ext uri="{FF2B5EF4-FFF2-40B4-BE49-F238E27FC236}">
                <a16:creationId xmlns:a16="http://schemas.microsoft.com/office/drawing/2014/main" id="{78D66D37-0310-4528-86FF-4D7C7B277F5C}"/>
              </a:ext>
            </a:extLst>
          </p:cNvPr>
          <p:cNvSpPr>
            <a:spLocks noGrp="1"/>
          </p:cNvSpPr>
          <p:nvPr/>
        </p:nvSpPr>
        <p:spPr>
          <a:xfrm>
            <a:off x="10767623" y="5889562"/>
            <a:ext cx="345173" cy="182268"/>
          </a:xfrm>
          <a:custGeom>
            <a:avLst/>
            <a:gdLst/>
            <a:ahLst/>
            <a:cxnLst/>
            <a:rect l="0" t="0" r="0" b="0"/>
            <a:pathLst>
              <a:path w="345173" h="182268">
                <a:moveTo>
                  <a:pt x="0" y="182268"/>
                </a:moveTo>
                <a:lnTo>
                  <a:pt x="24655" y="167728"/>
                </a:lnTo>
                <a:lnTo>
                  <a:pt x="49310" y="153422"/>
                </a:lnTo>
                <a:lnTo>
                  <a:pt x="73966" y="139350"/>
                </a:lnTo>
                <a:lnTo>
                  <a:pt x="98621" y="125511"/>
                </a:lnTo>
                <a:lnTo>
                  <a:pt x="123276" y="111907"/>
                </a:lnTo>
                <a:lnTo>
                  <a:pt x="147931" y="98537"/>
                </a:lnTo>
                <a:lnTo>
                  <a:pt x="172586" y="85401"/>
                </a:lnTo>
                <a:lnTo>
                  <a:pt x="197241" y="72499"/>
                </a:lnTo>
                <a:lnTo>
                  <a:pt x="221897" y="59831"/>
                </a:lnTo>
                <a:lnTo>
                  <a:pt x="246552" y="47397"/>
                </a:lnTo>
                <a:lnTo>
                  <a:pt x="271207" y="35196"/>
                </a:lnTo>
                <a:lnTo>
                  <a:pt x="295862" y="23230"/>
                </a:lnTo>
                <a:lnTo>
                  <a:pt x="320517" y="11498"/>
                </a:lnTo>
                <a:lnTo>
                  <a:pt x="345173" y="0"/>
                </a:lnTo>
              </a:path>
            </a:pathLst>
          </a:custGeom>
          <a:noFill/>
          <a:ln w="6477">
            <a:solidFill>
              <a:srgbClr val="ADB424">
                <a:alpha val="17000"/>
              </a:srgbClr>
            </a:solidFill>
            <a:prstDash val="solid"/>
          </a:ln>
        </p:spPr>
      </p:sp>
      <p:sp>
        <p:nvSpPr>
          <p:cNvPr id="393" name="knowledge-cross-edge">
            <a:extLst>
              <a:ext uri="{FF2B5EF4-FFF2-40B4-BE49-F238E27FC236}">
                <a16:creationId xmlns:a16="http://schemas.microsoft.com/office/drawing/2014/main" id="{6B919BCE-09C8-456B-8A8F-E3E9242BA1A2}"/>
              </a:ext>
            </a:extLst>
          </p:cNvPr>
          <p:cNvSpPr>
            <a:spLocks noGrp="1"/>
          </p:cNvSpPr>
          <p:nvPr/>
        </p:nvSpPr>
        <p:spPr>
          <a:xfrm>
            <a:off x="10767623" y="5998487"/>
            <a:ext cx="410711" cy="88118"/>
          </a:xfrm>
          <a:custGeom>
            <a:avLst/>
            <a:gdLst/>
            <a:ahLst/>
            <a:cxnLst/>
            <a:rect l="0" t="0" r="0" b="0"/>
            <a:pathLst>
              <a:path w="410711" h="88118">
                <a:moveTo>
                  <a:pt x="0" y="73343"/>
                </a:moveTo>
                <a:lnTo>
                  <a:pt x="48778" y="49906"/>
                </a:lnTo>
                <a:lnTo>
                  <a:pt x="94910" y="30955"/>
                </a:lnTo>
                <a:lnTo>
                  <a:pt x="138396" y="16489"/>
                </a:lnTo>
                <a:lnTo>
                  <a:pt x="179237" y="6507"/>
                </a:lnTo>
                <a:lnTo>
                  <a:pt x="217432" y="1011"/>
                </a:lnTo>
                <a:lnTo>
                  <a:pt x="252980" y="0"/>
                </a:lnTo>
                <a:lnTo>
                  <a:pt x="285883" y="3474"/>
                </a:lnTo>
                <a:lnTo>
                  <a:pt x="316140" y="11433"/>
                </a:lnTo>
                <a:lnTo>
                  <a:pt x="343752" y="23877"/>
                </a:lnTo>
                <a:lnTo>
                  <a:pt x="368717" y="40806"/>
                </a:lnTo>
                <a:lnTo>
                  <a:pt x="391037" y="62219"/>
                </a:lnTo>
                <a:lnTo>
                  <a:pt x="410711" y="88118"/>
                </a:lnTo>
              </a:path>
            </a:pathLst>
          </a:custGeom>
          <a:noFill/>
          <a:ln w="5334">
            <a:solidFill>
              <a:srgbClr val="ADB424">
                <a:alpha val="13000"/>
              </a:srgbClr>
            </a:solidFill>
            <a:prstDash val="solid"/>
          </a:ln>
        </p:spPr>
      </p:sp>
      <p:sp>
        <p:nvSpPr>
          <p:cNvPr id="394" name="knowledge-cross-edge">
            <a:extLst>
              <a:ext uri="{FF2B5EF4-FFF2-40B4-BE49-F238E27FC236}">
                <a16:creationId xmlns:a16="http://schemas.microsoft.com/office/drawing/2014/main" id="{DFB1D9A5-4458-45F6-9255-CFB48EBD6311}"/>
              </a:ext>
            </a:extLst>
          </p:cNvPr>
          <p:cNvSpPr>
            <a:spLocks noGrp="1"/>
          </p:cNvSpPr>
          <p:nvPr/>
        </p:nvSpPr>
        <p:spPr>
          <a:xfrm>
            <a:off x="10767623" y="5666349"/>
            <a:ext cx="409278" cy="405481"/>
          </a:xfrm>
          <a:custGeom>
            <a:avLst/>
            <a:gdLst/>
            <a:ahLst/>
            <a:cxnLst/>
            <a:rect l="0" t="0" r="0" b="0"/>
            <a:pathLst>
              <a:path w="409278" h="405481">
                <a:moveTo>
                  <a:pt x="0" y="405481"/>
                </a:moveTo>
                <a:lnTo>
                  <a:pt x="19554" y="347531"/>
                </a:lnTo>
                <a:lnTo>
                  <a:pt x="41755" y="293974"/>
                </a:lnTo>
                <a:lnTo>
                  <a:pt x="66601" y="244810"/>
                </a:lnTo>
                <a:lnTo>
                  <a:pt x="94093" y="200038"/>
                </a:lnTo>
                <a:lnTo>
                  <a:pt x="124230" y="159659"/>
                </a:lnTo>
                <a:lnTo>
                  <a:pt x="157014" y="123673"/>
                </a:lnTo>
                <a:lnTo>
                  <a:pt x="192443" y="92079"/>
                </a:lnTo>
                <a:lnTo>
                  <a:pt x="230518" y="64878"/>
                </a:lnTo>
                <a:lnTo>
                  <a:pt x="271240" y="42070"/>
                </a:lnTo>
                <a:lnTo>
                  <a:pt x="314606" y="23654"/>
                </a:lnTo>
                <a:lnTo>
                  <a:pt x="360619" y="9631"/>
                </a:lnTo>
                <a:lnTo>
                  <a:pt x="409278" y="0"/>
                </a:lnTo>
              </a:path>
            </a:pathLst>
          </a:custGeom>
          <a:noFill/>
          <a:ln w="4953">
            <a:solidFill>
              <a:srgbClr val="ADB424">
                <a:alpha val="12000"/>
              </a:srgbClr>
            </a:solidFill>
            <a:prstDash val="solid"/>
          </a:ln>
        </p:spPr>
      </p:sp>
      <p:sp>
        <p:nvSpPr>
          <p:cNvPr id="395" name="knowledge-edge">
            <a:extLst>
              <a:ext uri="{FF2B5EF4-FFF2-40B4-BE49-F238E27FC236}">
                <a16:creationId xmlns:a16="http://schemas.microsoft.com/office/drawing/2014/main" id="{C72672D8-42F1-4CE7-8265-355FED0DADD2}"/>
              </a:ext>
            </a:extLst>
          </p:cNvPr>
          <p:cNvSpPr>
            <a:spLocks noGrp="1"/>
          </p:cNvSpPr>
          <p:nvPr/>
        </p:nvSpPr>
        <p:spPr>
          <a:xfrm>
            <a:off x="10623506" y="6086606"/>
            <a:ext cx="554828" cy="141569"/>
          </a:xfrm>
          <a:custGeom>
            <a:avLst/>
            <a:gdLst/>
            <a:ahLst/>
            <a:cxnLst/>
            <a:rect l="0" t="0" r="0" b="0"/>
            <a:pathLst>
              <a:path w="554828" h="141569">
                <a:moveTo>
                  <a:pt x="0" y="113599"/>
                </a:moveTo>
                <a:lnTo>
                  <a:pt x="39631" y="125123"/>
                </a:lnTo>
                <a:lnTo>
                  <a:pt x="79261" y="133627"/>
                </a:lnTo>
                <a:lnTo>
                  <a:pt x="118892" y="139109"/>
                </a:lnTo>
                <a:lnTo>
                  <a:pt x="158522" y="141569"/>
                </a:lnTo>
                <a:lnTo>
                  <a:pt x="198153" y="141008"/>
                </a:lnTo>
                <a:lnTo>
                  <a:pt x="237783" y="137426"/>
                </a:lnTo>
                <a:lnTo>
                  <a:pt x="277414" y="130823"/>
                </a:lnTo>
                <a:lnTo>
                  <a:pt x="317044" y="121198"/>
                </a:lnTo>
                <a:lnTo>
                  <a:pt x="356675" y="108552"/>
                </a:lnTo>
                <a:lnTo>
                  <a:pt x="396306" y="92884"/>
                </a:lnTo>
                <a:lnTo>
                  <a:pt x="435936" y="74195"/>
                </a:lnTo>
                <a:lnTo>
                  <a:pt x="475567" y="52485"/>
                </a:lnTo>
                <a:lnTo>
                  <a:pt x="515197" y="27753"/>
                </a:lnTo>
                <a:lnTo>
                  <a:pt x="554828" y="0"/>
                </a:lnTo>
              </a:path>
            </a:pathLst>
          </a:custGeom>
          <a:noFill/>
          <a:ln w="6477">
            <a:solidFill>
              <a:srgbClr val="ADB424">
                <a:alpha val="17000"/>
              </a:srgbClr>
            </a:solidFill>
            <a:prstDash val="solid"/>
          </a:ln>
        </p:spPr>
      </p:sp>
      <p:sp>
        <p:nvSpPr>
          <p:cNvPr id="396" name="knowledge-long-edge">
            <a:extLst>
              <a:ext uri="{FF2B5EF4-FFF2-40B4-BE49-F238E27FC236}">
                <a16:creationId xmlns:a16="http://schemas.microsoft.com/office/drawing/2014/main" id="{1065B787-8132-4A9D-BF5A-EFF2A8B530FB}"/>
              </a:ext>
            </a:extLst>
          </p:cNvPr>
          <p:cNvSpPr>
            <a:spLocks noGrp="1"/>
          </p:cNvSpPr>
          <p:nvPr/>
        </p:nvSpPr>
        <p:spPr>
          <a:xfrm>
            <a:off x="10623506" y="5759975"/>
            <a:ext cx="728476" cy="440229"/>
          </a:xfrm>
          <a:custGeom>
            <a:avLst/>
            <a:gdLst/>
            <a:ahLst/>
            <a:cxnLst/>
            <a:rect l="0" t="0" r="0" b="0"/>
            <a:pathLst>
              <a:path w="728476" h="440229">
                <a:moveTo>
                  <a:pt x="0" y="440229"/>
                </a:moveTo>
                <a:lnTo>
                  <a:pt x="45530" y="355768"/>
                </a:lnTo>
                <a:lnTo>
                  <a:pt x="91060" y="280294"/>
                </a:lnTo>
                <a:lnTo>
                  <a:pt x="136589" y="213806"/>
                </a:lnTo>
                <a:lnTo>
                  <a:pt x="182119" y="156303"/>
                </a:lnTo>
                <a:lnTo>
                  <a:pt x="227649" y="107787"/>
                </a:lnTo>
                <a:lnTo>
                  <a:pt x="273179" y="68258"/>
                </a:lnTo>
                <a:lnTo>
                  <a:pt x="318708" y="37714"/>
                </a:lnTo>
                <a:lnTo>
                  <a:pt x="364238" y="16156"/>
                </a:lnTo>
                <a:lnTo>
                  <a:pt x="409768" y="3585"/>
                </a:lnTo>
                <a:lnTo>
                  <a:pt x="455298" y="0"/>
                </a:lnTo>
                <a:lnTo>
                  <a:pt x="500827" y="5401"/>
                </a:lnTo>
                <a:lnTo>
                  <a:pt x="546357" y="19788"/>
                </a:lnTo>
                <a:lnTo>
                  <a:pt x="591887" y="43162"/>
                </a:lnTo>
                <a:lnTo>
                  <a:pt x="637417" y="75521"/>
                </a:lnTo>
                <a:lnTo>
                  <a:pt x="682946" y="116867"/>
                </a:lnTo>
                <a:lnTo>
                  <a:pt x="728476" y="167199"/>
                </a:lnTo>
              </a:path>
            </a:pathLst>
          </a:custGeom>
          <a:noFill/>
          <a:ln w="4286">
            <a:solidFill>
              <a:srgbClr val="ADB424">
                <a:alpha val="9000"/>
              </a:srgbClr>
            </a:solidFill>
            <a:prstDash val="solid"/>
          </a:ln>
        </p:spPr>
      </p:sp>
      <p:sp>
        <p:nvSpPr>
          <p:cNvPr id="397" name="knowledge-edge">
            <a:extLst>
              <a:ext uri="{FF2B5EF4-FFF2-40B4-BE49-F238E27FC236}">
                <a16:creationId xmlns:a16="http://schemas.microsoft.com/office/drawing/2014/main" id="{402C1AB5-06A7-4AE5-835E-66E3F4AFA48A}"/>
              </a:ext>
            </a:extLst>
          </p:cNvPr>
          <p:cNvSpPr>
            <a:spLocks noGrp="1"/>
          </p:cNvSpPr>
          <p:nvPr/>
        </p:nvSpPr>
        <p:spPr>
          <a:xfrm>
            <a:off x="11078477" y="4539032"/>
            <a:ext cx="204656" cy="238609"/>
          </a:xfrm>
          <a:custGeom>
            <a:avLst/>
            <a:gdLst/>
            <a:ahLst/>
            <a:cxnLst/>
            <a:rect l="0" t="0" r="0" b="0"/>
            <a:pathLst>
              <a:path w="204656" h="238609">
                <a:moveTo>
                  <a:pt x="0" y="238609"/>
                </a:moveTo>
                <a:lnTo>
                  <a:pt x="14618" y="228118"/>
                </a:lnTo>
                <a:lnTo>
                  <a:pt x="29237" y="216619"/>
                </a:lnTo>
                <a:lnTo>
                  <a:pt x="43855" y="204111"/>
                </a:lnTo>
                <a:lnTo>
                  <a:pt x="58473" y="190596"/>
                </a:lnTo>
                <a:lnTo>
                  <a:pt x="73092" y="176072"/>
                </a:lnTo>
                <a:lnTo>
                  <a:pt x="87710" y="160541"/>
                </a:lnTo>
                <a:lnTo>
                  <a:pt x="102328" y="144001"/>
                </a:lnTo>
                <a:lnTo>
                  <a:pt x="116947" y="126454"/>
                </a:lnTo>
                <a:lnTo>
                  <a:pt x="131565" y="107898"/>
                </a:lnTo>
                <a:lnTo>
                  <a:pt x="146183" y="88335"/>
                </a:lnTo>
                <a:lnTo>
                  <a:pt x="160802" y="67763"/>
                </a:lnTo>
                <a:lnTo>
                  <a:pt x="175420" y="46183"/>
                </a:lnTo>
                <a:lnTo>
                  <a:pt x="190038" y="23596"/>
                </a:lnTo>
                <a:lnTo>
                  <a:pt x="204656" y="0"/>
                </a:lnTo>
              </a:path>
            </a:pathLst>
          </a:custGeom>
          <a:noFill/>
          <a:ln w="6477">
            <a:solidFill>
              <a:srgbClr val="94B22D">
                <a:alpha val="17000"/>
              </a:srgbClr>
            </a:solidFill>
            <a:prstDash val="solid"/>
          </a:ln>
        </p:spPr>
      </p:sp>
      <p:sp>
        <p:nvSpPr>
          <p:cNvPr id="398" name="knowledge-edge">
            <a:extLst>
              <a:ext uri="{FF2B5EF4-FFF2-40B4-BE49-F238E27FC236}">
                <a16:creationId xmlns:a16="http://schemas.microsoft.com/office/drawing/2014/main" id="{9F1959A7-2D0F-42AD-8729-C1BBA2D95175}"/>
              </a:ext>
            </a:extLst>
          </p:cNvPr>
          <p:cNvSpPr>
            <a:spLocks noGrp="1"/>
          </p:cNvSpPr>
          <p:nvPr/>
        </p:nvSpPr>
        <p:spPr>
          <a:xfrm>
            <a:off x="11072350" y="4802611"/>
            <a:ext cx="446623" cy="45875"/>
          </a:xfrm>
          <a:custGeom>
            <a:avLst/>
            <a:gdLst/>
            <a:ahLst/>
            <a:cxnLst/>
            <a:rect l="0" t="0" r="0" b="0"/>
            <a:pathLst>
              <a:path w="446623" h="45875">
                <a:moveTo>
                  <a:pt x="0" y="45875"/>
                </a:moveTo>
                <a:lnTo>
                  <a:pt x="31902" y="39607"/>
                </a:lnTo>
                <a:lnTo>
                  <a:pt x="63803" y="33800"/>
                </a:lnTo>
                <a:lnTo>
                  <a:pt x="95705" y="28452"/>
                </a:lnTo>
                <a:lnTo>
                  <a:pt x="127607" y="23565"/>
                </a:lnTo>
                <a:lnTo>
                  <a:pt x="159508" y="19138"/>
                </a:lnTo>
                <a:lnTo>
                  <a:pt x="191410" y="15171"/>
                </a:lnTo>
                <a:lnTo>
                  <a:pt x="223312" y="11664"/>
                </a:lnTo>
                <a:lnTo>
                  <a:pt x="255213" y="8617"/>
                </a:lnTo>
                <a:lnTo>
                  <a:pt x="287115" y="6030"/>
                </a:lnTo>
                <a:lnTo>
                  <a:pt x="319016" y="3904"/>
                </a:lnTo>
                <a:lnTo>
                  <a:pt x="350918" y="2238"/>
                </a:lnTo>
                <a:lnTo>
                  <a:pt x="382820" y="1032"/>
                </a:lnTo>
                <a:lnTo>
                  <a:pt x="414721" y="286"/>
                </a:lnTo>
                <a:lnTo>
                  <a:pt x="446623" y="0"/>
                </a:lnTo>
              </a:path>
            </a:pathLst>
          </a:custGeom>
          <a:noFill/>
          <a:ln w="6477">
            <a:solidFill>
              <a:srgbClr val="94B22D">
                <a:alpha val="17000"/>
              </a:srgbClr>
            </a:solidFill>
            <a:prstDash val="solid"/>
          </a:ln>
        </p:spPr>
      </p:sp>
      <p:sp>
        <p:nvSpPr>
          <p:cNvPr id="399" name="knowledge-cross-edge">
            <a:extLst>
              <a:ext uri="{FF2B5EF4-FFF2-40B4-BE49-F238E27FC236}">
                <a16:creationId xmlns:a16="http://schemas.microsoft.com/office/drawing/2014/main" id="{3899F23F-6745-4B58-BE75-E815253DFEEF}"/>
              </a:ext>
            </a:extLst>
          </p:cNvPr>
          <p:cNvSpPr>
            <a:spLocks noGrp="1"/>
          </p:cNvSpPr>
          <p:nvPr/>
        </p:nvSpPr>
        <p:spPr>
          <a:xfrm>
            <a:off x="11072350" y="4829852"/>
            <a:ext cx="452022" cy="291117"/>
          </a:xfrm>
          <a:custGeom>
            <a:avLst/>
            <a:gdLst/>
            <a:ahLst/>
            <a:cxnLst/>
            <a:rect l="0" t="0" r="0" b="0"/>
            <a:pathLst>
              <a:path w="452022" h="291117">
                <a:moveTo>
                  <a:pt x="0" y="18634"/>
                </a:moveTo>
                <a:lnTo>
                  <a:pt x="52221" y="6114"/>
                </a:lnTo>
                <a:lnTo>
                  <a:pt x="101795" y="0"/>
                </a:lnTo>
                <a:lnTo>
                  <a:pt x="148724" y="290"/>
                </a:lnTo>
                <a:lnTo>
                  <a:pt x="193007" y="6985"/>
                </a:lnTo>
                <a:lnTo>
                  <a:pt x="234645" y="20085"/>
                </a:lnTo>
                <a:lnTo>
                  <a:pt x="273636" y="39590"/>
                </a:lnTo>
                <a:lnTo>
                  <a:pt x="309982" y="65499"/>
                </a:lnTo>
                <a:lnTo>
                  <a:pt x="343682" y="97813"/>
                </a:lnTo>
                <a:lnTo>
                  <a:pt x="374736" y="136532"/>
                </a:lnTo>
                <a:lnTo>
                  <a:pt x="403144" y="181656"/>
                </a:lnTo>
                <a:lnTo>
                  <a:pt x="428906" y="233184"/>
                </a:lnTo>
                <a:lnTo>
                  <a:pt x="452022" y="291117"/>
                </a:lnTo>
              </a:path>
            </a:pathLst>
          </a:custGeom>
          <a:noFill/>
          <a:ln w="5334">
            <a:solidFill>
              <a:srgbClr val="94B22D">
                <a:alpha val="13000"/>
              </a:srgbClr>
            </a:solidFill>
            <a:prstDash val="solid"/>
          </a:ln>
        </p:spPr>
      </p:sp>
      <p:sp>
        <p:nvSpPr>
          <p:cNvPr id="400" name="knowledge-long-edge">
            <a:extLst>
              <a:ext uri="{FF2B5EF4-FFF2-40B4-BE49-F238E27FC236}">
                <a16:creationId xmlns:a16="http://schemas.microsoft.com/office/drawing/2014/main" id="{4D0D927D-1DE5-4248-8B43-2995B76DFC38}"/>
              </a:ext>
            </a:extLst>
          </p:cNvPr>
          <p:cNvSpPr>
            <a:spLocks noGrp="1"/>
          </p:cNvSpPr>
          <p:nvPr/>
        </p:nvSpPr>
        <p:spPr>
          <a:xfrm>
            <a:off x="11072350" y="4661220"/>
            <a:ext cx="809116" cy="429325"/>
          </a:xfrm>
          <a:custGeom>
            <a:avLst/>
            <a:gdLst/>
            <a:ahLst/>
            <a:cxnLst/>
            <a:rect l="0" t="0" r="0" b="0"/>
            <a:pathLst>
              <a:path w="809116" h="429325">
                <a:moveTo>
                  <a:pt x="0" y="187266"/>
                </a:moveTo>
                <a:lnTo>
                  <a:pt x="50570" y="132885"/>
                </a:lnTo>
                <a:lnTo>
                  <a:pt x="101140" y="87772"/>
                </a:lnTo>
                <a:lnTo>
                  <a:pt x="151709" y="51927"/>
                </a:lnTo>
                <a:lnTo>
                  <a:pt x="202279" y="25350"/>
                </a:lnTo>
                <a:lnTo>
                  <a:pt x="252849" y="8041"/>
                </a:lnTo>
                <a:lnTo>
                  <a:pt x="303419" y="0"/>
                </a:lnTo>
                <a:lnTo>
                  <a:pt x="353988" y="1227"/>
                </a:lnTo>
                <a:lnTo>
                  <a:pt x="404558" y="11722"/>
                </a:lnTo>
                <a:lnTo>
                  <a:pt x="455128" y="31484"/>
                </a:lnTo>
                <a:lnTo>
                  <a:pt x="505698" y="60515"/>
                </a:lnTo>
                <a:lnTo>
                  <a:pt x="556267" y="98813"/>
                </a:lnTo>
                <a:lnTo>
                  <a:pt x="606837" y="146380"/>
                </a:lnTo>
                <a:lnTo>
                  <a:pt x="657407" y="203214"/>
                </a:lnTo>
                <a:lnTo>
                  <a:pt x="707977" y="269317"/>
                </a:lnTo>
                <a:lnTo>
                  <a:pt x="758546" y="344687"/>
                </a:lnTo>
                <a:lnTo>
                  <a:pt x="809116" y="429325"/>
                </a:lnTo>
              </a:path>
            </a:pathLst>
          </a:custGeom>
          <a:noFill/>
          <a:ln w="4286">
            <a:solidFill>
              <a:srgbClr val="94B22D">
                <a:alpha val="9000"/>
              </a:srgbClr>
            </a:solidFill>
            <a:prstDash val="solid"/>
          </a:ln>
        </p:spPr>
      </p:sp>
      <p:sp>
        <p:nvSpPr>
          <p:cNvPr id="401" name="knowledge-edge">
            <a:extLst>
              <a:ext uri="{FF2B5EF4-FFF2-40B4-BE49-F238E27FC236}">
                <a16:creationId xmlns:a16="http://schemas.microsoft.com/office/drawing/2014/main" id="{02FA0890-9444-43CE-9F34-2FA98A8A7B49}"/>
              </a:ext>
            </a:extLst>
          </p:cNvPr>
          <p:cNvSpPr>
            <a:spLocks noGrp="1"/>
          </p:cNvSpPr>
          <p:nvPr/>
        </p:nvSpPr>
        <p:spPr>
          <a:xfrm>
            <a:off x="11145203" y="5095204"/>
            <a:ext cx="379169" cy="25766"/>
          </a:xfrm>
          <a:custGeom>
            <a:avLst/>
            <a:gdLst/>
            <a:ahLst/>
            <a:cxnLst/>
            <a:rect l="0" t="0" r="0" b="0"/>
            <a:pathLst>
              <a:path w="379169" h="25766">
                <a:moveTo>
                  <a:pt x="0" y="13634"/>
                </a:moveTo>
                <a:lnTo>
                  <a:pt x="27083" y="9400"/>
                </a:lnTo>
                <a:lnTo>
                  <a:pt x="54167" y="5950"/>
                </a:lnTo>
                <a:lnTo>
                  <a:pt x="81250" y="3286"/>
                </a:lnTo>
                <a:lnTo>
                  <a:pt x="108334" y="1406"/>
                </a:lnTo>
                <a:lnTo>
                  <a:pt x="135417" y="311"/>
                </a:lnTo>
                <a:lnTo>
                  <a:pt x="162501" y="0"/>
                </a:lnTo>
                <a:lnTo>
                  <a:pt x="189584" y="474"/>
                </a:lnTo>
                <a:lnTo>
                  <a:pt x="216668" y="1733"/>
                </a:lnTo>
                <a:lnTo>
                  <a:pt x="243751" y="3777"/>
                </a:lnTo>
                <a:lnTo>
                  <a:pt x="270835" y="6605"/>
                </a:lnTo>
                <a:lnTo>
                  <a:pt x="297918" y="10218"/>
                </a:lnTo>
                <a:lnTo>
                  <a:pt x="325002" y="14616"/>
                </a:lnTo>
                <a:lnTo>
                  <a:pt x="352085" y="19799"/>
                </a:lnTo>
                <a:lnTo>
                  <a:pt x="379169" y="25766"/>
                </a:lnTo>
              </a:path>
            </a:pathLst>
          </a:custGeom>
          <a:noFill/>
          <a:ln w="6477">
            <a:solidFill>
              <a:srgbClr val="94B22D">
                <a:alpha val="17000"/>
              </a:srgbClr>
            </a:solidFill>
            <a:prstDash val="solid"/>
          </a:ln>
        </p:spPr>
      </p:sp>
      <p:sp>
        <p:nvSpPr>
          <p:cNvPr id="402" name="knowledge-cross-edge">
            <a:extLst>
              <a:ext uri="{FF2B5EF4-FFF2-40B4-BE49-F238E27FC236}">
                <a16:creationId xmlns:a16="http://schemas.microsoft.com/office/drawing/2014/main" id="{C6456781-FEF2-4060-9226-2265F2489CB7}"/>
              </a:ext>
            </a:extLst>
          </p:cNvPr>
          <p:cNvSpPr>
            <a:spLocks noGrp="1"/>
          </p:cNvSpPr>
          <p:nvPr/>
        </p:nvSpPr>
        <p:spPr>
          <a:xfrm>
            <a:off x="11145203" y="5108838"/>
            <a:ext cx="193570" cy="179500"/>
          </a:xfrm>
          <a:custGeom>
            <a:avLst/>
            <a:gdLst/>
            <a:ahLst/>
            <a:cxnLst/>
            <a:rect l="0" t="0" r="0" b="0"/>
            <a:pathLst>
              <a:path w="193570" h="179500">
                <a:moveTo>
                  <a:pt x="0" y="0"/>
                </a:moveTo>
                <a:lnTo>
                  <a:pt x="30683" y="10569"/>
                </a:lnTo>
                <a:lnTo>
                  <a:pt x="58720" y="21936"/>
                </a:lnTo>
                <a:lnTo>
                  <a:pt x="84111" y="34101"/>
                </a:lnTo>
                <a:lnTo>
                  <a:pt x="106857" y="47064"/>
                </a:lnTo>
                <a:lnTo>
                  <a:pt x="126956" y="60826"/>
                </a:lnTo>
                <a:lnTo>
                  <a:pt x="144410" y="75385"/>
                </a:lnTo>
                <a:lnTo>
                  <a:pt x="159218" y="90742"/>
                </a:lnTo>
                <a:lnTo>
                  <a:pt x="171380" y="106898"/>
                </a:lnTo>
                <a:lnTo>
                  <a:pt x="180896" y="123851"/>
                </a:lnTo>
                <a:lnTo>
                  <a:pt x="187767" y="141603"/>
                </a:lnTo>
                <a:lnTo>
                  <a:pt x="191991" y="160153"/>
                </a:lnTo>
                <a:lnTo>
                  <a:pt x="193570" y="179500"/>
                </a:lnTo>
              </a:path>
            </a:pathLst>
          </a:custGeom>
          <a:noFill/>
          <a:ln w="5334">
            <a:solidFill>
              <a:srgbClr val="94B22D">
                <a:alpha val="13000"/>
              </a:srgbClr>
            </a:solidFill>
            <a:prstDash val="solid"/>
          </a:ln>
        </p:spPr>
      </p:sp>
      <p:sp>
        <p:nvSpPr>
          <p:cNvPr id="403" name="knowledge-edge">
            <a:extLst>
              <a:ext uri="{FF2B5EF4-FFF2-40B4-BE49-F238E27FC236}">
                <a16:creationId xmlns:a16="http://schemas.microsoft.com/office/drawing/2014/main" id="{91D1D56B-4973-42A8-968C-0B5E53C70336}"/>
              </a:ext>
            </a:extLst>
          </p:cNvPr>
          <p:cNvSpPr>
            <a:spLocks noGrp="1"/>
          </p:cNvSpPr>
          <p:nvPr/>
        </p:nvSpPr>
        <p:spPr>
          <a:xfrm>
            <a:off x="10978989" y="5288338"/>
            <a:ext cx="359784" cy="236856"/>
          </a:xfrm>
          <a:custGeom>
            <a:avLst/>
            <a:gdLst/>
            <a:ahLst/>
            <a:cxnLst/>
            <a:rect l="0" t="0" r="0" b="0"/>
            <a:pathLst>
              <a:path w="359784" h="236856">
                <a:moveTo>
                  <a:pt x="0" y="236856"/>
                </a:moveTo>
                <a:lnTo>
                  <a:pt x="25699" y="231118"/>
                </a:lnTo>
                <a:lnTo>
                  <a:pt x="51398" y="223661"/>
                </a:lnTo>
                <a:lnTo>
                  <a:pt x="77097" y="214483"/>
                </a:lnTo>
                <a:lnTo>
                  <a:pt x="102795" y="203586"/>
                </a:lnTo>
                <a:lnTo>
                  <a:pt x="128494" y="190968"/>
                </a:lnTo>
                <a:lnTo>
                  <a:pt x="154193" y="176630"/>
                </a:lnTo>
                <a:lnTo>
                  <a:pt x="179892" y="160572"/>
                </a:lnTo>
                <a:lnTo>
                  <a:pt x="205591" y="142793"/>
                </a:lnTo>
                <a:lnTo>
                  <a:pt x="231290" y="123295"/>
                </a:lnTo>
                <a:lnTo>
                  <a:pt x="256988" y="102076"/>
                </a:lnTo>
                <a:lnTo>
                  <a:pt x="282687" y="79137"/>
                </a:lnTo>
                <a:lnTo>
                  <a:pt x="308386" y="54478"/>
                </a:lnTo>
                <a:lnTo>
                  <a:pt x="334085" y="28099"/>
                </a:lnTo>
                <a:lnTo>
                  <a:pt x="359784" y="0"/>
                </a:lnTo>
              </a:path>
            </a:pathLst>
          </a:custGeom>
          <a:noFill/>
          <a:ln w="6477">
            <a:solidFill>
              <a:srgbClr val="94B22D">
                <a:alpha val="17000"/>
              </a:srgbClr>
            </a:solidFill>
            <a:prstDash val="solid"/>
          </a:ln>
        </p:spPr>
      </p:sp>
      <p:sp>
        <p:nvSpPr>
          <p:cNvPr id="404" name="knowledge-cross-edge">
            <a:extLst>
              <a:ext uri="{FF2B5EF4-FFF2-40B4-BE49-F238E27FC236}">
                <a16:creationId xmlns:a16="http://schemas.microsoft.com/office/drawing/2014/main" id="{D4D61B67-45FC-490E-9C73-8B255EF11D33}"/>
              </a:ext>
            </a:extLst>
          </p:cNvPr>
          <p:cNvSpPr>
            <a:spLocks noGrp="1"/>
          </p:cNvSpPr>
          <p:nvPr/>
        </p:nvSpPr>
        <p:spPr>
          <a:xfrm>
            <a:off x="10978989" y="5524173"/>
            <a:ext cx="518056" cy="199740"/>
          </a:xfrm>
          <a:custGeom>
            <a:avLst/>
            <a:gdLst/>
            <a:ahLst/>
            <a:cxnLst/>
            <a:rect l="0" t="0" r="0" b="0"/>
            <a:pathLst>
              <a:path w="518056" h="199740">
                <a:moveTo>
                  <a:pt x="0" y="1021"/>
                </a:moveTo>
                <a:lnTo>
                  <a:pt x="57723" y="0"/>
                </a:lnTo>
                <a:lnTo>
                  <a:pt x="112801" y="2176"/>
                </a:lnTo>
                <a:lnTo>
                  <a:pt x="165233" y="7548"/>
                </a:lnTo>
                <a:lnTo>
                  <a:pt x="215019" y="16117"/>
                </a:lnTo>
                <a:lnTo>
                  <a:pt x="262159" y="27882"/>
                </a:lnTo>
                <a:lnTo>
                  <a:pt x="306653" y="42844"/>
                </a:lnTo>
                <a:lnTo>
                  <a:pt x="348501" y="61002"/>
                </a:lnTo>
                <a:lnTo>
                  <a:pt x="387704" y="82356"/>
                </a:lnTo>
                <a:lnTo>
                  <a:pt x="424261" y="106908"/>
                </a:lnTo>
                <a:lnTo>
                  <a:pt x="458171" y="134655"/>
                </a:lnTo>
                <a:lnTo>
                  <a:pt x="489436" y="165599"/>
                </a:lnTo>
                <a:lnTo>
                  <a:pt x="518056" y="199740"/>
                </a:lnTo>
              </a:path>
            </a:pathLst>
          </a:custGeom>
          <a:noFill/>
          <a:ln w="5334">
            <a:solidFill>
              <a:srgbClr val="94B22D">
                <a:alpha val="13000"/>
              </a:srgbClr>
            </a:solidFill>
            <a:prstDash val="solid"/>
          </a:ln>
        </p:spPr>
      </p:sp>
      <p:sp>
        <p:nvSpPr>
          <p:cNvPr id="405" name="knowledge-long-edge">
            <a:extLst>
              <a:ext uri="{FF2B5EF4-FFF2-40B4-BE49-F238E27FC236}">
                <a16:creationId xmlns:a16="http://schemas.microsoft.com/office/drawing/2014/main" id="{D3A966C1-3760-454A-813F-DBF3430E3DDA}"/>
              </a:ext>
            </a:extLst>
          </p:cNvPr>
          <p:cNvSpPr>
            <a:spLocks noGrp="1"/>
          </p:cNvSpPr>
          <p:nvPr/>
        </p:nvSpPr>
        <p:spPr>
          <a:xfrm>
            <a:off x="10978989" y="5242686"/>
            <a:ext cx="723490" cy="282508"/>
          </a:xfrm>
          <a:custGeom>
            <a:avLst/>
            <a:gdLst/>
            <a:ahLst/>
            <a:cxnLst/>
            <a:rect l="0" t="0" r="0" b="0"/>
            <a:pathLst>
              <a:path w="723490" h="282508">
                <a:moveTo>
                  <a:pt x="0" y="282508"/>
                </a:moveTo>
                <a:lnTo>
                  <a:pt x="45218" y="218894"/>
                </a:lnTo>
                <a:lnTo>
                  <a:pt x="90436" y="163367"/>
                </a:lnTo>
                <a:lnTo>
                  <a:pt x="135654" y="115925"/>
                </a:lnTo>
                <a:lnTo>
                  <a:pt x="180872" y="76568"/>
                </a:lnTo>
                <a:lnTo>
                  <a:pt x="226091" y="45298"/>
                </a:lnTo>
                <a:lnTo>
                  <a:pt x="271309" y="22113"/>
                </a:lnTo>
                <a:lnTo>
                  <a:pt x="316527" y="7014"/>
                </a:lnTo>
                <a:lnTo>
                  <a:pt x="361745" y="0"/>
                </a:lnTo>
                <a:lnTo>
                  <a:pt x="406963" y="1072"/>
                </a:lnTo>
                <a:lnTo>
                  <a:pt x="452181" y="10230"/>
                </a:lnTo>
                <a:lnTo>
                  <a:pt x="497399" y="27473"/>
                </a:lnTo>
                <a:lnTo>
                  <a:pt x="542617" y="52803"/>
                </a:lnTo>
                <a:lnTo>
                  <a:pt x="587835" y="86217"/>
                </a:lnTo>
                <a:lnTo>
                  <a:pt x="633054" y="127718"/>
                </a:lnTo>
                <a:lnTo>
                  <a:pt x="678272" y="177304"/>
                </a:lnTo>
                <a:lnTo>
                  <a:pt x="723490" y="234976"/>
                </a:lnTo>
              </a:path>
            </a:pathLst>
          </a:custGeom>
          <a:noFill/>
          <a:ln w="4286">
            <a:solidFill>
              <a:srgbClr val="94B22D">
                <a:alpha val="9000"/>
              </a:srgbClr>
            </a:solidFill>
            <a:prstDash val="solid"/>
          </a:ln>
        </p:spPr>
      </p:sp>
      <p:sp>
        <p:nvSpPr>
          <p:cNvPr id="406" name="knowledge-edge">
            <a:extLst>
              <a:ext uri="{FF2B5EF4-FFF2-40B4-BE49-F238E27FC236}">
                <a16:creationId xmlns:a16="http://schemas.microsoft.com/office/drawing/2014/main" id="{F2B76CA6-9AD4-401E-BFE6-DE280965ABF3}"/>
              </a:ext>
            </a:extLst>
          </p:cNvPr>
          <p:cNvSpPr>
            <a:spLocks noGrp="1"/>
          </p:cNvSpPr>
          <p:nvPr/>
        </p:nvSpPr>
        <p:spPr>
          <a:xfrm>
            <a:off x="11176901" y="5666349"/>
            <a:ext cx="320144" cy="69060"/>
          </a:xfrm>
          <a:custGeom>
            <a:avLst/>
            <a:gdLst/>
            <a:ahLst/>
            <a:cxnLst/>
            <a:rect l="0" t="0" r="0" b="0"/>
            <a:pathLst>
              <a:path w="320144" h="69060">
                <a:moveTo>
                  <a:pt x="0" y="0"/>
                </a:moveTo>
                <a:lnTo>
                  <a:pt x="22867" y="13193"/>
                </a:lnTo>
                <a:lnTo>
                  <a:pt x="45735" y="24989"/>
                </a:lnTo>
                <a:lnTo>
                  <a:pt x="68602" y="35388"/>
                </a:lnTo>
                <a:lnTo>
                  <a:pt x="91470" y="44390"/>
                </a:lnTo>
                <a:lnTo>
                  <a:pt x="114337" y="51994"/>
                </a:lnTo>
                <a:lnTo>
                  <a:pt x="137204" y="58202"/>
                </a:lnTo>
                <a:lnTo>
                  <a:pt x="160072" y="63012"/>
                </a:lnTo>
                <a:lnTo>
                  <a:pt x="182939" y="66425"/>
                </a:lnTo>
                <a:lnTo>
                  <a:pt x="205807" y="68441"/>
                </a:lnTo>
                <a:lnTo>
                  <a:pt x="228674" y="69060"/>
                </a:lnTo>
                <a:lnTo>
                  <a:pt x="251541" y="68282"/>
                </a:lnTo>
                <a:lnTo>
                  <a:pt x="274409" y="66106"/>
                </a:lnTo>
                <a:lnTo>
                  <a:pt x="297276" y="62533"/>
                </a:lnTo>
                <a:lnTo>
                  <a:pt x="320144" y="57564"/>
                </a:lnTo>
              </a:path>
            </a:pathLst>
          </a:custGeom>
          <a:noFill/>
          <a:ln w="6477">
            <a:solidFill>
              <a:srgbClr val="94B22D">
                <a:alpha val="17000"/>
              </a:srgbClr>
            </a:solidFill>
            <a:prstDash val="solid"/>
          </a:ln>
        </p:spPr>
      </p:sp>
      <p:sp>
        <p:nvSpPr>
          <p:cNvPr id="407" name="knowledge-cross-edge">
            <a:extLst>
              <a:ext uri="{FF2B5EF4-FFF2-40B4-BE49-F238E27FC236}">
                <a16:creationId xmlns:a16="http://schemas.microsoft.com/office/drawing/2014/main" id="{CC1331FC-0F9F-4071-BE37-FDC8B26227D6}"/>
              </a:ext>
            </a:extLst>
          </p:cNvPr>
          <p:cNvSpPr>
            <a:spLocks noGrp="1"/>
          </p:cNvSpPr>
          <p:nvPr/>
        </p:nvSpPr>
        <p:spPr>
          <a:xfrm>
            <a:off x="11176901" y="5666349"/>
            <a:ext cx="175081" cy="260825"/>
          </a:xfrm>
          <a:custGeom>
            <a:avLst/>
            <a:gdLst/>
            <a:ahLst/>
            <a:cxnLst/>
            <a:rect l="0" t="0" r="0" b="0"/>
            <a:pathLst>
              <a:path w="175081" h="260825">
                <a:moveTo>
                  <a:pt x="0" y="0"/>
                </a:moveTo>
                <a:lnTo>
                  <a:pt x="29142" y="2201"/>
                </a:lnTo>
                <a:lnTo>
                  <a:pt x="55639" y="7954"/>
                </a:lnTo>
                <a:lnTo>
                  <a:pt x="79489" y="17259"/>
                </a:lnTo>
                <a:lnTo>
                  <a:pt x="100694" y="30115"/>
                </a:lnTo>
                <a:lnTo>
                  <a:pt x="119253" y="46523"/>
                </a:lnTo>
                <a:lnTo>
                  <a:pt x="135166" y="66483"/>
                </a:lnTo>
                <a:lnTo>
                  <a:pt x="148433" y="89994"/>
                </a:lnTo>
                <a:lnTo>
                  <a:pt x="159054" y="117057"/>
                </a:lnTo>
                <a:lnTo>
                  <a:pt x="167030" y="147672"/>
                </a:lnTo>
                <a:lnTo>
                  <a:pt x="172359" y="181838"/>
                </a:lnTo>
                <a:lnTo>
                  <a:pt x="175043" y="219555"/>
                </a:lnTo>
                <a:lnTo>
                  <a:pt x="175081" y="260825"/>
                </a:lnTo>
              </a:path>
            </a:pathLst>
          </a:custGeom>
          <a:noFill/>
          <a:ln w="5334">
            <a:solidFill>
              <a:srgbClr val="94B22D">
                <a:alpha val="13000"/>
              </a:srgbClr>
            </a:solidFill>
            <a:prstDash val="solid"/>
          </a:ln>
        </p:spPr>
      </p:sp>
      <p:sp>
        <p:nvSpPr>
          <p:cNvPr id="408" name="knowledge-edge">
            <a:extLst>
              <a:ext uri="{FF2B5EF4-FFF2-40B4-BE49-F238E27FC236}">
                <a16:creationId xmlns:a16="http://schemas.microsoft.com/office/drawing/2014/main" id="{A2D523CA-140B-40E2-8280-896AF189FD98}"/>
              </a:ext>
            </a:extLst>
          </p:cNvPr>
          <p:cNvSpPr>
            <a:spLocks noGrp="1"/>
          </p:cNvSpPr>
          <p:nvPr/>
        </p:nvSpPr>
        <p:spPr>
          <a:xfrm>
            <a:off x="11112796" y="5877490"/>
            <a:ext cx="239186" cy="49684"/>
          </a:xfrm>
          <a:custGeom>
            <a:avLst/>
            <a:gdLst/>
            <a:ahLst/>
            <a:cxnLst/>
            <a:rect l="0" t="0" r="0" b="0"/>
            <a:pathLst>
              <a:path w="239186" h="49684">
                <a:moveTo>
                  <a:pt x="0" y="12072"/>
                </a:moveTo>
                <a:lnTo>
                  <a:pt x="17085" y="7390"/>
                </a:lnTo>
                <a:lnTo>
                  <a:pt x="34169" y="3842"/>
                </a:lnTo>
                <a:lnTo>
                  <a:pt x="51254" y="1428"/>
                </a:lnTo>
                <a:lnTo>
                  <a:pt x="68339" y="147"/>
                </a:lnTo>
                <a:lnTo>
                  <a:pt x="85424" y="0"/>
                </a:lnTo>
                <a:lnTo>
                  <a:pt x="102508" y="986"/>
                </a:lnTo>
                <a:lnTo>
                  <a:pt x="119593" y="3106"/>
                </a:lnTo>
                <a:lnTo>
                  <a:pt x="136678" y="6359"/>
                </a:lnTo>
                <a:lnTo>
                  <a:pt x="153763" y="10746"/>
                </a:lnTo>
                <a:lnTo>
                  <a:pt x="170847" y="16267"/>
                </a:lnTo>
                <a:lnTo>
                  <a:pt x="187932" y="22921"/>
                </a:lnTo>
                <a:lnTo>
                  <a:pt x="205017" y="30708"/>
                </a:lnTo>
                <a:lnTo>
                  <a:pt x="222102" y="39629"/>
                </a:lnTo>
                <a:lnTo>
                  <a:pt x="239186" y="49684"/>
                </a:lnTo>
              </a:path>
            </a:pathLst>
          </a:custGeom>
          <a:noFill/>
          <a:ln w="6477">
            <a:solidFill>
              <a:srgbClr val="94B22D">
                <a:alpha val="17000"/>
              </a:srgbClr>
            </a:solidFill>
            <a:prstDash val="solid"/>
          </a:ln>
        </p:spPr>
      </p:sp>
      <p:sp>
        <p:nvSpPr>
          <p:cNvPr id="409" name="knowledge-cross-edge">
            <a:extLst>
              <a:ext uri="{FF2B5EF4-FFF2-40B4-BE49-F238E27FC236}">
                <a16:creationId xmlns:a16="http://schemas.microsoft.com/office/drawing/2014/main" id="{77325525-1FAB-4495-9802-D2CA845BAB94}"/>
              </a:ext>
            </a:extLst>
          </p:cNvPr>
          <p:cNvSpPr>
            <a:spLocks noGrp="1"/>
          </p:cNvSpPr>
          <p:nvPr/>
        </p:nvSpPr>
        <p:spPr>
          <a:xfrm>
            <a:off x="11112796" y="5889562"/>
            <a:ext cx="169126" cy="76691"/>
          </a:xfrm>
          <a:custGeom>
            <a:avLst/>
            <a:gdLst/>
            <a:ahLst/>
            <a:cxnLst/>
            <a:rect l="0" t="0" r="0" b="0"/>
            <a:pathLst>
              <a:path w="169126" h="76691">
                <a:moveTo>
                  <a:pt x="0" y="0"/>
                </a:moveTo>
                <a:lnTo>
                  <a:pt x="28604" y="14770"/>
                </a:lnTo>
                <a:lnTo>
                  <a:pt x="54563" y="27962"/>
                </a:lnTo>
                <a:lnTo>
                  <a:pt x="77875" y="39576"/>
                </a:lnTo>
                <a:lnTo>
                  <a:pt x="98542" y="49612"/>
                </a:lnTo>
                <a:lnTo>
                  <a:pt x="116563" y="58070"/>
                </a:lnTo>
                <a:lnTo>
                  <a:pt x="131938" y="64950"/>
                </a:lnTo>
                <a:lnTo>
                  <a:pt x="144668" y="70252"/>
                </a:lnTo>
                <a:lnTo>
                  <a:pt x="154751" y="73977"/>
                </a:lnTo>
                <a:lnTo>
                  <a:pt x="162189" y="76123"/>
                </a:lnTo>
                <a:lnTo>
                  <a:pt x="166980" y="76691"/>
                </a:lnTo>
                <a:lnTo>
                  <a:pt x="169126" y="75681"/>
                </a:lnTo>
                <a:lnTo>
                  <a:pt x="168627" y="73094"/>
                </a:lnTo>
              </a:path>
            </a:pathLst>
          </a:custGeom>
          <a:noFill/>
          <a:ln w="5334">
            <a:solidFill>
              <a:srgbClr val="94B22D">
                <a:alpha val="13000"/>
              </a:srgbClr>
            </a:solidFill>
            <a:prstDash val="solid"/>
          </a:ln>
        </p:spPr>
      </p:sp>
      <p:sp>
        <p:nvSpPr>
          <p:cNvPr id="410" name="knowledge-cross-edge">
            <a:extLst>
              <a:ext uri="{FF2B5EF4-FFF2-40B4-BE49-F238E27FC236}">
                <a16:creationId xmlns:a16="http://schemas.microsoft.com/office/drawing/2014/main" id="{E0579948-CB80-4A65-B5E7-CB719AAA071C}"/>
              </a:ext>
            </a:extLst>
          </p:cNvPr>
          <p:cNvSpPr>
            <a:spLocks noGrp="1"/>
          </p:cNvSpPr>
          <p:nvPr/>
        </p:nvSpPr>
        <p:spPr>
          <a:xfrm>
            <a:off x="11112796" y="5705641"/>
            <a:ext cx="384249" cy="183921"/>
          </a:xfrm>
          <a:custGeom>
            <a:avLst/>
            <a:gdLst/>
            <a:ahLst/>
            <a:cxnLst/>
            <a:rect l="0" t="0" r="0" b="0"/>
            <a:pathLst>
              <a:path w="384249" h="183921">
                <a:moveTo>
                  <a:pt x="0" y="183921"/>
                </a:moveTo>
                <a:lnTo>
                  <a:pt x="17469" y="145801"/>
                </a:lnTo>
                <a:lnTo>
                  <a:pt x="37583" y="112102"/>
                </a:lnTo>
                <a:lnTo>
                  <a:pt x="60343" y="82825"/>
                </a:lnTo>
                <a:lnTo>
                  <a:pt x="85750" y="57968"/>
                </a:lnTo>
                <a:lnTo>
                  <a:pt x="113802" y="37532"/>
                </a:lnTo>
                <a:lnTo>
                  <a:pt x="144499" y="21518"/>
                </a:lnTo>
                <a:lnTo>
                  <a:pt x="177843" y="9924"/>
                </a:lnTo>
                <a:lnTo>
                  <a:pt x="213832" y="2752"/>
                </a:lnTo>
                <a:lnTo>
                  <a:pt x="252468" y="0"/>
                </a:lnTo>
                <a:lnTo>
                  <a:pt x="293749" y="1669"/>
                </a:lnTo>
                <a:lnTo>
                  <a:pt x="337676" y="7760"/>
                </a:lnTo>
                <a:lnTo>
                  <a:pt x="384249" y="18271"/>
                </a:lnTo>
              </a:path>
            </a:pathLst>
          </a:custGeom>
          <a:noFill/>
          <a:ln w="4953">
            <a:solidFill>
              <a:srgbClr val="94B22D">
                <a:alpha val="12000"/>
              </a:srgbClr>
            </a:solidFill>
            <a:prstDash val="solid"/>
          </a:ln>
        </p:spPr>
      </p:sp>
      <p:sp>
        <p:nvSpPr>
          <p:cNvPr id="411" name="knowledge-edge">
            <a:extLst>
              <a:ext uri="{FF2B5EF4-FFF2-40B4-BE49-F238E27FC236}">
                <a16:creationId xmlns:a16="http://schemas.microsoft.com/office/drawing/2014/main" id="{A2F8FDBF-01E3-4B66-8C45-472A7C5394AB}"/>
              </a:ext>
            </a:extLst>
          </p:cNvPr>
          <p:cNvSpPr>
            <a:spLocks noGrp="1"/>
          </p:cNvSpPr>
          <p:nvPr/>
        </p:nvSpPr>
        <p:spPr>
          <a:xfrm>
            <a:off x="11178334" y="5962655"/>
            <a:ext cx="103088" cy="123950"/>
          </a:xfrm>
          <a:custGeom>
            <a:avLst/>
            <a:gdLst/>
            <a:ahLst/>
            <a:cxnLst/>
            <a:rect l="0" t="0" r="0" b="0"/>
            <a:pathLst>
              <a:path w="103088" h="123950">
                <a:moveTo>
                  <a:pt x="0" y="123950"/>
                </a:moveTo>
                <a:lnTo>
                  <a:pt x="7363" y="114936"/>
                </a:lnTo>
                <a:lnTo>
                  <a:pt x="14727" y="105947"/>
                </a:lnTo>
                <a:lnTo>
                  <a:pt x="22090" y="96982"/>
                </a:lnTo>
                <a:lnTo>
                  <a:pt x="29454" y="88042"/>
                </a:lnTo>
                <a:lnTo>
                  <a:pt x="36817" y="79127"/>
                </a:lnTo>
                <a:lnTo>
                  <a:pt x="44181" y="70236"/>
                </a:lnTo>
                <a:lnTo>
                  <a:pt x="51544" y="61370"/>
                </a:lnTo>
                <a:lnTo>
                  <a:pt x="58908" y="52529"/>
                </a:lnTo>
                <a:lnTo>
                  <a:pt x="66271" y="43712"/>
                </a:lnTo>
                <a:lnTo>
                  <a:pt x="73635" y="34921"/>
                </a:lnTo>
                <a:lnTo>
                  <a:pt x="80998" y="26153"/>
                </a:lnTo>
                <a:lnTo>
                  <a:pt x="88361" y="17411"/>
                </a:lnTo>
                <a:lnTo>
                  <a:pt x="95725" y="8693"/>
                </a:lnTo>
                <a:lnTo>
                  <a:pt x="103088" y="0"/>
                </a:lnTo>
              </a:path>
            </a:pathLst>
          </a:custGeom>
          <a:noFill/>
          <a:ln w="6477">
            <a:solidFill>
              <a:srgbClr val="94B22D">
                <a:alpha val="17000"/>
              </a:srgbClr>
            </a:solidFill>
            <a:prstDash val="solid"/>
          </a:ln>
        </p:spPr>
      </p:sp>
      <p:sp>
        <p:nvSpPr>
          <p:cNvPr id="412" name="knowledge-edge">
            <a:extLst>
              <a:ext uri="{FF2B5EF4-FFF2-40B4-BE49-F238E27FC236}">
                <a16:creationId xmlns:a16="http://schemas.microsoft.com/office/drawing/2014/main" id="{9F45515F-DE8A-4F84-BB3C-F149C9FCB2EF}"/>
              </a:ext>
            </a:extLst>
          </p:cNvPr>
          <p:cNvSpPr>
            <a:spLocks noGrp="1"/>
          </p:cNvSpPr>
          <p:nvPr/>
        </p:nvSpPr>
        <p:spPr>
          <a:xfrm>
            <a:off x="11283134" y="4445946"/>
            <a:ext cx="690091" cy="93086"/>
          </a:xfrm>
          <a:custGeom>
            <a:avLst/>
            <a:gdLst/>
            <a:ahLst/>
            <a:cxnLst/>
            <a:rect l="0" t="0" r="0" b="0"/>
            <a:pathLst>
              <a:path w="690091" h="93086">
                <a:moveTo>
                  <a:pt x="0" y="93086"/>
                </a:moveTo>
                <a:lnTo>
                  <a:pt x="49292" y="80531"/>
                </a:lnTo>
                <a:lnTo>
                  <a:pt x="98584" y="68885"/>
                </a:lnTo>
                <a:lnTo>
                  <a:pt x="147877" y="58147"/>
                </a:lnTo>
                <a:lnTo>
                  <a:pt x="197169" y="48318"/>
                </a:lnTo>
                <a:lnTo>
                  <a:pt x="246461" y="39398"/>
                </a:lnTo>
                <a:lnTo>
                  <a:pt x="295753" y="31386"/>
                </a:lnTo>
                <a:lnTo>
                  <a:pt x="345046" y="24282"/>
                </a:lnTo>
                <a:lnTo>
                  <a:pt x="394338" y="18088"/>
                </a:lnTo>
                <a:lnTo>
                  <a:pt x="443630" y="12802"/>
                </a:lnTo>
                <a:lnTo>
                  <a:pt x="492922" y="8424"/>
                </a:lnTo>
                <a:lnTo>
                  <a:pt x="542214" y="4955"/>
                </a:lnTo>
                <a:lnTo>
                  <a:pt x="591507" y="2395"/>
                </a:lnTo>
                <a:lnTo>
                  <a:pt x="640799" y="743"/>
                </a:lnTo>
                <a:lnTo>
                  <a:pt x="690091" y="0"/>
                </a:lnTo>
              </a:path>
            </a:pathLst>
          </a:custGeom>
          <a:noFill/>
          <a:ln w="6477">
            <a:solidFill>
              <a:srgbClr val="7CAF37">
                <a:alpha val="17000"/>
              </a:srgbClr>
            </a:solidFill>
            <a:prstDash val="solid"/>
          </a:ln>
        </p:spPr>
      </p:sp>
      <p:sp>
        <p:nvSpPr>
          <p:cNvPr id="413" name="knowledge-edge">
            <a:extLst>
              <a:ext uri="{FF2B5EF4-FFF2-40B4-BE49-F238E27FC236}">
                <a16:creationId xmlns:a16="http://schemas.microsoft.com/office/drawing/2014/main" id="{5A125ECB-C5C8-4B0B-848B-77C4302BDD01}"/>
              </a:ext>
            </a:extLst>
          </p:cNvPr>
          <p:cNvSpPr>
            <a:spLocks noGrp="1"/>
          </p:cNvSpPr>
          <p:nvPr/>
        </p:nvSpPr>
        <p:spPr>
          <a:xfrm>
            <a:off x="11518973" y="4662704"/>
            <a:ext cx="161244" cy="139906"/>
          </a:xfrm>
          <a:custGeom>
            <a:avLst/>
            <a:gdLst/>
            <a:ahLst/>
            <a:cxnLst/>
            <a:rect l="0" t="0" r="0" b="0"/>
            <a:pathLst>
              <a:path w="161244" h="139906">
                <a:moveTo>
                  <a:pt x="0" y="139906"/>
                </a:moveTo>
                <a:lnTo>
                  <a:pt x="11517" y="119493"/>
                </a:lnTo>
                <a:lnTo>
                  <a:pt x="23035" y="100689"/>
                </a:lnTo>
                <a:lnTo>
                  <a:pt x="34552" y="83493"/>
                </a:lnTo>
                <a:lnTo>
                  <a:pt x="46070" y="67905"/>
                </a:lnTo>
                <a:lnTo>
                  <a:pt x="57587" y="53926"/>
                </a:lnTo>
                <a:lnTo>
                  <a:pt x="69104" y="41555"/>
                </a:lnTo>
                <a:lnTo>
                  <a:pt x="80622" y="30793"/>
                </a:lnTo>
                <a:lnTo>
                  <a:pt x="92139" y="21640"/>
                </a:lnTo>
                <a:lnTo>
                  <a:pt x="103657" y="14095"/>
                </a:lnTo>
                <a:lnTo>
                  <a:pt x="115174" y="8158"/>
                </a:lnTo>
                <a:lnTo>
                  <a:pt x="126692" y="3830"/>
                </a:lnTo>
                <a:lnTo>
                  <a:pt x="138209" y="1111"/>
                </a:lnTo>
                <a:lnTo>
                  <a:pt x="149726" y="0"/>
                </a:lnTo>
                <a:lnTo>
                  <a:pt x="161244" y="498"/>
                </a:lnTo>
              </a:path>
            </a:pathLst>
          </a:custGeom>
          <a:noFill/>
          <a:ln w="6477">
            <a:solidFill>
              <a:srgbClr val="7CAF37">
                <a:alpha val="17000"/>
              </a:srgbClr>
            </a:solidFill>
            <a:prstDash val="solid"/>
          </a:ln>
        </p:spPr>
      </p:sp>
      <p:sp>
        <p:nvSpPr>
          <p:cNvPr id="414" name="knowledge-cross-edge">
            <a:extLst>
              <a:ext uri="{FF2B5EF4-FFF2-40B4-BE49-F238E27FC236}">
                <a16:creationId xmlns:a16="http://schemas.microsoft.com/office/drawing/2014/main" id="{EC372313-76E8-4AB4-B6C2-E93A6FBBF886}"/>
              </a:ext>
            </a:extLst>
          </p:cNvPr>
          <p:cNvSpPr>
            <a:spLocks noGrp="1"/>
          </p:cNvSpPr>
          <p:nvPr/>
        </p:nvSpPr>
        <p:spPr>
          <a:xfrm>
            <a:off x="11518973" y="4802611"/>
            <a:ext cx="362493" cy="287934"/>
          </a:xfrm>
          <a:custGeom>
            <a:avLst/>
            <a:gdLst/>
            <a:ahLst/>
            <a:cxnLst/>
            <a:rect l="0" t="0" r="0" b="0"/>
            <a:pathLst>
              <a:path w="362493" h="287934">
                <a:moveTo>
                  <a:pt x="0" y="0"/>
                </a:moveTo>
                <a:lnTo>
                  <a:pt x="44760" y="9472"/>
                </a:lnTo>
                <a:lnTo>
                  <a:pt x="86874" y="21584"/>
                </a:lnTo>
                <a:lnTo>
                  <a:pt x="126342" y="36337"/>
                </a:lnTo>
                <a:lnTo>
                  <a:pt x="163164" y="53730"/>
                </a:lnTo>
                <a:lnTo>
                  <a:pt x="197341" y="73764"/>
                </a:lnTo>
                <a:lnTo>
                  <a:pt x="228872" y="96438"/>
                </a:lnTo>
                <a:lnTo>
                  <a:pt x="257756" y="121753"/>
                </a:lnTo>
                <a:lnTo>
                  <a:pt x="283995" y="149708"/>
                </a:lnTo>
                <a:lnTo>
                  <a:pt x="307589" y="180304"/>
                </a:lnTo>
                <a:lnTo>
                  <a:pt x="328536" y="213540"/>
                </a:lnTo>
                <a:lnTo>
                  <a:pt x="346837" y="249417"/>
                </a:lnTo>
                <a:lnTo>
                  <a:pt x="362493" y="287934"/>
                </a:lnTo>
              </a:path>
            </a:pathLst>
          </a:custGeom>
          <a:noFill/>
          <a:ln w="5334">
            <a:solidFill>
              <a:srgbClr val="7CAF37">
                <a:alpha val="13000"/>
              </a:srgbClr>
            </a:solidFill>
            <a:prstDash val="solid"/>
          </a:ln>
        </p:spPr>
      </p:sp>
      <p:sp>
        <p:nvSpPr>
          <p:cNvPr id="415" name="knowledge-cross-edge">
            <a:extLst>
              <a:ext uri="{FF2B5EF4-FFF2-40B4-BE49-F238E27FC236}">
                <a16:creationId xmlns:a16="http://schemas.microsoft.com/office/drawing/2014/main" id="{357E3104-60DB-4D77-B87E-4EBE7D42C146}"/>
              </a:ext>
            </a:extLst>
          </p:cNvPr>
          <p:cNvSpPr>
            <a:spLocks noGrp="1"/>
          </p:cNvSpPr>
          <p:nvPr/>
        </p:nvSpPr>
        <p:spPr>
          <a:xfrm>
            <a:off x="11518973" y="4438290"/>
            <a:ext cx="454252" cy="364320"/>
          </a:xfrm>
          <a:custGeom>
            <a:avLst/>
            <a:gdLst/>
            <a:ahLst/>
            <a:cxnLst/>
            <a:rect l="0" t="0" r="0" b="0"/>
            <a:pathLst>
              <a:path w="454252" h="364320">
                <a:moveTo>
                  <a:pt x="0" y="364320"/>
                </a:moveTo>
                <a:lnTo>
                  <a:pt x="23302" y="297694"/>
                </a:lnTo>
                <a:lnTo>
                  <a:pt x="49250" y="237777"/>
                </a:lnTo>
                <a:lnTo>
                  <a:pt x="77844" y="184570"/>
                </a:lnTo>
                <a:lnTo>
                  <a:pt x="109084" y="138073"/>
                </a:lnTo>
                <a:lnTo>
                  <a:pt x="142970" y="98286"/>
                </a:lnTo>
                <a:lnTo>
                  <a:pt x="179501" y="65209"/>
                </a:lnTo>
                <a:lnTo>
                  <a:pt x="218678" y="38842"/>
                </a:lnTo>
                <a:lnTo>
                  <a:pt x="260501" y="19184"/>
                </a:lnTo>
                <a:lnTo>
                  <a:pt x="304970" y="6237"/>
                </a:lnTo>
                <a:lnTo>
                  <a:pt x="352085" y="0"/>
                </a:lnTo>
                <a:lnTo>
                  <a:pt x="401846" y="473"/>
                </a:lnTo>
                <a:lnTo>
                  <a:pt x="454252" y="7655"/>
                </a:lnTo>
              </a:path>
            </a:pathLst>
          </a:custGeom>
          <a:noFill/>
          <a:ln w="4953">
            <a:solidFill>
              <a:srgbClr val="7CAF37">
                <a:alpha val="12000"/>
              </a:srgbClr>
            </a:solidFill>
            <a:prstDash val="solid"/>
          </a:ln>
        </p:spPr>
      </p:sp>
      <p:sp>
        <p:nvSpPr>
          <p:cNvPr id="416" name="knowledge-edge">
            <a:extLst>
              <a:ext uri="{FF2B5EF4-FFF2-40B4-BE49-F238E27FC236}">
                <a16:creationId xmlns:a16="http://schemas.microsoft.com/office/drawing/2014/main" id="{EAAF9D25-A6DC-44CC-B299-BD319223FC86}"/>
              </a:ext>
            </a:extLst>
          </p:cNvPr>
          <p:cNvSpPr>
            <a:spLocks noGrp="1"/>
          </p:cNvSpPr>
          <p:nvPr/>
        </p:nvSpPr>
        <p:spPr>
          <a:xfrm>
            <a:off x="11524372" y="5090545"/>
            <a:ext cx="357094" cy="59968"/>
          </a:xfrm>
          <a:custGeom>
            <a:avLst/>
            <a:gdLst/>
            <a:ahLst/>
            <a:cxnLst/>
            <a:rect l="0" t="0" r="0" b="0"/>
            <a:pathLst>
              <a:path w="357094" h="59968">
                <a:moveTo>
                  <a:pt x="0" y="30425"/>
                </a:moveTo>
                <a:lnTo>
                  <a:pt x="25507" y="39784"/>
                </a:lnTo>
                <a:lnTo>
                  <a:pt x="51013" y="47370"/>
                </a:lnTo>
                <a:lnTo>
                  <a:pt x="76520" y="53181"/>
                </a:lnTo>
                <a:lnTo>
                  <a:pt x="102027" y="57217"/>
                </a:lnTo>
                <a:lnTo>
                  <a:pt x="127534" y="59480"/>
                </a:lnTo>
                <a:lnTo>
                  <a:pt x="153040" y="59968"/>
                </a:lnTo>
                <a:lnTo>
                  <a:pt x="178547" y="58682"/>
                </a:lnTo>
                <a:lnTo>
                  <a:pt x="204054" y="55622"/>
                </a:lnTo>
                <a:lnTo>
                  <a:pt x="229560" y="50787"/>
                </a:lnTo>
                <a:lnTo>
                  <a:pt x="255067" y="44178"/>
                </a:lnTo>
                <a:lnTo>
                  <a:pt x="280574" y="35795"/>
                </a:lnTo>
                <a:lnTo>
                  <a:pt x="306080" y="25638"/>
                </a:lnTo>
                <a:lnTo>
                  <a:pt x="331587" y="13706"/>
                </a:lnTo>
                <a:lnTo>
                  <a:pt x="357094" y="0"/>
                </a:lnTo>
              </a:path>
            </a:pathLst>
          </a:custGeom>
          <a:noFill/>
          <a:ln w="6477">
            <a:solidFill>
              <a:srgbClr val="7CAF37">
                <a:alpha val="17000"/>
              </a:srgbClr>
            </a:solidFill>
            <a:prstDash val="solid"/>
          </a:ln>
        </p:spPr>
      </p:sp>
      <p:sp>
        <p:nvSpPr>
          <p:cNvPr id="417" name="knowledge-edge">
            <a:extLst>
              <a:ext uri="{FF2B5EF4-FFF2-40B4-BE49-F238E27FC236}">
                <a16:creationId xmlns:a16="http://schemas.microsoft.com/office/drawing/2014/main" id="{40968637-7AFF-49E9-A9C5-1161E3C3DBDC}"/>
              </a:ext>
            </a:extLst>
          </p:cNvPr>
          <p:cNvSpPr>
            <a:spLocks noGrp="1"/>
          </p:cNvSpPr>
          <p:nvPr/>
        </p:nvSpPr>
        <p:spPr>
          <a:xfrm>
            <a:off x="11338773" y="5288338"/>
            <a:ext cx="638283" cy="87643"/>
          </a:xfrm>
          <a:custGeom>
            <a:avLst/>
            <a:gdLst/>
            <a:ahLst/>
            <a:cxnLst/>
            <a:rect l="0" t="0" r="0" b="0"/>
            <a:pathLst>
              <a:path w="638283" h="87643">
                <a:moveTo>
                  <a:pt x="0" y="0"/>
                </a:moveTo>
                <a:lnTo>
                  <a:pt x="45592" y="9541"/>
                </a:lnTo>
                <a:lnTo>
                  <a:pt x="91183" y="18578"/>
                </a:lnTo>
                <a:lnTo>
                  <a:pt x="136775" y="27109"/>
                </a:lnTo>
                <a:lnTo>
                  <a:pt x="182367" y="35136"/>
                </a:lnTo>
                <a:lnTo>
                  <a:pt x="227958" y="42658"/>
                </a:lnTo>
                <a:lnTo>
                  <a:pt x="273550" y="49676"/>
                </a:lnTo>
                <a:lnTo>
                  <a:pt x="319142" y="56188"/>
                </a:lnTo>
                <a:lnTo>
                  <a:pt x="364733" y="62196"/>
                </a:lnTo>
                <a:lnTo>
                  <a:pt x="410325" y="67699"/>
                </a:lnTo>
                <a:lnTo>
                  <a:pt x="455917" y="72698"/>
                </a:lnTo>
                <a:lnTo>
                  <a:pt x="501508" y="77191"/>
                </a:lnTo>
                <a:lnTo>
                  <a:pt x="547100" y="81180"/>
                </a:lnTo>
                <a:lnTo>
                  <a:pt x="592692" y="84664"/>
                </a:lnTo>
                <a:lnTo>
                  <a:pt x="638283" y="87643"/>
                </a:lnTo>
              </a:path>
            </a:pathLst>
          </a:custGeom>
          <a:noFill/>
          <a:ln w="6477">
            <a:solidFill>
              <a:srgbClr val="7CAF37">
                <a:alpha val="17000"/>
              </a:srgbClr>
            </a:solidFill>
            <a:prstDash val="solid"/>
          </a:ln>
        </p:spPr>
      </p:sp>
      <p:sp>
        <p:nvSpPr>
          <p:cNvPr id="418" name="knowledge-edge">
            <a:extLst>
              <a:ext uri="{FF2B5EF4-FFF2-40B4-BE49-F238E27FC236}">
                <a16:creationId xmlns:a16="http://schemas.microsoft.com/office/drawing/2014/main" id="{044A4672-5719-45D0-8A14-AB284EEF5294}"/>
              </a:ext>
            </a:extLst>
          </p:cNvPr>
          <p:cNvSpPr>
            <a:spLocks noGrp="1"/>
          </p:cNvSpPr>
          <p:nvPr/>
        </p:nvSpPr>
        <p:spPr>
          <a:xfrm>
            <a:off x="11497045" y="5477662"/>
            <a:ext cx="205434" cy="246251"/>
          </a:xfrm>
          <a:custGeom>
            <a:avLst/>
            <a:gdLst/>
            <a:ahLst/>
            <a:cxnLst/>
            <a:rect l="0" t="0" r="0" b="0"/>
            <a:pathLst>
              <a:path w="205434" h="246251">
                <a:moveTo>
                  <a:pt x="0" y="246251"/>
                </a:moveTo>
                <a:lnTo>
                  <a:pt x="14674" y="214112"/>
                </a:lnTo>
                <a:lnTo>
                  <a:pt x="29348" y="184213"/>
                </a:lnTo>
                <a:lnTo>
                  <a:pt x="44022" y="156551"/>
                </a:lnTo>
                <a:lnTo>
                  <a:pt x="58695" y="131128"/>
                </a:lnTo>
                <a:lnTo>
                  <a:pt x="73369" y="107943"/>
                </a:lnTo>
                <a:lnTo>
                  <a:pt x="88043" y="86996"/>
                </a:lnTo>
                <a:lnTo>
                  <a:pt x="102717" y="68288"/>
                </a:lnTo>
                <a:lnTo>
                  <a:pt x="117391" y="51817"/>
                </a:lnTo>
                <a:lnTo>
                  <a:pt x="132065" y="37585"/>
                </a:lnTo>
                <a:lnTo>
                  <a:pt x="146739" y="25592"/>
                </a:lnTo>
                <a:lnTo>
                  <a:pt x="161412" y="15836"/>
                </a:lnTo>
                <a:lnTo>
                  <a:pt x="176086" y="8319"/>
                </a:lnTo>
                <a:lnTo>
                  <a:pt x="190760" y="3041"/>
                </a:lnTo>
                <a:lnTo>
                  <a:pt x="205434" y="0"/>
                </a:lnTo>
              </a:path>
            </a:pathLst>
          </a:custGeom>
          <a:noFill/>
          <a:ln w="6477">
            <a:solidFill>
              <a:srgbClr val="7CAF37">
                <a:alpha val="17000"/>
              </a:srgbClr>
            </a:solidFill>
            <a:prstDash val="solid"/>
          </a:ln>
        </p:spPr>
      </p:sp>
      <p:sp>
        <p:nvSpPr>
          <p:cNvPr id="419" name="knowledge-edge">
            <a:extLst>
              <a:ext uri="{FF2B5EF4-FFF2-40B4-BE49-F238E27FC236}">
                <a16:creationId xmlns:a16="http://schemas.microsoft.com/office/drawing/2014/main" id="{877F1618-F78E-4C28-83D6-F85159BC99C4}"/>
              </a:ext>
            </a:extLst>
          </p:cNvPr>
          <p:cNvSpPr>
            <a:spLocks noGrp="1"/>
          </p:cNvSpPr>
          <p:nvPr/>
        </p:nvSpPr>
        <p:spPr>
          <a:xfrm>
            <a:off x="11351982" y="5711266"/>
            <a:ext cx="440731" cy="215908"/>
          </a:xfrm>
          <a:custGeom>
            <a:avLst/>
            <a:gdLst/>
            <a:ahLst/>
            <a:cxnLst/>
            <a:rect l="0" t="0" r="0" b="0"/>
            <a:pathLst>
              <a:path w="440731" h="215908">
                <a:moveTo>
                  <a:pt x="0" y="215908"/>
                </a:moveTo>
                <a:lnTo>
                  <a:pt x="31481" y="198855"/>
                </a:lnTo>
                <a:lnTo>
                  <a:pt x="62962" y="182053"/>
                </a:lnTo>
                <a:lnTo>
                  <a:pt x="94442" y="165502"/>
                </a:lnTo>
                <a:lnTo>
                  <a:pt x="125923" y="149202"/>
                </a:lnTo>
                <a:lnTo>
                  <a:pt x="157404" y="133152"/>
                </a:lnTo>
                <a:lnTo>
                  <a:pt x="188885" y="117354"/>
                </a:lnTo>
                <a:lnTo>
                  <a:pt x="220365" y="101807"/>
                </a:lnTo>
                <a:lnTo>
                  <a:pt x="251846" y="86510"/>
                </a:lnTo>
                <a:lnTo>
                  <a:pt x="283327" y="71464"/>
                </a:lnTo>
                <a:lnTo>
                  <a:pt x="314808" y="56670"/>
                </a:lnTo>
                <a:lnTo>
                  <a:pt x="346288" y="42126"/>
                </a:lnTo>
                <a:lnTo>
                  <a:pt x="377769" y="27833"/>
                </a:lnTo>
                <a:lnTo>
                  <a:pt x="409250" y="13791"/>
                </a:lnTo>
                <a:lnTo>
                  <a:pt x="440731" y="0"/>
                </a:lnTo>
              </a:path>
            </a:pathLst>
          </a:custGeom>
          <a:noFill/>
          <a:ln w="6477">
            <a:solidFill>
              <a:srgbClr val="7CAF37">
                <a:alpha val="17000"/>
              </a:srgbClr>
            </a:solidFill>
            <a:prstDash val="solid"/>
          </a:ln>
        </p:spPr>
      </p:sp>
      <p:sp>
        <p:nvSpPr>
          <p:cNvPr id="420" name="knowledge-cross-edge">
            <a:extLst>
              <a:ext uri="{FF2B5EF4-FFF2-40B4-BE49-F238E27FC236}">
                <a16:creationId xmlns:a16="http://schemas.microsoft.com/office/drawing/2014/main" id="{134B48C4-BF00-4A4C-A62D-09B016A0E97F}"/>
              </a:ext>
            </a:extLst>
          </p:cNvPr>
          <p:cNvSpPr>
            <a:spLocks noGrp="1"/>
          </p:cNvSpPr>
          <p:nvPr/>
        </p:nvSpPr>
        <p:spPr>
          <a:xfrm>
            <a:off x="11351982" y="5684055"/>
            <a:ext cx="448521" cy="243119"/>
          </a:xfrm>
          <a:custGeom>
            <a:avLst/>
            <a:gdLst/>
            <a:ahLst/>
            <a:cxnLst/>
            <a:rect l="0" t="0" r="0" b="0"/>
            <a:pathLst>
              <a:path w="448521" h="243119">
                <a:moveTo>
                  <a:pt x="0" y="243119"/>
                </a:moveTo>
                <a:lnTo>
                  <a:pt x="51929" y="191447"/>
                </a:lnTo>
                <a:lnTo>
                  <a:pt x="101212" y="145939"/>
                </a:lnTo>
                <a:lnTo>
                  <a:pt x="147849" y="106596"/>
                </a:lnTo>
                <a:lnTo>
                  <a:pt x="191840" y="73418"/>
                </a:lnTo>
                <a:lnTo>
                  <a:pt x="233186" y="46404"/>
                </a:lnTo>
                <a:lnTo>
                  <a:pt x="271885" y="25556"/>
                </a:lnTo>
                <a:lnTo>
                  <a:pt x="307939" y="10873"/>
                </a:lnTo>
                <a:lnTo>
                  <a:pt x="341347" y="2354"/>
                </a:lnTo>
                <a:lnTo>
                  <a:pt x="372109" y="0"/>
                </a:lnTo>
                <a:lnTo>
                  <a:pt x="400226" y="3811"/>
                </a:lnTo>
                <a:lnTo>
                  <a:pt x="425696" y="13787"/>
                </a:lnTo>
                <a:lnTo>
                  <a:pt x="448521" y="29928"/>
                </a:lnTo>
              </a:path>
            </a:pathLst>
          </a:custGeom>
          <a:noFill/>
          <a:ln w="5334">
            <a:solidFill>
              <a:srgbClr val="7CAF37">
                <a:alpha val="13000"/>
              </a:srgbClr>
            </a:solidFill>
            <a:prstDash val="solid"/>
          </a:ln>
        </p:spPr>
      </p:sp>
      <p:sp>
        <p:nvSpPr>
          <p:cNvPr id="421" name="knowledge-cross-edge">
            <a:extLst>
              <a:ext uri="{FF2B5EF4-FFF2-40B4-BE49-F238E27FC236}">
                <a16:creationId xmlns:a16="http://schemas.microsoft.com/office/drawing/2014/main" id="{C6CE0C3E-646A-41B0-ADD4-8AF3B9D792A0}"/>
              </a:ext>
            </a:extLst>
          </p:cNvPr>
          <p:cNvSpPr>
            <a:spLocks noGrp="1"/>
          </p:cNvSpPr>
          <p:nvPr/>
        </p:nvSpPr>
        <p:spPr>
          <a:xfrm>
            <a:off x="11351982" y="5469574"/>
            <a:ext cx="350496" cy="457600"/>
          </a:xfrm>
          <a:custGeom>
            <a:avLst/>
            <a:gdLst/>
            <a:ahLst/>
            <a:cxnLst/>
            <a:rect l="0" t="0" r="0" b="0"/>
            <a:pathLst>
              <a:path w="350496" h="457600">
                <a:moveTo>
                  <a:pt x="0" y="457600"/>
                </a:moveTo>
                <a:lnTo>
                  <a:pt x="14656" y="374593"/>
                </a:lnTo>
                <a:lnTo>
                  <a:pt x="31958" y="299868"/>
                </a:lnTo>
                <a:lnTo>
                  <a:pt x="51905" y="233424"/>
                </a:lnTo>
                <a:lnTo>
                  <a:pt x="74499" y="175261"/>
                </a:lnTo>
                <a:lnTo>
                  <a:pt x="99738" y="125380"/>
                </a:lnTo>
                <a:lnTo>
                  <a:pt x="127623" y="83780"/>
                </a:lnTo>
                <a:lnTo>
                  <a:pt x="158154" y="50461"/>
                </a:lnTo>
                <a:lnTo>
                  <a:pt x="191331" y="25424"/>
                </a:lnTo>
                <a:lnTo>
                  <a:pt x="227153" y="8668"/>
                </a:lnTo>
                <a:lnTo>
                  <a:pt x="265622" y="193"/>
                </a:lnTo>
                <a:lnTo>
                  <a:pt x="306736" y="0"/>
                </a:lnTo>
                <a:lnTo>
                  <a:pt x="350496" y="8088"/>
                </a:lnTo>
              </a:path>
            </a:pathLst>
          </a:custGeom>
          <a:noFill/>
          <a:ln w="4953">
            <a:solidFill>
              <a:srgbClr val="7CAF37">
                <a:alpha val="12000"/>
              </a:srgbClr>
            </a:solidFill>
            <a:prstDash val="solid"/>
          </a:ln>
        </p:spPr>
      </p:sp>
      <p:sp>
        <p:nvSpPr>
          <p:cNvPr id="422" name="knowledge-edge">
            <a:extLst>
              <a:ext uri="{FF2B5EF4-FFF2-40B4-BE49-F238E27FC236}">
                <a16:creationId xmlns:a16="http://schemas.microsoft.com/office/drawing/2014/main" id="{E2F70BAB-8072-4F59-85AD-FA62D940F14A}"/>
              </a:ext>
            </a:extLst>
          </p:cNvPr>
          <p:cNvSpPr>
            <a:spLocks noGrp="1"/>
          </p:cNvSpPr>
          <p:nvPr/>
        </p:nvSpPr>
        <p:spPr>
          <a:xfrm>
            <a:off x="11281423" y="5713982"/>
            <a:ext cx="519081" cy="248673"/>
          </a:xfrm>
          <a:custGeom>
            <a:avLst/>
            <a:gdLst/>
            <a:ahLst/>
            <a:cxnLst/>
            <a:rect l="0" t="0" r="0" b="0"/>
            <a:pathLst>
              <a:path w="519081" h="248673">
                <a:moveTo>
                  <a:pt x="0" y="248673"/>
                </a:moveTo>
                <a:lnTo>
                  <a:pt x="37077" y="215206"/>
                </a:lnTo>
                <a:lnTo>
                  <a:pt x="74154" y="184154"/>
                </a:lnTo>
                <a:lnTo>
                  <a:pt x="111232" y="155519"/>
                </a:lnTo>
                <a:lnTo>
                  <a:pt x="148309" y="129300"/>
                </a:lnTo>
                <a:lnTo>
                  <a:pt x="185386" y="105498"/>
                </a:lnTo>
                <a:lnTo>
                  <a:pt x="222463" y="84111"/>
                </a:lnTo>
                <a:lnTo>
                  <a:pt x="259540" y="65141"/>
                </a:lnTo>
                <a:lnTo>
                  <a:pt x="296618" y="48586"/>
                </a:lnTo>
                <a:lnTo>
                  <a:pt x="333695" y="34448"/>
                </a:lnTo>
                <a:lnTo>
                  <a:pt x="370772" y="22726"/>
                </a:lnTo>
                <a:lnTo>
                  <a:pt x="407849" y="13420"/>
                </a:lnTo>
                <a:lnTo>
                  <a:pt x="444926" y="6531"/>
                </a:lnTo>
                <a:lnTo>
                  <a:pt x="482004" y="2057"/>
                </a:lnTo>
                <a:lnTo>
                  <a:pt x="519081" y="0"/>
                </a:lnTo>
              </a:path>
            </a:pathLst>
          </a:custGeom>
          <a:noFill/>
          <a:ln w="6477">
            <a:solidFill>
              <a:srgbClr val="7CAF37">
                <a:alpha val="17000"/>
              </a:srgbClr>
            </a:solidFill>
            <a:prstDash val="solid"/>
          </a:ln>
        </p:spPr>
      </p:sp>
      <p:sp>
        <p:nvSpPr>
          <p:cNvPr id="423" name="knowledge-edge">
            <a:extLst>
              <a:ext uri="{FF2B5EF4-FFF2-40B4-BE49-F238E27FC236}">
                <a16:creationId xmlns:a16="http://schemas.microsoft.com/office/drawing/2014/main" id="{0F7A36D0-F4AB-4A34-892B-B9B00D122D29}"/>
              </a:ext>
            </a:extLst>
          </p:cNvPr>
          <p:cNvSpPr>
            <a:spLocks noGrp="1"/>
          </p:cNvSpPr>
          <p:nvPr/>
        </p:nvSpPr>
        <p:spPr>
          <a:xfrm>
            <a:off x="11973225" y="4445946"/>
            <a:ext cx="282074" cy="41630"/>
          </a:xfrm>
          <a:custGeom>
            <a:avLst/>
            <a:gdLst/>
            <a:ahLst/>
            <a:cxnLst/>
            <a:rect l="0" t="0" r="0" b="0"/>
            <a:pathLst>
              <a:path w="282074" h="41630">
                <a:moveTo>
                  <a:pt x="0" y="0"/>
                </a:moveTo>
                <a:lnTo>
                  <a:pt x="20148" y="850"/>
                </a:lnTo>
                <a:lnTo>
                  <a:pt x="40296" y="2026"/>
                </a:lnTo>
                <a:lnTo>
                  <a:pt x="60444" y="3529"/>
                </a:lnTo>
                <a:lnTo>
                  <a:pt x="80593" y="5359"/>
                </a:lnTo>
                <a:lnTo>
                  <a:pt x="100741" y="7516"/>
                </a:lnTo>
                <a:lnTo>
                  <a:pt x="120889" y="9999"/>
                </a:lnTo>
                <a:lnTo>
                  <a:pt x="141037" y="12809"/>
                </a:lnTo>
                <a:lnTo>
                  <a:pt x="161185" y="15946"/>
                </a:lnTo>
                <a:lnTo>
                  <a:pt x="181333" y="19410"/>
                </a:lnTo>
                <a:lnTo>
                  <a:pt x="201481" y="23200"/>
                </a:lnTo>
                <a:lnTo>
                  <a:pt x="221630" y="27317"/>
                </a:lnTo>
                <a:lnTo>
                  <a:pt x="241778" y="31761"/>
                </a:lnTo>
                <a:lnTo>
                  <a:pt x="261926" y="36532"/>
                </a:lnTo>
                <a:lnTo>
                  <a:pt x="282074" y="41630"/>
                </a:lnTo>
              </a:path>
            </a:pathLst>
          </a:custGeom>
          <a:noFill/>
          <a:ln w="6477">
            <a:solidFill>
              <a:srgbClr val="64AD40">
                <a:alpha val="17000"/>
              </a:srgbClr>
            </a:solidFill>
            <a:prstDash val="solid"/>
          </a:ln>
        </p:spPr>
      </p:sp>
      <p:sp>
        <p:nvSpPr>
          <p:cNvPr id="424" name="knowledge-cross-edge">
            <a:extLst>
              <a:ext uri="{FF2B5EF4-FFF2-40B4-BE49-F238E27FC236}">
                <a16:creationId xmlns:a16="http://schemas.microsoft.com/office/drawing/2014/main" id="{418AA81D-01B6-4F2A-9617-9487341DC932}"/>
              </a:ext>
            </a:extLst>
          </p:cNvPr>
          <p:cNvSpPr>
            <a:spLocks noGrp="1"/>
          </p:cNvSpPr>
          <p:nvPr/>
        </p:nvSpPr>
        <p:spPr>
          <a:xfrm>
            <a:off x="11973225" y="4429776"/>
            <a:ext cx="287689" cy="256549"/>
          </a:xfrm>
          <a:custGeom>
            <a:avLst/>
            <a:gdLst/>
            <a:ahLst/>
            <a:cxnLst/>
            <a:rect l="0" t="0" r="0" b="0"/>
            <a:pathLst>
              <a:path w="287689" h="256549">
                <a:moveTo>
                  <a:pt x="0" y="16170"/>
                </a:moveTo>
                <a:lnTo>
                  <a:pt x="38526" y="5273"/>
                </a:lnTo>
                <a:lnTo>
                  <a:pt x="74406" y="0"/>
                </a:lnTo>
                <a:lnTo>
                  <a:pt x="107641" y="350"/>
                </a:lnTo>
                <a:lnTo>
                  <a:pt x="138230" y="6323"/>
                </a:lnTo>
                <a:lnTo>
                  <a:pt x="166172" y="17920"/>
                </a:lnTo>
                <a:lnTo>
                  <a:pt x="191469" y="35140"/>
                </a:lnTo>
                <a:lnTo>
                  <a:pt x="214120" y="57983"/>
                </a:lnTo>
                <a:lnTo>
                  <a:pt x="234126" y="86450"/>
                </a:lnTo>
                <a:lnTo>
                  <a:pt x="251485" y="120540"/>
                </a:lnTo>
                <a:lnTo>
                  <a:pt x="266199" y="160253"/>
                </a:lnTo>
                <a:lnTo>
                  <a:pt x="278267" y="205590"/>
                </a:lnTo>
                <a:lnTo>
                  <a:pt x="287689" y="256549"/>
                </a:lnTo>
              </a:path>
            </a:pathLst>
          </a:custGeom>
          <a:noFill/>
          <a:ln w="5334">
            <a:solidFill>
              <a:srgbClr val="64AD40">
                <a:alpha val="13000"/>
              </a:srgbClr>
            </a:solidFill>
            <a:prstDash val="solid"/>
          </a:ln>
        </p:spPr>
      </p:sp>
      <p:sp>
        <p:nvSpPr>
          <p:cNvPr id="425" name="knowledge-edge">
            <a:extLst>
              <a:ext uri="{FF2B5EF4-FFF2-40B4-BE49-F238E27FC236}">
                <a16:creationId xmlns:a16="http://schemas.microsoft.com/office/drawing/2014/main" id="{753F1C6F-2753-4770-BA05-28B11BBF2E77}"/>
              </a:ext>
            </a:extLst>
          </p:cNvPr>
          <p:cNvSpPr>
            <a:spLocks noGrp="1"/>
          </p:cNvSpPr>
          <p:nvPr/>
        </p:nvSpPr>
        <p:spPr>
          <a:xfrm>
            <a:off x="11680216" y="4619674"/>
            <a:ext cx="580697" cy="66651"/>
          </a:xfrm>
          <a:custGeom>
            <a:avLst/>
            <a:gdLst/>
            <a:ahLst/>
            <a:cxnLst/>
            <a:rect l="0" t="0" r="0" b="0"/>
            <a:pathLst>
              <a:path w="580697" h="66651">
                <a:moveTo>
                  <a:pt x="0" y="43528"/>
                </a:moveTo>
                <a:lnTo>
                  <a:pt x="41478" y="30707"/>
                </a:lnTo>
                <a:lnTo>
                  <a:pt x="82957" y="20112"/>
                </a:lnTo>
                <a:lnTo>
                  <a:pt x="124435" y="11744"/>
                </a:lnTo>
                <a:lnTo>
                  <a:pt x="165913" y="5603"/>
                </a:lnTo>
                <a:lnTo>
                  <a:pt x="207392" y="1688"/>
                </a:lnTo>
                <a:lnTo>
                  <a:pt x="248870" y="0"/>
                </a:lnTo>
                <a:lnTo>
                  <a:pt x="290348" y="538"/>
                </a:lnTo>
                <a:lnTo>
                  <a:pt x="331827" y="3303"/>
                </a:lnTo>
                <a:lnTo>
                  <a:pt x="373305" y="8295"/>
                </a:lnTo>
                <a:lnTo>
                  <a:pt x="414784" y="15513"/>
                </a:lnTo>
                <a:lnTo>
                  <a:pt x="456262" y="24958"/>
                </a:lnTo>
                <a:lnTo>
                  <a:pt x="497740" y="36629"/>
                </a:lnTo>
                <a:lnTo>
                  <a:pt x="539219" y="50527"/>
                </a:lnTo>
                <a:lnTo>
                  <a:pt x="580697" y="66651"/>
                </a:lnTo>
              </a:path>
            </a:pathLst>
          </a:custGeom>
          <a:noFill/>
          <a:ln w="6477">
            <a:solidFill>
              <a:srgbClr val="64AD40">
                <a:alpha val="17000"/>
              </a:srgbClr>
            </a:solidFill>
            <a:prstDash val="solid"/>
          </a:ln>
        </p:spPr>
      </p:sp>
      <p:sp>
        <p:nvSpPr>
          <p:cNvPr id="426" name="knowledge-cross-edge">
            <a:extLst>
              <a:ext uri="{FF2B5EF4-FFF2-40B4-BE49-F238E27FC236}">
                <a16:creationId xmlns:a16="http://schemas.microsoft.com/office/drawing/2014/main" id="{CDF7F047-9B93-4EB9-8416-01CD709BD26D}"/>
              </a:ext>
            </a:extLst>
          </p:cNvPr>
          <p:cNvSpPr>
            <a:spLocks noGrp="1"/>
          </p:cNvSpPr>
          <p:nvPr/>
        </p:nvSpPr>
        <p:spPr>
          <a:xfrm>
            <a:off x="11680216" y="4637763"/>
            <a:ext cx="625784" cy="345770"/>
          </a:xfrm>
          <a:custGeom>
            <a:avLst/>
            <a:gdLst/>
            <a:ahLst/>
            <a:cxnLst/>
            <a:rect l="0" t="0" r="0" b="0"/>
            <a:pathLst>
              <a:path w="625784" h="345770">
                <a:moveTo>
                  <a:pt x="0" y="25439"/>
                </a:moveTo>
                <a:lnTo>
                  <a:pt x="66701" y="9143"/>
                </a:lnTo>
                <a:lnTo>
                  <a:pt x="130756" y="663"/>
                </a:lnTo>
                <a:lnTo>
                  <a:pt x="192165" y="0"/>
                </a:lnTo>
                <a:lnTo>
                  <a:pt x="250928" y="7153"/>
                </a:lnTo>
                <a:lnTo>
                  <a:pt x="307046" y="22123"/>
                </a:lnTo>
                <a:lnTo>
                  <a:pt x="360517" y="44909"/>
                </a:lnTo>
                <a:lnTo>
                  <a:pt x="411343" y="75511"/>
                </a:lnTo>
                <a:lnTo>
                  <a:pt x="459523" y="113930"/>
                </a:lnTo>
                <a:lnTo>
                  <a:pt x="505057" y="160165"/>
                </a:lnTo>
                <a:lnTo>
                  <a:pt x="547945" y="214217"/>
                </a:lnTo>
                <a:lnTo>
                  <a:pt x="588188" y="276085"/>
                </a:lnTo>
                <a:lnTo>
                  <a:pt x="625784" y="345770"/>
                </a:lnTo>
              </a:path>
            </a:pathLst>
          </a:custGeom>
          <a:noFill/>
          <a:ln w="5334">
            <a:solidFill>
              <a:srgbClr val="64AD40">
                <a:alpha val="13000"/>
              </a:srgbClr>
            </a:solidFill>
            <a:prstDash val="solid"/>
          </a:ln>
        </p:spPr>
      </p:sp>
      <p:sp>
        <p:nvSpPr>
          <p:cNvPr id="427" name="knowledge-edge">
            <a:extLst>
              <a:ext uri="{FF2B5EF4-FFF2-40B4-BE49-F238E27FC236}">
                <a16:creationId xmlns:a16="http://schemas.microsoft.com/office/drawing/2014/main" id="{E95238EA-A6D7-48E0-8C27-0E9CDEB8B4FE}"/>
              </a:ext>
            </a:extLst>
          </p:cNvPr>
          <p:cNvSpPr>
            <a:spLocks noGrp="1"/>
          </p:cNvSpPr>
          <p:nvPr/>
        </p:nvSpPr>
        <p:spPr>
          <a:xfrm>
            <a:off x="11881466" y="4973979"/>
            <a:ext cx="424535" cy="116566"/>
          </a:xfrm>
          <a:custGeom>
            <a:avLst/>
            <a:gdLst/>
            <a:ahLst/>
            <a:cxnLst/>
            <a:rect l="0" t="0" r="0" b="0"/>
            <a:pathLst>
              <a:path w="424535" h="116566">
                <a:moveTo>
                  <a:pt x="0" y="116566"/>
                </a:moveTo>
                <a:lnTo>
                  <a:pt x="30324" y="96125"/>
                </a:lnTo>
                <a:lnTo>
                  <a:pt x="60648" y="77653"/>
                </a:lnTo>
                <a:lnTo>
                  <a:pt x="90972" y="61150"/>
                </a:lnTo>
                <a:lnTo>
                  <a:pt x="121296" y="46616"/>
                </a:lnTo>
                <a:lnTo>
                  <a:pt x="151620" y="34050"/>
                </a:lnTo>
                <a:lnTo>
                  <a:pt x="181944" y="23453"/>
                </a:lnTo>
                <a:lnTo>
                  <a:pt x="212268" y="14825"/>
                </a:lnTo>
                <a:lnTo>
                  <a:pt x="242591" y="8166"/>
                </a:lnTo>
                <a:lnTo>
                  <a:pt x="272915" y="3475"/>
                </a:lnTo>
                <a:lnTo>
                  <a:pt x="303239" y="753"/>
                </a:lnTo>
                <a:lnTo>
                  <a:pt x="333563" y="0"/>
                </a:lnTo>
                <a:lnTo>
                  <a:pt x="363887" y="1216"/>
                </a:lnTo>
                <a:lnTo>
                  <a:pt x="394211" y="4400"/>
                </a:lnTo>
                <a:lnTo>
                  <a:pt x="424535" y="9553"/>
                </a:lnTo>
              </a:path>
            </a:pathLst>
          </a:custGeom>
          <a:noFill/>
          <a:ln w="6477">
            <a:solidFill>
              <a:srgbClr val="64AD40">
                <a:alpha val="17000"/>
              </a:srgbClr>
            </a:solidFill>
            <a:prstDash val="solid"/>
          </a:ln>
        </p:spPr>
      </p:sp>
      <p:sp>
        <p:nvSpPr>
          <p:cNvPr id="428" name="knowledge-cross-edge">
            <a:extLst>
              <a:ext uri="{FF2B5EF4-FFF2-40B4-BE49-F238E27FC236}">
                <a16:creationId xmlns:a16="http://schemas.microsoft.com/office/drawing/2014/main" id="{55435DBD-DBCD-413D-A59B-500EA8EB5138}"/>
              </a:ext>
            </a:extLst>
          </p:cNvPr>
          <p:cNvSpPr>
            <a:spLocks noGrp="1"/>
          </p:cNvSpPr>
          <p:nvPr/>
        </p:nvSpPr>
        <p:spPr>
          <a:xfrm>
            <a:off x="11881466" y="5063548"/>
            <a:ext cx="183230" cy="214880"/>
          </a:xfrm>
          <a:custGeom>
            <a:avLst/>
            <a:gdLst/>
            <a:ahLst/>
            <a:cxnLst/>
            <a:rect l="0" t="0" r="0" b="0"/>
            <a:pathLst>
              <a:path w="183230" h="214880">
                <a:moveTo>
                  <a:pt x="0" y="26997"/>
                </a:moveTo>
                <a:lnTo>
                  <a:pt x="29821" y="12519"/>
                </a:lnTo>
                <a:lnTo>
                  <a:pt x="56997" y="3520"/>
                </a:lnTo>
                <a:lnTo>
                  <a:pt x="81526" y="0"/>
                </a:lnTo>
                <a:lnTo>
                  <a:pt x="103410" y="1959"/>
                </a:lnTo>
                <a:lnTo>
                  <a:pt x="122648" y="9398"/>
                </a:lnTo>
                <a:lnTo>
                  <a:pt x="139240" y="22315"/>
                </a:lnTo>
                <a:lnTo>
                  <a:pt x="153186" y="40711"/>
                </a:lnTo>
                <a:lnTo>
                  <a:pt x="164487" y="64587"/>
                </a:lnTo>
                <a:lnTo>
                  <a:pt x="173141" y="93942"/>
                </a:lnTo>
                <a:lnTo>
                  <a:pt x="179150" y="128775"/>
                </a:lnTo>
                <a:lnTo>
                  <a:pt x="182513" y="169088"/>
                </a:lnTo>
                <a:lnTo>
                  <a:pt x="183230" y="214880"/>
                </a:lnTo>
              </a:path>
            </a:pathLst>
          </a:custGeom>
          <a:noFill/>
          <a:ln w="5334">
            <a:solidFill>
              <a:srgbClr val="64AD40">
                <a:alpha val="13000"/>
              </a:srgbClr>
            </a:solidFill>
            <a:prstDash val="solid"/>
          </a:ln>
        </p:spPr>
      </p:sp>
      <p:sp>
        <p:nvSpPr>
          <p:cNvPr id="429" name="knowledge-edge">
            <a:extLst>
              <a:ext uri="{FF2B5EF4-FFF2-40B4-BE49-F238E27FC236}">
                <a16:creationId xmlns:a16="http://schemas.microsoft.com/office/drawing/2014/main" id="{B871EE86-52ED-4023-968B-BE8ABFD2E983}"/>
              </a:ext>
            </a:extLst>
          </p:cNvPr>
          <p:cNvSpPr>
            <a:spLocks noGrp="1"/>
          </p:cNvSpPr>
          <p:nvPr/>
        </p:nvSpPr>
        <p:spPr>
          <a:xfrm>
            <a:off x="11977056" y="5278428"/>
            <a:ext cx="87640" cy="97552"/>
          </a:xfrm>
          <a:custGeom>
            <a:avLst/>
            <a:gdLst/>
            <a:ahLst/>
            <a:cxnLst/>
            <a:rect l="0" t="0" r="0" b="0"/>
            <a:pathLst>
              <a:path w="87640" h="97552">
                <a:moveTo>
                  <a:pt x="0" y="97552"/>
                </a:moveTo>
                <a:lnTo>
                  <a:pt x="6260" y="95628"/>
                </a:lnTo>
                <a:lnTo>
                  <a:pt x="12520" y="92928"/>
                </a:lnTo>
                <a:lnTo>
                  <a:pt x="18780" y="89451"/>
                </a:lnTo>
                <a:lnTo>
                  <a:pt x="25040" y="85199"/>
                </a:lnTo>
                <a:lnTo>
                  <a:pt x="31300" y="80171"/>
                </a:lnTo>
                <a:lnTo>
                  <a:pt x="37560" y="74367"/>
                </a:lnTo>
                <a:lnTo>
                  <a:pt x="43820" y="67787"/>
                </a:lnTo>
                <a:lnTo>
                  <a:pt x="50080" y="60431"/>
                </a:lnTo>
                <a:lnTo>
                  <a:pt x="56340" y="52299"/>
                </a:lnTo>
                <a:lnTo>
                  <a:pt x="62600" y="43391"/>
                </a:lnTo>
                <a:lnTo>
                  <a:pt x="68860" y="33707"/>
                </a:lnTo>
                <a:lnTo>
                  <a:pt x="75120" y="23247"/>
                </a:lnTo>
                <a:lnTo>
                  <a:pt x="81380" y="12012"/>
                </a:lnTo>
                <a:lnTo>
                  <a:pt x="87640" y="0"/>
                </a:lnTo>
              </a:path>
            </a:pathLst>
          </a:custGeom>
          <a:noFill/>
          <a:ln w="6477">
            <a:solidFill>
              <a:srgbClr val="64AD40">
                <a:alpha val="17000"/>
              </a:srgbClr>
            </a:solidFill>
            <a:prstDash val="solid"/>
          </a:ln>
        </p:spPr>
      </p:sp>
      <p:sp>
        <p:nvSpPr>
          <p:cNvPr id="430" name="knowledge-cross-edge">
            <a:extLst>
              <a:ext uri="{FF2B5EF4-FFF2-40B4-BE49-F238E27FC236}">
                <a16:creationId xmlns:a16="http://schemas.microsoft.com/office/drawing/2014/main" id="{674A4BEE-2059-4AEE-9E2B-B9A2879F446B}"/>
              </a:ext>
            </a:extLst>
          </p:cNvPr>
          <p:cNvSpPr>
            <a:spLocks noGrp="1"/>
          </p:cNvSpPr>
          <p:nvPr/>
        </p:nvSpPr>
        <p:spPr>
          <a:xfrm>
            <a:off x="11977056" y="4983532"/>
            <a:ext cx="328945" cy="392448"/>
          </a:xfrm>
          <a:custGeom>
            <a:avLst/>
            <a:gdLst/>
            <a:ahLst/>
            <a:cxnLst/>
            <a:rect l="0" t="0" r="0" b="0"/>
            <a:pathLst>
              <a:path w="328945" h="392448">
                <a:moveTo>
                  <a:pt x="0" y="392448"/>
                </a:moveTo>
                <a:lnTo>
                  <a:pt x="12860" y="334403"/>
                </a:lnTo>
                <a:lnTo>
                  <a:pt x="28366" y="280964"/>
                </a:lnTo>
                <a:lnTo>
                  <a:pt x="46517" y="232134"/>
                </a:lnTo>
                <a:lnTo>
                  <a:pt x="67315" y="187911"/>
                </a:lnTo>
                <a:lnTo>
                  <a:pt x="90758" y="148295"/>
                </a:lnTo>
                <a:lnTo>
                  <a:pt x="116847" y="113288"/>
                </a:lnTo>
                <a:lnTo>
                  <a:pt x="145582" y="82887"/>
                </a:lnTo>
                <a:lnTo>
                  <a:pt x="176963" y="57095"/>
                </a:lnTo>
                <a:lnTo>
                  <a:pt x="210990" y="35910"/>
                </a:lnTo>
                <a:lnTo>
                  <a:pt x="247662" y="19332"/>
                </a:lnTo>
                <a:lnTo>
                  <a:pt x="286980" y="7362"/>
                </a:lnTo>
                <a:lnTo>
                  <a:pt x="328945" y="0"/>
                </a:lnTo>
              </a:path>
            </a:pathLst>
          </a:custGeom>
          <a:noFill/>
          <a:ln w="4953">
            <a:solidFill>
              <a:srgbClr val="64AD40">
                <a:alpha val="12000"/>
              </a:srgbClr>
            </a:solidFill>
            <a:prstDash val="solid"/>
          </a:ln>
        </p:spPr>
      </p:sp>
      <p:sp>
        <p:nvSpPr>
          <p:cNvPr id="431" name="knowledge-edge">
            <a:extLst>
              <a:ext uri="{FF2B5EF4-FFF2-40B4-BE49-F238E27FC236}">
                <a16:creationId xmlns:a16="http://schemas.microsoft.com/office/drawing/2014/main" id="{4341DA72-742A-4E5B-984B-046F0FFAB99D}"/>
              </a:ext>
            </a:extLst>
          </p:cNvPr>
          <p:cNvSpPr>
            <a:spLocks noGrp="1"/>
          </p:cNvSpPr>
          <p:nvPr/>
        </p:nvSpPr>
        <p:spPr>
          <a:xfrm>
            <a:off x="11702479" y="5460359"/>
            <a:ext cx="528920" cy="19843"/>
          </a:xfrm>
          <a:custGeom>
            <a:avLst/>
            <a:gdLst/>
            <a:ahLst/>
            <a:cxnLst/>
            <a:rect l="0" t="0" r="0" b="0"/>
            <a:pathLst>
              <a:path w="528920" h="19843">
                <a:moveTo>
                  <a:pt x="0" y="17303"/>
                </a:moveTo>
                <a:lnTo>
                  <a:pt x="37780" y="12557"/>
                </a:lnTo>
                <a:lnTo>
                  <a:pt x="75560" y="8569"/>
                </a:lnTo>
                <a:lnTo>
                  <a:pt x="113340" y="5339"/>
                </a:lnTo>
                <a:lnTo>
                  <a:pt x="151120" y="2867"/>
                </a:lnTo>
                <a:lnTo>
                  <a:pt x="188900" y="1153"/>
                </a:lnTo>
                <a:lnTo>
                  <a:pt x="226680" y="198"/>
                </a:lnTo>
                <a:lnTo>
                  <a:pt x="264460" y="0"/>
                </a:lnTo>
                <a:lnTo>
                  <a:pt x="302240" y="560"/>
                </a:lnTo>
                <a:lnTo>
                  <a:pt x="340020" y="1879"/>
                </a:lnTo>
                <a:lnTo>
                  <a:pt x="377800" y="3956"/>
                </a:lnTo>
                <a:lnTo>
                  <a:pt x="415580" y="6790"/>
                </a:lnTo>
                <a:lnTo>
                  <a:pt x="453360" y="10383"/>
                </a:lnTo>
                <a:lnTo>
                  <a:pt x="491140" y="14734"/>
                </a:lnTo>
                <a:lnTo>
                  <a:pt x="528920" y="19843"/>
                </a:lnTo>
              </a:path>
            </a:pathLst>
          </a:custGeom>
          <a:noFill/>
          <a:ln w="6477">
            <a:solidFill>
              <a:srgbClr val="64AD40">
                <a:alpha val="17000"/>
              </a:srgbClr>
            </a:solidFill>
            <a:prstDash val="solid"/>
          </a:ln>
        </p:spPr>
      </p:sp>
      <p:sp>
        <p:nvSpPr>
          <p:cNvPr id="432" name="knowledge-cross-edge">
            <a:extLst>
              <a:ext uri="{FF2B5EF4-FFF2-40B4-BE49-F238E27FC236}">
                <a16:creationId xmlns:a16="http://schemas.microsoft.com/office/drawing/2014/main" id="{BF59D9B3-41F6-4452-B793-7BFA741A29C8}"/>
              </a:ext>
            </a:extLst>
          </p:cNvPr>
          <p:cNvSpPr>
            <a:spLocks noGrp="1"/>
          </p:cNvSpPr>
          <p:nvPr/>
        </p:nvSpPr>
        <p:spPr>
          <a:xfrm>
            <a:off x="11702479" y="5477662"/>
            <a:ext cx="593912" cy="185912"/>
          </a:xfrm>
          <a:custGeom>
            <a:avLst/>
            <a:gdLst/>
            <a:ahLst/>
            <a:cxnLst/>
            <a:rect l="0" t="0" r="0" b="0"/>
            <a:pathLst>
              <a:path w="593912" h="185912">
                <a:moveTo>
                  <a:pt x="0" y="0"/>
                </a:moveTo>
                <a:lnTo>
                  <a:pt x="64045" y="13947"/>
                </a:lnTo>
                <a:lnTo>
                  <a:pt x="125444" y="28174"/>
                </a:lnTo>
                <a:lnTo>
                  <a:pt x="184197" y="42683"/>
                </a:lnTo>
                <a:lnTo>
                  <a:pt x="240304" y="57473"/>
                </a:lnTo>
                <a:lnTo>
                  <a:pt x="293765" y="72544"/>
                </a:lnTo>
                <a:lnTo>
                  <a:pt x="344581" y="87896"/>
                </a:lnTo>
                <a:lnTo>
                  <a:pt x="392751" y="103530"/>
                </a:lnTo>
                <a:lnTo>
                  <a:pt x="438275" y="119444"/>
                </a:lnTo>
                <a:lnTo>
                  <a:pt x="481153" y="135639"/>
                </a:lnTo>
                <a:lnTo>
                  <a:pt x="521385" y="152116"/>
                </a:lnTo>
                <a:lnTo>
                  <a:pt x="558971" y="168874"/>
                </a:lnTo>
                <a:lnTo>
                  <a:pt x="593912" y="185912"/>
                </a:lnTo>
              </a:path>
            </a:pathLst>
          </a:custGeom>
          <a:noFill/>
          <a:ln w="5334">
            <a:solidFill>
              <a:srgbClr val="64AD40">
                <a:alpha val="13000"/>
              </a:srgbClr>
            </a:solidFill>
            <a:prstDash val="solid"/>
          </a:ln>
        </p:spPr>
      </p:sp>
      <p:sp>
        <p:nvSpPr>
          <p:cNvPr id="433" name="knowledge-cross-edge">
            <a:extLst>
              <a:ext uri="{FF2B5EF4-FFF2-40B4-BE49-F238E27FC236}">
                <a16:creationId xmlns:a16="http://schemas.microsoft.com/office/drawing/2014/main" id="{1230DE30-B5BB-43D2-8C6A-9D9DA06129E6}"/>
              </a:ext>
            </a:extLst>
          </p:cNvPr>
          <p:cNvSpPr>
            <a:spLocks noGrp="1"/>
          </p:cNvSpPr>
          <p:nvPr/>
        </p:nvSpPr>
        <p:spPr>
          <a:xfrm>
            <a:off x="11702479" y="5276478"/>
            <a:ext cx="362217" cy="201184"/>
          </a:xfrm>
          <a:custGeom>
            <a:avLst/>
            <a:gdLst/>
            <a:ahLst/>
            <a:cxnLst/>
            <a:rect l="0" t="0" r="0" b="0"/>
            <a:pathLst>
              <a:path w="362217" h="201184">
                <a:moveTo>
                  <a:pt x="0" y="201184"/>
                </a:moveTo>
                <a:lnTo>
                  <a:pt x="15633" y="166028"/>
                </a:lnTo>
                <a:lnTo>
                  <a:pt x="33911" y="134245"/>
                </a:lnTo>
                <a:lnTo>
                  <a:pt x="54836" y="105836"/>
                </a:lnTo>
                <a:lnTo>
                  <a:pt x="78406" y="80800"/>
                </a:lnTo>
                <a:lnTo>
                  <a:pt x="104622" y="59137"/>
                </a:lnTo>
                <a:lnTo>
                  <a:pt x="133484" y="40847"/>
                </a:lnTo>
                <a:lnTo>
                  <a:pt x="164991" y="25931"/>
                </a:lnTo>
                <a:lnTo>
                  <a:pt x="199145" y="14388"/>
                </a:lnTo>
                <a:lnTo>
                  <a:pt x="235944" y="6219"/>
                </a:lnTo>
                <a:lnTo>
                  <a:pt x="275389" y="1423"/>
                </a:lnTo>
                <a:lnTo>
                  <a:pt x="317480" y="0"/>
                </a:lnTo>
                <a:lnTo>
                  <a:pt x="362217" y="1951"/>
                </a:lnTo>
              </a:path>
            </a:pathLst>
          </a:custGeom>
          <a:noFill/>
          <a:ln w="4953">
            <a:solidFill>
              <a:srgbClr val="64AD40">
                <a:alpha val="12000"/>
              </a:srgbClr>
            </a:solidFill>
            <a:prstDash val="solid"/>
          </a:ln>
        </p:spPr>
      </p:sp>
      <p:sp>
        <p:nvSpPr>
          <p:cNvPr id="434" name="knowledge-edge">
            <a:extLst>
              <a:ext uri="{FF2B5EF4-FFF2-40B4-BE49-F238E27FC236}">
                <a16:creationId xmlns:a16="http://schemas.microsoft.com/office/drawing/2014/main" id="{98F9AAD1-6F0F-47BB-B3C9-E48208D763A9}"/>
              </a:ext>
            </a:extLst>
          </p:cNvPr>
          <p:cNvSpPr>
            <a:spLocks noGrp="1"/>
          </p:cNvSpPr>
          <p:nvPr/>
        </p:nvSpPr>
        <p:spPr>
          <a:xfrm>
            <a:off x="11792713" y="5663574"/>
            <a:ext cx="503677" cy="47692"/>
          </a:xfrm>
          <a:custGeom>
            <a:avLst/>
            <a:gdLst/>
            <a:ahLst/>
            <a:cxnLst/>
            <a:rect l="0" t="0" r="0" b="0"/>
            <a:pathLst>
              <a:path w="503677" h="47692">
                <a:moveTo>
                  <a:pt x="0" y="47692"/>
                </a:moveTo>
                <a:lnTo>
                  <a:pt x="35977" y="42591"/>
                </a:lnTo>
                <a:lnTo>
                  <a:pt x="71954" y="37751"/>
                </a:lnTo>
                <a:lnTo>
                  <a:pt x="107931" y="33172"/>
                </a:lnTo>
                <a:lnTo>
                  <a:pt x="143908" y="28853"/>
                </a:lnTo>
                <a:lnTo>
                  <a:pt x="179885" y="24795"/>
                </a:lnTo>
                <a:lnTo>
                  <a:pt x="215862" y="20997"/>
                </a:lnTo>
                <a:lnTo>
                  <a:pt x="251839" y="17460"/>
                </a:lnTo>
                <a:lnTo>
                  <a:pt x="287816" y="14184"/>
                </a:lnTo>
                <a:lnTo>
                  <a:pt x="323793" y="11168"/>
                </a:lnTo>
                <a:lnTo>
                  <a:pt x="359770" y="8413"/>
                </a:lnTo>
                <a:lnTo>
                  <a:pt x="395747" y="5919"/>
                </a:lnTo>
                <a:lnTo>
                  <a:pt x="431723" y="3685"/>
                </a:lnTo>
                <a:lnTo>
                  <a:pt x="467700" y="1712"/>
                </a:lnTo>
                <a:lnTo>
                  <a:pt x="503677" y="0"/>
                </a:lnTo>
              </a:path>
            </a:pathLst>
          </a:custGeom>
          <a:noFill/>
          <a:ln w="6477">
            <a:solidFill>
              <a:srgbClr val="64AD40">
                <a:alpha val="17000"/>
              </a:srgbClr>
            </a:solidFill>
            <a:prstDash val="solid"/>
          </a:ln>
        </p:spPr>
      </p:sp>
      <p:sp>
        <p:nvSpPr>
          <p:cNvPr id="435" name="knowledge-cross-edge">
            <a:extLst>
              <a:ext uri="{FF2B5EF4-FFF2-40B4-BE49-F238E27FC236}">
                <a16:creationId xmlns:a16="http://schemas.microsoft.com/office/drawing/2014/main" id="{DA052A77-0385-44EB-A299-4A42CB185BD2}"/>
              </a:ext>
            </a:extLst>
          </p:cNvPr>
          <p:cNvSpPr>
            <a:spLocks noGrp="1"/>
          </p:cNvSpPr>
          <p:nvPr/>
        </p:nvSpPr>
        <p:spPr>
          <a:xfrm>
            <a:off x="11792713" y="5562705"/>
            <a:ext cx="491223" cy="148561"/>
          </a:xfrm>
          <a:custGeom>
            <a:avLst/>
            <a:gdLst/>
            <a:ahLst/>
            <a:cxnLst/>
            <a:rect l="0" t="0" r="0" b="0"/>
            <a:pathLst>
              <a:path w="491223" h="148561">
                <a:moveTo>
                  <a:pt x="0" y="148561"/>
                </a:moveTo>
                <a:lnTo>
                  <a:pt x="55487" y="112722"/>
                </a:lnTo>
                <a:lnTo>
                  <a:pt x="108329" y="81817"/>
                </a:lnTo>
                <a:lnTo>
                  <a:pt x="158525" y="55846"/>
                </a:lnTo>
                <a:lnTo>
                  <a:pt x="206074" y="34809"/>
                </a:lnTo>
                <a:lnTo>
                  <a:pt x="250978" y="18706"/>
                </a:lnTo>
                <a:lnTo>
                  <a:pt x="293237" y="7537"/>
                </a:lnTo>
                <a:lnTo>
                  <a:pt x="332849" y="1301"/>
                </a:lnTo>
                <a:lnTo>
                  <a:pt x="369816" y="0"/>
                </a:lnTo>
                <a:lnTo>
                  <a:pt x="404136" y="3633"/>
                </a:lnTo>
                <a:lnTo>
                  <a:pt x="435811" y="12199"/>
                </a:lnTo>
                <a:lnTo>
                  <a:pt x="464840" y="25700"/>
                </a:lnTo>
                <a:lnTo>
                  <a:pt x="491223" y="44134"/>
                </a:lnTo>
              </a:path>
            </a:pathLst>
          </a:custGeom>
          <a:noFill/>
          <a:ln w="5334">
            <a:solidFill>
              <a:srgbClr val="64AD40">
                <a:alpha val="13000"/>
              </a:srgbClr>
            </a:solidFill>
            <a:prstDash val="solid"/>
          </a:ln>
        </p:spPr>
      </p:sp>
      <p:sp>
        <p:nvSpPr>
          <p:cNvPr id="436" name="knowledge-edge">
            <a:extLst>
              <a:ext uri="{FF2B5EF4-FFF2-40B4-BE49-F238E27FC236}">
                <a16:creationId xmlns:a16="http://schemas.microsoft.com/office/drawing/2014/main" id="{29251B27-DCA6-49DB-969B-F1513A4882DF}"/>
              </a:ext>
            </a:extLst>
          </p:cNvPr>
          <p:cNvSpPr>
            <a:spLocks noGrp="1"/>
          </p:cNvSpPr>
          <p:nvPr/>
        </p:nvSpPr>
        <p:spPr>
          <a:xfrm>
            <a:off x="11800503" y="5605331"/>
            <a:ext cx="483433" cy="108652"/>
          </a:xfrm>
          <a:custGeom>
            <a:avLst/>
            <a:gdLst/>
            <a:ahLst/>
            <a:cxnLst/>
            <a:rect l="0" t="0" r="0" b="0"/>
            <a:pathLst>
              <a:path w="483433" h="108652">
                <a:moveTo>
                  <a:pt x="0" y="108652"/>
                </a:moveTo>
                <a:lnTo>
                  <a:pt x="34531" y="91891"/>
                </a:lnTo>
                <a:lnTo>
                  <a:pt x="69062" y="76530"/>
                </a:lnTo>
                <a:lnTo>
                  <a:pt x="103593" y="62572"/>
                </a:lnTo>
                <a:lnTo>
                  <a:pt x="138124" y="50014"/>
                </a:lnTo>
                <a:lnTo>
                  <a:pt x="172655" y="38858"/>
                </a:lnTo>
                <a:lnTo>
                  <a:pt x="207186" y="29103"/>
                </a:lnTo>
                <a:lnTo>
                  <a:pt x="241717" y="20749"/>
                </a:lnTo>
                <a:lnTo>
                  <a:pt x="276248" y="13797"/>
                </a:lnTo>
                <a:lnTo>
                  <a:pt x="310778" y="8246"/>
                </a:lnTo>
                <a:lnTo>
                  <a:pt x="345309" y="4096"/>
                </a:lnTo>
                <a:lnTo>
                  <a:pt x="379840" y="1347"/>
                </a:lnTo>
                <a:lnTo>
                  <a:pt x="414371" y="0"/>
                </a:lnTo>
                <a:lnTo>
                  <a:pt x="448902" y="54"/>
                </a:lnTo>
                <a:lnTo>
                  <a:pt x="483433" y="1509"/>
                </a:lnTo>
              </a:path>
            </a:pathLst>
          </a:custGeom>
          <a:noFill/>
          <a:ln w="6477">
            <a:solidFill>
              <a:srgbClr val="64AD40">
                <a:alpha val="17000"/>
              </a:srgbClr>
            </a:solidFill>
            <a:prstDash val="solid"/>
          </a:ln>
        </p:spPr>
      </p:sp>
      <p:sp>
        <p:nvSpPr>
          <p:cNvPr id="437" name="knowledge-edge">
            <a:extLst>
              <a:ext uri="{FF2B5EF4-FFF2-40B4-BE49-F238E27FC236}">
                <a16:creationId xmlns:a16="http://schemas.microsoft.com/office/drawing/2014/main" id="{DFB66133-5519-4941-9756-AF5C91C8D15E}"/>
              </a:ext>
            </a:extLst>
          </p:cNvPr>
          <p:cNvSpPr>
            <a:spLocks noGrp="1"/>
          </p:cNvSpPr>
          <p:nvPr/>
        </p:nvSpPr>
        <p:spPr>
          <a:xfrm>
            <a:off x="12255299" y="4310431"/>
            <a:ext cx="328269" cy="177144"/>
          </a:xfrm>
          <a:custGeom>
            <a:avLst/>
            <a:gdLst/>
            <a:ahLst/>
            <a:cxnLst/>
            <a:rect l="0" t="0" r="0" b="0"/>
            <a:pathLst>
              <a:path w="328269" h="177144">
                <a:moveTo>
                  <a:pt x="0" y="177144"/>
                </a:moveTo>
                <a:lnTo>
                  <a:pt x="23448" y="159342"/>
                </a:lnTo>
                <a:lnTo>
                  <a:pt x="46896" y="142333"/>
                </a:lnTo>
                <a:lnTo>
                  <a:pt x="70343" y="126115"/>
                </a:lnTo>
                <a:lnTo>
                  <a:pt x="93791" y="110690"/>
                </a:lnTo>
                <a:lnTo>
                  <a:pt x="117239" y="96056"/>
                </a:lnTo>
                <a:lnTo>
                  <a:pt x="140687" y="82215"/>
                </a:lnTo>
                <a:lnTo>
                  <a:pt x="164135" y="69166"/>
                </a:lnTo>
                <a:lnTo>
                  <a:pt x="187582" y="56909"/>
                </a:lnTo>
                <a:lnTo>
                  <a:pt x="211030" y="45444"/>
                </a:lnTo>
                <a:lnTo>
                  <a:pt x="234478" y="34771"/>
                </a:lnTo>
                <a:lnTo>
                  <a:pt x="257926" y="24890"/>
                </a:lnTo>
                <a:lnTo>
                  <a:pt x="281374" y="15801"/>
                </a:lnTo>
                <a:lnTo>
                  <a:pt x="304821" y="7505"/>
                </a:lnTo>
                <a:lnTo>
                  <a:pt x="328269" y="0"/>
                </a:lnTo>
              </a:path>
            </a:pathLst>
          </a:custGeom>
          <a:noFill/>
          <a:ln w="6477">
            <a:solidFill>
              <a:srgbClr val="4CAA4A">
                <a:alpha val="17000"/>
              </a:srgbClr>
            </a:solidFill>
            <a:prstDash val="solid"/>
          </a:ln>
        </p:spPr>
      </p:sp>
      <p:sp>
        <p:nvSpPr>
          <p:cNvPr id="438" name="knowledge-cross-edge">
            <a:extLst>
              <a:ext uri="{FF2B5EF4-FFF2-40B4-BE49-F238E27FC236}">
                <a16:creationId xmlns:a16="http://schemas.microsoft.com/office/drawing/2014/main" id="{E37E16F4-0DA7-49DA-8550-746E921B93EF}"/>
              </a:ext>
            </a:extLst>
          </p:cNvPr>
          <p:cNvSpPr>
            <a:spLocks noGrp="1"/>
          </p:cNvSpPr>
          <p:nvPr/>
        </p:nvSpPr>
        <p:spPr>
          <a:xfrm>
            <a:off x="12255299" y="4461317"/>
            <a:ext cx="445364" cy="304707"/>
          </a:xfrm>
          <a:custGeom>
            <a:avLst/>
            <a:gdLst/>
            <a:ahLst/>
            <a:cxnLst/>
            <a:rect l="0" t="0" r="0" b="0"/>
            <a:pathLst>
              <a:path w="445364" h="304707">
                <a:moveTo>
                  <a:pt x="0" y="26259"/>
                </a:moveTo>
                <a:lnTo>
                  <a:pt x="51666" y="10404"/>
                </a:lnTo>
                <a:lnTo>
                  <a:pt x="100686" y="1651"/>
                </a:lnTo>
                <a:lnTo>
                  <a:pt x="147060" y="0"/>
                </a:lnTo>
                <a:lnTo>
                  <a:pt x="190788" y="5450"/>
                </a:lnTo>
                <a:lnTo>
                  <a:pt x="231870" y="18002"/>
                </a:lnTo>
                <a:lnTo>
                  <a:pt x="270307" y="37655"/>
                </a:lnTo>
                <a:lnTo>
                  <a:pt x="306098" y="64410"/>
                </a:lnTo>
                <a:lnTo>
                  <a:pt x="339242" y="98266"/>
                </a:lnTo>
                <a:lnTo>
                  <a:pt x="369742" y="139224"/>
                </a:lnTo>
                <a:lnTo>
                  <a:pt x="397595" y="187283"/>
                </a:lnTo>
                <a:lnTo>
                  <a:pt x="422802" y="242444"/>
                </a:lnTo>
                <a:lnTo>
                  <a:pt x="445364" y="304707"/>
                </a:lnTo>
              </a:path>
            </a:pathLst>
          </a:custGeom>
          <a:noFill/>
          <a:ln w="5334">
            <a:solidFill>
              <a:srgbClr val="4CAA4A">
                <a:alpha val="13000"/>
              </a:srgbClr>
            </a:solidFill>
            <a:prstDash val="solid"/>
          </a:ln>
        </p:spPr>
      </p:sp>
      <p:sp>
        <p:nvSpPr>
          <p:cNvPr id="439" name="knowledge-edge">
            <a:extLst>
              <a:ext uri="{FF2B5EF4-FFF2-40B4-BE49-F238E27FC236}">
                <a16:creationId xmlns:a16="http://schemas.microsoft.com/office/drawing/2014/main" id="{D0392905-EC1D-4703-97AE-E9D4B0D55987}"/>
              </a:ext>
            </a:extLst>
          </p:cNvPr>
          <p:cNvSpPr>
            <a:spLocks noGrp="1"/>
          </p:cNvSpPr>
          <p:nvPr/>
        </p:nvSpPr>
        <p:spPr>
          <a:xfrm>
            <a:off x="12260913" y="4686325"/>
            <a:ext cx="439749" cy="80872"/>
          </a:xfrm>
          <a:custGeom>
            <a:avLst/>
            <a:gdLst/>
            <a:ahLst/>
            <a:cxnLst/>
            <a:rect l="0" t="0" r="0" b="0"/>
            <a:pathLst>
              <a:path w="439749" h="80872">
                <a:moveTo>
                  <a:pt x="0" y="0"/>
                </a:moveTo>
                <a:lnTo>
                  <a:pt x="31411" y="12496"/>
                </a:lnTo>
                <a:lnTo>
                  <a:pt x="62821" y="23945"/>
                </a:lnTo>
                <a:lnTo>
                  <a:pt x="94232" y="34347"/>
                </a:lnTo>
                <a:lnTo>
                  <a:pt x="125643" y="43703"/>
                </a:lnTo>
                <a:lnTo>
                  <a:pt x="157053" y="52012"/>
                </a:lnTo>
                <a:lnTo>
                  <a:pt x="188464" y="59275"/>
                </a:lnTo>
                <a:lnTo>
                  <a:pt x="219875" y="65491"/>
                </a:lnTo>
                <a:lnTo>
                  <a:pt x="251285" y="70660"/>
                </a:lnTo>
                <a:lnTo>
                  <a:pt x="282696" y="74783"/>
                </a:lnTo>
                <a:lnTo>
                  <a:pt x="314107" y="77859"/>
                </a:lnTo>
                <a:lnTo>
                  <a:pt x="345517" y="79889"/>
                </a:lnTo>
                <a:lnTo>
                  <a:pt x="376928" y="80872"/>
                </a:lnTo>
                <a:lnTo>
                  <a:pt x="408338" y="80808"/>
                </a:lnTo>
                <a:lnTo>
                  <a:pt x="439749" y="79698"/>
                </a:lnTo>
              </a:path>
            </a:pathLst>
          </a:custGeom>
          <a:noFill/>
          <a:ln w="6477">
            <a:solidFill>
              <a:srgbClr val="4CAA4A">
                <a:alpha val="17000"/>
              </a:srgbClr>
            </a:solidFill>
            <a:prstDash val="solid"/>
          </a:ln>
        </p:spPr>
      </p:sp>
      <p:sp>
        <p:nvSpPr>
          <p:cNvPr id="440" name="knowledge-cross-edge">
            <a:extLst>
              <a:ext uri="{FF2B5EF4-FFF2-40B4-BE49-F238E27FC236}">
                <a16:creationId xmlns:a16="http://schemas.microsoft.com/office/drawing/2014/main" id="{9800F6D0-FD25-4AB0-8395-822FC2ACC81B}"/>
              </a:ext>
            </a:extLst>
          </p:cNvPr>
          <p:cNvSpPr>
            <a:spLocks noGrp="1"/>
          </p:cNvSpPr>
          <p:nvPr/>
        </p:nvSpPr>
        <p:spPr>
          <a:xfrm>
            <a:off x="12260913" y="4671708"/>
            <a:ext cx="233741" cy="265784"/>
          </a:xfrm>
          <a:custGeom>
            <a:avLst/>
            <a:gdLst/>
            <a:ahLst/>
            <a:cxnLst/>
            <a:rect l="0" t="0" r="0" b="0"/>
            <a:pathLst>
              <a:path w="233741" h="265784">
                <a:moveTo>
                  <a:pt x="0" y="14617"/>
                </a:moveTo>
                <a:lnTo>
                  <a:pt x="34031" y="4485"/>
                </a:lnTo>
                <a:lnTo>
                  <a:pt x="65415" y="0"/>
                </a:lnTo>
                <a:lnTo>
                  <a:pt x="94154" y="1163"/>
                </a:lnTo>
                <a:lnTo>
                  <a:pt x="120247" y="7974"/>
                </a:lnTo>
                <a:lnTo>
                  <a:pt x="143694" y="20433"/>
                </a:lnTo>
                <a:lnTo>
                  <a:pt x="164496" y="38540"/>
                </a:lnTo>
                <a:lnTo>
                  <a:pt x="182651" y="62294"/>
                </a:lnTo>
                <a:lnTo>
                  <a:pt x="198161" y="91696"/>
                </a:lnTo>
                <a:lnTo>
                  <a:pt x="211025" y="126747"/>
                </a:lnTo>
                <a:lnTo>
                  <a:pt x="221243" y="167445"/>
                </a:lnTo>
                <a:lnTo>
                  <a:pt x="228815" y="213791"/>
                </a:lnTo>
                <a:lnTo>
                  <a:pt x="233741" y="265784"/>
                </a:lnTo>
              </a:path>
            </a:pathLst>
          </a:custGeom>
          <a:noFill/>
          <a:ln w="5334">
            <a:solidFill>
              <a:srgbClr val="4CAA4A">
                <a:alpha val="13000"/>
              </a:srgbClr>
            </a:solidFill>
            <a:prstDash val="solid"/>
          </a:ln>
        </p:spPr>
      </p:sp>
      <p:sp>
        <p:nvSpPr>
          <p:cNvPr id="441" name="knowledge-edge">
            <a:extLst>
              <a:ext uri="{FF2B5EF4-FFF2-40B4-BE49-F238E27FC236}">
                <a16:creationId xmlns:a16="http://schemas.microsoft.com/office/drawing/2014/main" id="{070C588E-6F1A-42CB-A53C-A6C00156991C}"/>
              </a:ext>
            </a:extLst>
          </p:cNvPr>
          <p:cNvSpPr>
            <a:spLocks noGrp="1"/>
          </p:cNvSpPr>
          <p:nvPr/>
        </p:nvSpPr>
        <p:spPr>
          <a:xfrm>
            <a:off x="12306001" y="4888383"/>
            <a:ext cx="188654" cy="95150"/>
          </a:xfrm>
          <a:custGeom>
            <a:avLst/>
            <a:gdLst/>
            <a:ahLst/>
            <a:cxnLst/>
            <a:rect l="0" t="0" r="0" b="0"/>
            <a:pathLst>
              <a:path w="188654" h="95150">
                <a:moveTo>
                  <a:pt x="0" y="95150"/>
                </a:moveTo>
                <a:lnTo>
                  <a:pt x="13475" y="73217"/>
                </a:lnTo>
                <a:lnTo>
                  <a:pt x="26951" y="54152"/>
                </a:lnTo>
                <a:lnTo>
                  <a:pt x="40426" y="37956"/>
                </a:lnTo>
                <a:lnTo>
                  <a:pt x="53901" y="24628"/>
                </a:lnTo>
                <a:lnTo>
                  <a:pt x="67376" y="14168"/>
                </a:lnTo>
                <a:lnTo>
                  <a:pt x="80852" y="6577"/>
                </a:lnTo>
                <a:lnTo>
                  <a:pt x="94327" y="1854"/>
                </a:lnTo>
                <a:lnTo>
                  <a:pt x="107802" y="0"/>
                </a:lnTo>
                <a:lnTo>
                  <a:pt x="121277" y="1014"/>
                </a:lnTo>
                <a:lnTo>
                  <a:pt x="134753" y="4896"/>
                </a:lnTo>
                <a:lnTo>
                  <a:pt x="148228" y="11647"/>
                </a:lnTo>
                <a:lnTo>
                  <a:pt x="161703" y="21266"/>
                </a:lnTo>
                <a:lnTo>
                  <a:pt x="175178" y="33754"/>
                </a:lnTo>
                <a:lnTo>
                  <a:pt x="188654" y="49110"/>
                </a:lnTo>
              </a:path>
            </a:pathLst>
          </a:custGeom>
          <a:noFill/>
          <a:ln w="6477">
            <a:solidFill>
              <a:srgbClr val="4CAA4A">
                <a:alpha val="17000"/>
              </a:srgbClr>
            </a:solidFill>
            <a:prstDash val="solid"/>
          </a:ln>
        </p:spPr>
      </p:sp>
      <p:sp>
        <p:nvSpPr>
          <p:cNvPr id="442" name="knowledge-cross-edge">
            <a:extLst>
              <a:ext uri="{FF2B5EF4-FFF2-40B4-BE49-F238E27FC236}">
                <a16:creationId xmlns:a16="http://schemas.microsoft.com/office/drawing/2014/main" id="{5574506C-4AFB-4B98-9AD1-B66E815837D8}"/>
              </a:ext>
            </a:extLst>
          </p:cNvPr>
          <p:cNvSpPr>
            <a:spLocks noGrp="1"/>
          </p:cNvSpPr>
          <p:nvPr/>
        </p:nvSpPr>
        <p:spPr>
          <a:xfrm>
            <a:off x="12306001" y="4943200"/>
            <a:ext cx="414678" cy="373621"/>
          </a:xfrm>
          <a:custGeom>
            <a:avLst/>
            <a:gdLst/>
            <a:ahLst/>
            <a:cxnLst/>
            <a:rect l="0" t="0" r="0" b="0"/>
            <a:pathLst>
              <a:path w="414678" h="373621">
                <a:moveTo>
                  <a:pt x="0" y="40333"/>
                </a:moveTo>
                <a:lnTo>
                  <a:pt x="49109" y="17729"/>
                </a:lnTo>
                <a:lnTo>
                  <a:pt x="95571" y="4285"/>
                </a:lnTo>
                <a:lnTo>
                  <a:pt x="139388" y="0"/>
                </a:lnTo>
                <a:lnTo>
                  <a:pt x="180559" y="4875"/>
                </a:lnTo>
                <a:lnTo>
                  <a:pt x="219085" y="18910"/>
                </a:lnTo>
                <a:lnTo>
                  <a:pt x="254964" y="42104"/>
                </a:lnTo>
                <a:lnTo>
                  <a:pt x="288198" y="74458"/>
                </a:lnTo>
                <a:lnTo>
                  <a:pt x="318786" y="115971"/>
                </a:lnTo>
                <a:lnTo>
                  <a:pt x="346728" y="166644"/>
                </a:lnTo>
                <a:lnTo>
                  <a:pt x="372024" y="226477"/>
                </a:lnTo>
                <a:lnTo>
                  <a:pt x="394674" y="295469"/>
                </a:lnTo>
                <a:lnTo>
                  <a:pt x="414678" y="373621"/>
                </a:lnTo>
              </a:path>
            </a:pathLst>
          </a:custGeom>
          <a:noFill/>
          <a:ln w="5334">
            <a:solidFill>
              <a:srgbClr val="4CAA4A">
                <a:alpha val="13000"/>
              </a:srgbClr>
            </a:solidFill>
            <a:prstDash val="solid"/>
          </a:ln>
        </p:spPr>
      </p:sp>
      <p:sp>
        <p:nvSpPr>
          <p:cNvPr id="443" name="knowledge-cross-edge">
            <a:extLst>
              <a:ext uri="{FF2B5EF4-FFF2-40B4-BE49-F238E27FC236}">
                <a16:creationId xmlns:a16="http://schemas.microsoft.com/office/drawing/2014/main" id="{C6950790-1FC6-4D71-91E4-6F21E8729350}"/>
              </a:ext>
            </a:extLst>
          </p:cNvPr>
          <p:cNvSpPr>
            <a:spLocks noGrp="1"/>
          </p:cNvSpPr>
          <p:nvPr/>
        </p:nvSpPr>
        <p:spPr>
          <a:xfrm>
            <a:off x="12306001" y="4738708"/>
            <a:ext cx="394662" cy="244825"/>
          </a:xfrm>
          <a:custGeom>
            <a:avLst/>
            <a:gdLst/>
            <a:ahLst/>
            <a:cxnLst/>
            <a:rect l="0" t="0" r="0" b="0"/>
            <a:pathLst>
              <a:path w="394662" h="244825">
                <a:moveTo>
                  <a:pt x="0" y="244825"/>
                </a:moveTo>
                <a:lnTo>
                  <a:pt x="18336" y="193416"/>
                </a:lnTo>
                <a:lnTo>
                  <a:pt x="39319" y="148060"/>
                </a:lnTo>
                <a:lnTo>
                  <a:pt x="62947" y="108754"/>
                </a:lnTo>
                <a:lnTo>
                  <a:pt x="89221" y="75500"/>
                </a:lnTo>
                <a:lnTo>
                  <a:pt x="118140" y="48298"/>
                </a:lnTo>
                <a:lnTo>
                  <a:pt x="149706" y="27146"/>
                </a:lnTo>
                <a:lnTo>
                  <a:pt x="183917" y="12046"/>
                </a:lnTo>
                <a:lnTo>
                  <a:pt x="220774" y="2997"/>
                </a:lnTo>
                <a:lnTo>
                  <a:pt x="260278" y="0"/>
                </a:lnTo>
                <a:lnTo>
                  <a:pt x="302426" y="3054"/>
                </a:lnTo>
                <a:lnTo>
                  <a:pt x="347221" y="12159"/>
                </a:lnTo>
                <a:lnTo>
                  <a:pt x="394662" y="27316"/>
                </a:lnTo>
              </a:path>
            </a:pathLst>
          </a:custGeom>
          <a:noFill/>
          <a:ln w="4953">
            <a:solidFill>
              <a:srgbClr val="4CAA4A">
                <a:alpha val="12000"/>
              </a:srgbClr>
            </a:solidFill>
            <a:prstDash val="solid"/>
          </a:ln>
        </p:spPr>
      </p:sp>
      <p:sp>
        <p:nvSpPr>
          <p:cNvPr id="444" name="knowledge-edge">
            <a:extLst>
              <a:ext uri="{FF2B5EF4-FFF2-40B4-BE49-F238E27FC236}">
                <a16:creationId xmlns:a16="http://schemas.microsoft.com/office/drawing/2014/main" id="{BD9F1828-E8CA-4256-99E4-130E21579D7B}"/>
              </a:ext>
            </a:extLst>
          </p:cNvPr>
          <p:cNvSpPr>
            <a:spLocks noGrp="1"/>
          </p:cNvSpPr>
          <p:nvPr/>
        </p:nvSpPr>
        <p:spPr>
          <a:xfrm>
            <a:off x="12064696" y="5255994"/>
            <a:ext cx="655983" cy="60827"/>
          </a:xfrm>
          <a:custGeom>
            <a:avLst/>
            <a:gdLst/>
            <a:ahLst/>
            <a:cxnLst/>
            <a:rect l="0" t="0" r="0" b="0"/>
            <a:pathLst>
              <a:path w="655983" h="60827">
                <a:moveTo>
                  <a:pt x="0" y="22434"/>
                </a:moveTo>
                <a:lnTo>
                  <a:pt x="46856" y="14734"/>
                </a:lnTo>
                <a:lnTo>
                  <a:pt x="93712" y="8641"/>
                </a:lnTo>
                <a:lnTo>
                  <a:pt x="140568" y="4154"/>
                </a:lnTo>
                <a:lnTo>
                  <a:pt x="187424" y="1274"/>
                </a:lnTo>
                <a:lnTo>
                  <a:pt x="234280" y="0"/>
                </a:lnTo>
                <a:lnTo>
                  <a:pt x="281136" y="333"/>
                </a:lnTo>
                <a:lnTo>
                  <a:pt x="327992" y="2272"/>
                </a:lnTo>
                <a:lnTo>
                  <a:pt x="374848" y="5817"/>
                </a:lnTo>
                <a:lnTo>
                  <a:pt x="421704" y="10969"/>
                </a:lnTo>
                <a:lnTo>
                  <a:pt x="468559" y="17728"/>
                </a:lnTo>
                <a:lnTo>
                  <a:pt x="515415" y="26093"/>
                </a:lnTo>
                <a:lnTo>
                  <a:pt x="562271" y="36064"/>
                </a:lnTo>
                <a:lnTo>
                  <a:pt x="609127" y="47642"/>
                </a:lnTo>
                <a:lnTo>
                  <a:pt x="655983" y="60827"/>
                </a:lnTo>
              </a:path>
            </a:pathLst>
          </a:custGeom>
          <a:noFill/>
          <a:ln w="6477">
            <a:solidFill>
              <a:srgbClr val="4CAA4A">
                <a:alpha val="17000"/>
              </a:srgbClr>
            </a:solidFill>
            <a:prstDash val="solid"/>
          </a:ln>
        </p:spPr>
      </p:sp>
      <p:sp>
        <p:nvSpPr>
          <p:cNvPr id="445" name="knowledge-cross-edge">
            <a:extLst>
              <a:ext uri="{FF2B5EF4-FFF2-40B4-BE49-F238E27FC236}">
                <a16:creationId xmlns:a16="http://schemas.microsoft.com/office/drawing/2014/main" id="{16D2E58C-350F-4DD5-BF70-BEFF1142344E}"/>
              </a:ext>
            </a:extLst>
          </p:cNvPr>
          <p:cNvSpPr>
            <a:spLocks noGrp="1"/>
          </p:cNvSpPr>
          <p:nvPr/>
        </p:nvSpPr>
        <p:spPr>
          <a:xfrm>
            <a:off x="12064696" y="5278428"/>
            <a:ext cx="514192" cy="90638"/>
          </a:xfrm>
          <a:custGeom>
            <a:avLst/>
            <a:gdLst/>
            <a:ahLst/>
            <a:cxnLst/>
            <a:rect l="0" t="0" r="0" b="0"/>
            <a:pathLst>
              <a:path w="514192" h="90638">
                <a:moveTo>
                  <a:pt x="0" y="0"/>
                </a:moveTo>
                <a:lnTo>
                  <a:pt x="57401" y="14523"/>
                </a:lnTo>
                <a:lnTo>
                  <a:pt x="112157" y="27778"/>
                </a:lnTo>
                <a:lnTo>
                  <a:pt x="164267" y="39767"/>
                </a:lnTo>
                <a:lnTo>
                  <a:pt x="213731" y="50488"/>
                </a:lnTo>
                <a:lnTo>
                  <a:pt x="260549" y="59942"/>
                </a:lnTo>
                <a:lnTo>
                  <a:pt x="304721" y="68129"/>
                </a:lnTo>
                <a:lnTo>
                  <a:pt x="346247" y="75048"/>
                </a:lnTo>
                <a:lnTo>
                  <a:pt x="385128" y="80701"/>
                </a:lnTo>
                <a:lnTo>
                  <a:pt x="421363" y="85086"/>
                </a:lnTo>
                <a:lnTo>
                  <a:pt x="454952" y="88204"/>
                </a:lnTo>
                <a:lnTo>
                  <a:pt x="485895" y="90055"/>
                </a:lnTo>
                <a:lnTo>
                  <a:pt x="514192" y="90638"/>
                </a:lnTo>
              </a:path>
            </a:pathLst>
          </a:custGeom>
          <a:noFill/>
          <a:ln w="5334">
            <a:solidFill>
              <a:srgbClr val="4CAA4A">
                <a:alpha val="13000"/>
              </a:srgbClr>
            </a:solidFill>
            <a:prstDash val="solid"/>
          </a:ln>
        </p:spPr>
      </p:sp>
      <p:sp>
        <p:nvSpPr>
          <p:cNvPr id="446" name="knowledge-edge">
            <a:extLst>
              <a:ext uri="{FF2B5EF4-FFF2-40B4-BE49-F238E27FC236}">
                <a16:creationId xmlns:a16="http://schemas.microsoft.com/office/drawing/2014/main" id="{DE41D277-8732-4311-AA8C-7770A286EF47}"/>
              </a:ext>
            </a:extLst>
          </p:cNvPr>
          <p:cNvSpPr>
            <a:spLocks noGrp="1"/>
          </p:cNvSpPr>
          <p:nvPr/>
        </p:nvSpPr>
        <p:spPr>
          <a:xfrm>
            <a:off x="12231398" y="5348197"/>
            <a:ext cx="347489" cy="132004"/>
          </a:xfrm>
          <a:custGeom>
            <a:avLst/>
            <a:gdLst/>
            <a:ahLst/>
            <a:cxnLst/>
            <a:rect l="0" t="0" r="0" b="0"/>
            <a:pathLst>
              <a:path w="347489" h="132004">
                <a:moveTo>
                  <a:pt x="0" y="132004"/>
                </a:moveTo>
                <a:lnTo>
                  <a:pt x="24821" y="106964"/>
                </a:lnTo>
                <a:lnTo>
                  <a:pt x="49641" y="84555"/>
                </a:lnTo>
                <a:lnTo>
                  <a:pt x="74462" y="64776"/>
                </a:lnTo>
                <a:lnTo>
                  <a:pt x="99283" y="47629"/>
                </a:lnTo>
                <a:lnTo>
                  <a:pt x="124103" y="33113"/>
                </a:lnTo>
                <a:lnTo>
                  <a:pt x="148924" y="21228"/>
                </a:lnTo>
                <a:lnTo>
                  <a:pt x="173745" y="11975"/>
                </a:lnTo>
                <a:lnTo>
                  <a:pt x="198565" y="5352"/>
                </a:lnTo>
                <a:lnTo>
                  <a:pt x="223386" y="1360"/>
                </a:lnTo>
                <a:lnTo>
                  <a:pt x="248207" y="0"/>
                </a:lnTo>
                <a:lnTo>
                  <a:pt x="273027" y="1271"/>
                </a:lnTo>
                <a:lnTo>
                  <a:pt x="297848" y="5173"/>
                </a:lnTo>
                <a:lnTo>
                  <a:pt x="322669" y="11706"/>
                </a:lnTo>
                <a:lnTo>
                  <a:pt x="347489" y="20870"/>
                </a:lnTo>
              </a:path>
            </a:pathLst>
          </a:custGeom>
          <a:noFill/>
          <a:ln w="6477">
            <a:solidFill>
              <a:srgbClr val="4CAA4A">
                <a:alpha val="17000"/>
              </a:srgbClr>
            </a:solidFill>
            <a:prstDash val="solid"/>
          </a:ln>
        </p:spPr>
      </p:sp>
      <p:sp>
        <p:nvSpPr>
          <p:cNvPr id="447" name="knowledge-cross-edge">
            <a:extLst>
              <a:ext uri="{FF2B5EF4-FFF2-40B4-BE49-F238E27FC236}">
                <a16:creationId xmlns:a16="http://schemas.microsoft.com/office/drawing/2014/main" id="{E1F13530-D361-420D-BDFF-12B4461CF1C4}"/>
              </a:ext>
            </a:extLst>
          </p:cNvPr>
          <p:cNvSpPr>
            <a:spLocks noGrp="1"/>
          </p:cNvSpPr>
          <p:nvPr/>
        </p:nvSpPr>
        <p:spPr>
          <a:xfrm>
            <a:off x="12231398" y="5427755"/>
            <a:ext cx="219515" cy="52447"/>
          </a:xfrm>
          <a:custGeom>
            <a:avLst/>
            <a:gdLst/>
            <a:ahLst/>
            <a:cxnLst/>
            <a:rect l="0" t="0" r="0" b="0"/>
            <a:pathLst>
              <a:path w="219515" h="52447">
                <a:moveTo>
                  <a:pt x="0" y="52447"/>
                </a:moveTo>
                <a:lnTo>
                  <a:pt x="32845" y="48990"/>
                </a:lnTo>
                <a:lnTo>
                  <a:pt x="63044" y="45367"/>
                </a:lnTo>
                <a:lnTo>
                  <a:pt x="90598" y="41577"/>
                </a:lnTo>
                <a:lnTo>
                  <a:pt x="115505" y="37622"/>
                </a:lnTo>
                <a:lnTo>
                  <a:pt x="137767" y="33500"/>
                </a:lnTo>
                <a:lnTo>
                  <a:pt x="157383" y="29213"/>
                </a:lnTo>
                <a:lnTo>
                  <a:pt x="174353" y="24759"/>
                </a:lnTo>
                <a:lnTo>
                  <a:pt x="188677" y="20140"/>
                </a:lnTo>
                <a:lnTo>
                  <a:pt x="200355" y="15354"/>
                </a:lnTo>
                <a:lnTo>
                  <a:pt x="209388" y="10402"/>
                </a:lnTo>
                <a:lnTo>
                  <a:pt x="215775" y="5284"/>
                </a:lnTo>
                <a:lnTo>
                  <a:pt x="219515" y="0"/>
                </a:lnTo>
              </a:path>
            </a:pathLst>
          </a:custGeom>
          <a:noFill/>
          <a:ln w="5334">
            <a:solidFill>
              <a:srgbClr val="4CAA4A">
                <a:alpha val="13000"/>
              </a:srgbClr>
            </a:solidFill>
            <a:prstDash val="solid"/>
          </a:ln>
        </p:spPr>
      </p:sp>
      <p:sp>
        <p:nvSpPr>
          <p:cNvPr id="448" name="knowledge-edge">
            <a:extLst>
              <a:ext uri="{FF2B5EF4-FFF2-40B4-BE49-F238E27FC236}">
                <a16:creationId xmlns:a16="http://schemas.microsoft.com/office/drawing/2014/main" id="{45EDCE08-5B10-44FD-964C-D54214ECEBFC}"/>
              </a:ext>
            </a:extLst>
          </p:cNvPr>
          <p:cNvSpPr>
            <a:spLocks noGrp="1"/>
          </p:cNvSpPr>
          <p:nvPr/>
        </p:nvSpPr>
        <p:spPr>
          <a:xfrm>
            <a:off x="12296391" y="5427755"/>
            <a:ext cx="154523" cy="235819"/>
          </a:xfrm>
          <a:custGeom>
            <a:avLst/>
            <a:gdLst/>
            <a:ahLst/>
            <a:cxnLst/>
            <a:rect l="0" t="0" r="0" b="0"/>
            <a:pathLst>
              <a:path w="154523" h="235819">
                <a:moveTo>
                  <a:pt x="0" y="235819"/>
                </a:moveTo>
                <a:lnTo>
                  <a:pt x="11037" y="223624"/>
                </a:lnTo>
                <a:lnTo>
                  <a:pt x="22075" y="210713"/>
                </a:lnTo>
                <a:lnTo>
                  <a:pt x="33112" y="197086"/>
                </a:lnTo>
                <a:lnTo>
                  <a:pt x="44150" y="182745"/>
                </a:lnTo>
                <a:lnTo>
                  <a:pt x="55187" y="167689"/>
                </a:lnTo>
                <a:lnTo>
                  <a:pt x="66224" y="151917"/>
                </a:lnTo>
                <a:lnTo>
                  <a:pt x="77262" y="135431"/>
                </a:lnTo>
                <a:lnTo>
                  <a:pt x="88299" y="118229"/>
                </a:lnTo>
                <a:lnTo>
                  <a:pt x="99336" y="100312"/>
                </a:lnTo>
                <a:lnTo>
                  <a:pt x="110374" y="81680"/>
                </a:lnTo>
                <a:lnTo>
                  <a:pt x="121411" y="62333"/>
                </a:lnTo>
                <a:lnTo>
                  <a:pt x="132449" y="42270"/>
                </a:lnTo>
                <a:lnTo>
                  <a:pt x="143486" y="21493"/>
                </a:lnTo>
                <a:lnTo>
                  <a:pt x="154523" y="0"/>
                </a:lnTo>
              </a:path>
            </a:pathLst>
          </a:custGeom>
          <a:noFill/>
          <a:ln w="6477">
            <a:solidFill>
              <a:srgbClr val="4CAA4A">
                <a:alpha val="17000"/>
              </a:srgbClr>
            </a:solidFill>
            <a:prstDash val="solid"/>
          </a:ln>
        </p:spPr>
      </p:sp>
      <p:sp>
        <p:nvSpPr>
          <p:cNvPr id="449" name="knowledge-edge">
            <a:extLst>
              <a:ext uri="{FF2B5EF4-FFF2-40B4-BE49-F238E27FC236}">
                <a16:creationId xmlns:a16="http://schemas.microsoft.com/office/drawing/2014/main" id="{CE697F05-C35E-4829-A45F-F1B4E872E8A2}"/>
              </a:ext>
            </a:extLst>
          </p:cNvPr>
          <p:cNvSpPr>
            <a:spLocks noGrp="1"/>
          </p:cNvSpPr>
          <p:nvPr/>
        </p:nvSpPr>
        <p:spPr>
          <a:xfrm>
            <a:off x="12283937" y="5548063"/>
            <a:ext cx="367774" cy="58777"/>
          </a:xfrm>
          <a:custGeom>
            <a:avLst/>
            <a:gdLst/>
            <a:ahLst/>
            <a:cxnLst/>
            <a:rect l="0" t="0" r="0" b="0"/>
            <a:pathLst>
              <a:path w="367774" h="58777">
                <a:moveTo>
                  <a:pt x="0" y="58777"/>
                </a:moveTo>
                <a:lnTo>
                  <a:pt x="26270" y="56854"/>
                </a:lnTo>
                <a:lnTo>
                  <a:pt x="52539" y="54581"/>
                </a:lnTo>
                <a:lnTo>
                  <a:pt x="78809" y="51958"/>
                </a:lnTo>
                <a:lnTo>
                  <a:pt x="105078" y="48985"/>
                </a:lnTo>
                <a:lnTo>
                  <a:pt x="131348" y="45662"/>
                </a:lnTo>
                <a:lnTo>
                  <a:pt x="157617" y="41989"/>
                </a:lnTo>
                <a:lnTo>
                  <a:pt x="183887" y="37965"/>
                </a:lnTo>
                <a:lnTo>
                  <a:pt x="210156" y="33592"/>
                </a:lnTo>
                <a:lnTo>
                  <a:pt x="236426" y="28869"/>
                </a:lnTo>
                <a:lnTo>
                  <a:pt x="262696" y="23795"/>
                </a:lnTo>
                <a:lnTo>
                  <a:pt x="288965" y="18371"/>
                </a:lnTo>
                <a:lnTo>
                  <a:pt x="315235" y="12598"/>
                </a:lnTo>
                <a:lnTo>
                  <a:pt x="341504" y="6474"/>
                </a:lnTo>
                <a:lnTo>
                  <a:pt x="367774" y="0"/>
                </a:lnTo>
              </a:path>
            </a:pathLst>
          </a:custGeom>
          <a:noFill/>
          <a:ln w="6477">
            <a:solidFill>
              <a:srgbClr val="4CAA4A">
                <a:alpha val="17000"/>
              </a:srgbClr>
            </a:solidFill>
            <a:prstDash val="solid"/>
          </a:ln>
        </p:spPr>
      </p:sp>
      <p:sp>
        <p:nvSpPr>
          <p:cNvPr id="450" name="knowledge-node">
            <a:extLst>
              <a:ext uri="{FF2B5EF4-FFF2-40B4-BE49-F238E27FC236}">
                <a16:creationId xmlns:a16="http://schemas.microsoft.com/office/drawing/2014/main" id="{45C8A09A-4479-4F19-8071-6309FC2367F3}"/>
              </a:ext>
            </a:extLst>
          </p:cNvPr>
          <p:cNvSpPr>
            <a:spLocks noGrp="1"/>
          </p:cNvSpPr>
          <p:nvPr/>
        </p:nvSpPr>
        <p:spPr>
          <a:xfrm>
            <a:off x="-475670" y="5756349"/>
            <a:ext cx="63177" cy="63177"/>
          </a:xfrm>
          <a:prstGeom prst="ellipse">
            <a:avLst/>
          </a:prstGeom>
          <a:solidFill>
            <a:srgbClr val="4285F4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51" name="knowledge-node">
            <a:extLst>
              <a:ext uri="{FF2B5EF4-FFF2-40B4-BE49-F238E27FC236}">
                <a16:creationId xmlns:a16="http://schemas.microsoft.com/office/drawing/2014/main" id="{A69630B5-F6EF-46CF-B34A-18634F51AEA7}"/>
              </a:ext>
            </a:extLst>
          </p:cNvPr>
          <p:cNvSpPr>
            <a:spLocks noGrp="1"/>
          </p:cNvSpPr>
          <p:nvPr/>
        </p:nvSpPr>
        <p:spPr>
          <a:xfrm>
            <a:off x="-425554" y="5923603"/>
            <a:ext cx="21314" cy="21314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knowledge-node">
            <a:extLst>
              <a:ext uri="{FF2B5EF4-FFF2-40B4-BE49-F238E27FC236}">
                <a16:creationId xmlns:a16="http://schemas.microsoft.com/office/drawing/2014/main" id="{2FAC2AA4-471E-4E42-AF34-A95EDEB7F81C}"/>
              </a:ext>
            </a:extLst>
          </p:cNvPr>
          <p:cNvSpPr>
            <a:spLocks noGrp="1"/>
          </p:cNvSpPr>
          <p:nvPr/>
        </p:nvSpPr>
        <p:spPr>
          <a:xfrm>
            <a:off x="-381235" y="5988612"/>
            <a:ext cx="26645" cy="26645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3" name="knowledge-node">
            <a:extLst>
              <a:ext uri="{FF2B5EF4-FFF2-40B4-BE49-F238E27FC236}">
                <a16:creationId xmlns:a16="http://schemas.microsoft.com/office/drawing/2014/main" id="{86445C84-9517-433E-8997-AE6146FB4D75}"/>
              </a:ext>
            </a:extLst>
          </p:cNvPr>
          <p:cNvSpPr>
            <a:spLocks noGrp="1"/>
          </p:cNvSpPr>
          <p:nvPr/>
        </p:nvSpPr>
        <p:spPr>
          <a:xfrm>
            <a:off x="-338543" y="6040402"/>
            <a:ext cx="21187" cy="21187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4" name="knowledge-node">
            <a:extLst>
              <a:ext uri="{FF2B5EF4-FFF2-40B4-BE49-F238E27FC236}">
                <a16:creationId xmlns:a16="http://schemas.microsoft.com/office/drawing/2014/main" id="{9A1227D6-9628-4CC1-ABA4-0E2E035B2BFA}"/>
              </a:ext>
            </a:extLst>
          </p:cNvPr>
          <p:cNvSpPr>
            <a:spLocks noGrp="1"/>
          </p:cNvSpPr>
          <p:nvPr/>
        </p:nvSpPr>
        <p:spPr>
          <a:xfrm>
            <a:off x="-406743" y="6060686"/>
            <a:ext cx="19540" cy="19540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knowledge-node">
            <a:extLst>
              <a:ext uri="{FF2B5EF4-FFF2-40B4-BE49-F238E27FC236}">
                <a16:creationId xmlns:a16="http://schemas.microsoft.com/office/drawing/2014/main" id="{2C9363C6-9271-49AC-B2EE-058C105FA94D}"/>
              </a:ext>
            </a:extLst>
          </p:cNvPr>
          <p:cNvSpPr>
            <a:spLocks noGrp="1"/>
          </p:cNvSpPr>
          <p:nvPr/>
        </p:nvSpPr>
        <p:spPr>
          <a:xfrm>
            <a:off x="-433229" y="6365672"/>
            <a:ext cx="23837" cy="23837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6" name="knowledge-node">
            <a:extLst>
              <a:ext uri="{FF2B5EF4-FFF2-40B4-BE49-F238E27FC236}">
                <a16:creationId xmlns:a16="http://schemas.microsoft.com/office/drawing/2014/main" id="{D4FE5B05-4C68-466D-BB26-A5B0FB67F7C5}"/>
              </a:ext>
            </a:extLst>
          </p:cNvPr>
          <p:cNvSpPr>
            <a:spLocks noGrp="1"/>
          </p:cNvSpPr>
          <p:nvPr/>
        </p:nvSpPr>
        <p:spPr>
          <a:xfrm>
            <a:off x="-294425" y="6674638"/>
            <a:ext cx="17403" cy="17403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knowledge-node">
            <a:extLst>
              <a:ext uri="{FF2B5EF4-FFF2-40B4-BE49-F238E27FC236}">
                <a16:creationId xmlns:a16="http://schemas.microsoft.com/office/drawing/2014/main" id="{B615A3E5-12D7-4E03-8664-E98CEA8DABF9}"/>
              </a:ext>
            </a:extLst>
          </p:cNvPr>
          <p:cNvSpPr>
            <a:spLocks noGrp="1"/>
          </p:cNvSpPr>
          <p:nvPr/>
        </p:nvSpPr>
        <p:spPr>
          <a:xfrm>
            <a:off x="-13701" y="5772631"/>
            <a:ext cx="13857" cy="13857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8" name="knowledge-node">
            <a:extLst>
              <a:ext uri="{FF2B5EF4-FFF2-40B4-BE49-F238E27FC236}">
                <a16:creationId xmlns:a16="http://schemas.microsoft.com/office/drawing/2014/main" id="{6467BC61-FA8A-4FA8-846F-D6AE2F8E985A}"/>
              </a:ext>
            </a:extLst>
          </p:cNvPr>
          <p:cNvSpPr>
            <a:spLocks noGrp="1"/>
          </p:cNvSpPr>
          <p:nvPr/>
        </p:nvSpPr>
        <p:spPr>
          <a:xfrm>
            <a:off x="-69235" y="6058205"/>
            <a:ext cx="26846" cy="26846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knowledge-node">
            <a:extLst>
              <a:ext uri="{FF2B5EF4-FFF2-40B4-BE49-F238E27FC236}">
                <a16:creationId xmlns:a16="http://schemas.microsoft.com/office/drawing/2014/main" id="{8946ED2B-85FC-4549-8475-3CDFE41E2142}"/>
              </a:ext>
            </a:extLst>
          </p:cNvPr>
          <p:cNvSpPr>
            <a:spLocks noGrp="1"/>
          </p:cNvSpPr>
          <p:nvPr/>
        </p:nvSpPr>
        <p:spPr>
          <a:xfrm>
            <a:off x="11013" y="5978912"/>
            <a:ext cx="14701" cy="14701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knowledge-node">
            <a:extLst>
              <a:ext uri="{FF2B5EF4-FFF2-40B4-BE49-F238E27FC236}">
                <a16:creationId xmlns:a16="http://schemas.microsoft.com/office/drawing/2014/main" id="{27DD7132-775C-4766-8FEC-D5D6729798A8}"/>
              </a:ext>
            </a:extLst>
          </p:cNvPr>
          <p:cNvSpPr>
            <a:spLocks noGrp="1"/>
          </p:cNvSpPr>
          <p:nvPr/>
        </p:nvSpPr>
        <p:spPr>
          <a:xfrm>
            <a:off x="147304" y="5989472"/>
            <a:ext cx="16892" cy="16892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1" name="knowledge-node">
            <a:extLst>
              <a:ext uri="{FF2B5EF4-FFF2-40B4-BE49-F238E27FC236}">
                <a16:creationId xmlns:a16="http://schemas.microsoft.com/office/drawing/2014/main" id="{A53873A6-640C-4C89-AC36-A2502503F83A}"/>
              </a:ext>
            </a:extLst>
          </p:cNvPr>
          <p:cNvSpPr>
            <a:spLocks noGrp="1"/>
          </p:cNvSpPr>
          <p:nvPr/>
        </p:nvSpPr>
        <p:spPr>
          <a:xfrm>
            <a:off x="36797" y="6150858"/>
            <a:ext cx="48354" cy="48354"/>
          </a:xfrm>
          <a:prstGeom prst="ellipse">
            <a:avLst/>
          </a:prstGeom>
          <a:solidFill>
            <a:srgbClr val="457CE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62" name="knowledge-node">
            <a:extLst>
              <a:ext uri="{FF2B5EF4-FFF2-40B4-BE49-F238E27FC236}">
                <a16:creationId xmlns:a16="http://schemas.microsoft.com/office/drawing/2014/main" id="{21AEE88F-DC2F-4A6E-9559-3A0CD1A66BFA}"/>
              </a:ext>
            </a:extLst>
          </p:cNvPr>
          <p:cNvSpPr>
            <a:spLocks noGrp="1"/>
          </p:cNvSpPr>
          <p:nvPr/>
        </p:nvSpPr>
        <p:spPr>
          <a:xfrm>
            <a:off x="128485" y="6325734"/>
            <a:ext cx="21136" cy="21136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knowledge-node">
            <a:extLst>
              <a:ext uri="{FF2B5EF4-FFF2-40B4-BE49-F238E27FC236}">
                <a16:creationId xmlns:a16="http://schemas.microsoft.com/office/drawing/2014/main" id="{9562363F-802B-4B4C-A848-E85F0FA5B8C8}"/>
              </a:ext>
            </a:extLst>
          </p:cNvPr>
          <p:cNvSpPr>
            <a:spLocks noGrp="1"/>
          </p:cNvSpPr>
          <p:nvPr/>
        </p:nvSpPr>
        <p:spPr>
          <a:xfrm>
            <a:off x="181434" y="6806302"/>
            <a:ext cx="22544" cy="22544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4" name="knowledge-node">
            <a:extLst>
              <a:ext uri="{FF2B5EF4-FFF2-40B4-BE49-F238E27FC236}">
                <a16:creationId xmlns:a16="http://schemas.microsoft.com/office/drawing/2014/main" id="{436BA904-FD35-4941-B689-E04461C5BB9D}"/>
              </a:ext>
            </a:extLst>
          </p:cNvPr>
          <p:cNvSpPr>
            <a:spLocks noGrp="1"/>
          </p:cNvSpPr>
          <p:nvPr/>
        </p:nvSpPr>
        <p:spPr>
          <a:xfrm>
            <a:off x="492351" y="5934619"/>
            <a:ext cx="28179" cy="28179"/>
          </a:xfrm>
          <a:prstGeom prst="ellipse">
            <a:avLst/>
          </a:prstGeom>
          <a:solidFill>
            <a:srgbClr val="4773D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knowledge-node">
            <a:extLst>
              <a:ext uri="{FF2B5EF4-FFF2-40B4-BE49-F238E27FC236}">
                <a16:creationId xmlns:a16="http://schemas.microsoft.com/office/drawing/2014/main" id="{D3543EFA-A6EB-4EBF-9766-2DB00BBA7108}"/>
              </a:ext>
            </a:extLst>
          </p:cNvPr>
          <p:cNvSpPr>
            <a:spLocks noGrp="1"/>
          </p:cNvSpPr>
          <p:nvPr/>
        </p:nvSpPr>
        <p:spPr>
          <a:xfrm>
            <a:off x="341393" y="6027871"/>
            <a:ext cx="16789" cy="16789"/>
          </a:xfrm>
          <a:prstGeom prst="ellipse">
            <a:avLst/>
          </a:prstGeom>
          <a:solidFill>
            <a:srgbClr val="4773D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6" name="knowledge-node">
            <a:extLst>
              <a:ext uri="{FF2B5EF4-FFF2-40B4-BE49-F238E27FC236}">
                <a16:creationId xmlns:a16="http://schemas.microsoft.com/office/drawing/2014/main" id="{421AB6D2-5CF9-4F17-80D5-5AEECA7A2F15}"/>
              </a:ext>
            </a:extLst>
          </p:cNvPr>
          <p:cNvSpPr>
            <a:spLocks noGrp="1"/>
          </p:cNvSpPr>
          <p:nvPr/>
        </p:nvSpPr>
        <p:spPr>
          <a:xfrm>
            <a:off x="380880" y="6157740"/>
            <a:ext cx="20942" cy="20942"/>
          </a:xfrm>
          <a:prstGeom prst="ellipse">
            <a:avLst/>
          </a:prstGeom>
          <a:solidFill>
            <a:srgbClr val="4773D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7" name="knowledge-node">
            <a:extLst>
              <a:ext uri="{FF2B5EF4-FFF2-40B4-BE49-F238E27FC236}">
                <a16:creationId xmlns:a16="http://schemas.microsoft.com/office/drawing/2014/main" id="{7509D483-11A6-4AA5-BDC4-2E48B44A4BD0}"/>
              </a:ext>
            </a:extLst>
          </p:cNvPr>
          <p:cNvSpPr>
            <a:spLocks noGrp="1"/>
          </p:cNvSpPr>
          <p:nvPr/>
        </p:nvSpPr>
        <p:spPr>
          <a:xfrm>
            <a:off x="312779" y="6046431"/>
            <a:ext cx="44421" cy="44421"/>
          </a:xfrm>
          <a:prstGeom prst="ellipse">
            <a:avLst/>
          </a:prstGeom>
          <a:solidFill>
            <a:srgbClr val="4773D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68" name="knowledge-node">
            <a:extLst>
              <a:ext uri="{FF2B5EF4-FFF2-40B4-BE49-F238E27FC236}">
                <a16:creationId xmlns:a16="http://schemas.microsoft.com/office/drawing/2014/main" id="{D9DA5587-8563-40CF-AA17-AD6FD91EB7A6}"/>
              </a:ext>
            </a:extLst>
          </p:cNvPr>
          <p:cNvSpPr>
            <a:spLocks noGrp="1"/>
          </p:cNvSpPr>
          <p:nvPr/>
        </p:nvSpPr>
        <p:spPr>
          <a:xfrm>
            <a:off x="407434" y="6339436"/>
            <a:ext cx="18747" cy="18747"/>
          </a:xfrm>
          <a:prstGeom prst="ellipse">
            <a:avLst/>
          </a:prstGeom>
          <a:solidFill>
            <a:srgbClr val="4773D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knowledge-node">
            <a:extLst>
              <a:ext uri="{FF2B5EF4-FFF2-40B4-BE49-F238E27FC236}">
                <a16:creationId xmlns:a16="http://schemas.microsoft.com/office/drawing/2014/main" id="{EF342A8C-D931-4E9E-8C03-8427E72E3A1A}"/>
              </a:ext>
            </a:extLst>
          </p:cNvPr>
          <p:cNvSpPr>
            <a:spLocks noGrp="1"/>
          </p:cNvSpPr>
          <p:nvPr/>
        </p:nvSpPr>
        <p:spPr>
          <a:xfrm>
            <a:off x="552649" y="6550933"/>
            <a:ext cx="15334" cy="15334"/>
          </a:xfrm>
          <a:prstGeom prst="ellipse">
            <a:avLst/>
          </a:prstGeom>
          <a:solidFill>
            <a:srgbClr val="4773D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knowledge-node">
            <a:extLst>
              <a:ext uri="{FF2B5EF4-FFF2-40B4-BE49-F238E27FC236}">
                <a16:creationId xmlns:a16="http://schemas.microsoft.com/office/drawing/2014/main" id="{0A1B9027-79B9-41AB-9113-C504A318C8CA}"/>
              </a:ext>
            </a:extLst>
          </p:cNvPr>
          <p:cNvSpPr>
            <a:spLocks noGrp="1"/>
          </p:cNvSpPr>
          <p:nvPr/>
        </p:nvSpPr>
        <p:spPr>
          <a:xfrm>
            <a:off x="754882" y="5844328"/>
            <a:ext cx="28051" cy="28051"/>
          </a:xfrm>
          <a:prstGeom prst="ellipse">
            <a:avLst/>
          </a:prstGeom>
          <a:solidFill>
            <a:srgbClr val="4A6AD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1" name="knowledge-node">
            <a:extLst>
              <a:ext uri="{FF2B5EF4-FFF2-40B4-BE49-F238E27FC236}">
                <a16:creationId xmlns:a16="http://schemas.microsoft.com/office/drawing/2014/main" id="{1C3FDDDB-2F8B-4BEA-9B2D-B7DD786D7853}"/>
              </a:ext>
            </a:extLst>
          </p:cNvPr>
          <p:cNvSpPr>
            <a:spLocks noGrp="1"/>
          </p:cNvSpPr>
          <p:nvPr/>
        </p:nvSpPr>
        <p:spPr>
          <a:xfrm>
            <a:off x="885452" y="6048224"/>
            <a:ext cx="47288" cy="47288"/>
          </a:xfrm>
          <a:prstGeom prst="ellipse">
            <a:avLst/>
          </a:prstGeom>
          <a:solidFill>
            <a:srgbClr val="4A6AD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72" name="knowledge-node">
            <a:extLst>
              <a:ext uri="{FF2B5EF4-FFF2-40B4-BE49-F238E27FC236}">
                <a16:creationId xmlns:a16="http://schemas.microsoft.com/office/drawing/2014/main" id="{22AB87AB-9309-460E-B450-4E5ACC90D4B4}"/>
              </a:ext>
            </a:extLst>
          </p:cNvPr>
          <p:cNvSpPr>
            <a:spLocks noGrp="1"/>
          </p:cNvSpPr>
          <p:nvPr/>
        </p:nvSpPr>
        <p:spPr>
          <a:xfrm>
            <a:off x="986467" y="6168313"/>
            <a:ext cx="16011" cy="16011"/>
          </a:xfrm>
          <a:prstGeom prst="ellipse">
            <a:avLst/>
          </a:prstGeom>
          <a:solidFill>
            <a:srgbClr val="4A6AD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knowledge-node">
            <a:extLst>
              <a:ext uri="{FF2B5EF4-FFF2-40B4-BE49-F238E27FC236}">
                <a16:creationId xmlns:a16="http://schemas.microsoft.com/office/drawing/2014/main" id="{E1DB8FB6-F8ED-4DDA-A17F-4DA26164A067}"/>
              </a:ext>
            </a:extLst>
          </p:cNvPr>
          <p:cNvSpPr>
            <a:spLocks noGrp="1"/>
          </p:cNvSpPr>
          <p:nvPr/>
        </p:nvSpPr>
        <p:spPr>
          <a:xfrm>
            <a:off x="728307" y="6216269"/>
            <a:ext cx="21074" cy="21074"/>
          </a:xfrm>
          <a:prstGeom prst="ellipse">
            <a:avLst/>
          </a:prstGeom>
          <a:solidFill>
            <a:srgbClr val="4A6AD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knowledge-node">
            <a:extLst>
              <a:ext uri="{FF2B5EF4-FFF2-40B4-BE49-F238E27FC236}">
                <a16:creationId xmlns:a16="http://schemas.microsoft.com/office/drawing/2014/main" id="{356FEACE-5EE1-426A-88D4-41043A94ACE6}"/>
              </a:ext>
            </a:extLst>
          </p:cNvPr>
          <p:cNvSpPr>
            <a:spLocks noGrp="1"/>
          </p:cNvSpPr>
          <p:nvPr/>
        </p:nvSpPr>
        <p:spPr>
          <a:xfrm>
            <a:off x="692994" y="6430424"/>
            <a:ext cx="17517" cy="17517"/>
          </a:xfrm>
          <a:prstGeom prst="ellipse">
            <a:avLst/>
          </a:prstGeom>
          <a:solidFill>
            <a:srgbClr val="4A6AD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knowledge-node">
            <a:extLst>
              <a:ext uri="{FF2B5EF4-FFF2-40B4-BE49-F238E27FC236}">
                <a16:creationId xmlns:a16="http://schemas.microsoft.com/office/drawing/2014/main" id="{BDCD8F5F-8539-41D6-8C71-FE007954A73B}"/>
              </a:ext>
            </a:extLst>
          </p:cNvPr>
          <p:cNvSpPr>
            <a:spLocks noGrp="1"/>
          </p:cNvSpPr>
          <p:nvPr/>
        </p:nvSpPr>
        <p:spPr>
          <a:xfrm>
            <a:off x="869854" y="6621509"/>
            <a:ext cx="26073" cy="26073"/>
          </a:xfrm>
          <a:prstGeom prst="ellipse">
            <a:avLst/>
          </a:prstGeom>
          <a:solidFill>
            <a:srgbClr val="4A6AD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6" name="knowledge-node">
            <a:extLst>
              <a:ext uri="{FF2B5EF4-FFF2-40B4-BE49-F238E27FC236}">
                <a16:creationId xmlns:a16="http://schemas.microsoft.com/office/drawing/2014/main" id="{B4FFD4FF-D60A-49CE-9E04-22724485AD5D}"/>
              </a:ext>
            </a:extLst>
          </p:cNvPr>
          <p:cNvSpPr>
            <a:spLocks noGrp="1"/>
          </p:cNvSpPr>
          <p:nvPr/>
        </p:nvSpPr>
        <p:spPr>
          <a:xfrm>
            <a:off x="1387508" y="6055088"/>
            <a:ext cx="25090" cy="25090"/>
          </a:xfrm>
          <a:prstGeom prst="ellipse">
            <a:avLst/>
          </a:prstGeom>
          <a:solidFill>
            <a:srgbClr val="4D61C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knowledge-node">
            <a:extLst>
              <a:ext uri="{FF2B5EF4-FFF2-40B4-BE49-F238E27FC236}">
                <a16:creationId xmlns:a16="http://schemas.microsoft.com/office/drawing/2014/main" id="{EAAE8857-23ED-4EDA-9173-2380B6DCBD6E}"/>
              </a:ext>
            </a:extLst>
          </p:cNvPr>
          <p:cNvSpPr>
            <a:spLocks noGrp="1"/>
          </p:cNvSpPr>
          <p:nvPr/>
        </p:nvSpPr>
        <p:spPr>
          <a:xfrm>
            <a:off x="1242484" y="6020491"/>
            <a:ext cx="61551" cy="61551"/>
          </a:xfrm>
          <a:prstGeom prst="ellipse">
            <a:avLst/>
          </a:prstGeom>
          <a:solidFill>
            <a:srgbClr val="4D61C6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78" name="knowledge-node">
            <a:extLst>
              <a:ext uri="{FF2B5EF4-FFF2-40B4-BE49-F238E27FC236}">
                <a16:creationId xmlns:a16="http://schemas.microsoft.com/office/drawing/2014/main" id="{90A1BBB3-8E6E-4C7B-B007-3A0019D2C949}"/>
              </a:ext>
            </a:extLst>
          </p:cNvPr>
          <p:cNvSpPr>
            <a:spLocks noGrp="1"/>
          </p:cNvSpPr>
          <p:nvPr/>
        </p:nvSpPr>
        <p:spPr>
          <a:xfrm>
            <a:off x="1197454" y="6174213"/>
            <a:ext cx="26450" cy="26450"/>
          </a:xfrm>
          <a:prstGeom prst="ellipse">
            <a:avLst/>
          </a:prstGeom>
          <a:solidFill>
            <a:srgbClr val="4D61C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9" name="knowledge-node">
            <a:extLst>
              <a:ext uri="{FF2B5EF4-FFF2-40B4-BE49-F238E27FC236}">
                <a16:creationId xmlns:a16="http://schemas.microsoft.com/office/drawing/2014/main" id="{6B1EF42D-611C-477D-9A8E-520B94388F33}"/>
              </a:ext>
            </a:extLst>
          </p:cNvPr>
          <p:cNvSpPr>
            <a:spLocks noGrp="1"/>
          </p:cNvSpPr>
          <p:nvPr/>
        </p:nvSpPr>
        <p:spPr>
          <a:xfrm>
            <a:off x="1211365" y="6282443"/>
            <a:ext cx="26844" cy="26844"/>
          </a:xfrm>
          <a:prstGeom prst="ellipse">
            <a:avLst/>
          </a:prstGeom>
          <a:solidFill>
            <a:srgbClr val="4D61C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knowledge-node">
            <a:extLst>
              <a:ext uri="{FF2B5EF4-FFF2-40B4-BE49-F238E27FC236}">
                <a16:creationId xmlns:a16="http://schemas.microsoft.com/office/drawing/2014/main" id="{506085F3-8444-44C8-B109-6A146629F97B}"/>
              </a:ext>
            </a:extLst>
          </p:cNvPr>
          <p:cNvSpPr>
            <a:spLocks noGrp="1"/>
          </p:cNvSpPr>
          <p:nvPr/>
        </p:nvSpPr>
        <p:spPr>
          <a:xfrm>
            <a:off x="1206626" y="6521815"/>
            <a:ext cx="21328" cy="21328"/>
          </a:xfrm>
          <a:prstGeom prst="ellipse">
            <a:avLst/>
          </a:prstGeom>
          <a:solidFill>
            <a:srgbClr val="4D61C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knowledge-node">
            <a:extLst>
              <a:ext uri="{FF2B5EF4-FFF2-40B4-BE49-F238E27FC236}">
                <a16:creationId xmlns:a16="http://schemas.microsoft.com/office/drawing/2014/main" id="{7A48C312-E514-44EB-98A6-63767102BE2B}"/>
              </a:ext>
            </a:extLst>
          </p:cNvPr>
          <p:cNvSpPr>
            <a:spLocks noGrp="1"/>
          </p:cNvSpPr>
          <p:nvPr/>
        </p:nvSpPr>
        <p:spPr>
          <a:xfrm>
            <a:off x="1743702" y="6079509"/>
            <a:ext cx="24461" cy="24461"/>
          </a:xfrm>
          <a:prstGeom prst="ellipse">
            <a:avLst/>
          </a:prstGeom>
          <a:solidFill>
            <a:srgbClr val="4F58B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knowledge-node">
            <a:extLst>
              <a:ext uri="{FF2B5EF4-FFF2-40B4-BE49-F238E27FC236}">
                <a16:creationId xmlns:a16="http://schemas.microsoft.com/office/drawing/2014/main" id="{865573B0-73B3-4D08-B2C5-E40CA44E8D27}"/>
              </a:ext>
            </a:extLst>
          </p:cNvPr>
          <p:cNvSpPr>
            <a:spLocks noGrp="1"/>
          </p:cNvSpPr>
          <p:nvPr/>
        </p:nvSpPr>
        <p:spPr>
          <a:xfrm>
            <a:off x="1681988" y="6006626"/>
            <a:ext cx="17883" cy="17883"/>
          </a:xfrm>
          <a:prstGeom prst="ellipse">
            <a:avLst/>
          </a:prstGeom>
          <a:solidFill>
            <a:srgbClr val="4F58B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knowledge-node">
            <a:extLst>
              <a:ext uri="{FF2B5EF4-FFF2-40B4-BE49-F238E27FC236}">
                <a16:creationId xmlns:a16="http://schemas.microsoft.com/office/drawing/2014/main" id="{AEF72A14-F3C6-4997-86B6-5E4DFB6979A5}"/>
              </a:ext>
            </a:extLst>
          </p:cNvPr>
          <p:cNvSpPr>
            <a:spLocks noGrp="1"/>
          </p:cNvSpPr>
          <p:nvPr/>
        </p:nvSpPr>
        <p:spPr>
          <a:xfrm>
            <a:off x="1629912" y="6162720"/>
            <a:ext cx="14599" cy="14599"/>
          </a:xfrm>
          <a:prstGeom prst="ellipse">
            <a:avLst/>
          </a:prstGeom>
          <a:solidFill>
            <a:srgbClr val="4F58B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4" name="knowledge-node">
            <a:extLst>
              <a:ext uri="{FF2B5EF4-FFF2-40B4-BE49-F238E27FC236}">
                <a16:creationId xmlns:a16="http://schemas.microsoft.com/office/drawing/2014/main" id="{13A917E8-98EA-45AD-B0EB-69FB91B7F197}"/>
              </a:ext>
            </a:extLst>
          </p:cNvPr>
          <p:cNvSpPr>
            <a:spLocks noGrp="1"/>
          </p:cNvSpPr>
          <p:nvPr/>
        </p:nvSpPr>
        <p:spPr>
          <a:xfrm>
            <a:off x="1757816" y="6274014"/>
            <a:ext cx="18332" cy="18332"/>
          </a:xfrm>
          <a:prstGeom prst="ellipse">
            <a:avLst/>
          </a:prstGeom>
          <a:solidFill>
            <a:srgbClr val="4F58B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knowledge-node">
            <a:extLst>
              <a:ext uri="{FF2B5EF4-FFF2-40B4-BE49-F238E27FC236}">
                <a16:creationId xmlns:a16="http://schemas.microsoft.com/office/drawing/2014/main" id="{F0F5269B-160A-4BC6-8620-1D4C5A724BED}"/>
              </a:ext>
            </a:extLst>
          </p:cNvPr>
          <p:cNvSpPr>
            <a:spLocks noGrp="1"/>
          </p:cNvSpPr>
          <p:nvPr/>
        </p:nvSpPr>
        <p:spPr>
          <a:xfrm>
            <a:off x="1787370" y="6505482"/>
            <a:ext cx="19381" cy="19381"/>
          </a:xfrm>
          <a:prstGeom prst="ellipse">
            <a:avLst/>
          </a:prstGeom>
          <a:solidFill>
            <a:srgbClr val="4F58B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knowledge-node">
            <a:extLst>
              <a:ext uri="{FF2B5EF4-FFF2-40B4-BE49-F238E27FC236}">
                <a16:creationId xmlns:a16="http://schemas.microsoft.com/office/drawing/2014/main" id="{9C0C7FB6-24AE-439E-B6BA-8823D71C0EE6}"/>
              </a:ext>
            </a:extLst>
          </p:cNvPr>
          <p:cNvSpPr>
            <a:spLocks noGrp="1"/>
          </p:cNvSpPr>
          <p:nvPr/>
        </p:nvSpPr>
        <p:spPr>
          <a:xfrm>
            <a:off x="2084593" y="5933808"/>
            <a:ext cx="17354" cy="17354"/>
          </a:xfrm>
          <a:prstGeom prst="ellipse">
            <a:avLst/>
          </a:prstGeom>
          <a:solidFill>
            <a:srgbClr val="524FA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knowledge-node">
            <a:extLst>
              <a:ext uri="{FF2B5EF4-FFF2-40B4-BE49-F238E27FC236}">
                <a16:creationId xmlns:a16="http://schemas.microsoft.com/office/drawing/2014/main" id="{6D369E1C-CC93-40B6-9593-4A6A1A54ED5F}"/>
              </a:ext>
            </a:extLst>
          </p:cNvPr>
          <p:cNvSpPr>
            <a:spLocks noGrp="1"/>
          </p:cNvSpPr>
          <p:nvPr/>
        </p:nvSpPr>
        <p:spPr>
          <a:xfrm>
            <a:off x="1904028" y="5990528"/>
            <a:ext cx="75501" cy="75501"/>
          </a:xfrm>
          <a:prstGeom prst="ellipse">
            <a:avLst/>
          </a:prstGeom>
          <a:solidFill>
            <a:srgbClr val="524FAF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88" name="knowledge-node">
            <a:extLst>
              <a:ext uri="{FF2B5EF4-FFF2-40B4-BE49-F238E27FC236}">
                <a16:creationId xmlns:a16="http://schemas.microsoft.com/office/drawing/2014/main" id="{6B8BF850-F80F-4932-A5FF-4ECACABDF1AF}"/>
              </a:ext>
            </a:extLst>
          </p:cNvPr>
          <p:cNvSpPr>
            <a:spLocks noGrp="1"/>
          </p:cNvSpPr>
          <p:nvPr/>
        </p:nvSpPr>
        <p:spPr>
          <a:xfrm>
            <a:off x="1894007" y="6120587"/>
            <a:ext cx="48329" cy="48329"/>
          </a:xfrm>
          <a:prstGeom prst="ellipse">
            <a:avLst/>
          </a:prstGeom>
          <a:solidFill>
            <a:srgbClr val="524FA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89" name="knowledge-node">
            <a:extLst>
              <a:ext uri="{FF2B5EF4-FFF2-40B4-BE49-F238E27FC236}">
                <a16:creationId xmlns:a16="http://schemas.microsoft.com/office/drawing/2014/main" id="{11E73316-4101-4EE0-B898-F0C74CC43246}"/>
              </a:ext>
            </a:extLst>
          </p:cNvPr>
          <p:cNvSpPr>
            <a:spLocks noGrp="1"/>
          </p:cNvSpPr>
          <p:nvPr/>
        </p:nvSpPr>
        <p:spPr>
          <a:xfrm>
            <a:off x="2067964" y="6426473"/>
            <a:ext cx="22486" cy="22486"/>
          </a:xfrm>
          <a:prstGeom prst="ellipse">
            <a:avLst/>
          </a:prstGeom>
          <a:solidFill>
            <a:srgbClr val="524FA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knowledge-node">
            <a:extLst>
              <a:ext uri="{FF2B5EF4-FFF2-40B4-BE49-F238E27FC236}">
                <a16:creationId xmlns:a16="http://schemas.microsoft.com/office/drawing/2014/main" id="{CE5B2CF6-0BC4-492C-A5BA-8F2BA4E7C5F5}"/>
              </a:ext>
            </a:extLst>
          </p:cNvPr>
          <p:cNvSpPr>
            <a:spLocks noGrp="1"/>
          </p:cNvSpPr>
          <p:nvPr/>
        </p:nvSpPr>
        <p:spPr>
          <a:xfrm>
            <a:off x="1912452" y="6666202"/>
            <a:ext cx="26915" cy="26915"/>
          </a:xfrm>
          <a:prstGeom prst="ellipse">
            <a:avLst/>
          </a:prstGeom>
          <a:solidFill>
            <a:srgbClr val="524FA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1" name="knowledge-node">
            <a:extLst>
              <a:ext uri="{FF2B5EF4-FFF2-40B4-BE49-F238E27FC236}">
                <a16:creationId xmlns:a16="http://schemas.microsoft.com/office/drawing/2014/main" id="{C9FBC8FF-0BDD-4A1D-92B6-16AE82D13942}"/>
              </a:ext>
            </a:extLst>
          </p:cNvPr>
          <p:cNvSpPr>
            <a:spLocks noGrp="1"/>
          </p:cNvSpPr>
          <p:nvPr/>
        </p:nvSpPr>
        <p:spPr>
          <a:xfrm>
            <a:off x="2437941" y="6039040"/>
            <a:ext cx="18127" cy="18127"/>
          </a:xfrm>
          <a:prstGeom prst="ellipse">
            <a:avLst/>
          </a:prstGeom>
          <a:solidFill>
            <a:srgbClr val="5546A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knowledge-node">
            <a:extLst>
              <a:ext uri="{FF2B5EF4-FFF2-40B4-BE49-F238E27FC236}">
                <a16:creationId xmlns:a16="http://schemas.microsoft.com/office/drawing/2014/main" id="{40C15929-85B3-4E3C-84E6-C66EC5C8DE5B}"/>
              </a:ext>
            </a:extLst>
          </p:cNvPr>
          <p:cNvSpPr>
            <a:spLocks noGrp="1"/>
          </p:cNvSpPr>
          <p:nvPr/>
        </p:nvSpPr>
        <p:spPr>
          <a:xfrm>
            <a:off x="2364924" y="6103085"/>
            <a:ext cx="22351" cy="22351"/>
          </a:xfrm>
          <a:prstGeom prst="ellipse">
            <a:avLst/>
          </a:prstGeom>
          <a:solidFill>
            <a:srgbClr val="5546A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knowledge-node">
            <a:extLst>
              <a:ext uri="{FF2B5EF4-FFF2-40B4-BE49-F238E27FC236}">
                <a16:creationId xmlns:a16="http://schemas.microsoft.com/office/drawing/2014/main" id="{CE77A4E2-F28A-4254-8B89-C4BC4C2246DD}"/>
              </a:ext>
            </a:extLst>
          </p:cNvPr>
          <p:cNvSpPr>
            <a:spLocks noGrp="1"/>
          </p:cNvSpPr>
          <p:nvPr/>
        </p:nvSpPr>
        <p:spPr>
          <a:xfrm>
            <a:off x="2348423" y="6157031"/>
            <a:ext cx="49220" cy="49220"/>
          </a:xfrm>
          <a:prstGeom prst="ellipse">
            <a:avLst/>
          </a:prstGeom>
          <a:solidFill>
            <a:srgbClr val="5546A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94" name="knowledge-node">
            <a:extLst>
              <a:ext uri="{FF2B5EF4-FFF2-40B4-BE49-F238E27FC236}">
                <a16:creationId xmlns:a16="http://schemas.microsoft.com/office/drawing/2014/main" id="{DC421481-BB23-499A-A87D-993D78F476F7}"/>
              </a:ext>
            </a:extLst>
          </p:cNvPr>
          <p:cNvSpPr>
            <a:spLocks noGrp="1"/>
          </p:cNvSpPr>
          <p:nvPr/>
        </p:nvSpPr>
        <p:spPr>
          <a:xfrm>
            <a:off x="2331871" y="6411520"/>
            <a:ext cx="26288" cy="26288"/>
          </a:xfrm>
          <a:prstGeom prst="ellipse">
            <a:avLst/>
          </a:prstGeom>
          <a:solidFill>
            <a:srgbClr val="5546A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knowledge-node">
            <a:extLst>
              <a:ext uri="{FF2B5EF4-FFF2-40B4-BE49-F238E27FC236}">
                <a16:creationId xmlns:a16="http://schemas.microsoft.com/office/drawing/2014/main" id="{A5392167-51E6-40A0-B8D9-66B06A4BB28E}"/>
              </a:ext>
            </a:extLst>
          </p:cNvPr>
          <p:cNvSpPr>
            <a:spLocks noGrp="1"/>
          </p:cNvSpPr>
          <p:nvPr/>
        </p:nvSpPr>
        <p:spPr>
          <a:xfrm>
            <a:off x="2342762" y="6716231"/>
            <a:ext cx="27189" cy="27189"/>
          </a:xfrm>
          <a:prstGeom prst="ellipse">
            <a:avLst/>
          </a:prstGeom>
          <a:solidFill>
            <a:srgbClr val="5546A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6" name="knowledge-node">
            <a:extLst>
              <a:ext uri="{FF2B5EF4-FFF2-40B4-BE49-F238E27FC236}">
                <a16:creationId xmlns:a16="http://schemas.microsoft.com/office/drawing/2014/main" id="{8E9037F5-C32A-4DF5-B230-1D87EA534C52}"/>
              </a:ext>
            </a:extLst>
          </p:cNvPr>
          <p:cNvSpPr>
            <a:spLocks noGrp="1"/>
          </p:cNvSpPr>
          <p:nvPr/>
        </p:nvSpPr>
        <p:spPr>
          <a:xfrm>
            <a:off x="2782163" y="6007260"/>
            <a:ext cx="25393" cy="25393"/>
          </a:xfrm>
          <a:prstGeom prst="ellipse">
            <a:avLst/>
          </a:prstGeom>
          <a:solidFill>
            <a:srgbClr val="573D9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knowledge-node">
            <a:extLst>
              <a:ext uri="{FF2B5EF4-FFF2-40B4-BE49-F238E27FC236}">
                <a16:creationId xmlns:a16="http://schemas.microsoft.com/office/drawing/2014/main" id="{E7EE1567-B2AD-47FE-A053-D6593CCC2BBC}"/>
              </a:ext>
            </a:extLst>
          </p:cNvPr>
          <p:cNvSpPr>
            <a:spLocks noGrp="1"/>
          </p:cNvSpPr>
          <p:nvPr/>
        </p:nvSpPr>
        <p:spPr>
          <a:xfrm>
            <a:off x="2787008" y="5949174"/>
            <a:ext cx="22976" cy="22976"/>
          </a:xfrm>
          <a:prstGeom prst="ellipse">
            <a:avLst/>
          </a:prstGeom>
          <a:solidFill>
            <a:srgbClr val="573D9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knowledge-node">
            <a:extLst>
              <a:ext uri="{FF2B5EF4-FFF2-40B4-BE49-F238E27FC236}">
                <a16:creationId xmlns:a16="http://schemas.microsoft.com/office/drawing/2014/main" id="{CCF9B761-9E35-46AA-BDA6-0B14BB5F8780}"/>
              </a:ext>
            </a:extLst>
          </p:cNvPr>
          <p:cNvSpPr>
            <a:spLocks noGrp="1"/>
          </p:cNvSpPr>
          <p:nvPr/>
        </p:nvSpPr>
        <p:spPr>
          <a:xfrm>
            <a:off x="2643359" y="6194283"/>
            <a:ext cx="66322" cy="66322"/>
          </a:xfrm>
          <a:prstGeom prst="ellipse">
            <a:avLst/>
          </a:prstGeom>
          <a:solidFill>
            <a:srgbClr val="573D98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99" name="knowledge-node">
            <a:extLst>
              <a:ext uri="{FF2B5EF4-FFF2-40B4-BE49-F238E27FC236}">
                <a16:creationId xmlns:a16="http://schemas.microsoft.com/office/drawing/2014/main" id="{A649A45A-1D0D-4B29-A8A5-82D6090D8EDF}"/>
              </a:ext>
            </a:extLst>
          </p:cNvPr>
          <p:cNvSpPr>
            <a:spLocks noGrp="1"/>
          </p:cNvSpPr>
          <p:nvPr/>
        </p:nvSpPr>
        <p:spPr>
          <a:xfrm>
            <a:off x="2672472" y="6408111"/>
            <a:ext cx="13813" cy="13813"/>
          </a:xfrm>
          <a:prstGeom prst="ellipse">
            <a:avLst/>
          </a:prstGeom>
          <a:solidFill>
            <a:srgbClr val="573D9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0" name="knowledge-node">
            <a:extLst>
              <a:ext uri="{FF2B5EF4-FFF2-40B4-BE49-F238E27FC236}">
                <a16:creationId xmlns:a16="http://schemas.microsoft.com/office/drawing/2014/main" id="{95DF9985-4862-4A25-B94E-551DB1CA9E97}"/>
              </a:ext>
            </a:extLst>
          </p:cNvPr>
          <p:cNvSpPr>
            <a:spLocks noGrp="1"/>
          </p:cNvSpPr>
          <p:nvPr/>
        </p:nvSpPr>
        <p:spPr>
          <a:xfrm>
            <a:off x="2735200" y="6738141"/>
            <a:ext cx="14180" cy="14180"/>
          </a:xfrm>
          <a:prstGeom prst="ellipse">
            <a:avLst/>
          </a:prstGeom>
          <a:solidFill>
            <a:srgbClr val="573D9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knowledge-node">
            <a:extLst>
              <a:ext uri="{FF2B5EF4-FFF2-40B4-BE49-F238E27FC236}">
                <a16:creationId xmlns:a16="http://schemas.microsoft.com/office/drawing/2014/main" id="{2A5E39C4-D3E2-4F98-8868-B53ECF7B66E9}"/>
              </a:ext>
            </a:extLst>
          </p:cNvPr>
          <p:cNvSpPr>
            <a:spLocks noGrp="1"/>
          </p:cNvSpPr>
          <p:nvPr/>
        </p:nvSpPr>
        <p:spPr>
          <a:xfrm>
            <a:off x="3340079" y="5946839"/>
            <a:ext cx="24192" cy="24192"/>
          </a:xfrm>
          <a:prstGeom prst="ellipse">
            <a:avLst/>
          </a:prstGeom>
          <a:solidFill>
            <a:srgbClr val="653C8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knowledge-node">
            <a:extLst>
              <a:ext uri="{FF2B5EF4-FFF2-40B4-BE49-F238E27FC236}">
                <a16:creationId xmlns:a16="http://schemas.microsoft.com/office/drawing/2014/main" id="{B146562C-A07D-4849-889B-0B1BCF8915A2}"/>
              </a:ext>
            </a:extLst>
          </p:cNvPr>
          <p:cNvSpPr>
            <a:spLocks noGrp="1"/>
          </p:cNvSpPr>
          <p:nvPr/>
        </p:nvSpPr>
        <p:spPr>
          <a:xfrm>
            <a:off x="3252616" y="6053229"/>
            <a:ext cx="19562" cy="19562"/>
          </a:xfrm>
          <a:prstGeom prst="ellipse">
            <a:avLst/>
          </a:prstGeom>
          <a:solidFill>
            <a:srgbClr val="653C8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knowledge-node">
            <a:extLst>
              <a:ext uri="{FF2B5EF4-FFF2-40B4-BE49-F238E27FC236}">
                <a16:creationId xmlns:a16="http://schemas.microsoft.com/office/drawing/2014/main" id="{E5E3A55D-5300-4E4A-BB86-7F10BFC9F74B}"/>
              </a:ext>
            </a:extLst>
          </p:cNvPr>
          <p:cNvSpPr>
            <a:spLocks noGrp="1"/>
          </p:cNvSpPr>
          <p:nvPr/>
        </p:nvSpPr>
        <p:spPr>
          <a:xfrm>
            <a:off x="3314169" y="6326646"/>
            <a:ext cx="15600" cy="15600"/>
          </a:xfrm>
          <a:prstGeom prst="ellipse">
            <a:avLst/>
          </a:prstGeom>
          <a:solidFill>
            <a:srgbClr val="653C8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knowledge-node">
            <a:extLst>
              <a:ext uri="{FF2B5EF4-FFF2-40B4-BE49-F238E27FC236}">
                <a16:creationId xmlns:a16="http://schemas.microsoft.com/office/drawing/2014/main" id="{8BD9D6C0-6443-4F6A-8758-4F2C40C00D46}"/>
              </a:ext>
            </a:extLst>
          </p:cNvPr>
          <p:cNvSpPr>
            <a:spLocks noGrp="1"/>
          </p:cNvSpPr>
          <p:nvPr/>
        </p:nvSpPr>
        <p:spPr>
          <a:xfrm>
            <a:off x="3246574" y="6545609"/>
            <a:ext cx="43120" cy="43120"/>
          </a:xfrm>
          <a:prstGeom prst="ellipse">
            <a:avLst/>
          </a:prstGeom>
          <a:solidFill>
            <a:srgbClr val="653C8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05" name="knowledge-node">
            <a:extLst>
              <a:ext uri="{FF2B5EF4-FFF2-40B4-BE49-F238E27FC236}">
                <a16:creationId xmlns:a16="http://schemas.microsoft.com/office/drawing/2014/main" id="{F6890E11-A1BC-4FD2-88E8-5A775BA8BD11}"/>
              </a:ext>
            </a:extLst>
          </p:cNvPr>
          <p:cNvSpPr>
            <a:spLocks noGrp="1"/>
          </p:cNvSpPr>
          <p:nvPr/>
        </p:nvSpPr>
        <p:spPr>
          <a:xfrm>
            <a:off x="3743787" y="5993076"/>
            <a:ext cx="24314" cy="24314"/>
          </a:xfrm>
          <a:prstGeom prst="ellipse">
            <a:avLst/>
          </a:prstGeom>
          <a:solidFill>
            <a:srgbClr val="773D8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knowledge-node">
            <a:extLst>
              <a:ext uri="{FF2B5EF4-FFF2-40B4-BE49-F238E27FC236}">
                <a16:creationId xmlns:a16="http://schemas.microsoft.com/office/drawing/2014/main" id="{A74B7790-D00A-4ADF-833E-6BD1482753B5}"/>
              </a:ext>
            </a:extLst>
          </p:cNvPr>
          <p:cNvSpPr>
            <a:spLocks noGrp="1"/>
          </p:cNvSpPr>
          <p:nvPr/>
        </p:nvSpPr>
        <p:spPr>
          <a:xfrm>
            <a:off x="3726207" y="6024207"/>
            <a:ext cx="21108" cy="21108"/>
          </a:xfrm>
          <a:prstGeom prst="ellipse">
            <a:avLst/>
          </a:prstGeom>
          <a:solidFill>
            <a:srgbClr val="773D8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7" name="knowledge-node">
            <a:extLst>
              <a:ext uri="{FF2B5EF4-FFF2-40B4-BE49-F238E27FC236}">
                <a16:creationId xmlns:a16="http://schemas.microsoft.com/office/drawing/2014/main" id="{EDF11823-B8AF-4CAF-8F66-E5C9FC71E268}"/>
              </a:ext>
            </a:extLst>
          </p:cNvPr>
          <p:cNvSpPr>
            <a:spLocks noGrp="1"/>
          </p:cNvSpPr>
          <p:nvPr/>
        </p:nvSpPr>
        <p:spPr>
          <a:xfrm>
            <a:off x="3645756" y="6279116"/>
            <a:ext cx="15759" cy="15759"/>
          </a:xfrm>
          <a:prstGeom prst="ellipse">
            <a:avLst/>
          </a:prstGeom>
          <a:solidFill>
            <a:srgbClr val="773D8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knowledge-node">
            <a:extLst>
              <a:ext uri="{FF2B5EF4-FFF2-40B4-BE49-F238E27FC236}">
                <a16:creationId xmlns:a16="http://schemas.microsoft.com/office/drawing/2014/main" id="{ED34D5D3-F4C5-41FF-AEC4-E460564F79A2}"/>
              </a:ext>
            </a:extLst>
          </p:cNvPr>
          <p:cNvSpPr>
            <a:spLocks noGrp="1"/>
          </p:cNvSpPr>
          <p:nvPr/>
        </p:nvSpPr>
        <p:spPr>
          <a:xfrm>
            <a:off x="3456834" y="6579764"/>
            <a:ext cx="20305" cy="20305"/>
          </a:xfrm>
          <a:prstGeom prst="ellipse">
            <a:avLst/>
          </a:prstGeom>
          <a:solidFill>
            <a:srgbClr val="773D8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9" name="knowledge-node">
            <a:extLst>
              <a:ext uri="{FF2B5EF4-FFF2-40B4-BE49-F238E27FC236}">
                <a16:creationId xmlns:a16="http://schemas.microsoft.com/office/drawing/2014/main" id="{D34DE327-8F69-4B17-9151-06F870EB4986}"/>
              </a:ext>
            </a:extLst>
          </p:cNvPr>
          <p:cNvSpPr>
            <a:spLocks noGrp="1"/>
          </p:cNvSpPr>
          <p:nvPr/>
        </p:nvSpPr>
        <p:spPr>
          <a:xfrm>
            <a:off x="4114999" y="5774987"/>
            <a:ext cx="47395" cy="47395"/>
          </a:xfrm>
          <a:prstGeom prst="ellipse">
            <a:avLst/>
          </a:prstGeom>
          <a:solidFill>
            <a:srgbClr val="893E7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10" name="knowledge-node">
            <a:extLst>
              <a:ext uri="{FF2B5EF4-FFF2-40B4-BE49-F238E27FC236}">
                <a16:creationId xmlns:a16="http://schemas.microsoft.com/office/drawing/2014/main" id="{5817BE7A-E650-4174-872F-2601D2684D8A}"/>
              </a:ext>
            </a:extLst>
          </p:cNvPr>
          <p:cNvSpPr>
            <a:spLocks noGrp="1"/>
          </p:cNvSpPr>
          <p:nvPr/>
        </p:nvSpPr>
        <p:spPr>
          <a:xfrm>
            <a:off x="4052029" y="5979675"/>
            <a:ext cx="25091" cy="25091"/>
          </a:xfrm>
          <a:prstGeom prst="ellipse">
            <a:avLst/>
          </a:prstGeom>
          <a:solidFill>
            <a:srgbClr val="893E7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knowledge-node">
            <a:extLst>
              <a:ext uri="{FF2B5EF4-FFF2-40B4-BE49-F238E27FC236}">
                <a16:creationId xmlns:a16="http://schemas.microsoft.com/office/drawing/2014/main" id="{0C75C47F-75C3-47CC-9C8C-2DE1F02F84D6}"/>
              </a:ext>
            </a:extLst>
          </p:cNvPr>
          <p:cNvSpPr>
            <a:spLocks noGrp="1"/>
          </p:cNvSpPr>
          <p:nvPr/>
        </p:nvSpPr>
        <p:spPr>
          <a:xfrm>
            <a:off x="3950189" y="6286869"/>
            <a:ext cx="24704" cy="24704"/>
          </a:xfrm>
          <a:prstGeom prst="ellipse">
            <a:avLst/>
          </a:prstGeom>
          <a:solidFill>
            <a:srgbClr val="893E7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knowledge-node">
            <a:extLst>
              <a:ext uri="{FF2B5EF4-FFF2-40B4-BE49-F238E27FC236}">
                <a16:creationId xmlns:a16="http://schemas.microsoft.com/office/drawing/2014/main" id="{EBD08C25-748C-4EED-A6D4-22E7B930F2D9}"/>
              </a:ext>
            </a:extLst>
          </p:cNvPr>
          <p:cNvSpPr>
            <a:spLocks noGrp="1"/>
          </p:cNvSpPr>
          <p:nvPr/>
        </p:nvSpPr>
        <p:spPr>
          <a:xfrm>
            <a:off x="4034025" y="6677340"/>
            <a:ext cx="21766" cy="21766"/>
          </a:xfrm>
          <a:prstGeom prst="ellipse">
            <a:avLst/>
          </a:prstGeom>
          <a:solidFill>
            <a:srgbClr val="893E7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knowledge-node">
            <a:extLst>
              <a:ext uri="{FF2B5EF4-FFF2-40B4-BE49-F238E27FC236}">
                <a16:creationId xmlns:a16="http://schemas.microsoft.com/office/drawing/2014/main" id="{F3C635F5-349A-4320-A87B-E2653E4CCD22}"/>
              </a:ext>
            </a:extLst>
          </p:cNvPr>
          <p:cNvSpPr>
            <a:spLocks noGrp="1"/>
          </p:cNvSpPr>
          <p:nvPr/>
        </p:nvSpPr>
        <p:spPr>
          <a:xfrm>
            <a:off x="4439776" y="5782295"/>
            <a:ext cx="21610" cy="21610"/>
          </a:xfrm>
          <a:prstGeom prst="ellipse">
            <a:avLst/>
          </a:prstGeom>
          <a:solidFill>
            <a:srgbClr val="9A3F6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knowledge-node">
            <a:extLst>
              <a:ext uri="{FF2B5EF4-FFF2-40B4-BE49-F238E27FC236}">
                <a16:creationId xmlns:a16="http://schemas.microsoft.com/office/drawing/2014/main" id="{E704C16A-ADC0-4A89-A944-3B243349C0F4}"/>
              </a:ext>
            </a:extLst>
          </p:cNvPr>
          <p:cNvSpPr>
            <a:spLocks noGrp="1"/>
          </p:cNvSpPr>
          <p:nvPr/>
        </p:nvSpPr>
        <p:spPr>
          <a:xfrm>
            <a:off x="4517804" y="6036527"/>
            <a:ext cx="43717" cy="43717"/>
          </a:xfrm>
          <a:prstGeom prst="ellipse">
            <a:avLst/>
          </a:prstGeom>
          <a:solidFill>
            <a:srgbClr val="9A3F6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15" name="knowledge-node">
            <a:extLst>
              <a:ext uri="{FF2B5EF4-FFF2-40B4-BE49-F238E27FC236}">
                <a16:creationId xmlns:a16="http://schemas.microsoft.com/office/drawing/2014/main" id="{AFE07DEE-1E39-4393-BA59-1A5ECD8FE801}"/>
              </a:ext>
            </a:extLst>
          </p:cNvPr>
          <p:cNvSpPr>
            <a:spLocks noGrp="1"/>
          </p:cNvSpPr>
          <p:nvPr/>
        </p:nvSpPr>
        <p:spPr>
          <a:xfrm>
            <a:off x="4238575" y="6457036"/>
            <a:ext cx="68832" cy="68832"/>
          </a:xfrm>
          <a:prstGeom prst="ellipse">
            <a:avLst/>
          </a:prstGeom>
          <a:solidFill>
            <a:srgbClr val="9A3F6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16" name="knowledge-node">
            <a:extLst>
              <a:ext uri="{FF2B5EF4-FFF2-40B4-BE49-F238E27FC236}">
                <a16:creationId xmlns:a16="http://schemas.microsoft.com/office/drawing/2014/main" id="{66C7344C-F46F-407C-8D70-157F2F722A75}"/>
              </a:ext>
            </a:extLst>
          </p:cNvPr>
          <p:cNvSpPr>
            <a:spLocks noGrp="1"/>
          </p:cNvSpPr>
          <p:nvPr/>
        </p:nvSpPr>
        <p:spPr>
          <a:xfrm>
            <a:off x="4419702" y="6739081"/>
            <a:ext cx="64724" cy="64724"/>
          </a:xfrm>
          <a:prstGeom prst="ellipse">
            <a:avLst/>
          </a:prstGeom>
          <a:solidFill>
            <a:srgbClr val="9A3F6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17" name="knowledge-node">
            <a:extLst>
              <a:ext uri="{FF2B5EF4-FFF2-40B4-BE49-F238E27FC236}">
                <a16:creationId xmlns:a16="http://schemas.microsoft.com/office/drawing/2014/main" id="{E910EA36-6B59-4C11-BABE-1DDDE9C675D1}"/>
              </a:ext>
            </a:extLst>
          </p:cNvPr>
          <p:cNvSpPr>
            <a:spLocks noGrp="1"/>
          </p:cNvSpPr>
          <p:nvPr/>
        </p:nvSpPr>
        <p:spPr>
          <a:xfrm>
            <a:off x="4702830" y="5863927"/>
            <a:ext cx="25709" cy="25709"/>
          </a:xfrm>
          <a:prstGeom prst="ellipse">
            <a:avLst/>
          </a:prstGeom>
          <a:solidFill>
            <a:srgbClr val="AC405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knowledge-node">
            <a:extLst>
              <a:ext uri="{FF2B5EF4-FFF2-40B4-BE49-F238E27FC236}">
                <a16:creationId xmlns:a16="http://schemas.microsoft.com/office/drawing/2014/main" id="{AD82C975-06A5-46C7-A20A-FFBB26651C3B}"/>
              </a:ext>
            </a:extLst>
          </p:cNvPr>
          <p:cNvSpPr>
            <a:spLocks noGrp="1"/>
          </p:cNvSpPr>
          <p:nvPr/>
        </p:nvSpPr>
        <p:spPr>
          <a:xfrm>
            <a:off x="4640104" y="6206850"/>
            <a:ext cx="24833" cy="24833"/>
          </a:xfrm>
          <a:prstGeom prst="ellipse">
            <a:avLst/>
          </a:prstGeom>
          <a:solidFill>
            <a:srgbClr val="AC405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9" name="knowledge-node">
            <a:extLst>
              <a:ext uri="{FF2B5EF4-FFF2-40B4-BE49-F238E27FC236}">
                <a16:creationId xmlns:a16="http://schemas.microsoft.com/office/drawing/2014/main" id="{30FC3617-E9EB-47D5-8660-E1E9A1A48F22}"/>
              </a:ext>
            </a:extLst>
          </p:cNvPr>
          <p:cNvSpPr>
            <a:spLocks noGrp="1"/>
          </p:cNvSpPr>
          <p:nvPr/>
        </p:nvSpPr>
        <p:spPr>
          <a:xfrm>
            <a:off x="4612566" y="6534168"/>
            <a:ext cx="18442" cy="18442"/>
          </a:xfrm>
          <a:prstGeom prst="ellipse">
            <a:avLst/>
          </a:prstGeom>
          <a:solidFill>
            <a:srgbClr val="AC405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0" name="knowledge-node">
            <a:extLst>
              <a:ext uri="{FF2B5EF4-FFF2-40B4-BE49-F238E27FC236}">
                <a16:creationId xmlns:a16="http://schemas.microsoft.com/office/drawing/2014/main" id="{A9FC164E-75F0-444A-B6E1-24036C2E797E}"/>
              </a:ext>
            </a:extLst>
          </p:cNvPr>
          <p:cNvSpPr>
            <a:spLocks noGrp="1"/>
          </p:cNvSpPr>
          <p:nvPr/>
        </p:nvSpPr>
        <p:spPr>
          <a:xfrm>
            <a:off x="5208334" y="5837179"/>
            <a:ext cx="13967" cy="13967"/>
          </a:xfrm>
          <a:prstGeom prst="ellipse">
            <a:avLst/>
          </a:prstGeom>
          <a:solidFill>
            <a:srgbClr val="BE415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knowledge-node">
            <a:extLst>
              <a:ext uri="{FF2B5EF4-FFF2-40B4-BE49-F238E27FC236}">
                <a16:creationId xmlns:a16="http://schemas.microsoft.com/office/drawing/2014/main" id="{80644A87-8832-417F-A66B-56BCD25E5ACF}"/>
              </a:ext>
            </a:extLst>
          </p:cNvPr>
          <p:cNvSpPr>
            <a:spLocks noGrp="1"/>
          </p:cNvSpPr>
          <p:nvPr/>
        </p:nvSpPr>
        <p:spPr>
          <a:xfrm>
            <a:off x="5170689" y="6234219"/>
            <a:ext cx="42702" cy="42702"/>
          </a:xfrm>
          <a:prstGeom prst="ellipse">
            <a:avLst/>
          </a:prstGeom>
          <a:solidFill>
            <a:srgbClr val="BE4152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2" name="knowledge-node">
            <a:extLst>
              <a:ext uri="{FF2B5EF4-FFF2-40B4-BE49-F238E27FC236}">
                <a16:creationId xmlns:a16="http://schemas.microsoft.com/office/drawing/2014/main" id="{54D91823-91E6-40E9-91E2-CB2586D684BA}"/>
              </a:ext>
            </a:extLst>
          </p:cNvPr>
          <p:cNvSpPr>
            <a:spLocks noGrp="1"/>
          </p:cNvSpPr>
          <p:nvPr/>
        </p:nvSpPr>
        <p:spPr>
          <a:xfrm>
            <a:off x="5268147" y="6579737"/>
            <a:ext cx="15061" cy="15061"/>
          </a:xfrm>
          <a:prstGeom prst="ellipse">
            <a:avLst/>
          </a:prstGeom>
          <a:solidFill>
            <a:srgbClr val="BE415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knowledge-node">
            <a:extLst>
              <a:ext uri="{FF2B5EF4-FFF2-40B4-BE49-F238E27FC236}">
                <a16:creationId xmlns:a16="http://schemas.microsoft.com/office/drawing/2014/main" id="{54A8F4EE-FF47-4727-9F6A-426F42F733D7}"/>
              </a:ext>
            </a:extLst>
          </p:cNvPr>
          <p:cNvSpPr>
            <a:spLocks noGrp="1"/>
          </p:cNvSpPr>
          <p:nvPr/>
        </p:nvSpPr>
        <p:spPr>
          <a:xfrm>
            <a:off x="5511875" y="5948814"/>
            <a:ext cx="28034" cy="28034"/>
          </a:xfrm>
          <a:prstGeom prst="ellipse">
            <a:avLst/>
          </a:prstGeom>
          <a:solidFill>
            <a:srgbClr val="CF424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4" name="knowledge-node">
            <a:extLst>
              <a:ext uri="{FF2B5EF4-FFF2-40B4-BE49-F238E27FC236}">
                <a16:creationId xmlns:a16="http://schemas.microsoft.com/office/drawing/2014/main" id="{D675A4CA-4BA6-46A6-B6C2-E9955F46DB50}"/>
              </a:ext>
            </a:extLst>
          </p:cNvPr>
          <p:cNvSpPr>
            <a:spLocks noGrp="1"/>
          </p:cNvSpPr>
          <p:nvPr/>
        </p:nvSpPr>
        <p:spPr>
          <a:xfrm>
            <a:off x="5561977" y="6328598"/>
            <a:ext cx="22360" cy="22360"/>
          </a:xfrm>
          <a:prstGeom prst="ellipse">
            <a:avLst/>
          </a:prstGeom>
          <a:solidFill>
            <a:srgbClr val="CF424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5" name="knowledge-node">
            <a:extLst>
              <a:ext uri="{FF2B5EF4-FFF2-40B4-BE49-F238E27FC236}">
                <a16:creationId xmlns:a16="http://schemas.microsoft.com/office/drawing/2014/main" id="{6F146B48-DB51-4953-8039-53186FB18B20}"/>
              </a:ext>
            </a:extLst>
          </p:cNvPr>
          <p:cNvSpPr>
            <a:spLocks noGrp="1"/>
          </p:cNvSpPr>
          <p:nvPr/>
        </p:nvSpPr>
        <p:spPr>
          <a:xfrm>
            <a:off x="5545716" y="6484555"/>
            <a:ext cx="22987" cy="22987"/>
          </a:xfrm>
          <a:prstGeom prst="ellipse">
            <a:avLst/>
          </a:prstGeom>
          <a:solidFill>
            <a:srgbClr val="CF424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knowledge-node">
            <a:extLst>
              <a:ext uri="{FF2B5EF4-FFF2-40B4-BE49-F238E27FC236}">
                <a16:creationId xmlns:a16="http://schemas.microsoft.com/office/drawing/2014/main" id="{41E27874-18CD-4EB7-A344-EF7C62D7DE0B}"/>
              </a:ext>
            </a:extLst>
          </p:cNvPr>
          <p:cNvSpPr>
            <a:spLocks noGrp="1"/>
          </p:cNvSpPr>
          <p:nvPr/>
        </p:nvSpPr>
        <p:spPr>
          <a:xfrm>
            <a:off x="5481681" y="6774815"/>
            <a:ext cx="25157" cy="25157"/>
          </a:xfrm>
          <a:prstGeom prst="ellipse">
            <a:avLst/>
          </a:prstGeom>
          <a:solidFill>
            <a:srgbClr val="CF424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knowledge-node">
            <a:extLst>
              <a:ext uri="{FF2B5EF4-FFF2-40B4-BE49-F238E27FC236}">
                <a16:creationId xmlns:a16="http://schemas.microsoft.com/office/drawing/2014/main" id="{286E8C72-CCBE-45BB-A833-AE0854DDB577}"/>
              </a:ext>
            </a:extLst>
          </p:cNvPr>
          <p:cNvSpPr>
            <a:spLocks noGrp="1"/>
          </p:cNvSpPr>
          <p:nvPr/>
        </p:nvSpPr>
        <p:spPr>
          <a:xfrm>
            <a:off x="6013995" y="6054424"/>
            <a:ext cx="25582" cy="25582"/>
          </a:xfrm>
          <a:prstGeom prst="ellipse">
            <a:avLst/>
          </a:prstGeom>
          <a:solidFill>
            <a:srgbClr val="E143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knowledge-node">
            <a:extLst>
              <a:ext uri="{FF2B5EF4-FFF2-40B4-BE49-F238E27FC236}">
                <a16:creationId xmlns:a16="http://schemas.microsoft.com/office/drawing/2014/main" id="{80D89F80-1BB0-4943-8267-051A0C21028A}"/>
              </a:ext>
            </a:extLst>
          </p:cNvPr>
          <p:cNvSpPr>
            <a:spLocks noGrp="1"/>
          </p:cNvSpPr>
          <p:nvPr/>
        </p:nvSpPr>
        <p:spPr>
          <a:xfrm>
            <a:off x="6092875" y="6236279"/>
            <a:ext cx="21869" cy="21869"/>
          </a:xfrm>
          <a:prstGeom prst="ellipse">
            <a:avLst/>
          </a:prstGeom>
          <a:solidFill>
            <a:srgbClr val="E143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knowledge-node">
            <a:extLst>
              <a:ext uri="{FF2B5EF4-FFF2-40B4-BE49-F238E27FC236}">
                <a16:creationId xmlns:a16="http://schemas.microsoft.com/office/drawing/2014/main" id="{686F8738-1386-48A9-A948-E13E3A3ED1E4}"/>
              </a:ext>
            </a:extLst>
          </p:cNvPr>
          <p:cNvSpPr>
            <a:spLocks noGrp="1"/>
          </p:cNvSpPr>
          <p:nvPr/>
        </p:nvSpPr>
        <p:spPr>
          <a:xfrm>
            <a:off x="5904993" y="6477774"/>
            <a:ext cx="22763" cy="22763"/>
          </a:xfrm>
          <a:prstGeom prst="ellipse">
            <a:avLst/>
          </a:prstGeom>
          <a:solidFill>
            <a:srgbClr val="E143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0" name="knowledge-node">
            <a:extLst>
              <a:ext uri="{FF2B5EF4-FFF2-40B4-BE49-F238E27FC236}">
                <a16:creationId xmlns:a16="http://schemas.microsoft.com/office/drawing/2014/main" id="{A4459459-6075-4AD9-AA08-444E0A03BECA}"/>
              </a:ext>
            </a:extLst>
          </p:cNvPr>
          <p:cNvSpPr>
            <a:spLocks noGrp="1"/>
          </p:cNvSpPr>
          <p:nvPr/>
        </p:nvSpPr>
        <p:spPr>
          <a:xfrm>
            <a:off x="5833619" y="6622248"/>
            <a:ext cx="23733" cy="23733"/>
          </a:xfrm>
          <a:prstGeom prst="ellipse">
            <a:avLst/>
          </a:prstGeom>
          <a:solidFill>
            <a:srgbClr val="E143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knowledge-node">
            <a:extLst>
              <a:ext uri="{FF2B5EF4-FFF2-40B4-BE49-F238E27FC236}">
                <a16:creationId xmlns:a16="http://schemas.microsoft.com/office/drawing/2014/main" id="{180783B8-01C7-4E1E-81FB-2FCBE985668A}"/>
              </a:ext>
            </a:extLst>
          </p:cNvPr>
          <p:cNvSpPr>
            <a:spLocks noGrp="1"/>
          </p:cNvSpPr>
          <p:nvPr/>
        </p:nvSpPr>
        <p:spPr>
          <a:xfrm>
            <a:off x="6422019" y="5944226"/>
            <a:ext cx="44595" cy="44595"/>
          </a:xfrm>
          <a:prstGeom prst="ellipse">
            <a:avLst/>
          </a:prstGeom>
          <a:solidFill>
            <a:srgbClr val="EB4A32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2" name="knowledge-node">
            <a:extLst>
              <a:ext uri="{FF2B5EF4-FFF2-40B4-BE49-F238E27FC236}">
                <a16:creationId xmlns:a16="http://schemas.microsoft.com/office/drawing/2014/main" id="{D0CACFC7-BAD6-424E-8806-0AAEEC6524EB}"/>
              </a:ext>
            </a:extLst>
          </p:cNvPr>
          <p:cNvSpPr>
            <a:spLocks noGrp="1"/>
          </p:cNvSpPr>
          <p:nvPr/>
        </p:nvSpPr>
        <p:spPr>
          <a:xfrm>
            <a:off x="6378350" y="6350718"/>
            <a:ext cx="21207" cy="21207"/>
          </a:xfrm>
          <a:prstGeom prst="ellipse">
            <a:avLst/>
          </a:prstGeom>
          <a:solidFill>
            <a:srgbClr val="EB4A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knowledge-node">
            <a:extLst>
              <a:ext uri="{FF2B5EF4-FFF2-40B4-BE49-F238E27FC236}">
                <a16:creationId xmlns:a16="http://schemas.microsoft.com/office/drawing/2014/main" id="{24E53B0C-87BC-4BFB-A524-8671C07EC6FF}"/>
              </a:ext>
            </a:extLst>
          </p:cNvPr>
          <p:cNvSpPr>
            <a:spLocks noGrp="1"/>
          </p:cNvSpPr>
          <p:nvPr/>
        </p:nvSpPr>
        <p:spPr>
          <a:xfrm>
            <a:off x="6386017" y="6483954"/>
            <a:ext cx="41751" cy="41751"/>
          </a:xfrm>
          <a:prstGeom prst="ellipse">
            <a:avLst/>
          </a:prstGeom>
          <a:solidFill>
            <a:srgbClr val="EB4A32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4" name="knowledge-node">
            <a:extLst>
              <a:ext uri="{FF2B5EF4-FFF2-40B4-BE49-F238E27FC236}">
                <a16:creationId xmlns:a16="http://schemas.microsoft.com/office/drawing/2014/main" id="{702D8B89-08E6-4E39-9218-192DE03E1E8B}"/>
              </a:ext>
            </a:extLst>
          </p:cNvPr>
          <p:cNvSpPr>
            <a:spLocks noGrp="1"/>
          </p:cNvSpPr>
          <p:nvPr/>
        </p:nvSpPr>
        <p:spPr>
          <a:xfrm>
            <a:off x="6313795" y="6556163"/>
            <a:ext cx="19417" cy="19417"/>
          </a:xfrm>
          <a:prstGeom prst="ellipse">
            <a:avLst/>
          </a:prstGeom>
          <a:solidFill>
            <a:srgbClr val="EB4A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knowledge-node">
            <a:extLst>
              <a:ext uri="{FF2B5EF4-FFF2-40B4-BE49-F238E27FC236}">
                <a16:creationId xmlns:a16="http://schemas.microsoft.com/office/drawing/2014/main" id="{AC73B4DD-B937-4CE8-A7DB-6A49A9F551C6}"/>
              </a:ext>
            </a:extLst>
          </p:cNvPr>
          <p:cNvSpPr>
            <a:spLocks noGrp="1"/>
          </p:cNvSpPr>
          <p:nvPr/>
        </p:nvSpPr>
        <p:spPr>
          <a:xfrm>
            <a:off x="6409148" y="6680479"/>
            <a:ext cx="21367" cy="21367"/>
          </a:xfrm>
          <a:prstGeom prst="ellipse">
            <a:avLst/>
          </a:prstGeom>
          <a:solidFill>
            <a:srgbClr val="EB4A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knowledge-node">
            <a:extLst>
              <a:ext uri="{FF2B5EF4-FFF2-40B4-BE49-F238E27FC236}">
                <a16:creationId xmlns:a16="http://schemas.microsoft.com/office/drawing/2014/main" id="{91812F8D-9A7C-41BB-B30F-9AC8AEFA2073}"/>
              </a:ext>
            </a:extLst>
          </p:cNvPr>
          <p:cNvSpPr>
            <a:spLocks noGrp="1"/>
          </p:cNvSpPr>
          <p:nvPr/>
        </p:nvSpPr>
        <p:spPr>
          <a:xfrm>
            <a:off x="6259884" y="6776115"/>
            <a:ext cx="15279" cy="15279"/>
          </a:xfrm>
          <a:prstGeom prst="ellipse">
            <a:avLst/>
          </a:prstGeom>
          <a:solidFill>
            <a:srgbClr val="EB4A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knowledge-node">
            <a:extLst>
              <a:ext uri="{FF2B5EF4-FFF2-40B4-BE49-F238E27FC236}">
                <a16:creationId xmlns:a16="http://schemas.microsoft.com/office/drawing/2014/main" id="{8CE05C1D-D915-415C-99DA-4E94720972C5}"/>
              </a:ext>
            </a:extLst>
          </p:cNvPr>
          <p:cNvSpPr>
            <a:spLocks noGrp="1"/>
          </p:cNvSpPr>
          <p:nvPr/>
        </p:nvSpPr>
        <p:spPr>
          <a:xfrm>
            <a:off x="6749899" y="5941574"/>
            <a:ext cx="20212" cy="20212"/>
          </a:xfrm>
          <a:prstGeom prst="ellipse">
            <a:avLst/>
          </a:prstGeom>
          <a:solidFill>
            <a:srgbClr val="ED59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knowledge-node">
            <a:extLst>
              <a:ext uri="{FF2B5EF4-FFF2-40B4-BE49-F238E27FC236}">
                <a16:creationId xmlns:a16="http://schemas.microsoft.com/office/drawing/2014/main" id="{4BBD3DD4-8BC8-4149-9C53-6981E1E8CC8B}"/>
              </a:ext>
            </a:extLst>
          </p:cNvPr>
          <p:cNvSpPr>
            <a:spLocks noGrp="1"/>
          </p:cNvSpPr>
          <p:nvPr/>
        </p:nvSpPr>
        <p:spPr>
          <a:xfrm>
            <a:off x="6808393" y="6243825"/>
            <a:ext cx="20845" cy="20845"/>
          </a:xfrm>
          <a:prstGeom prst="ellipse">
            <a:avLst/>
          </a:prstGeom>
          <a:solidFill>
            <a:srgbClr val="ED59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9" name="knowledge-node">
            <a:extLst>
              <a:ext uri="{FF2B5EF4-FFF2-40B4-BE49-F238E27FC236}">
                <a16:creationId xmlns:a16="http://schemas.microsoft.com/office/drawing/2014/main" id="{D56836A4-B12F-48A8-9B69-E0F11B10C50F}"/>
              </a:ext>
            </a:extLst>
          </p:cNvPr>
          <p:cNvSpPr>
            <a:spLocks noGrp="1"/>
          </p:cNvSpPr>
          <p:nvPr/>
        </p:nvSpPr>
        <p:spPr>
          <a:xfrm>
            <a:off x="6591054" y="6529444"/>
            <a:ext cx="19810" cy="19810"/>
          </a:xfrm>
          <a:prstGeom prst="ellipse">
            <a:avLst/>
          </a:prstGeom>
          <a:solidFill>
            <a:srgbClr val="ED59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knowledge-node">
            <a:extLst>
              <a:ext uri="{FF2B5EF4-FFF2-40B4-BE49-F238E27FC236}">
                <a16:creationId xmlns:a16="http://schemas.microsoft.com/office/drawing/2014/main" id="{90090067-C85B-4933-8077-4311AB49E225}"/>
              </a:ext>
            </a:extLst>
          </p:cNvPr>
          <p:cNvSpPr>
            <a:spLocks noGrp="1"/>
          </p:cNvSpPr>
          <p:nvPr/>
        </p:nvSpPr>
        <p:spPr>
          <a:xfrm>
            <a:off x="6715127" y="6447082"/>
            <a:ext cx="72238" cy="72238"/>
          </a:xfrm>
          <a:prstGeom prst="ellipse">
            <a:avLst/>
          </a:prstGeom>
          <a:solidFill>
            <a:srgbClr val="ED592C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41" name="knowledge-node">
            <a:extLst>
              <a:ext uri="{FF2B5EF4-FFF2-40B4-BE49-F238E27FC236}">
                <a16:creationId xmlns:a16="http://schemas.microsoft.com/office/drawing/2014/main" id="{75257FDB-769D-4232-BB6F-2A470BE829A3}"/>
              </a:ext>
            </a:extLst>
          </p:cNvPr>
          <p:cNvSpPr>
            <a:spLocks noGrp="1"/>
          </p:cNvSpPr>
          <p:nvPr/>
        </p:nvSpPr>
        <p:spPr>
          <a:xfrm>
            <a:off x="6602469" y="6553903"/>
            <a:ext cx="15541" cy="15541"/>
          </a:xfrm>
          <a:prstGeom prst="ellipse">
            <a:avLst/>
          </a:prstGeom>
          <a:solidFill>
            <a:srgbClr val="ED59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knowledge-node">
            <a:extLst>
              <a:ext uri="{FF2B5EF4-FFF2-40B4-BE49-F238E27FC236}">
                <a16:creationId xmlns:a16="http://schemas.microsoft.com/office/drawing/2014/main" id="{8651D20D-E7D9-4D58-A7EA-2DBBDF643576}"/>
              </a:ext>
            </a:extLst>
          </p:cNvPr>
          <p:cNvSpPr>
            <a:spLocks noGrp="1"/>
          </p:cNvSpPr>
          <p:nvPr/>
        </p:nvSpPr>
        <p:spPr>
          <a:xfrm>
            <a:off x="6563739" y="6676190"/>
            <a:ext cx="18338" cy="18338"/>
          </a:xfrm>
          <a:prstGeom prst="ellipse">
            <a:avLst/>
          </a:prstGeom>
          <a:solidFill>
            <a:srgbClr val="ED59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3" name="knowledge-node">
            <a:extLst>
              <a:ext uri="{FF2B5EF4-FFF2-40B4-BE49-F238E27FC236}">
                <a16:creationId xmlns:a16="http://schemas.microsoft.com/office/drawing/2014/main" id="{F2EE9AF1-7DFD-4CC1-AB15-1DBC974DACB8}"/>
              </a:ext>
            </a:extLst>
          </p:cNvPr>
          <p:cNvSpPr>
            <a:spLocks noGrp="1"/>
          </p:cNvSpPr>
          <p:nvPr/>
        </p:nvSpPr>
        <p:spPr>
          <a:xfrm>
            <a:off x="6995991" y="6084914"/>
            <a:ext cx="21902" cy="21902"/>
          </a:xfrm>
          <a:prstGeom prst="ellipse">
            <a:avLst/>
          </a:prstGeom>
          <a:solidFill>
            <a:srgbClr val="EF68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knowledge-node">
            <a:extLst>
              <a:ext uri="{FF2B5EF4-FFF2-40B4-BE49-F238E27FC236}">
                <a16:creationId xmlns:a16="http://schemas.microsoft.com/office/drawing/2014/main" id="{B352ABD0-ECF1-4E5D-B7F1-1DF63DDB3953}"/>
              </a:ext>
            </a:extLst>
          </p:cNvPr>
          <p:cNvSpPr>
            <a:spLocks noGrp="1"/>
          </p:cNvSpPr>
          <p:nvPr/>
        </p:nvSpPr>
        <p:spPr>
          <a:xfrm>
            <a:off x="7026518" y="6263506"/>
            <a:ext cx="27313" cy="27313"/>
          </a:xfrm>
          <a:prstGeom prst="ellipse">
            <a:avLst/>
          </a:prstGeom>
          <a:solidFill>
            <a:srgbClr val="EF68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5" name="knowledge-node">
            <a:extLst>
              <a:ext uri="{FF2B5EF4-FFF2-40B4-BE49-F238E27FC236}">
                <a16:creationId xmlns:a16="http://schemas.microsoft.com/office/drawing/2014/main" id="{8F50AF79-702F-45BB-A321-BDEA7BF3F5AB}"/>
              </a:ext>
            </a:extLst>
          </p:cNvPr>
          <p:cNvSpPr>
            <a:spLocks noGrp="1"/>
          </p:cNvSpPr>
          <p:nvPr/>
        </p:nvSpPr>
        <p:spPr>
          <a:xfrm>
            <a:off x="7227342" y="6331957"/>
            <a:ext cx="23267" cy="23267"/>
          </a:xfrm>
          <a:prstGeom prst="ellipse">
            <a:avLst/>
          </a:prstGeom>
          <a:solidFill>
            <a:srgbClr val="EF68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knowledge-node">
            <a:extLst>
              <a:ext uri="{FF2B5EF4-FFF2-40B4-BE49-F238E27FC236}">
                <a16:creationId xmlns:a16="http://schemas.microsoft.com/office/drawing/2014/main" id="{2FC2E6EA-76A5-467A-BF3D-AE07C99E746E}"/>
              </a:ext>
            </a:extLst>
          </p:cNvPr>
          <p:cNvSpPr>
            <a:spLocks noGrp="1"/>
          </p:cNvSpPr>
          <p:nvPr/>
        </p:nvSpPr>
        <p:spPr>
          <a:xfrm>
            <a:off x="7159817" y="6465998"/>
            <a:ext cx="40389" cy="40389"/>
          </a:xfrm>
          <a:prstGeom prst="ellipse">
            <a:avLst/>
          </a:prstGeom>
          <a:solidFill>
            <a:srgbClr val="EF6826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47" name="knowledge-node">
            <a:extLst>
              <a:ext uri="{FF2B5EF4-FFF2-40B4-BE49-F238E27FC236}">
                <a16:creationId xmlns:a16="http://schemas.microsoft.com/office/drawing/2014/main" id="{F7F10598-333B-46D8-B396-339AECD79310}"/>
              </a:ext>
            </a:extLst>
          </p:cNvPr>
          <p:cNvSpPr>
            <a:spLocks noGrp="1"/>
          </p:cNvSpPr>
          <p:nvPr/>
        </p:nvSpPr>
        <p:spPr>
          <a:xfrm>
            <a:off x="6963578" y="6564789"/>
            <a:ext cx="21011" cy="21011"/>
          </a:xfrm>
          <a:prstGeom prst="ellipse">
            <a:avLst/>
          </a:prstGeom>
          <a:solidFill>
            <a:srgbClr val="EF68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knowledge-node">
            <a:extLst>
              <a:ext uri="{FF2B5EF4-FFF2-40B4-BE49-F238E27FC236}">
                <a16:creationId xmlns:a16="http://schemas.microsoft.com/office/drawing/2014/main" id="{D83F0E92-691A-4ADD-A17D-F0E84A9EB679}"/>
              </a:ext>
            </a:extLst>
          </p:cNvPr>
          <p:cNvSpPr>
            <a:spLocks noGrp="1"/>
          </p:cNvSpPr>
          <p:nvPr/>
        </p:nvSpPr>
        <p:spPr>
          <a:xfrm>
            <a:off x="6996266" y="6771342"/>
            <a:ext cx="14939" cy="14939"/>
          </a:xfrm>
          <a:prstGeom prst="ellipse">
            <a:avLst/>
          </a:prstGeom>
          <a:solidFill>
            <a:srgbClr val="EF68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9" name="knowledge-node">
            <a:extLst>
              <a:ext uri="{FF2B5EF4-FFF2-40B4-BE49-F238E27FC236}">
                <a16:creationId xmlns:a16="http://schemas.microsoft.com/office/drawing/2014/main" id="{3D468424-4189-449A-9E05-08D643565470}"/>
              </a:ext>
            </a:extLst>
          </p:cNvPr>
          <p:cNvSpPr>
            <a:spLocks noGrp="1"/>
          </p:cNvSpPr>
          <p:nvPr/>
        </p:nvSpPr>
        <p:spPr>
          <a:xfrm>
            <a:off x="7647411" y="6062748"/>
            <a:ext cx="25758" cy="25758"/>
          </a:xfrm>
          <a:prstGeom prst="ellipse">
            <a:avLst/>
          </a:prstGeom>
          <a:solidFill>
            <a:srgbClr val="F176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knowledge-node">
            <a:extLst>
              <a:ext uri="{FF2B5EF4-FFF2-40B4-BE49-F238E27FC236}">
                <a16:creationId xmlns:a16="http://schemas.microsoft.com/office/drawing/2014/main" id="{B036C0B2-D323-418C-8953-B826C4A98331}"/>
              </a:ext>
            </a:extLst>
          </p:cNvPr>
          <p:cNvSpPr>
            <a:spLocks noGrp="1"/>
          </p:cNvSpPr>
          <p:nvPr/>
        </p:nvSpPr>
        <p:spPr>
          <a:xfrm>
            <a:off x="7506038" y="6232911"/>
            <a:ext cx="23034" cy="23034"/>
          </a:xfrm>
          <a:prstGeom prst="ellipse">
            <a:avLst/>
          </a:prstGeom>
          <a:solidFill>
            <a:srgbClr val="F176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knowledge-node">
            <a:extLst>
              <a:ext uri="{FF2B5EF4-FFF2-40B4-BE49-F238E27FC236}">
                <a16:creationId xmlns:a16="http://schemas.microsoft.com/office/drawing/2014/main" id="{E05D7925-3278-49DC-A507-E7298A091368}"/>
              </a:ext>
            </a:extLst>
          </p:cNvPr>
          <p:cNvSpPr>
            <a:spLocks noGrp="1"/>
          </p:cNvSpPr>
          <p:nvPr/>
        </p:nvSpPr>
        <p:spPr>
          <a:xfrm>
            <a:off x="7477552" y="6376465"/>
            <a:ext cx="16896" cy="16896"/>
          </a:xfrm>
          <a:prstGeom prst="ellipse">
            <a:avLst/>
          </a:prstGeom>
          <a:solidFill>
            <a:srgbClr val="F176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knowledge-node">
            <a:extLst>
              <a:ext uri="{FF2B5EF4-FFF2-40B4-BE49-F238E27FC236}">
                <a16:creationId xmlns:a16="http://schemas.microsoft.com/office/drawing/2014/main" id="{08E52133-BF14-4FE5-9817-B6DE89408CB1}"/>
              </a:ext>
            </a:extLst>
          </p:cNvPr>
          <p:cNvSpPr>
            <a:spLocks noGrp="1"/>
          </p:cNvSpPr>
          <p:nvPr/>
        </p:nvSpPr>
        <p:spPr>
          <a:xfrm>
            <a:off x="7486265" y="6414989"/>
            <a:ext cx="49009" cy="49009"/>
          </a:xfrm>
          <a:prstGeom prst="ellipse">
            <a:avLst/>
          </a:prstGeom>
          <a:solidFill>
            <a:srgbClr val="F1762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53" name="knowledge-node">
            <a:extLst>
              <a:ext uri="{FF2B5EF4-FFF2-40B4-BE49-F238E27FC236}">
                <a16:creationId xmlns:a16="http://schemas.microsoft.com/office/drawing/2014/main" id="{0D6C6C2F-6379-4186-A1D9-1E7E5931B8D4}"/>
              </a:ext>
            </a:extLst>
          </p:cNvPr>
          <p:cNvSpPr>
            <a:spLocks noGrp="1"/>
          </p:cNvSpPr>
          <p:nvPr/>
        </p:nvSpPr>
        <p:spPr>
          <a:xfrm>
            <a:off x="7499765" y="6529642"/>
            <a:ext cx="16820" cy="16820"/>
          </a:xfrm>
          <a:prstGeom prst="ellipse">
            <a:avLst/>
          </a:prstGeom>
          <a:solidFill>
            <a:srgbClr val="F176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4" name="knowledge-node">
            <a:extLst>
              <a:ext uri="{FF2B5EF4-FFF2-40B4-BE49-F238E27FC236}">
                <a16:creationId xmlns:a16="http://schemas.microsoft.com/office/drawing/2014/main" id="{518E94E5-A362-47FD-98AC-B30116B47759}"/>
              </a:ext>
            </a:extLst>
          </p:cNvPr>
          <p:cNvSpPr>
            <a:spLocks noGrp="1"/>
          </p:cNvSpPr>
          <p:nvPr/>
        </p:nvSpPr>
        <p:spPr>
          <a:xfrm>
            <a:off x="7524249" y="6619444"/>
            <a:ext cx="73835" cy="73835"/>
          </a:xfrm>
          <a:prstGeom prst="ellipse">
            <a:avLst/>
          </a:prstGeom>
          <a:solidFill>
            <a:srgbClr val="F17621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55" name="knowledge-node">
            <a:extLst>
              <a:ext uri="{FF2B5EF4-FFF2-40B4-BE49-F238E27FC236}">
                <a16:creationId xmlns:a16="http://schemas.microsoft.com/office/drawing/2014/main" id="{EE29365E-3942-49EF-8C3B-FECD1C96E509}"/>
              </a:ext>
            </a:extLst>
          </p:cNvPr>
          <p:cNvSpPr>
            <a:spLocks noGrp="1"/>
          </p:cNvSpPr>
          <p:nvPr/>
        </p:nvSpPr>
        <p:spPr>
          <a:xfrm>
            <a:off x="7921589" y="5942693"/>
            <a:ext cx="18103" cy="18103"/>
          </a:xfrm>
          <a:prstGeom prst="ellipse">
            <a:avLst/>
          </a:prstGeom>
          <a:solidFill>
            <a:srgbClr val="F385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knowledge-node">
            <a:extLst>
              <a:ext uri="{FF2B5EF4-FFF2-40B4-BE49-F238E27FC236}">
                <a16:creationId xmlns:a16="http://schemas.microsoft.com/office/drawing/2014/main" id="{5C3807C4-88F6-40A3-B933-7A0AE87FE27F}"/>
              </a:ext>
            </a:extLst>
          </p:cNvPr>
          <p:cNvSpPr>
            <a:spLocks noGrp="1"/>
          </p:cNvSpPr>
          <p:nvPr/>
        </p:nvSpPr>
        <p:spPr>
          <a:xfrm>
            <a:off x="7886608" y="6137787"/>
            <a:ext cx="14227" cy="14227"/>
          </a:xfrm>
          <a:prstGeom prst="ellipse">
            <a:avLst/>
          </a:prstGeom>
          <a:solidFill>
            <a:srgbClr val="F385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knowledge-node">
            <a:extLst>
              <a:ext uri="{FF2B5EF4-FFF2-40B4-BE49-F238E27FC236}">
                <a16:creationId xmlns:a16="http://schemas.microsoft.com/office/drawing/2014/main" id="{BF2C9EBF-A8A6-4499-8CFC-0ED046457A8E}"/>
              </a:ext>
            </a:extLst>
          </p:cNvPr>
          <p:cNvSpPr>
            <a:spLocks noGrp="1"/>
          </p:cNvSpPr>
          <p:nvPr/>
        </p:nvSpPr>
        <p:spPr>
          <a:xfrm>
            <a:off x="7802195" y="6202160"/>
            <a:ext cx="19604" cy="19604"/>
          </a:xfrm>
          <a:prstGeom prst="ellipse">
            <a:avLst/>
          </a:prstGeom>
          <a:solidFill>
            <a:srgbClr val="F385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knowledge-node">
            <a:extLst>
              <a:ext uri="{FF2B5EF4-FFF2-40B4-BE49-F238E27FC236}">
                <a16:creationId xmlns:a16="http://schemas.microsoft.com/office/drawing/2014/main" id="{BB161B5B-01FB-4EA5-9349-85974219AF91}"/>
              </a:ext>
            </a:extLst>
          </p:cNvPr>
          <p:cNvSpPr>
            <a:spLocks noGrp="1"/>
          </p:cNvSpPr>
          <p:nvPr/>
        </p:nvSpPr>
        <p:spPr>
          <a:xfrm>
            <a:off x="8008461" y="6233534"/>
            <a:ext cx="24976" cy="24976"/>
          </a:xfrm>
          <a:prstGeom prst="ellipse">
            <a:avLst/>
          </a:prstGeom>
          <a:solidFill>
            <a:srgbClr val="F385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knowledge-node">
            <a:extLst>
              <a:ext uri="{FF2B5EF4-FFF2-40B4-BE49-F238E27FC236}">
                <a16:creationId xmlns:a16="http://schemas.microsoft.com/office/drawing/2014/main" id="{F19D67F0-7A25-424F-AD56-B6041293DDBF}"/>
              </a:ext>
            </a:extLst>
          </p:cNvPr>
          <p:cNvSpPr>
            <a:spLocks noGrp="1"/>
          </p:cNvSpPr>
          <p:nvPr/>
        </p:nvSpPr>
        <p:spPr>
          <a:xfrm>
            <a:off x="7776808" y="6486031"/>
            <a:ext cx="17902" cy="17902"/>
          </a:xfrm>
          <a:prstGeom prst="ellipse">
            <a:avLst/>
          </a:prstGeom>
          <a:solidFill>
            <a:srgbClr val="F385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0" name="knowledge-node">
            <a:extLst>
              <a:ext uri="{FF2B5EF4-FFF2-40B4-BE49-F238E27FC236}">
                <a16:creationId xmlns:a16="http://schemas.microsoft.com/office/drawing/2014/main" id="{045400AC-E093-45FD-B36D-8BEED181FD73}"/>
              </a:ext>
            </a:extLst>
          </p:cNvPr>
          <p:cNvSpPr>
            <a:spLocks noGrp="1"/>
          </p:cNvSpPr>
          <p:nvPr/>
        </p:nvSpPr>
        <p:spPr>
          <a:xfrm>
            <a:off x="8000426" y="6723710"/>
            <a:ext cx="15711" cy="15711"/>
          </a:xfrm>
          <a:prstGeom prst="ellipse">
            <a:avLst/>
          </a:prstGeom>
          <a:solidFill>
            <a:srgbClr val="F385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knowledge-node">
            <a:extLst>
              <a:ext uri="{FF2B5EF4-FFF2-40B4-BE49-F238E27FC236}">
                <a16:creationId xmlns:a16="http://schemas.microsoft.com/office/drawing/2014/main" id="{99E8262A-94B0-4565-B1A5-AB13FA59DBC5}"/>
              </a:ext>
            </a:extLst>
          </p:cNvPr>
          <p:cNvSpPr>
            <a:spLocks noGrp="1"/>
          </p:cNvSpPr>
          <p:nvPr/>
        </p:nvSpPr>
        <p:spPr>
          <a:xfrm>
            <a:off x="8152437" y="5957351"/>
            <a:ext cx="49754" cy="49754"/>
          </a:xfrm>
          <a:prstGeom prst="ellipse">
            <a:avLst/>
          </a:prstGeom>
          <a:solidFill>
            <a:srgbClr val="F5941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62" name="knowledge-node">
            <a:extLst>
              <a:ext uri="{FF2B5EF4-FFF2-40B4-BE49-F238E27FC236}">
                <a16:creationId xmlns:a16="http://schemas.microsoft.com/office/drawing/2014/main" id="{1F42A069-7BBA-41AB-BC16-B9A246C91EC3}"/>
              </a:ext>
            </a:extLst>
          </p:cNvPr>
          <p:cNvSpPr>
            <a:spLocks noGrp="1"/>
          </p:cNvSpPr>
          <p:nvPr/>
        </p:nvSpPr>
        <p:spPr>
          <a:xfrm>
            <a:off x="8293961" y="6161543"/>
            <a:ext cx="17837" cy="17837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knowledge-node">
            <a:extLst>
              <a:ext uri="{FF2B5EF4-FFF2-40B4-BE49-F238E27FC236}">
                <a16:creationId xmlns:a16="http://schemas.microsoft.com/office/drawing/2014/main" id="{DD33E4F6-CA5A-4C76-B92C-D02E881D7BAF}"/>
              </a:ext>
            </a:extLst>
          </p:cNvPr>
          <p:cNvSpPr>
            <a:spLocks noGrp="1"/>
          </p:cNvSpPr>
          <p:nvPr/>
        </p:nvSpPr>
        <p:spPr>
          <a:xfrm>
            <a:off x="8189818" y="6075100"/>
            <a:ext cx="23500" cy="23500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4" name="knowledge-node">
            <a:extLst>
              <a:ext uri="{FF2B5EF4-FFF2-40B4-BE49-F238E27FC236}">
                <a16:creationId xmlns:a16="http://schemas.microsoft.com/office/drawing/2014/main" id="{CA8786EF-9322-4BEF-9D8D-792981F9A0E2}"/>
              </a:ext>
            </a:extLst>
          </p:cNvPr>
          <p:cNvSpPr>
            <a:spLocks noGrp="1"/>
          </p:cNvSpPr>
          <p:nvPr/>
        </p:nvSpPr>
        <p:spPr>
          <a:xfrm>
            <a:off x="8166495" y="6154041"/>
            <a:ext cx="17134" cy="17134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knowledge-node">
            <a:extLst>
              <a:ext uri="{FF2B5EF4-FFF2-40B4-BE49-F238E27FC236}">
                <a16:creationId xmlns:a16="http://schemas.microsoft.com/office/drawing/2014/main" id="{16B9AD14-6D30-485D-A5E8-B0A2D02D8687}"/>
              </a:ext>
            </a:extLst>
          </p:cNvPr>
          <p:cNvSpPr>
            <a:spLocks noGrp="1"/>
          </p:cNvSpPr>
          <p:nvPr/>
        </p:nvSpPr>
        <p:spPr>
          <a:xfrm>
            <a:off x="8322443" y="6327512"/>
            <a:ext cx="15140" cy="15140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knowledge-node">
            <a:extLst>
              <a:ext uri="{FF2B5EF4-FFF2-40B4-BE49-F238E27FC236}">
                <a16:creationId xmlns:a16="http://schemas.microsoft.com/office/drawing/2014/main" id="{DAC84C71-972B-4214-B480-132B257B3F54}"/>
              </a:ext>
            </a:extLst>
          </p:cNvPr>
          <p:cNvSpPr>
            <a:spLocks noGrp="1"/>
          </p:cNvSpPr>
          <p:nvPr/>
        </p:nvSpPr>
        <p:spPr>
          <a:xfrm>
            <a:off x="8134669" y="6737254"/>
            <a:ext cx="25239" cy="25239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knowledge-node">
            <a:extLst>
              <a:ext uri="{FF2B5EF4-FFF2-40B4-BE49-F238E27FC236}">
                <a16:creationId xmlns:a16="http://schemas.microsoft.com/office/drawing/2014/main" id="{74050817-EB12-4653-977D-6E53BA21FB8A}"/>
              </a:ext>
            </a:extLst>
          </p:cNvPr>
          <p:cNvSpPr>
            <a:spLocks noGrp="1"/>
          </p:cNvSpPr>
          <p:nvPr/>
        </p:nvSpPr>
        <p:spPr>
          <a:xfrm>
            <a:off x="8680927" y="5968251"/>
            <a:ext cx="19646" cy="19646"/>
          </a:xfrm>
          <a:prstGeom prst="ellipse">
            <a:avLst/>
          </a:prstGeom>
          <a:solidFill>
            <a:srgbClr val="F7A2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8" name="knowledge-node">
            <a:extLst>
              <a:ext uri="{FF2B5EF4-FFF2-40B4-BE49-F238E27FC236}">
                <a16:creationId xmlns:a16="http://schemas.microsoft.com/office/drawing/2014/main" id="{98F4530A-BECF-4F30-BE1A-A4CC42196A61}"/>
              </a:ext>
            </a:extLst>
          </p:cNvPr>
          <p:cNvSpPr>
            <a:spLocks noGrp="1"/>
          </p:cNvSpPr>
          <p:nvPr/>
        </p:nvSpPr>
        <p:spPr>
          <a:xfrm>
            <a:off x="8747505" y="5902326"/>
            <a:ext cx="16344" cy="16344"/>
          </a:xfrm>
          <a:prstGeom prst="ellipse">
            <a:avLst/>
          </a:prstGeom>
          <a:solidFill>
            <a:srgbClr val="F7A2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knowledge-node">
            <a:extLst>
              <a:ext uri="{FF2B5EF4-FFF2-40B4-BE49-F238E27FC236}">
                <a16:creationId xmlns:a16="http://schemas.microsoft.com/office/drawing/2014/main" id="{BD86A46F-9365-4B2A-B68C-92EEE544F4F9}"/>
              </a:ext>
            </a:extLst>
          </p:cNvPr>
          <p:cNvSpPr>
            <a:spLocks noGrp="1"/>
          </p:cNvSpPr>
          <p:nvPr/>
        </p:nvSpPr>
        <p:spPr>
          <a:xfrm>
            <a:off x="8718257" y="6010002"/>
            <a:ext cx="17244" cy="17244"/>
          </a:xfrm>
          <a:prstGeom prst="ellipse">
            <a:avLst/>
          </a:prstGeom>
          <a:solidFill>
            <a:srgbClr val="F7A2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0" name="knowledge-node">
            <a:extLst>
              <a:ext uri="{FF2B5EF4-FFF2-40B4-BE49-F238E27FC236}">
                <a16:creationId xmlns:a16="http://schemas.microsoft.com/office/drawing/2014/main" id="{82A21613-339F-42EE-BF11-7792D73D2890}"/>
              </a:ext>
            </a:extLst>
          </p:cNvPr>
          <p:cNvSpPr>
            <a:spLocks noGrp="1"/>
          </p:cNvSpPr>
          <p:nvPr/>
        </p:nvSpPr>
        <p:spPr>
          <a:xfrm>
            <a:off x="8792511" y="6034389"/>
            <a:ext cx="15163" cy="15163"/>
          </a:xfrm>
          <a:prstGeom prst="ellipse">
            <a:avLst/>
          </a:prstGeom>
          <a:solidFill>
            <a:srgbClr val="F7A2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knowledge-node">
            <a:extLst>
              <a:ext uri="{FF2B5EF4-FFF2-40B4-BE49-F238E27FC236}">
                <a16:creationId xmlns:a16="http://schemas.microsoft.com/office/drawing/2014/main" id="{8F082767-2A2D-4BE1-90E6-49E9A58C1F4C}"/>
              </a:ext>
            </a:extLst>
          </p:cNvPr>
          <p:cNvSpPr>
            <a:spLocks noGrp="1"/>
          </p:cNvSpPr>
          <p:nvPr/>
        </p:nvSpPr>
        <p:spPr>
          <a:xfrm>
            <a:off x="8574009" y="6304186"/>
            <a:ext cx="43510" cy="43510"/>
          </a:xfrm>
          <a:prstGeom prst="ellipse">
            <a:avLst/>
          </a:prstGeom>
          <a:solidFill>
            <a:srgbClr val="F7A20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72" name="knowledge-node">
            <a:extLst>
              <a:ext uri="{FF2B5EF4-FFF2-40B4-BE49-F238E27FC236}">
                <a16:creationId xmlns:a16="http://schemas.microsoft.com/office/drawing/2014/main" id="{187A243A-00C7-42DD-B068-079DC1649FEC}"/>
              </a:ext>
            </a:extLst>
          </p:cNvPr>
          <p:cNvSpPr>
            <a:spLocks noGrp="1"/>
          </p:cNvSpPr>
          <p:nvPr/>
        </p:nvSpPr>
        <p:spPr>
          <a:xfrm>
            <a:off x="8700601" y="6710131"/>
            <a:ext cx="14244" cy="14244"/>
          </a:xfrm>
          <a:prstGeom prst="ellipse">
            <a:avLst/>
          </a:prstGeom>
          <a:solidFill>
            <a:srgbClr val="F7A2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knowledge-node">
            <a:extLst>
              <a:ext uri="{FF2B5EF4-FFF2-40B4-BE49-F238E27FC236}">
                <a16:creationId xmlns:a16="http://schemas.microsoft.com/office/drawing/2014/main" id="{D82E3153-FEAC-4DB0-8F70-0C6B6B34A20E}"/>
              </a:ext>
            </a:extLst>
          </p:cNvPr>
          <p:cNvSpPr>
            <a:spLocks noGrp="1"/>
          </p:cNvSpPr>
          <p:nvPr/>
        </p:nvSpPr>
        <p:spPr>
          <a:xfrm>
            <a:off x="9016654" y="5643718"/>
            <a:ext cx="17109" cy="17109"/>
          </a:xfrm>
          <a:prstGeom prst="ellipse">
            <a:avLst/>
          </a:prstGeom>
          <a:solidFill>
            <a:srgbClr val="F9B10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knowledge-node">
            <a:extLst>
              <a:ext uri="{FF2B5EF4-FFF2-40B4-BE49-F238E27FC236}">
                <a16:creationId xmlns:a16="http://schemas.microsoft.com/office/drawing/2014/main" id="{65A69717-CF19-4087-AF2F-66514FBF1602}"/>
              </a:ext>
            </a:extLst>
          </p:cNvPr>
          <p:cNvSpPr>
            <a:spLocks noGrp="1"/>
          </p:cNvSpPr>
          <p:nvPr/>
        </p:nvSpPr>
        <p:spPr>
          <a:xfrm>
            <a:off x="8958709" y="5799763"/>
            <a:ext cx="17884" cy="17884"/>
          </a:xfrm>
          <a:prstGeom prst="ellipse">
            <a:avLst/>
          </a:prstGeom>
          <a:solidFill>
            <a:srgbClr val="F9B10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5" name="knowledge-node">
            <a:extLst>
              <a:ext uri="{FF2B5EF4-FFF2-40B4-BE49-F238E27FC236}">
                <a16:creationId xmlns:a16="http://schemas.microsoft.com/office/drawing/2014/main" id="{9F65BC91-2794-412A-A36E-F1B552F11B73}"/>
              </a:ext>
            </a:extLst>
          </p:cNvPr>
          <p:cNvSpPr>
            <a:spLocks noGrp="1"/>
          </p:cNvSpPr>
          <p:nvPr/>
        </p:nvSpPr>
        <p:spPr>
          <a:xfrm>
            <a:off x="8991702" y="5866729"/>
            <a:ext cx="52324" cy="52324"/>
          </a:xfrm>
          <a:prstGeom prst="ellipse">
            <a:avLst/>
          </a:prstGeom>
          <a:solidFill>
            <a:srgbClr val="F9B10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76" name="knowledge-node">
            <a:extLst>
              <a:ext uri="{FF2B5EF4-FFF2-40B4-BE49-F238E27FC236}">
                <a16:creationId xmlns:a16="http://schemas.microsoft.com/office/drawing/2014/main" id="{2C1E437D-7A5A-4A51-A671-DC1A49991583}"/>
              </a:ext>
            </a:extLst>
          </p:cNvPr>
          <p:cNvSpPr>
            <a:spLocks noGrp="1"/>
          </p:cNvSpPr>
          <p:nvPr/>
        </p:nvSpPr>
        <p:spPr>
          <a:xfrm>
            <a:off x="8964711" y="5924844"/>
            <a:ext cx="25677" cy="25677"/>
          </a:xfrm>
          <a:prstGeom prst="ellipse">
            <a:avLst/>
          </a:prstGeom>
          <a:solidFill>
            <a:srgbClr val="F9B10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knowledge-node">
            <a:extLst>
              <a:ext uri="{FF2B5EF4-FFF2-40B4-BE49-F238E27FC236}">
                <a16:creationId xmlns:a16="http://schemas.microsoft.com/office/drawing/2014/main" id="{A969AC33-9BBE-48FD-BF99-77C65B437FA0}"/>
              </a:ext>
            </a:extLst>
          </p:cNvPr>
          <p:cNvSpPr>
            <a:spLocks noGrp="1"/>
          </p:cNvSpPr>
          <p:nvPr/>
        </p:nvSpPr>
        <p:spPr>
          <a:xfrm>
            <a:off x="9157961" y="6177313"/>
            <a:ext cx="59656" cy="59656"/>
          </a:xfrm>
          <a:prstGeom prst="ellipse">
            <a:avLst/>
          </a:prstGeom>
          <a:solidFill>
            <a:srgbClr val="F9B10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78" name="knowledge-node">
            <a:extLst>
              <a:ext uri="{FF2B5EF4-FFF2-40B4-BE49-F238E27FC236}">
                <a16:creationId xmlns:a16="http://schemas.microsoft.com/office/drawing/2014/main" id="{A936F02E-37B8-4D28-9A12-54E0E62CBBA0}"/>
              </a:ext>
            </a:extLst>
          </p:cNvPr>
          <p:cNvSpPr>
            <a:spLocks noGrp="1"/>
          </p:cNvSpPr>
          <p:nvPr/>
        </p:nvSpPr>
        <p:spPr>
          <a:xfrm>
            <a:off x="9207062" y="6481304"/>
            <a:ext cx="27129" cy="27129"/>
          </a:xfrm>
          <a:prstGeom prst="ellipse">
            <a:avLst/>
          </a:prstGeom>
          <a:solidFill>
            <a:srgbClr val="F9B10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knowledge-node">
            <a:extLst>
              <a:ext uri="{FF2B5EF4-FFF2-40B4-BE49-F238E27FC236}">
                <a16:creationId xmlns:a16="http://schemas.microsoft.com/office/drawing/2014/main" id="{064183F6-B0B8-46CB-A389-CB73C0A1EAA2}"/>
              </a:ext>
            </a:extLst>
          </p:cNvPr>
          <p:cNvSpPr>
            <a:spLocks noGrp="1"/>
          </p:cNvSpPr>
          <p:nvPr/>
        </p:nvSpPr>
        <p:spPr>
          <a:xfrm>
            <a:off x="9610457" y="5651394"/>
            <a:ext cx="21952" cy="21952"/>
          </a:xfrm>
          <a:prstGeom prst="ellipse">
            <a:avLst/>
          </a:prstGeom>
          <a:solidFill>
            <a:srgbClr val="F5BB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knowledge-node">
            <a:extLst>
              <a:ext uri="{FF2B5EF4-FFF2-40B4-BE49-F238E27FC236}">
                <a16:creationId xmlns:a16="http://schemas.microsoft.com/office/drawing/2014/main" id="{89608BBC-6060-47AB-9153-DFE000B5154E}"/>
              </a:ext>
            </a:extLst>
          </p:cNvPr>
          <p:cNvSpPr>
            <a:spLocks noGrp="1"/>
          </p:cNvSpPr>
          <p:nvPr/>
        </p:nvSpPr>
        <p:spPr>
          <a:xfrm>
            <a:off x="9512101" y="5488062"/>
            <a:ext cx="46411" cy="46411"/>
          </a:xfrm>
          <a:prstGeom prst="ellipse">
            <a:avLst/>
          </a:prstGeom>
          <a:solidFill>
            <a:srgbClr val="F5BB0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81" name="knowledge-node">
            <a:extLst>
              <a:ext uri="{FF2B5EF4-FFF2-40B4-BE49-F238E27FC236}">
                <a16:creationId xmlns:a16="http://schemas.microsoft.com/office/drawing/2014/main" id="{CE757392-3C57-470E-99DA-4BE1BCEFD1D0}"/>
              </a:ext>
            </a:extLst>
          </p:cNvPr>
          <p:cNvSpPr>
            <a:spLocks noGrp="1"/>
          </p:cNvSpPr>
          <p:nvPr/>
        </p:nvSpPr>
        <p:spPr>
          <a:xfrm>
            <a:off x="9547643" y="5750307"/>
            <a:ext cx="21314" cy="21314"/>
          </a:xfrm>
          <a:prstGeom prst="ellipse">
            <a:avLst/>
          </a:prstGeom>
          <a:solidFill>
            <a:srgbClr val="F5BB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knowledge-node">
            <a:extLst>
              <a:ext uri="{FF2B5EF4-FFF2-40B4-BE49-F238E27FC236}">
                <a16:creationId xmlns:a16="http://schemas.microsoft.com/office/drawing/2014/main" id="{8A18B14E-3A0F-464A-90F3-641339523E62}"/>
              </a:ext>
            </a:extLst>
          </p:cNvPr>
          <p:cNvSpPr>
            <a:spLocks noGrp="1"/>
          </p:cNvSpPr>
          <p:nvPr/>
        </p:nvSpPr>
        <p:spPr>
          <a:xfrm>
            <a:off x="9325510" y="5733673"/>
            <a:ext cx="25927" cy="25927"/>
          </a:xfrm>
          <a:prstGeom prst="ellipse">
            <a:avLst/>
          </a:prstGeom>
          <a:solidFill>
            <a:srgbClr val="F5BB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knowledge-node">
            <a:extLst>
              <a:ext uri="{FF2B5EF4-FFF2-40B4-BE49-F238E27FC236}">
                <a16:creationId xmlns:a16="http://schemas.microsoft.com/office/drawing/2014/main" id="{886F8E52-9682-46EE-BEEF-A662C5878B84}"/>
              </a:ext>
            </a:extLst>
          </p:cNvPr>
          <p:cNvSpPr>
            <a:spLocks noGrp="1"/>
          </p:cNvSpPr>
          <p:nvPr/>
        </p:nvSpPr>
        <p:spPr>
          <a:xfrm>
            <a:off x="9477838" y="6053327"/>
            <a:ext cx="26305" cy="26305"/>
          </a:xfrm>
          <a:prstGeom prst="ellipse">
            <a:avLst/>
          </a:prstGeom>
          <a:solidFill>
            <a:srgbClr val="F5BB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knowledge-node">
            <a:extLst>
              <a:ext uri="{FF2B5EF4-FFF2-40B4-BE49-F238E27FC236}">
                <a16:creationId xmlns:a16="http://schemas.microsoft.com/office/drawing/2014/main" id="{21AC6B62-C69C-43E6-BB8F-90D474CDC0B7}"/>
              </a:ext>
            </a:extLst>
          </p:cNvPr>
          <p:cNvSpPr>
            <a:spLocks noGrp="1"/>
          </p:cNvSpPr>
          <p:nvPr/>
        </p:nvSpPr>
        <p:spPr>
          <a:xfrm>
            <a:off x="9388735" y="6375090"/>
            <a:ext cx="21411" cy="21411"/>
          </a:xfrm>
          <a:prstGeom prst="ellipse">
            <a:avLst/>
          </a:prstGeom>
          <a:solidFill>
            <a:srgbClr val="F5BB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5" name="knowledge-node">
            <a:extLst>
              <a:ext uri="{FF2B5EF4-FFF2-40B4-BE49-F238E27FC236}">
                <a16:creationId xmlns:a16="http://schemas.microsoft.com/office/drawing/2014/main" id="{E56EE194-97CE-4CF7-B79D-6828E6400B2A}"/>
              </a:ext>
            </a:extLst>
          </p:cNvPr>
          <p:cNvSpPr>
            <a:spLocks noGrp="1"/>
          </p:cNvSpPr>
          <p:nvPr/>
        </p:nvSpPr>
        <p:spPr>
          <a:xfrm>
            <a:off x="9746392" y="5275783"/>
            <a:ext cx="26972" cy="26972"/>
          </a:xfrm>
          <a:prstGeom prst="ellipse">
            <a:avLst/>
          </a:prstGeom>
          <a:solidFill>
            <a:srgbClr val="DDB9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knowledge-node">
            <a:extLst>
              <a:ext uri="{FF2B5EF4-FFF2-40B4-BE49-F238E27FC236}">
                <a16:creationId xmlns:a16="http://schemas.microsoft.com/office/drawing/2014/main" id="{4B1D34F2-E803-4886-8439-442B3961D4F4}"/>
              </a:ext>
            </a:extLst>
          </p:cNvPr>
          <p:cNvSpPr>
            <a:spLocks noGrp="1"/>
          </p:cNvSpPr>
          <p:nvPr/>
        </p:nvSpPr>
        <p:spPr>
          <a:xfrm>
            <a:off x="9811052" y="5482493"/>
            <a:ext cx="14947" cy="14947"/>
          </a:xfrm>
          <a:prstGeom prst="ellipse">
            <a:avLst/>
          </a:prstGeom>
          <a:solidFill>
            <a:srgbClr val="DDB9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knowledge-node">
            <a:extLst>
              <a:ext uri="{FF2B5EF4-FFF2-40B4-BE49-F238E27FC236}">
                <a16:creationId xmlns:a16="http://schemas.microsoft.com/office/drawing/2014/main" id="{5DB54BE3-4AEE-4574-A7CC-AD57ED7DF66C}"/>
              </a:ext>
            </a:extLst>
          </p:cNvPr>
          <p:cNvSpPr>
            <a:spLocks noGrp="1"/>
          </p:cNvSpPr>
          <p:nvPr/>
        </p:nvSpPr>
        <p:spPr>
          <a:xfrm>
            <a:off x="9791406" y="5581262"/>
            <a:ext cx="20552" cy="20552"/>
          </a:xfrm>
          <a:prstGeom prst="ellipse">
            <a:avLst/>
          </a:prstGeom>
          <a:solidFill>
            <a:srgbClr val="DDB9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knowledge-node">
            <a:extLst>
              <a:ext uri="{FF2B5EF4-FFF2-40B4-BE49-F238E27FC236}">
                <a16:creationId xmlns:a16="http://schemas.microsoft.com/office/drawing/2014/main" id="{38F5FE49-4888-4D76-A1D7-B42990C271E5}"/>
              </a:ext>
            </a:extLst>
          </p:cNvPr>
          <p:cNvSpPr>
            <a:spLocks noGrp="1"/>
          </p:cNvSpPr>
          <p:nvPr/>
        </p:nvSpPr>
        <p:spPr>
          <a:xfrm>
            <a:off x="9985015" y="5801643"/>
            <a:ext cx="19899" cy="19899"/>
          </a:xfrm>
          <a:prstGeom prst="ellipse">
            <a:avLst/>
          </a:prstGeom>
          <a:solidFill>
            <a:srgbClr val="DDB9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knowledge-node">
            <a:extLst>
              <a:ext uri="{FF2B5EF4-FFF2-40B4-BE49-F238E27FC236}">
                <a16:creationId xmlns:a16="http://schemas.microsoft.com/office/drawing/2014/main" id="{68113CEE-E1E6-4FFD-9851-0F9D2780CB76}"/>
              </a:ext>
            </a:extLst>
          </p:cNvPr>
          <p:cNvSpPr>
            <a:spLocks noGrp="1"/>
          </p:cNvSpPr>
          <p:nvPr/>
        </p:nvSpPr>
        <p:spPr>
          <a:xfrm>
            <a:off x="9880801" y="5987800"/>
            <a:ext cx="19101" cy="19101"/>
          </a:xfrm>
          <a:prstGeom prst="ellipse">
            <a:avLst/>
          </a:prstGeom>
          <a:solidFill>
            <a:srgbClr val="DDB9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knowledge-node">
            <a:extLst>
              <a:ext uri="{FF2B5EF4-FFF2-40B4-BE49-F238E27FC236}">
                <a16:creationId xmlns:a16="http://schemas.microsoft.com/office/drawing/2014/main" id="{31B1E033-AFEE-42DD-AD01-4FC748D59F68}"/>
              </a:ext>
            </a:extLst>
          </p:cNvPr>
          <p:cNvSpPr>
            <a:spLocks noGrp="1"/>
          </p:cNvSpPr>
          <p:nvPr/>
        </p:nvSpPr>
        <p:spPr>
          <a:xfrm>
            <a:off x="9914613" y="6265012"/>
            <a:ext cx="52097" cy="52097"/>
          </a:xfrm>
          <a:prstGeom prst="ellipse">
            <a:avLst/>
          </a:prstGeom>
          <a:solidFill>
            <a:srgbClr val="DDB91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91" name="knowledge-node">
            <a:extLst>
              <a:ext uri="{FF2B5EF4-FFF2-40B4-BE49-F238E27FC236}">
                <a16:creationId xmlns:a16="http://schemas.microsoft.com/office/drawing/2014/main" id="{5D3FB5EC-5357-4C90-9572-C03E65071455}"/>
              </a:ext>
            </a:extLst>
          </p:cNvPr>
          <p:cNvSpPr>
            <a:spLocks noGrp="1"/>
          </p:cNvSpPr>
          <p:nvPr/>
        </p:nvSpPr>
        <p:spPr>
          <a:xfrm>
            <a:off x="9904311" y="6524170"/>
            <a:ext cx="15918" cy="15918"/>
          </a:xfrm>
          <a:prstGeom prst="ellipse">
            <a:avLst/>
          </a:prstGeom>
          <a:solidFill>
            <a:srgbClr val="DDB9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2" name="knowledge-node">
            <a:extLst>
              <a:ext uri="{FF2B5EF4-FFF2-40B4-BE49-F238E27FC236}">
                <a16:creationId xmlns:a16="http://schemas.microsoft.com/office/drawing/2014/main" id="{CE13B74F-492F-4B1C-8896-1817A5928858}"/>
              </a:ext>
            </a:extLst>
          </p:cNvPr>
          <p:cNvSpPr>
            <a:spLocks noGrp="1"/>
          </p:cNvSpPr>
          <p:nvPr/>
        </p:nvSpPr>
        <p:spPr>
          <a:xfrm>
            <a:off x="10261848" y="5053023"/>
            <a:ext cx="17048" cy="17048"/>
          </a:xfrm>
          <a:prstGeom prst="ellipse">
            <a:avLst/>
          </a:prstGeom>
          <a:solidFill>
            <a:srgbClr val="C5B71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knowledge-node">
            <a:extLst>
              <a:ext uri="{FF2B5EF4-FFF2-40B4-BE49-F238E27FC236}">
                <a16:creationId xmlns:a16="http://schemas.microsoft.com/office/drawing/2014/main" id="{1FEB6084-96AD-4AFA-B0B9-96C12D90A22D}"/>
              </a:ext>
            </a:extLst>
          </p:cNvPr>
          <p:cNvSpPr>
            <a:spLocks noGrp="1"/>
          </p:cNvSpPr>
          <p:nvPr/>
        </p:nvSpPr>
        <p:spPr>
          <a:xfrm>
            <a:off x="10366975" y="5249745"/>
            <a:ext cx="24944" cy="24944"/>
          </a:xfrm>
          <a:prstGeom prst="ellipse">
            <a:avLst/>
          </a:prstGeom>
          <a:solidFill>
            <a:srgbClr val="C5B71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4" name="knowledge-node">
            <a:extLst>
              <a:ext uri="{FF2B5EF4-FFF2-40B4-BE49-F238E27FC236}">
                <a16:creationId xmlns:a16="http://schemas.microsoft.com/office/drawing/2014/main" id="{A3948728-2627-4237-85CC-4FA99F66A3EA}"/>
              </a:ext>
            </a:extLst>
          </p:cNvPr>
          <p:cNvSpPr>
            <a:spLocks noGrp="1"/>
          </p:cNvSpPr>
          <p:nvPr/>
        </p:nvSpPr>
        <p:spPr>
          <a:xfrm>
            <a:off x="10145600" y="5250892"/>
            <a:ext cx="22581" cy="22581"/>
          </a:xfrm>
          <a:prstGeom prst="ellipse">
            <a:avLst/>
          </a:prstGeom>
          <a:solidFill>
            <a:srgbClr val="C5B71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5" name="knowledge-node">
            <a:extLst>
              <a:ext uri="{FF2B5EF4-FFF2-40B4-BE49-F238E27FC236}">
                <a16:creationId xmlns:a16="http://schemas.microsoft.com/office/drawing/2014/main" id="{B77587E0-DE81-4330-B7A9-265671AAD909}"/>
              </a:ext>
            </a:extLst>
          </p:cNvPr>
          <p:cNvSpPr>
            <a:spLocks noGrp="1"/>
          </p:cNvSpPr>
          <p:nvPr/>
        </p:nvSpPr>
        <p:spPr>
          <a:xfrm>
            <a:off x="10367179" y="5629074"/>
            <a:ext cx="27654" cy="27654"/>
          </a:xfrm>
          <a:prstGeom prst="ellipse">
            <a:avLst/>
          </a:prstGeom>
          <a:solidFill>
            <a:srgbClr val="C5B71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6" name="knowledge-node">
            <a:extLst>
              <a:ext uri="{FF2B5EF4-FFF2-40B4-BE49-F238E27FC236}">
                <a16:creationId xmlns:a16="http://schemas.microsoft.com/office/drawing/2014/main" id="{FBB1012B-C812-489C-8A6A-9B40E6B74A84}"/>
              </a:ext>
            </a:extLst>
          </p:cNvPr>
          <p:cNvSpPr>
            <a:spLocks noGrp="1"/>
          </p:cNvSpPr>
          <p:nvPr/>
        </p:nvSpPr>
        <p:spPr>
          <a:xfrm>
            <a:off x="10308016" y="6046922"/>
            <a:ext cx="15798" cy="15798"/>
          </a:xfrm>
          <a:prstGeom prst="ellipse">
            <a:avLst/>
          </a:prstGeom>
          <a:solidFill>
            <a:srgbClr val="C5B71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7" name="knowledge-node">
            <a:extLst>
              <a:ext uri="{FF2B5EF4-FFF2-40B4-BE49-F238E27FC236}">
                <a16:creationId xmlns:a16="http://schemas.microsoft.com/office/drawing/2014/main" id="{33B4EA0D-FB82-4707-8D40-DF2F4C8C089B}"/>
              </a:ext>
            </a:extLst>
          </p:cNvPr>
          <p:cNvSpPr>
            <a:spLocks noGrp="1"/>
          </p:cNvSpPr>
          <p:nvPr/>
        </p:nvSpPr>
        <p:spPr>
          <a:xfrm>
            <a:off x="10287029" y="6295214"/>
            <a:ext cx="15130" cy="15130"/>
          </a:xfrm>
          <a:prstGeom prst="ellipse">
            <a:avLst/>
          </a:prstGeom>
          <a:solidFill>
            <a:srgbClr val="C5B71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8" name="knowledge-node">
            <a:extLst>
              <a:ext uri="{FF2B5EF4-FFF2-40B4-BE49-F238E27FC236}">
                <a16:creationId xmlns:a16="http://schemas.microsoft.com/office/drawing/2014/main" id="{E3019BE7-4E8F-438F-934B-24B2E85FB27E}"/>
              </a:ext>
            </a:extLst>
          </p:cNvPr>
          <p:cNvSpPr>
            <a:spLocks noGrp="1"/>
          </p:cNvSpPr>
          <p:nvPr/>
        </p:nvSpPr>
        <p:spPr>
          <a:xfrm>
            <a:off x="10135699" y="6504079"/>
            <a:ext cx="25651" cy="25651"/>
          </a:xfrm>
          <a:prstGeom prst="ellipse">
            <a:avLst/>
          </a:prstGeom>
          <a:solidFill>
            <a:srgbClr val="C5B71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9" name="knowledge-node">
            <a:extLst>
              <a:ext uri="{FF2B5EF4-FFF2-40B4-BE49-F238E27FC236}">
                <a16:creationId xmlns:a16="http://schemas.microsoft.com/office/drawing/2014/main" id="{8BBA6F1D-7C91-43EA-8A04-ABBFCE87B972}"/>
              </a:ext>
            </a:extLst>
          </p:cNvPr>
          <p:cNvSpPr>
            <a:spLocks noGrp="1"/>
          </p:cNvSpPr>
          <p:nvPr/>
        </p:nvSpPr>
        <p:spPr>
          <a:xfrm>
            <a:off x="10590395" y="5036938"/>
            <a:ext cx="21791" cy="21791"/>
          </a:xfrm>
          <a:prstGeom prst="ellipse">
            <a:avLst/>
          </a:prstGeom>
          <a:solidFill>
            <a:srgbClr val="ADB42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0" name="knowledge-node">
            <a:extLst>
              <a:ext uri="{FF2B5EF4-FFF2-40B4-BE49-F238E27FC236}">
                <a16:creationId xmlns:a16="http://schemas.microsoft.com/office/drawing/2014/main" id="{703347BE-B1AE-4D77-998F-394FFCF65CA6}"/>
              </a:ext>
            </a:extLst>
          </p:cNvPr>
          <p:cNvSpPr>
            <a:spLocks noGrp="1"/>
          </p:cNvSpPr>
          <p:nvPr/>
        </p:nvSpPr>
        <p:spPr>
          <a:xfrm>
            <a:off x="10543753" y="5019558"/>
            <a:ext cx="26032" cy="26032"/>
          </a:xfrm>
          <a:prstGeom prst="ellipse">
            <a:avLst/>
          </a:prstGeom>
          <a:solidFill>
            <a:srgbClr val="ADB42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1" name="knowledge-node">
            <a:extLst>
              <a:ext uri="{FF2B5EF4-FFF2-40B4-BE49-F238E27FC236}">
                <a16:creationId xmlns:a16="http://schemas.microsoft.com/office/drawing/2014/main" id="{98CB91AA-7F84-4790-94EC-5AC2BE36D6FA}"/>
              </a:ext>
            </a:extLst>
          </p:cNvPr>
          <p:cNvSpPr>
            <a:spLocks noGrp="1"/>
          </p:cNvSpPr>
          <p:nvPr/>
        </p:nvSpPr>
        <p:spPr>
          <a:xfrm>
            <a:off x="10782234" y="5164628"/>
            <a:ext cx="47785" cy="47785"/>
          </a:xfrm>
          <a:prstGeom prst="ellipse">
            <a:avLst/>
          </a:prstGeom>
          <a:solidFill>
            <a:srgbClr val="ADB424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02" name="knowledge-node">
            <a:extLst>
              <a:ext uri="{FF2B5EF4-FFF2-40B4-BE49-F238E27FC236}">
                <a16:creationId xmlns:a16="http://schemas.microsoft.com/office/drawing/2014/main" id="{6C635C2C-EAB3-4592-9C0C-DE5E62EEB202}"/>
              </a:ext>
            </a:extLst>
          </p:cNvPr>
          <p:cNvSpPr>
            <a:spLocks noGrp="1"/>
          </p:cNvSpPr>
          <p:nvPr/>
        </p:nvSpPr>
        <p:spPr>
          <a:xfrm>
            <a:off x="10671817" y="5431658"/>
            <a:ext cx="14932" cy="14932"/>
          </a:xfrm>
          <a:prstGeom prst="ellipse">
            <a:avLst/>
          </a:prstGeom>
          <a:solidFill>
            <a:srgbClr val="ADB42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3" name="knowledge-node">
            <a:extLst>
              <a:ext uri="{FF2B5EF4-FFF2-40B4-BE49-F238E27FC236}">
                <a16:creationId xmlns:a16="http://schemas.microsoft.com/office/drawing/2014/main" id="{AAD55E9F-DB5C-44EC-958B-9E0A86ED2B0B}"/>
              </a:ext>
            </a:extLst>
          </p:cNvPr>
          <p:cNvSpPr>
            <a:spLocks noGrp="1"/>
          </p:cNvSpPr>
          <p:nvPr/>
        </p:nvSpPr>
        <p:spPr>
          <a:xfrm>
            <a:off x="10736713" y="5878503"/>
            <a:ext cx="23439" cy="23439"/>
          </a:xfrm>
          <a:prstGeom prst="ellipse">
            <a:avLst/>
          </a:prstGeom>
          <a:solidFill>
            <a:srgbClr val="ADB42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4" name="knowledge-node">
            <a:extLst>
              <a:ext uri="{FF2B5EF4-FFF2-40B4-BE49-F238E27FC236}">
                <a16:creationId xmlns:a16="http://schemas.microsoft.com/office/drawing/2014/main" id="{91791623-2DAE-497F-A2B3-92A62B9914E7}"/>
              </a:ext>
            </a:extLst>
          </p:cNvPr>
          <p:cNvSpPr>
            <a:spLocks noGrp="1"/>
          </p:cNvSpPr>
          <p:nvPr/>
        </p:nvSpPr>
        <p:spPr>
          <a:xfrm>
            <a:off x="10759532" y="6063738"/>
            <a:ext cx="16183" cy="16183"/>
          </a:xfrm>
          <a:prstGeom prst="ellipse">
            <a:avLst/>
          </a:prstGeom>
          <a:solidFill>
            <a:srgbClr val="ADB42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5" name="knowledge-node">
            <a:extLst>
              <a:ext uri="{FF2B5EF4-FFF2-40B4-BE49-F238E27FC236}">
                <a16:creationId xmlns:a16="http://schemas.microsoft.com/office/drawing/2014/main" id="{D6F68A87-EE41-491B-9051-FA4C0573B916}"/>
              </a:ext>
            </a:extLst>
          </p:cNvPr>
          <p:cNvSpPr>
            <a:spLocks noGrp="1"/>
          </p:cNvSpPr>
          <p:nvPr/>
        </p:nvSpPr>
        <p:spPr>
          <a:xfrm>
            <a:off x="10616486" y="6193184"/>
            <a:ext cx="14040" cy="14040"/>
          </a:xfrm>
          <a:prstGeom prst="ellipse">
            <a:avLst/>
          </a:prstGeom>
          <a:solidFill>
            <a:srgbClr val="ADB42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6" name="knowledge-node">
            <a:extLst>
              <a:ext uri="{FF2B5EF4-FFF2-40B4-BE49-F238E27FC236}">
                <a16:creationId xmlns:a16="http://schemas.microsoft.com/office/drawing/2014/main" id="{FE63FA84-8503-4BFC-BF2E-76CEE9DD0EB1}"/>
              </a:ext>
            </a:extLst>
          </p:cNvPr>
          <p:cNvSpPr>
            <a:spLocks noGrp="1"/>
          </p:cNvSpPr>
          <p:nvPr/>
        </p:nvSpPr>
        <p:spPr>
          <a:xfrm>
            <a:off x="11046680" y="4745844"/>
            <a:ext cx="63595" cy="63595"/>
          </a:xfrm>
          <a:prstGeom prst="ellipse">
            <a:avLst/>
          </a:prstGeom>
          <a:solidFill>
            <a:srgbClr val="94B22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07" name="knowledge-node">
            <a:extLst>
              <a:ext uri="{FF2B5EF4-FFF2-40B4-BE49-F238E27FC236}">
                <a16:creationId xmlns:a16="http://schemas.microsoft.com/office/drawing/2014/main" id="{C89EC8B2-7701-455B-9350-D501B570B636}"/>
              </a:ext>
            </a:extLst>
          </p:cNvPr>
          <p:cNvSpPr>
            <a:spLocks noGrp="1"/>
          </p:cNvSpPr>
          <p:nvPr/>
        </p:nvSpPr>
        <p:spPr>
          <a:xfrm>
            <a:off x="11052259" y="4828395"/>
            <a:ext cx="40182" cy="40182"/>
          </a:xfrm>
          <a:prstGeom prst="ellipse">
            <a:avLst/>
          </a:prstGeom>
          <a:solidFill>
            <a:srgbClr val="94B22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08" name="knowledge-node">
            <a:extLst>
              <a:ext uri="{FF2B5EF4-FFF2-40B4-BE49-F238E27FC236}">
                <a16:creationId xmlns:a16="http://schemas.microsoft.com/office/drawing/2014/main" id="{F95E73B9-3C81-4B85-B697-BC04A33B239B}"/>
              </a:ext>
            </a:extLst>
          </p:cNvPr>
          <p:cNvSpPr>
            <a:spLocks noGrp="1"/>
          </p:cNvSpPr>
          <p:nvPr/>
        </p:nvSpPr>
        <p:spPr>
          <a:xfrm>
            <a:off x="11133681" y="5097316"/>
            <a:ext cx="23043" cy="23043"/>
          </a:xfrm>
          <a:prstGeom prst="ellipse">
            <a:avLst/>
          </a:prstGeom>
          <a:solidFill>
            <a:srgbClr val="94B22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9" name="knowledge-node">
            <a:extLst>
              <a:ext uri="{FF2B5EF4-FFF2-40B4-BE49-F238E27FC236}">
                <a16:creationId xmlns:a16="http://schemas.microsoft.com/office/drawing/2014/main" id="{8EC98E4B-79B4-46E5-A648-383539C33993}"/>
              </a:ext>
            </a:extLst>
          </p:cNvPr>
          <p:cNvSpPr>
            <a:spLocks noGrp="1"/>
          </p:cNvSpPr>
          <p:nvPr/>
        </p:nvSpPr>
        <p:spPr>
          <a:xfrm>
            <a:off x="10966134" y="5512338"/>
            <a:ext cx="25710" cy="25710"/>
          </a:xfrm>
          <a:prstGeom prst="ellipse">
            <a:avLst/>
          </a:prstGeom>
          <a:solidFill>
            <a:srgbClr val="94B22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0" name="knowledge-node">
            <a:extLst>
              <a:ext uri="{FF2B5EF4-FFF2-40B4-BE49-F238E27FC236}">
                <a16:creationId xmlns:a16="http://schemas.microsoft.com/office/drawing/2014/main" id="{3C36B37F-E6B9-4CF9-9B25-E66B54C049F0}"/>
              </a:ext>
            </a:extLst>
          </p:cNvPr>
          <p:cNvSpPr>
            <a:spLocks noGrp="1"/>
          </p:cNvSpPr>
          <p:nvPr/>
        </p:nvSpPr>
        <p:spPr>
          <a:xfrm>
            <a:off x="11165556" y="5655004"/>
            <a:ext cx="22691" cy="22691"/>
          </a:xfrm>
          <a:prstGeom prst="ellipse">
            <a:avLst/>
          </a:prstGeom>
          <a:solidFill>
            <a:srgbClr val="94B22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1" name="knowledge-node">
            <a:extLst>
              <a:ext uri="{FF2B5EF4-FFF2-40B4-BE49-F238E27FC236}">
                <a16:creationId xmlns:a16="http://schemas.microsoft.com/office/drawing/2014/main" id="{A477F69E-1918-40E2-AB76-2FB520C943F9}"/>
              </a:ext>
            </a:extLst>
          </p:cNvPr>
          <p:cNvSpPr>
            <a:spLocks noGrp="1"/>
          </p:cNvSpPr>
          <p:nvPr/>
        </p:nvSpPr>
        <p:spPr>
          <a:xfrm>
            <a:off x="11101880" y="5878646"/>
            <a:ext cx="21833" cy="21833"/>
          </a:xfrm>
          <a:prstGeom prst="ellipse">
            <a:avLst/>
          </a:prstGeom>
          <a:solidFill>
            <a:srgbClr val="94B22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2" name="knowledge-node">
            <a:extLst>
              <a:ext uri="{FF2B5EF4-FFF2-40B4-BE49-F238E27FC236}">
                <a16:creationId xmlns:a16="http://schemas.microsoft.com/office/drawing/2014/main" id="{3EEEB4B9-964B-4171-93FF-EF71E21ECDD5}"/>
              </a:ext>
            </a:extLst>
          </p:cNvPr>
          <p:cNvSpPr>
            <a:spLocks noGrp="1"/>
          </p:cNvSpPr>
          <p:nvPr/>
        </p:nvSpPr>
        <p:spPr>
          <a:xfrm>
            <a:off x="11156254" y="6064525"/>
            <a:ext cx="44161" cy="44161"/>
          </a:xfrm>
          <a:prstGeom prst="ellipse">
            <a:avLst/>
          </a:prstGeom>
          <a:solidFill>
            <a:srgbClr val="94B22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13" name="knowledge-node">
            <a:extLst>
              <a:ext uri="{FF2B5EF4-FFF2-40B4-BE49-F238E27FC236}">
                <a16:creationId xmlns:a16="http://schemas.microsoft.com/office/drawing/2014/main" id="{AA089D22-B2E1-4B25-98D4-70ACBC765B22}"/>
              </a:ext>
            </a:extLst>
          </p:cNvPr>
          <p:cNvSpPr>
            <a:spLocks noGrp="1"/>
          </p:cNvSpPr>
          <p:nvPr/>
        </p:nvSpPr>
        <p:spPr>
          <a:xfrm>
            <a:off x="11509049" y="4792687"/>
            <a:ext cx="19847" cy="19847"/>
          </a:xfrm>
          <a:prstGeom prst="ellipse">
            <a:avLst/>
          </a:prstGeom>
          <a:solidFill>
            <a:srgbClr val="7CAF3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4" name="knowledge-node">
            <a:extLst>
              <a:ext uri="{FF2B5EF4-FFF2-40B4-BE49-F238E27FC236}">
                <a16:creationId xmlns:a16="http://schemas.microsoft.com/office/drawing/2014/main" id="{B43FFB1F-1D8A-4C0F-8744-BBA2E741BF31}"/>
              </a:ext>
            </a:extLst>
          </p:cNvPr>
          <p:cNvSpPr>
            <a:spLocks noGrp="1"/>
          </p:cNvSpPr>
          <p:nvPr/>
        </p:nvSpPr>
        <p:spPr>
          <a:xfrm>
            <a:off x="11511972" y="5108570"/>
            <a:ext cx="24799" cy="24799"/>
          </a:xfrm>
          <a:prstGeom prst="ellipse">
            <a:avLst/>
          </a:prstGeom>
          <a:solidFill>
            <a:srgbClr val="7CAF3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5" name="knowledge-node">
            <a:extLst>
              <a:ext uri="{FF2B5EF4-FFF2-40B4-BE49-F238E27FC236}">
                <a16:creationId xmlns:a16="http://schemas.microsoft.com/office/drawing/2014/main" id="{0BA2A684-CBD2-4081-9FCD-5F265081F8B3}"/>
              </a:ext>
            </a:extLst>
          </p:cNvPr>
          <p:cNvSpPr>
            <a:spLocks noGrp="1"/>
          </p:cNvSpPr>
          <p:nvPr/>
        </p:nvSpPr>
        <p:spPr>
          <a:xfrm>
            <a:off x="11331032" y="5280597"/>
            <a:ext cx="15482" cy="15482"/>
          </a:xfrm>
          <a:prstGeom prst="ellipse">
            <a:avLst/>
          </a:prstGeom>
          <a:solidFill>
            <a:srgbClr val="7CAF3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6" name="knowledge-node">
            <a:extLst>
              <a:ext uri="{FF2B5EF4-FFF2-40B4-BE49-F238E27FC236}">
                <a16:creationId xmlns:a16="http://schemas.microsoft.com/office/drawing/2014/main" id="{1F278D7E-5887-4446-A559-3CB54CF07A7B}"/>
              </a:ext>
            </a:extLst>
          </p:cNvPr>
          <p:cNvSpPr>
            <a:spLocks noGrp="1"/>
          </p:cNvSpPr>
          <p:nvPr/>
        </p:nvSpPr>
        <p:spPr>
          <a:xfrm>
            <a:off x="11487978" y="5714846"/>
            <a:ext cx="18133" cy="18133"/>
          </a:xfrm>
          <a:prstGeom prst="ellipse">
            <a:avLst/>
          </a:prstGeom>
          <a:solidFill>
            <a:srgbClr val="7CAF3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7" name="knowledge-node">
            <a:extLst>
              <a:ext uri="{FF2B5EF4-FFF2-40B4-BE49-F238E27FC236}">
                <a16:creationId xmlns:a16="http://schemas.microsoft.com/office/drawing/2014/main" id="{C4472AC5-F84B-4D94-B507-6388DA5B4C58}"/>
              </a:ext>
            </a:extLst>
          </p:cNvPr>
          <p:cNvSpPr>
            <a:spLocks noGrp="1"/>
          </p:cNvSpPr>
          <p:nvPr/>
        </p:nvSpPr>
        <p:spPr>
          <a:xfrm>
            <a:off x="11320516" y="5895707"/>
            <a:ext cx="62933" cy="62933"/>
          </a:xfrm>
          <a:prstGeom prst="ellipse">
            <a:avLst/>
          </a:prstGeom>
          <a:solidFill>
            <a:srgbClr val="7CAF37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18" name="knowledge-node">
            <a:extLst>
              <a:ext uri="{FF2B5EF4-FFF2-40B4-BE49-F238E27FC236}">
                <a16:creationId xmlns:a16="http://schemas.microsoft.com/office/drawing/2014/main" id="{11FEC11C-D63C-487F-81DA-8112D6C6362F}"/>
              </a:ext>
            </a:extLst>
          </p:cNvPr>
          <p:cNvSpPr>
            <a:spLocks noGrp="1"/>
          </p:cNvSpPr>
          <p:nvPr/>
        </p:nvSpPr>
        <p:spPr>
          <a:xfrm>
            <a:off x="11274018" y="5955251"/>
            <a:ext cx="14809" cy="14809"/>
          </a:xfrm>
          <a:prstGeom prst="ellipse">
            <a:avLst/>
          </a:prstGeom>
          <a:solidFill>
            <a:srgbClr val="7CAF3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9" name="knowledge-node">
            <a:extLst>
              <a:ext uri="{FF2B5EF4-FFF2-40B4-BE49-F238E27FC236}">
                <a16:creationId xmlns:a16="http://schemas.microsoft.com/office/drawing/2014/main" id="{F76202E2-4FDE-4F83-9E87-D235A8BDAB71}"/>
              </a:ext>
            </a:extLst>
          </p:cNvPr>
          <p:cNvSpPr>
            <a:spLocks noGrp="1"/>
          </p:cNvSpPr>
          <p:nvPr/>
        </p:nvSpPr>
        <p:spPr>
          <a:xfrm>
            <a:off x="11667660" y="4650645"/>
            <a:ext cx="25113" cy="25113"/>
          </a:xfrm>
          <a:prstGeom prst="ellipse">
            <a:avLst/>
          </a:prstGeom>
          <a:solidFill>
            <a:srgbClr val="64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0" name="knowledge-node">
            <a:extLst>
              <a:ext uri="{FF2B5EF4-FFF2-40B4-BE49-F238E27FC236}">
                <a16:creationId xmlns:a16="http://schemas.microsoft.com/office/drawing/2014/main" id="{D439428E-29DF-47DB-8DD5-1A5D14D3D836}"/>
              </a:ext>
            </a:extLst>
          </p:cNvPr>
          <p:cNvSpPr>
            <a:spLocks noGrp="1"/>
          </p:cNvSpPr>
          <p:nvPr/>
        </p:nvSpPr>
        <p:spPr>
          <a:xfrm>
            <a:off x="11870972" y="5080052"/>
            <a:ext cx="20987" cy="20987"/>
          </a:xfrm>
          <a:prstGeom prst="ellipse">
            <a:avLst/>
          </a:prstGeom>
          <a:solidFill>
            <a:srgbClr val="64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1" name="knowledge-node">
            <a:extLst>
              <a:ext uri="{FF2B5EF4-FFF2-40B4-BE49-F238E27FC236}">
                <a16:creationId xmlns:a16="http://schemas.microsoft.com/office/drawing/2014/main" id="{DE44CB57-F1E9-4E57-9C31-03A6F970F728}"/>
              </a:ext>
            </a:extLst>
          </p:cNvPr>
          <p:cNvSpPr>
            <a:spLocks noGrp="1"/>
          </p:cNvSpPr>
          <p:nvPr/>
        </p:nvSpPr>
        <p:spPr>
          <a:xfrm>
            <a:off x="11953279" y="5352204"/>
            <a:ext cx="47554" cy="47554"/>
          </a:xfrm>
          <a:prstGeom prst="ellipse">
            <a:avLst/>
          </a:prstGeom>
          <a:solidFill>
            <a:srgbClr val="64AD4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22" name="knowledge-node">
            <a:extLst>
              <a:ext uri="{FF2B5EF4-FFF2-40B4-BE49-F238E27FC236}">
                <a16:creationId xmlns:a16="http://schemas.microsoft.com/office/drawing/2014/main" id="{F8D9635F-949C-4D31-BE4B-1D77B1B613D1}"/>
              </a:ext>
            </a:extLst>
          </p:cNvPr>
          <p:cNvSpPr>
            <a:spLocks noGrp="1"/>
          </p:cNvSpPr>
          <p:nvPr/>
        </p:nvSpPr>
        <p:spPr>
          <a:xfrm>
            <a:off x="11679513" y="5454696"/>
            <a:ext cx="45932" cy="45932"/>
          </a:xfrm>
          <a:prstGeom prst="ellipse">
            <a:avLst/>
          </a:prstGeom>
          <a:solidFill>
            <a:srgbClr val="64AD4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23" name="knowledge-node">
            <a:extLst>
              <a:ext uri="{FF2B5EF4-FFF2-40B4-BE49-F238E27FC236}">
                <a16:creationId xmlns:a16="http://schemas.microsoft.com/office/drawing/2014/main" id="{4EE2F22A-2D3F-4FE6-8A4C-2FF5D1865E40}"/>
              </a:ext>
            </a:extLst>
          </p:cNvPr>
          <p:cNvSpPr>
            <a:spLocks noGrp="1"/>
          </p:cNvSpPr>
          <p:nvPr/>
        </p:nvSpPr>
        <p:spPr>
          <a:xfrm>
            <a:off x="11781801" y="5700355"/>
            <a:ext cx="21824" cy="21824"/>
          </a:xfrm>
          <a:prstGeom prst="ellipse">
            <a:avLst/>
          </a:prstGeom>
          <a:solidFill>
            <a:srgbClr val="64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4" name="knowledge-node">
            <a:extLst>
              <a:ext uri="{FF2B5EF4-FFF2-40B4-BE49-F238E27FC236}">
                <a16:creationId xmlns:a16="http://schemas.microsoft.com/office/drawing/2014/main" id="{D9F3A93E-74A8-4AE0-B448-F8BB8ABC0BC2}"/>
              </a:ext>
            </a:extLst>
          </p:cNvPr>
          <p:cNvSpPr>
            <a:spLocks noGrp="1"/>
          </p:cNvSpPr>
          <p:nvPr/>
        </p:nvSpPr>
        <p:spPr>
          <a:xfrm>
            <a:off x="11789098" y="5702577"/>
            <a:ext cx="22811" cy="22811"/>
          </a:xfrm>
          <a:prstGeom prst="ellipse">
            <a:avLst/>
          </a:prstGeom>
          <a:solidFill>
            <a:srgbClr val="64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5" name="knowledge-node">
            <a:extLst>
              <a:ext uri="{FF2B5EF4-FFF2-40B4-BE49-F238E27FC236}">
                <a16:creationId xmlns:a16="http://schemas.microsoft.com/office/drawing/2014/main" id="{1D03E7EB-720C-4878-8130-AEBA34DFEAED}"/>
              </a:ext>
            </a:extLst>
          </p:cNvPr>
          <p:cNvSpPr>
            <a:spLocks noGrp="1"/>
          </p:cNvSpPr>
          <p:nvPr/>
        </p:nvSpPr>
        <p:spPr>
          <a:xfrm>
            <a:off x="12251792" y="4677204"/>
            <a:ext cx="18242" cy="18242"/>
          </a:xfrm>
          <a:prstGeom prst="ellipse">
            <a:avLst/>
          </a:prstGeom>
          <a:solidFill>
            <a:srgbClr val="4CAA4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6" name="knowledge-node">
            <a:extLst>
              <a:ext uri="{FF2B5EF4-FFF2-40B4-BE49-F238E27FC236}">
                <a16:creationId xmlns:a16="http://schemas.microsoft.com/office/drawing/2014/main" id="{6237A561-5FEF-4F61-AE91-3877F91BF805}"/>
              </a:ext>
            </a:extLst>
          </p:cNvPr>
          <p:cNvSpPr>
            <a:spLocks noGrp="1"/>
          </p:cNvSpPr>
          <p:nvPr/>
        </p:nvSpPr>
        <p:spPr>
          <a:xfrm>
            <a:off x="12298006" y="4975538"/>
            <a:ext cx="15989" cy="15989"/>
          </a:xfrm>
          <a:prstGeom prst="ellipse">
            <a:avLst/>
          </a:prstGeom>
          <a:solidFill>
            <a:srgbClr val="4CAA4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7" name="knowledge-node">
            <a:extLst>
              <a:ext uri="{FF2B5EF4-FFF2-40B4-BE49-F238E27FC236}">
                <a16:creationId xmlns:a16="http://schemas.microsoft.com/office/drawing/2014/main" id="{038A5CF6-34DA-4FB0-9370-2449A731B3CB}"/>
              </a:ext>
            </a:extLst>
          </p:cNvPr>
          <p:cNvSpPr>
            <a:spLocks noGrp="1"/>
          </p:cNvSpPr>
          <p:nvPr/>
        </p:nvSpPr>
        <p:spPr>
          <a:xfrm>
            <a:off x="12051382" y="5265115"/>
            <a:ext cx="26627" cy="26627"/>
          </a:xfrm>
          <a:prstGeom prst="ellipse">
            <a:avLst/>
          </a:prstGeom>
          <a:solidFill>
            <a:srgbClr val="4CAA4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8" name="knowledge-node">
            <a:extLst>
              <a:ext uri="{FF2B5EF4-FFF2-40B4-BE49-F238E27FC236}">
                <a16:creationId xmlns:a16="http://schemas.microsoft.com/office/drawing/2014/main" id="{38CBEE63-E962-47F5-862B-D37A9BB46999}"/>
              </a:ext>
            </a:extLst>
          </p:cNvPr>
          <p:cNvSpPr>
            <a:spLocks noGrp="1"/>
          </p:cNvSpPr>
          <p:nvPr/>
        </p:nvSpPr>
        <p:spPr>
          <a:xfrm>
            <a:off x="12224291" y="5473094"/>
            <a:ext cx="14215" cy="14215"/>
          </a:xfrm>
          <a:prstGeom prst="ellipse">
            <a:avLst/>
          </a:prstGeom>
          <a:solidFill>
            <a:srgbClr val="4CAA4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9" name="knowledge-node">
            <a:extLst>
              <a:ext uri="{FF2B5EF4-FFF2-40B4-BE49-F238E27FC236}">
                <a16:creationId xmlns:a16="http://schemas.microsoft.com/office/drawing/2014/main" id="{E0D155A7-F497-40FB-B037-7BB86EF68A4F}"/>
              </a:ext>
            </a:extLst>
          </p:cNvPr>
          <p:cNvSpPr>
            <a:spLocks noGrp="1"/>
          </p:cNvSpPr>
          <p:nvPr/>
        </p:nvSpPr>
        <p:spPr>
          <a:xfrm>
            <a:off x="12284762" y="5651946"/>
            <a:ext cx="23256" cy="23256"/>
          </a:xfrm>
          <a:prstGeom prst="ellipse">
            <a:avLst/>
          </a:prstGeom>
          <a:solidFill>
            <a:srgbClr val="4CAA4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0" name="knowledge-node">
            <a:extLst>
              <a:ext uri="{FF2B5EF4-FFF2-40B4-BE49-F238E27FC236}">
                <a16:creationId xmlns:a16="http://schemas.microsoft.com/office/drawing/2014/main" id="{ED5FB0B5-829F-4310-877A-EF96A6C1BE21}"/>
              </a:ext>
            </a:extLst>
          </p:cNvPr>
          <p:cNvSpPr>
            <a:spLocks noGrp="1"/>
          </p:cNvSpPr>
          <p:nvPr/>
        </p:nvSpPr>
        <p:spPr>
          <a:xfrm>
            <a:off x="12271244" y="5594147"/>
            <a:ext cx="25384" cy="25384"/>
          </a:xfrm>
          <a:prstGeom prst="ellipse">
            <a:avLst/>
          </a:prstGeom>
          <a:solidFill>
            <a:srgbClr val="4CAA4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1" name="knowledge-node">
            <a:extLst>
              <a:ext uri="{FF2B5EF4-FFF2-40B4-BE49-F238E27FC236}">
                <a16:creationId xmlns:a16="http://schemas.microsoft.com/office/drawing/2014/main" id="{5D8BE2C1-6A35-4DA3-B4B3-2946FAFD81AD}"/>
              </a:ext>
            </a:extLst>
          </p:cNvPr>
          <p:cNvSpPr>
            <a:spLocks noGrp="1"/>
          </p:cNvSpPr>
          <p:nvPr/>
        </p:nvSpPr>
        <p:spPr>
          <a:xfrm>
            <a:off x="12669891" y="4735252"/>
            <a:ext cx="61542" cy="61542"/>
          </a:xfrm>
          <a:prstGeom prst="ellipse">
            <a:avLst/>
          </a:prstGeom>
          <a:solidFill>
            <a:srgbClr val="34A853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32" name="knowledge-node">
            <a:extLst>
              <a:ext uri="{FF2B5EF4-FFF2-40B4-BE49-F238E27FC236}">
                <a16:creationId xmlns:a16="http://schemas.microsoft.com/office/drawing/2014/main" id="{98A9F659-B61C-4419-8B7E-CF6B76210257}"/>
              </a:ext>
            </a:extLst>
          </p:cNvPr>
          <p:cNvSpPr>
            <a:spLocks noGrp="1"/>
          </p:cNvSpPr>
          <p:nvPr/>
        </p:nvSpPr>
        <p:spPr>
          <a:xfrm>
            <a:off x="12483053" y="4925891"/>
            <a:ext cx="23204" cy="23204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3" name="knowledge-node">
            <a:extLst>
              <a:ext uri="{FF2B5EF4-FFF2-40B4-BE49-F238E27FC236}">
                <a16:creationId xmlns:a16="http://schemas.microsoft.com/office/drawing/2014/main" id="{51C4B010-CF82-4971-8975-E7FB0EF3F6A6}"/>
              </a:ext>
            </a:extLst>
          </p:cNvPr>
          <p:cNvSpPr>
            <a:spLocks noGrp="1"/>
          </p:cNvSpPr>
          <p:nvPr/>
        </p:nvSpPr>
        <p:spPr>
          <a:xfrm>
            <a:off x="12712216" y="5308357"/>
            <a:ext cx="16927" cy="16927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4" name="knowledge-node">
            <a:extLst>
              <a:ext uri="{FF2B5EF4-FFF2-40B4-BE49-F238E27FC236}">
                <a16:creationId xmlns:a16="http://schemas.microsoft.com/office/drawing/2014/main" id="{049C2234-BF90-4B94-A2BA-694CA53CE23D}"/>
              </a:ext>
            </a:extLst>
          </p:cNvPr>
          <p:cNvSpPr>
            <a:spLocks noGrp="1"/>
          </p:cNvSpPr>
          <p:nvPr/>
        </p:nvSpPr>
        <p:spPr>
          <a:xfrm>
            <a:off x="12564762" y="5354941"/>
            <a:ext cx="28251" cy="28251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5" name="knowledge-node">
            <a:extLst>
              <a:ext uri="{FF2B5EF4-FFF2-40B4-BE49-F238E27FC236}">
                <a16:creationId xmlns:a16="http://schemas.microsoft.com/office/drawing/2014/main" id="{F4DB8F2D-DF3B-48BF-BDDA-08CA0E109281}"/>
              </a:ext>
            </a:extLst>
          </p:cNvPr>
          <p:cNvSpPr>
            <a:spLocks noGrp="1"/>
          </p:cNvSpPr>
          <p:nvPr/>
        </p:nvSpPr>
        <p:spPr>
          <a:xfrm>
            <a:off x="12441334" y="5418175"/>
            <a:ext cx="19159" cy="19159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6" name="knowledge-node">
            <a:extLst>
              <a:ext uri="{FF2B5EF4-FFF2-40B4-BE49-F238E27FC236}">
                <a16:creationId xmlns:a16="http://schemas.microsoft.com/office/drawing/2014/main" id="{4C9B3360-85D8-4EEC-8995-82BC7DF1ABB7}"/>
              </a:ext>
            </a:extLst>
          </p:cNvPr>
          <p:cNvSpPr>
            <a:spLocks noGrp="1"/>
          </p:cNvSpPr>
          <p:nvPr/>
        </p:nvSpPr>
        <p:spPr>
          <a:xfrm>
            <a:off x="12641794" y="5538146"/>
            <a:ext cx="19833" cy="19833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7" name="矩形 636">
            <a:extLst>
              <a:ext uri="{FF2B5EF4-FFF2-40B4-BE49-F238E27FC236}">
                <a16:creationId xmlns:a16="http://schemas.microsoft.com/office/drawing/2014/main" id="{1BA088A2-2DF1-4889-A539-CBFBCD597E46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638" name="矩形 637">
            <a:extLst>
              <a:ext uri="{FF2B5EF4-FFF2-40B4-BE49-F238E27FC236}">
                <a16:creationId xmlns:a16="http://schemas.microsoft.com/office/drawing/2014/main" id="{A5F86F28-ACBE-4032-A9F5-A065327B8085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Inter"/>
                <a:ea typeface="Inter"/>
                <a:cs typeface="Inter"/>
              </a:rPr>
              <a:t>CONTENTS</a:t>
            </a:r>
          </a:p>
        </p:txBody>
      </p:sp>
      <p:sp>
        <p:nvSpPr>
          <p:cNvPr id="639" name="矩形 638">
            <a:extLst>
              <a:ext uri="{FF2B5EF4-FFF2-40B4-BE49-F238E27FC236}">
                <a16:creationId xmlns:a16="http://schemas.microsoft.com/office/drawing/2014/main" id="{9812E9C2-29B0-4D44-BD96-95A529452B6F}"/>
              </a:ext>
            </a:extLst>
          </p:cNvPr>
          <p:cNvSpPr>
            <a:spLocks noGrp="1"/>
          </p:cNvSpPr>
          <p:nvPr/>
        </p:nvSpPr>
        <p:spPr>
          <a:xfrm>
            <a:off x="3314700" y="552450"/>
            <a:ext cx="5562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51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5100" b="1" dirty="0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CONTENTS</a:t>
            </a:r>
          </a:p>
        </p:txBody>
      </p:sp>
      <p:sp>
        <p:nvSpPr>
          <p:cNvPr id="640" name="brand-bar-1">
            <a:extLst>
              <a:ext uri="{FF2B5EF4-FFF2-40B4-BE49-F238E27FC236}">
                <a16:creationId xmlns:a16="http://schemas.microsoft.com/office/drawing/2014/main" id="{CB7AF220-CA42-4ECC-B62C-218FC4A7AD66}"/>
              </a:ext>
            </a:extLst>
          </p:cNvPr>
          <p:cNvSpPr>
            <a:spLocks noGrp="1"/>
          </p:cNvSpPr>
          <p:nvPr/>
        </p:nvSpPr>
        <p:spPr>
          <a:xfrm>
            <a:off x="5412218" y="1504950"/>
            <a:ext cx="190500" cy="26670"/>
          </a:xfrm>
          <a:prstGeom prst="roundRect">
            <a:avLst>
              <a:gd name="adj" fmla="val 42857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641" name="brand-bar-2">
            <a:extLst>
              <a:ext uri="{FF2B5EF4-FFF2-40B4-BE49-F238E27FC236}">
                <a16:creationId xmlns:a16="http://schemas.microsoft.com/office/drawing/2014/main" id="{14C2F2B4-3782-4948-9137-1AD88F465505}"/>
              </a:ext>
            </a:extLst>
          </p:cNvPr>
          <p:cNvSpPr>
            <a:spLocks noGrp="1"/>
          </p:cNvSpPr>
          <p:nvPr/>
        </p:nvSpPr>
        <p:spPr>
          <a:xfrm>
            <a:off x="5707493" y="1504950"/>
            <a:ext cx="190500" cy="26670"/>
          </a:xfrm>
          <a:prstGeom prst="roundRect">
            <a:avLst>
              <a:gd name="adj" fmla="val 42857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42" name="brand-bar-3">
            <a:extLst>
              <a:ext uri="{FF2B5EF4-FFF2-40B4-BE49-F238E27FC236}">
                <a16:creationId xmlns:a16="http://schemas.microsoft.com/office/drawing/2014/main" id="{4191B20F-144B-422A-BB08-09EAA6B91EDC}"/>
              </a:ext>
            </a:extLst>
          </p:cNvPr>
          <p:cNvSpPr>
            <a:spLocks noGrp="1"/>
          </p:cNvSpPr>
          <p:nvPr/>
        </p:nvSpPr>
        <p:spPr>
          <a:xfrm>
            <a:off x="6002768" y="1504950"/>
            <a:ext cx="190500" cy="26670"/>
          </a:xfrm>
          <a:prstGeom prst="roundRect">
            <a:avLst>
              <a:gd name="adj" fmla="val 42857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643" name="brand-bar-4">
            <a:extLst>
              <a:ext uri="{FF2B5EF4-FFF2-40B4-BE49-F238E27FC236}">
                <a16:creationId xmlns:a16="http://schemas.microsoft.com/office/drawing/2014/main" id="{2EE5F3D8-0429-4868-8799-B822280DA713}"/>
              </a:ext>
            </a:extLst>
          </p:cNvPr>
          <p:cNvSpPr>
            <a:spLocks noGrp="1"/>
          </p:cNvSpPr>
          <p:nvPr/>
        </p:nvSpPr>
        <p:spPr>
          <a:xfrm>
            <a:off x="6298043" y="1504950"/>
            <a:ext cx="190500" cy="26670"/>
          </a:xfrm>
          <a:prstGeom prst="roundRect">
            <a:avLst>
              <a:gd name="adj" fmla="val 42857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644" name="brand-bar-5">
            <a:extLst>
              <a:ext uri="{FF2B5EF4-FFF2-40B4-BE49-F238E27FC236}">
                <a16:creationId xmlns:a16="http://schemas.microsoft.com/office/drawing/2014/main" id="{4AE148BC-D821-4F35-8D17-7191FC6B2046}"/>
              </a:ext>
            </a:extLst>
          </p:cNvPr>
          <p:cNvSpPr>
            <a:spLocks noGrp="1"/>
          </p:cNvSpPr>
          <p:nvPr/>
        </p:nvSpPr>
        <p:spPr>
          <a:xfrm>
            <a:off x="6593318" y="1504950"/>
            <a:ext cx="190500" cy="26670"/>
          </a:xfrm>
          <a:prstGeom prst="roundRect">
            <a:avLst>
              <a:gd name="adj" fmla="val 42857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645" name="矩形 644">
            <a:extLst>
              <a:ext uri="{FF2B5EF4-FFF2-40B4-BE49-F238E27FC236}">
                <a16:creationId xmlns:a16="http://schemas.microsoft.com/office/drawing/2014/main" id="{12327F07-22DF-4074-9BEA-22BDEFDE7784}"/>
              </a:ext>
            </a:extLst>
          </p:cNvPr>
          <p:cNvSpPr>
            <a:spLocks noGrp="1"/>
          </p:cNvSpPr>
          <p:nvPr/>
        </p:nvSpPr>
        <p:spPr>
          <a:xfrm>
            <a:off x="1628775" y="19431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950" b="1">
                <a:solidFill>
                  <a:srgbClr val="4285F4"/>
                </a:solidFill>
                <a:latin typeface="Space Grotesk"/>
                <a:ea typeface="Space Grotesk"/>
                <a:cs typeface="Space Grotesk"/>
              </a:defRPr>
            </a:pPr>
            <a:r>
              <a:rPr sz="4950" b="1">
                <a:solidFill>
                  <a:srgbClr val="4285F4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646" name="矩形 645">
            <a:extLst>
              <a:ext uri="{FF2B5EF4-FFF2-40B4-BE49-F238E27FC236}">
                <a16:creationId xmlns:a16="http://schemas.microsoft.com/office/drawing/2014/main" id="{54CB667E-F2C6-4B8C-9E9D-41F1C9D44456}"/>
              </a:ext>
            </a:extLst>
          </p:cNvPr>
          <p:cNvSpPr>
            <a:spLocks noGrp="1"/>
          </p:cNvSpPr>
          <p:nvPr/>
        </p:nvSpPr>
        <p:spPr>
          <a:xfrm>
            <a:off x="1628775" y="28003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Introduction</a:t>
            </a:r>
          </a:p>
        </p:txBody>
      </p:sp>
      <p:sp>
        <p:nvSpPr>
          <p:cNvPr id="647" name="矩形 646">
            <a:extLst>
              <a:ext uri="{FF2B5EF4-FFF2-40B4-BE49-F238E27FC236}">
                <a16:creationId xmlns:a16="http://schemas.microsoft.com/office/drawing/2014/main" id="{2A1704EA-3201-4E4E-97C3-659CC52A54FC}"/>
              </a:ext>
            </a:extLst>
          </p:cNvPr>
          <p:cNvSpPr>
            <a:spLocks noGrp="1"/>
          </p:cNvSpPr>
          <p:nvPr/>
        </p:nvSpPr>
        <p:spPr>
          <a:xfrm>
            <a:off x="1666875" y="3295650"/>
            <a:ext cx="1390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Background and</a:t>
            </a:r>
          </a:p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Motivation</a:t>
            </a:r>
          </a:p>
        </p:txBody>
      </p:sp>
      <p:sp>
        <p:nvSpPr>
          <p:cNvPr id="648" name="vertical-divider">
            <a:extLst>
              <a:ext uri="{FF2B5EF4-FFF2-40B4-BE49-F238E27FC236}">
                <a16:creationId xmlns:a16="http://schemas.microsoft.com/office/drawing/2014/main" id="{DEC013A4-DAFB-4AFF-ACB1-8E91A0818F38}"/>
              </a:ext>
            </a:extLst>
          </p:cNvPr>
          <p:cNvSpPr>
            <a:spLocks noGrp="1"/>
          </p:cNvSpPr>
          <p:nvPr/>
        </p:nvSpPr>
        <p:spPr>
          <a:xfrm>
            <a:off x="3295650" y="2095500"/>
            <a:ext cx="9525" cy="1809750"/>
          </a:xfrm>
          <a:custGeom>
            <a:avLst/>
            <a:gdLst/>
            <a:ahLst/>
            <a:cxnLst/>
            <a:rect l="0" t="0" r="0" b="0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0478">
            <a:solidFill>
              <a:srgbClr val="5C6472">
                <a:alpha val="20000"/>
              </a:srgbClr>
            </a:solidFill>
            <a:prstDash val="solid"/>
          </a:ln>
        </p:spPr>
      </p:sp>
      <p:sp>
        <p:nvSpPr>
          <p:cNvPr id="649" name="矩形 648">
            <a:extLst>
              <a:ext uri="{FF2B5EF4-FFF2-40B4-BE49-F238E27FC236}">
                <a16:creationId xmlns:a16="http://schemas.microsoft.com/office/drawing/2014/main" id="{B7B27813-27C7-42EE-A59D-5038CF5AE869}"/>
              </a:ext>
            </a:extLst>
          </p:cNvPr>
          <p:cNvSpPr>
            <a:spLocks noGrp="1"/>
          </p:cNvSpPr>
          <p:nvPr/>
        </p:nvSpPr>
        <p:spPr>
          <a:xfrm>
            <a:off x="3495675" y="19431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950" b="1">
                <a:solidFill>
                  <a:srgbClr val="EA4335"/>
                </a:solidFill>
                <a:latin typeface="Space Grotesk"/>
                <a:ea typeface="Space Grotesk"/>
                <a:cs typeface="Space Grotesk"/>
              </a:defRPr>
            </a:pPr>
            <a:r>
              <a:rPr sz="4950" b="1">
                <a:solidFill>
                  <a:srgbClr val="EA4335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650" name="矩形 649">
            <a:extLst>
              <a:ext uri="{FF2B5EF4-FFF2-40B4-BE49-F238E27FC236}">
                <a16:creationId xmlns:a16="http://schemas.microsoft.com/office/drawing/2014/main" id="{979BAC06-C7E8-4C37-AFE7-CFF66381FA4C}"/>
              </a:ext>
            </a:extLst>
          </p:cNvPr>
          <p:cNvSpPr>
            <a:spLocks noGrp="1"/>
          </p:cNvSpPr>
          <p:nvPr/>
        </p:nvSpPr>
        <p:spPr>
          <a:xfrm>
            <a:off x="3495675" y="28003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Method</a:t>
            </a:r>
          </a:p>
        </p:txBody>
      </p:sp>
      <p:sp>
        <p:nvSpPr>
          <p:cNvPr id="651" name="矩形 650">
            <a:extLst>
              <a:ext uri="{FF2B5EF4-FFF2-40B4-BE49-F238E27FC236}">
                <a16:creationId xmlns:a16="http://schemas.microsoft.com/office/drawing/2014/main" id="{0E4D1E04-D3E6-4E02-B90E-86DCB9A9FCE2}"/>
              </a:ext>
            </a:extLst>
          </p:cNvPr>
          <p:cNvSpPr>
            <a:spLocks noGrp="1"/>
          </p:cNvSpPr>
          <p:nvPr/>
        </p:nvSpPr>
        <p:spPr>
          <a:xfrm>
            <a:off x="3533775" y="3295650"/>
            <a:ext cx="1390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Approach and</a:t>
            </a:r>
          </a:p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Methods</a:t>
            </a:r>
          </a:p>
        </p:txBody>
      </p:sp>
      <p:sp>
        <p:nvSpPr>
          <p:cNvPr id="652" name="vertical-divider">
            <a:extLst>
              <a:ext uri="{FF2B5EF4-FFF2-40B4-BE49-F238E27FC236}">
                <a16:creationId xmlns:a16="http://schemas.microsoft.com/office/drawing/2014/main" id="{0F7A9C9B-44BC-41C0-8817-97F14AE5F93E}"/>
              </a:ext>
            </a:extLst>
          </p:cNvPr>
          <p:cNvSpPr>
            <a:spLocks noGrp="1"/>
          </p:cNvSpPr>
          <p:nvPr/>
        </p:nvSpPr>
        <p:spPr>
          <a:xfrm>
            <a:off x="5162550" y="2095500"/>
            <a:ext cx="9525" cy="1809750"/>
          </a:xfrm>
          <a:custGeom>
            <a:avLst/>
            <a:gdLst/>
            <a:ahLst/>
            <a:cxnLst/>
            <a:rect l="0" t="0" r="0" b="0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0478">
            <a:solidFill>
              <a:srgbClr val="5C6472">
                <a:alpha val="20000"/>
              </a:srgbClr>
            </a:solidFill>
            <a:prstDash val="solid"/>
          </a:ln>
        </p:spPr>
      </p:sp>
      <p:sp>
        <p:nvSpPr>
          <p:cNvPr id="653" name="矩形 652">
            <a:extLst>
              <a:ext uri="{FF2B5EF4-FFF2-40B4-BE49-F238E27FC236}">
                <a16:creationId xmlns:a16="http://schemas.microsoft.com/office/drawing/2014/main" id="{DDDE64D4-9463-44ED-B298-1A55E4301845}"/>
              </a:ext>
            </a:extLst>
          </p:cNvPr>
          <p:cNvSpPr>
            <a:spLocks noGrp="1"/>
          </p:cNvSpPr>
          <p:nvPr/>
        </p:nvSpPr>
        <p:spPr>
          <a:xfrm>
            <a:off x="5362575" y="19431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950" b="1">
                <a:solidFill>
                  <a:srgbClr val="FBBC05"/>
                </a:solidFill>
                <a:latin typeface="Space Grotesk"/>
                <a:ea typeface="Space Grotesk"/>
                <a:cs typeface="Space Grotesk"/>
              </a:defRPr>
            </a:pPr>
            <a:r>
              <a:rPr sz="4950" b="1">
                <a:solidFill>
                  <a:srgbClr val="FBBC05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654" name="矩形 653">
            <a:extLst>
              <a:ext uri="{FF2B5EF4-FFF2-40B4-BE49-F238E27FC236}">
                <a16:creationId xmlns:a16="http://schemas.microsoft.com/office/drawing/2014/main" id="{DA969DCE-FF93-4BCB-9E7D-CFBDCB608E68}"/>
              </a:ext>
            </a:extLst>
          </p:cNvPr>
          <p:cNvSpPr>
            <a:spLocks noGrp="1"/>
          </p:cNvSpPr>
          <p:nvPr/>
        </p:nvSpPr>
        <p:spPr>
          <a:xfrm>
            <a:off x="5362575" y="28003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Experiments</a:t>
            </a:r>
          </a:p>
        </p:txBody>
      </p:sp>
      <p:sp>
        <p:nvSpPr>
          <p:cNvPr id="655" name="矩形 654">
            <a:extLst>
              <a:ext uri="{FF2B5EF4-FFF2-40B4-BE49-F238E27FC236}">
                <a16:creationId xmlns:a16="http://schemas.microsoft.com/office/drawing/2014/main" id="{1333A5BC-DE2A-4158-AF5C-1393126DA48D}"/>
              </a:ext>
            </a:extLst>
          </p:cNvPr>
          <p:cNvSpPr>
            <a:spLocks noGrp="1"/>
          </p:cNvSpPr>
          <p:nvPr/>
        </p:nvSpPr>
        <p:spPr>
          <a:xfrm>
            <a:off x="5400675" y="3295650"/>
            <a:ext cx="1390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Research and</a:t>
            </a:r>
          </a:p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Analysis</a:t>
            </a:r>
          </a:p>
        </p:txBody>
      </p:sp>
      <p:sp>
        <p:nvSpPr>
          <p:cNvPr id="656" name="vertical-divider">
            <a:extLst>
              <a:ext uri="{FF2B5EF4-FFF2-40B4-BE49-F238E27FC236}">
                <a16:creationId xmlns:a16="http://schemas.microsoft.com/office/drawing/2014/main" id="{4F2E4961-37C2-432B-BB85-95AFE63EEA93}"/>
              </a:ext>
            </a:extLst>
          </p:cNvPr>
          <p:cNvSpPr>
            <a:spLocks noGrp="1"/>
          </p:cNvSpPr>
          <p:nvPr/>
        </p:nvSpPr>
        <p:spPr>
          <a:xfrm>
            <a:off x="7029450" y="2095500"/>
            <a:ext cx="9525" cy="1809750"/>
          </a:xfrm>
          <a:custGeom>
            <a:avLst/>
            <a:gdLst/>
            <a:ahLst/>
            <a:cxnLst/>
            <a:rect l="0" t="0" r="0" b="0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0478">
            <a:solidFill>
              <a:srgbClr val="5C6472">
                <a:alpha val="20000"/>
              </a:srgbClr>
            </a:solidFill>
            <a:prstDash val="solid"/>
          </a:ln>
        </p:spPr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5568D15D-BAF9-4CDC-A034-5752B23CD9D7}"/>
              </a:ext>
            </a:extLst>
          </p:cNvPr>
          <p:cNvSpPr>
            <a:spLocks noGrp="1"/>
          </p:cNvSpPr>
          <p:nvPr/>
        </p:nvSpPr>
        <p:spPr>
          <a:xfrm>
            <a:off x="7229475" y="19431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950" b="1">
                <a:solidFill>
                  <a:srgbClr val="34A853"/>
                </a:solidFill>
                <a:latin typeface="Space Grotesk"/>
                <a:ea typeface="Space Grotesk"/>
                <a:cs typeface="Space Grotesk"/>
              </a:defRPr>
            </a:pPr>
            <a:r>
              <a:rPr sz="4950" b="1">
                <a:solidFill>
                  <a:srgbClr val="34A853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658" name="矩形 657">
            <a:extLst>
              <a:ext uri="{FF2B5EF4-FFF2-40B4-BE49-F238E27FC236}">
                <a16:creationId xmlns:a16="http://schemas.microsoft.com/office/drawing/2014/main" id="{98AD792B-8468-48A6-8279-C405A4221814}"/>
              </a:ext>
            </a:extLst>
          </p:cNvPr>
          <p:cNvSpPr>
            <a:spLocks noGrp="1"/>
          </p:cNvSpPr>
          <p:nvPr/>
        </p:nvSpPr>
        <p:spPr>
          <a:xfrm>
            <a:off x="7229475" y="28003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Results</a:t>
            </a:r>
          </a:p>
        </p:txBody>
      </p:sp>
      <p:sp>
        <p:nvSpPr>
          <p:cNvPr id="659" name="矩形 658">
            <a:extLst>
              <a:ext uri="{FF2B5EF4-FFF2-40B4-BE49-F238E27FC236}">
                <a16:creationId xmlns:a16="http://schemas.microsoft.com/office/drawing/2014/main" id="{1E685A94-B7D6-4A84-9396-3D7E1267CA74}"/>
              </a:ext>
            </a:extLst>
          </p:cNvPr>
          <p:cNvSpPr>
            <a:spLocks noGrp="1"/>
          </p:cNvSpPr>
          <p:nvPr/>
        </p:nvSpPr>
        <p:spPr>
          <a:xfrm>
            <a:off x="7267575" y="3295650"/>
            <a:ext cx="1390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Key Findings and</a:t>
            </a:r>
          </a:p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Discussion</a:t>
            </a:r>
          </a:p>
        </p:txBody>
      </p:sp>
      <p:sp>
        <p:nvSpPr>
          <p:cNvPr id="660" name="vertical-divider">
            <a:extLst>
              <a:ext uri="{FF2B5EF4-FFF2-40B4-BE49-F238E27FC236}">
                <a16:creationId xmlns:a16="http://schemas.microsoft.com/office/drawing/2014/main" id="{7C89B16F-5FD5-4899-B411-F07C79B91EF6}"/>
              </a:ext>
            </a:extLst>
          </p:cNvPr>
          <p:cNvSpPr>
            <a:spLocks noGrp="1"/>
          </p:cNvSpPr>
          <p:nvPr/>
        </p:nvSpPr>
        <p:spPr>
          <a:xfrm>
            <a:off x="8896350" y="2095500"/>
            <a:ext cx="9525" cy="1809750"/>
          </a:xfrm>
          <a:custGeom>
            <a:avLst/>
            <a:gdLst/>
            <a:ahLst/>
            <a:cxnLst/>
            <a:rect l="0" t="0" r="0" b="0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0478">
            <a:solidFill>
              <a:srgbClr val="5C6472">
                <a:alpha val="20000"/>
              </a:srgbClr>
            </a:solidFill>
            <a:prstDash val="solid"/>
          </a:ln>
        </p:spPr>
      </p:sp>
      <p:sp>
        <p:nvSpPr>
          <p:cNvPr id="661" name="矩形 660">
            <a:extLst>
              <a:ext uri="{FF2B5EF4-FFF2-40B4-BE49-F238E27FC236}">
                <a16:creationId xmlns:a16="http://schemas.microsoft.com/office/drawing/2014/main" id="{2A71423F-629C-4E20-B7E3-C0E50C8275D5}"/>
              </a:ext>
            </a:extLst>
          </p:cNvPr>
          <p:cNvSpPr>
            <a:spLocks noGrp="1"/>
          </p:cNvSpPr>
          <p:nvPr/>
        </p:nvSpPr>
        <p:spPr>
          <a:xfrm>
            <a:off x="9096375" y="19431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950" b="1">
                <a:solidFill>
                  <a:srgbClr val="583B95"/>
                </a:solidFill>
                <a:latin typeface="Space Grotesk"/>
                <a:ea typeface="Space Grotesk"/>
                <a:cs typeface="Space Grotesk"/>
              </a:defRPr>
            </a:pPr>
            <a:r>
              <a:rPr sz="4950" b="1">
                <a:solidFill>
                  <a:srgbClr val="583B95"/>
                </a:solidFill>
                <a:latin typeface="Space Grotesk"/>
                <a:ea typeface="Space Grotesk"/>
                <a:cs typeface="Space Grotesk"/>
              </a:rPr>
              <a:t>05</a:t>
            </a:r>
          </a:p>
        </p:txBody>
      </p:sp>
      <p:sp>
        <p:nvSpPr>
          <p:cNvPr id="662" name="矩形 661">
            <a:extLst>
              <a:ext uri="{FF2B5EF4-FFF2-40B4-BE49-F238E27FC236}">
                <a16:creationId xmlns:a16="http://schemas.microsoft.com/office/drawing/2014/main" id="{FF05AEEB-69D1-47D2-817E-AB808C0BAEFA}"/>
              </a:ext>
            </a:extLst>
          </p:cNvPr>
          <p:cNvSpPr>
            <a:spLocks noGrp="1"/>
          </p:cNvSpPr>
          <p:nvPr/>
        </p:nvSpPr>
        <p:spPr>
          <a:xfrm>
            <a:off x="9096375" y="28003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Conclusion</a:t>
            </a:r>
          </a:p>
        </p:txBody>
      </p:sp>
      <p:sp>
        <p:nvSpPr>
          <p:cNvPr id="663" name="矩形 662">
            <a:extLst>
              <a:ext uri="{FF2B5EF4-FFF2-40B4-BE49-F238E27FC236}">
                <a16:creationId xmlns:a16="http://schemas.microsoft.com/office/drawing/2014/main" id="{F819C0AC-5DA2-45E6-8661-40112F131774}"/>
              </a:ext>
            </a:extLst>
          </p:cNvPr>
          <p:cNvSpPr>
            <a:spLocks noGrp="1"/>
          </p:cNvSpPr>
          <p:nvPr/>
        </p:nvSpPr>
        <p:spPr>
          <a:xfrm>
            <a:off x="9134475" y="3295650"/>
            <a:ext cx="1390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Summary and</a:t>
            </a:r>
          </a:p>
          <a:p>
            <a:pPr algn="ctr">
              <a:lnSpc>
                <a:spcPct val="125000"/>
              </a:lnSpc>
              <a:buNone/>
              <a:defRPr sz="1275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Future Work</a:t>
            </a:r>
          </a:p>
        </p:txBody>
      </p:sp>
      <p:sp>
        <p:nvSpPr>
          <p:cNvPr id="664" name="矩形 663">
            <a:extLst>
              <a:ext uri="{FF2B5EF4-FFF2-40B4-BE49-F238E27FC236}">
                <a16:creationId xmlns:a16="http://schemas.microsoft.com/office/drawing/2014/main" id="{F62C51A7-7511-4761-8BDB-693EF0665A87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07142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665" name="矩形 664">
            <a:extLst>
              <a:ext uri="{FF2B5EF4-FFF2-40B4-BE49-F238E27FC236}">
                <a16:creationId xmlns:a16="http://schemas.microsoft.com/office/drawing/2014/main" id="{1CD747C3-667E-4764-8B31-6077DC19F493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7142F"/>
                </a:solidFill>
                <a:latin typeface="Inter"/>
                <a:ea typeface="Inter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20965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knowledge-edge">
            <a:extLst>
              <a:ext uri="{FF2B5EF4-FFF2-40B4-BE49-F238E27FC236}">
                <a16:creationId xmlns:a16="http://schemas.microsoft.com/office/drawing/2014/main" id="{C0093DDA-88AA-459B-915C-A784C20B80CF}"/>
              </a:ext>
            </a:extLst>
          </p:cNvPr>
          <p:cNvSpPr>
            <a:spLocks noGrp="1"/>
          </p:cNvSpPr>
          <p:nvPr/>
        </p:nvSpPr>
        <p:spPr>
          <a:xfrm>
            <a:off x="-184058" y="5661560"/>
            <a:ext cx="188627" cy="140649"/>
          </a:xfrm>
          <a:custGeom>
            <a:avLst/>
            <a:gdLst/>
            <a:ahLst/>
            <a:cxnLst/>
            <a:rect l="0" t="0" r="0" b="0"/>
            <a:pathLst>
              <a:path w="188627" h="140649">
                <a:moveTo>
                  <a:pt x="0" y="0"/>
                </a:moveTo>
                <a:lnTo>
                  <a:pt x="13473" y="21934"/>
                </a:lnTo>
                <a:lnTo>
                  <a:pt x="26947" y="42012"/>
                </a:lnTo>
                <a:lnTo>
                  <a:pt x="40420" y="60232"/>
                </a:lnTo>
                <a:lnTo>
                  <a:pt x="53893" y="76596"/>
                </a:lnTo>
                <a:lnTo>
                  <a:pt x="67367" y="91102"/>
                </a:lnTo>
                <a:lnTo>
                  <a:pt x="80840" y="103751"/>
                </a:lnTo>
                <a:lnTo>
                  <a:pt x="94314" y="114544"/>
                </a:lnTo>
                <a:lnTo>
                  <a:pt x="107787" y="123479"/>
                </a:lnTo>
                <a:lnTo>
                  <a:pt x="121260" y="130557"/>
                </a:lnTo>
                <a:lnTo>
                  <a:pt x="134734" y="135778"/>
                </a:lnTo>
                <a:lnTo>
                  <a:pt x="148207" y="139142"/>
                </a:lnTo>
                <a:lnTo>
                  <a:pt x="161680" y="140649"/>
                </a:lnTo>
                <a:lnTo>
                  <a:pt x="175154" y="140299"/>
                </a:lnTo>
                <a:lnTo>
                  <a:pt x="188627" y="138092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2" name="knowledge-cross-edge">
            <a:extLst>
              <a:ext uri="{FF2B5EF4-FFF2-40B4-BE49-F238E27FC236}">
                <a16:creationId xmlns:a16="http://schemas.microsoft.com/office/drawing/2014/main" id="{5D44C30C-7185-4697-B1C3-692A3A958B4B}"/>
              </a:ext>
            </a:extLst>
          </p:cNvPr>
          <p:cNvSpPr>
            <a:spLocks noGrp="1"/>
          </p:cNvSpPr>
          <p:nvPr/>
        </p:nvSpPr>
        <p:spPr>
          <a:xfrm>
            <a:off x="-184058" y="5661560"/>
            <a:ext cx="127077" cy="313442"/>
          </a:xfrm>
          <a:custGeom>
            <a:avLst/>
            <a:gdLst/>
            <a:ahLst/>
            <a:cxnLst/>
            <a:rect l="0" t="0" r="0" b="0"/>
            <a:pathLst>
              <a:path w="127077" h="313442">
                <a:moveTo>
                  <a:pt x="0" y="0"/>
                </a:moveTo>
                <a:lnTo>
                  <a:pt x="24614" y="15661"/>
                </a:lnTo>
                <a:lnTo>
                  <a:pt x="46582" y="33223"/>
                </a:lnTo>
                <a:lnTo>
                  <a:pt x="65904" y="52688"/>
                </a:lnTo>
                <a:lnTo>
                  <a:pt x="82581" y="74054"/>
                </a:lnTo>
                <a:lnTo>
                  <a:pt x="96612" y="97321"/>
                </a:lnTo>
                <a:lnTo>
                  <a:pt x="107996" y="122491"/>
                </a:lnTo>
                <a:lnTo>
                  <a:pt x="116735" y="149562"/>
                </a:lnTo>
                <a:lnTo>
                  <a:pt x="122828" y="178534"/>
                </a:lnTo>
                <a:lnTo>
                  <a:pt x="126276" y="209409"/>
                </a:lnTo>
                <a:lnTo>
                  <a:pt x="127077" y="242185"/>
                </a:lnTo>
                <a:lnTo>
                  <a:pt x="125233" y="276863"/>
                </a:lnTo>
                <a:lnTo>
                  <a:pt x="120743" y="313442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3" name="knowledge-edge">
            <a:extLst>
              <a:ext uri="{FF2B5EF4-FFF2-40B4-BE49-F238E27FC236}">
                <a16:creationId xmlns:a16="http://schemas.microsoft.com/office/drawing/2014/main" id="{847EA9A1-EBFE-4ADE-A61D-B96EF8A89EFD}"/>
              </a:ext>
            </a:extLst>
          </p:cNvPr>
          <p:cNvSpPr>
            <a:spLocks noGrp="1"/>
          </p:cNvSpPr>
          <p:nvPr/>
        </p:nvSpPr>
        <p:spPr>
          <a:xfrm>
            <a:off x="-373380" y="5893030"/>
            <a:ext cx="310065" cy="81972"/>
          </a:xfrm>
          <a:custGeom>
            <a:avLst/>
            <a:gdLst/>
            <a:ahLst/>
            <a:cxnLst/>
            <a:rect l="0" t="0" r="0" b="0"/>
            <a:pathLst>
              <a:path w="310065" h="81972">
                <a:moveTo>
                  <a:pt x="0" y="2150"/>
                </a:moveTo>
                <a:lnTo>
                  <a:pt x="22148" y="510"/>
                </a:lnTo>
                <a:lnTo>
                  <a:pt x="44295" y="0"/>
                </a:lnTo>
                <a:lnTo>
                  <a:pt x="66443" y="619"/>
                </a:lnTo>
                <a:lnTo>
                  <a:pt x="88590" y="2368"/>
                </a:lnTo>
                <a:lnTo>
                  <a:pt x="110738" y="5246"/>
                </a:lnTo>
                <a:lnTo>
                  <a:pt x="132885" y="9254"/>
                </a:lnTo>
                <a:lnTo>
                  <a:pt x="155033" y="14390"/>
                </a:lnTo>
                <a:lnTo>
                  <a:pt x="177180" y="20657"/>
                </a:lnTo>
                <a:lnTo>
                  <a:pt x="199328" y="28052"/>
                </a:lnTo>
                <a:lnTo>
                  <a:pt x="221475" y="36578"/>
                </a:lnTo>
                <a:lnTo>
                  <a:pt x="243623" y="46232"/>
                </a:lnTo>
                <a:lnTo>
                  <a:pt x="265770" y="57016"/>
                </a:lnTo>
                <a:lnTo>
                  <a:pt x="287918" y="68929"/>
                </a:lnTo>
                <a:lnTo>
                  <a:pt x="310065" y="81972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4" name="knowledge-cross-edge">
            <a:extLst>
              <a:ext uri="{FF2B5EF4-FFF2-40B4-BE49-F238E27FC236}">
                <a16:creationId xmlns:a16="http://schemas.microsoft.com/office/drawing/2014/main" id="{D9524811-A18A-4EE3-B1B6-6499BB142333}"/>
              </a:ext>
            </a:extLst>
          </p:cNvPr>
          <p:cNvSpPr>
            <a:spLocks noGrp="1"/>
          </p:cNvSpPr>
          <p:nvPr/>
        </p:nvSpPr>
        <p:spPr>
          <a:xfrm>
            <a:off x="-373380" y="5750786"/>
            <a:ext cx="377950" cy="144394"/>
          </a:xfrm>
          <a:custGeom>
            <a:avLst/>
            <a:gdLst/>
            <a:ahLst/>
            <a:cxnLst/>
            <a:rect l="0" t="0" r="0" b="0"/>
            <a:pathLst>
              <a:path w="377950" h="144394">
                <a:moveTo>
                  <a:pt x="0" y="144394"/>
                </a:moveTo>
                <a:lnTo>
                  <a:pt x="16944" y="108689"/>
                </a:lnTo>
                <a:lnTo>
                  <a:pt x="36533" y="78030"/>
                </a:lnTo>
                <a:lnTo>
                  <a:pt x="58769" y="52414"/>
                </a:lnTo>
                <a:lnTo>
                  <a:pt x="83650" y="31843"/>
                </a:lnTo>
                <a:lnTo>
                  <a:pt x="111177" y="16315"/>
                </a:lnTo>
                <a:lnTo>
                  <a:pt x="141350" y="5833"/>
                </a:lnTo>
                <a:lnTo>
                  <a:pt x="174169" y="394"/>
                </a:lnTo>
                <a:lnTo>
                  <a:pt x="209633" y="0"/>
                </a:lnTo>
                <a:lnTo>
                  <a:pt x="247744" y="4650"/>
                </a:lnTo>
                <a:lnTo>
                  <a:pt x="288500" y="14344"/>
                </a:lnTo>
                <a:lnTo>
                  <a:pt x="331902" y="29083"/>
                </a:lnTo>
                <a:lnTo>
                  <a:pt x="377950" y="48866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5" name="knowledge-long-edge">
            <a:extLst>
              <a:ext uri="{FF2B5EF4-FFF2-40B4-BE49-F238E27FC236}">
                <a16:creationId xmlns:a16="http://schemas.microsoft.com/office/drawing/2014/main" id="{2B7CC482-6DEF-4766-8AC9-65FE3216155F}"/>
              </a:ext>
            </a:extLst>
          </p:cNvPr>
          <p:cNvSpPr>
            <a:spLocks noGrp="1"/>
          </p:cNvSpPr>
          <p:nvPr/>
        </p:nvSpPr>
        <p:spPr>
          <a:xfrm>
            <a:off x="-373380" y="5559536"/>
            <a:ext cx="737691" cy="335644"/>
          </a:xfrm>
          <a:custGeom>
            <a:avLst/>
            <a:gdLst/>
            <a:ahLst/>
            <a:cxnLst/>
            <a:rect l="0" t="0" r="0" b="0"/>
            <a:pathLst>
              <a:path w="737691" h="335644">
                <a:moveTo>
                  <a:pt x="0" y="335644"/>
                </a:moveTo>
                <a:lnTo>
                  <a:pt x="46106" y="267328"/>
                </a:lnTo>
                <a:lnTo>
                  <a:pt x="92211" y="206768"/>
                </a:lnTo>
                <a:lnTo>
                  <a:pt x="138317" y="153963"/>
                </a:lnTo>
                <a:lnTo>
                  <a:pt x="184423" y="108914"/>
                </a:lnTo>
                <a:lnTo>
                  <a:pt x="230528" y="71620"/>
                </a:lnTo>
                <a:lnTo>
                  <a:pt x="276634" y="42082"/>
                </a:lnTo>
                <a:lnTo>
                  <a:pt x="322740" y="20299"/>
                </a:lnTo>
                <a:lnTo>
                  <a:pt x="368846" y="6272"/>
                </a:lnTo>
                <a:lnTo>
                  <a:pt x="414951" y="0"/>
                </a:lnTo>
                <a:lnTo>
                  <a:pt x="461057" y="1484"/>
                </a:lnTo>
                <a:lnTo>
                  <a:pt x="507163" y="10723"/>
                </a:lnTo>
                <a:lnTo>
                  <a:pt x="553268" y="27718"/>
                </a:lnTo>
                <a:lnTo>
                  <a:pt x="599374" y="52468"/>
                </a:lnTo>
                <a:lnTo>
                  <a:pt x="645480" y="84974"/>
                </a:lnTo>
                <a:lnTo>
                  <a:pt x="691585" y="125235"/>
                </a:lnTo>
                <a:lnTo>
                  <a:pt x="737691" y="173252"/>
                </a:lnTo>
              </a:path>
            </a:pathLst>
          </a:custGeom>
          <a:noFill/>
          <a:ln w="4286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6" name="knowledge-edge">
            <a:extLst>
              <a:ext uri="{FF2B5EF4-FFF2-40B4-BE49-F238E27FC236}">
                <a16:creationId xmlns:a16="http://schemas.microsoft.com/office/drawing/2014/main" id="{D3B11DCF-5408-4AF7-BB0A-02CC1B85A43B}"/>
              </a:ext>
            </a:extLst>
          </p:cNvPr>
          <p:cNvSpPr>
            <a:spLocks noGrp="1"/>
          </p:cNvSpPr>
          <p:nvPr/>
        </p:nvSpPr>
        <p:spPr>
          <a:xfrm>
            <a:off x="-369913" y="6077469"/>
            <a:ext cx="488336" cy="81451"/>
          </a:xfrm>
          <a:custGeom>
            <a:avLst/>
            <a:gdLst/>
            <a:ahLst/>
            <a:cxnLst/>
            <a:rect l="0" t="0" r="0" b="0"/>
            <a:pathLst>
              <a:path w="488336" h="81451">
                <a:moveTo>
                  <a:pt x="0" y="17215"/>
                </a:moveTo>
                <a:lnTo>
                  <a:pt x="34881" y="35311"/>
                </a:lnTo>
                <a:lnTo>
                  <a:pt x="69762" y="50434"/>
                </a:lnTo>
                <a:lnTo>
                  <a:pt x="104643" y="62584"/>
                </a:lnTo>
                <a:lnTo>
                  <a:pt x="139525" y="71760"/>
                </a:lnTo>
                <a:lnTo>
                  <a:pt x="174406" y="77963"/>
                </a:lnTo>
                <a:lnTo>
                  <a:pt x="209287" y="81194"/>
                </a:lnTo>
                <a:lnTo>
                  <a:pt x="244168" y="81451"/>
                </a:lnTo>
                <a:lnTo>
                  <a:pt x="279049" y="78734"/>
                </a:lnTo>
                <a:lnTo>
                  <a:pt x="313930" y="73045"/>
                </a:lnTo>
                <a:lnTo>
                  <a:pt x="348811" y="64382"/>
                </a:lnTo>
                <a:lnTo>
                  <a:pt x="383693" y="52746"/>
                </a:lnTo>
                <a:lnTo>
                  <a:pt x="418574" y="38137"/>
                </a:lnTo>
                <a:lnTo>
                  <a:pt x="453455" y="20555"/>
                </a:lnTo>
                <a:lnTo>
                  <a:pt x="488336" y="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7" name="knowledge-cross-edge">
            <a:extLst>
              <a:ext uri="{FF2B5EF4-FFF2-40B4-BE49-F238E27FC236}">
                <a16:creationId xmlns:a16="http://schemas.microsoft.com/office/drawing/2014/main" id="{D1F80D0F-5F73-49FD-A538-553438ECFC42}"/>
              </a:ext>
            </a:extLst>
          </p:cNvPr>
          <p:cNvSpPr>
            <a:spLocks noGrp="1"/>
          </p:cNvSpPr>
          <p:nvPr/>
        </p:nvSpPr>
        <p:spPr>
          <a:xfrm>
            <a:off x="-369913" y="5975002"/>
            <a:ext cx="306598" cy="119682"/>
          </a:xfrm>
          <a:custGeom>
            <a:avLst/>
            <a:gdLst/>
            <a:ahLst/>
            <a:cxnLst/>
            <a:rect l="0" t="0" r="0" b="0"/>
            <a:pathLst>
              <a:path w="306598" h="119682">
                <a:moveTo>
                  <a:pt x="0" y="119682"/>
                </a:moveTo>
                <a:lnTo>
                  <a:pt x="10998" y="107088"/>
                </a:lnTo>
                <a:lnTo>
                  <a:pt x="24641" y="94970"/>
                </a:lnTo>
                <a:lnTo>
                  <a:pt x="40931" y="83328"/>
                </a:lnTo>
                <a:lnTo>
                  <a:pt x="59866" y="72164"/>
                </a:lnTo>
                <a:lnTo>
                  <a:pt x="81447" y="61475"/>
                </a:lnTo>
                <a:lnTo>
                  <a:pt x="105674" y="51264"/>
                </a:lnTo>
                <a:lnTo>
                  <a:pt x="132547" y="41528"/>
                </a:lnTo>
                <a:lnTo>
                  <a:pt x="162065" y="32270"/>
                </a:lnTo>
                <a:lnTo>
                  <a:pt x="194230" y="23487"/>
                </a:lnTo>
                <a:lnTo>
                  <a:pt x="229040" y="15182"/>
                </a:lnTo>
                <a:lnTo>
                  <a:pt x="266496" y="7353"/>
                </a:lnTo>
                <a:lnTo>
                  <a:pt x="306598" y="0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8" name="knowledge-edge">
            <a:extLst>
              <a:ext uri="{FF2B5EF4-FFF2-40B4-BE49-F238E27FC236}">
                <a16:creationId xmlns:a16="http://schemas.microsoft.com/office/drawing/2014/main" id="{91143D1C-047E-4FA3-8DB1-271F006D798C}"/>
              </a:ext>
            </a:extLst>
          </p:cNvPr>
          <p:cNvSpPr>
            <a:spLocks noGrp="1"/>
          </p:cNvSpPr>
          <p:nvPr/>
        </p:nvSpPr>
        <p:spPr>
          <a:xfrm>
            <a:off x="-382440" y="6096540"/>
            <a:ext cx="441099" cy="79159"/>
          </a:xfrm>
          <a:custGeom>
            <a:avLst/>
            <a:gdLst/>
            <a:ahLst/>
            <a:cxnLst/>
            <a:rect l="0" t="0" r="0" b="0"/>
            <a:pathLst>
              <a:path w="441099" h="79159">
                <a:moveTo>
                  <a:pt x="0" y="0"/>
                </a:moveTo>
                <a:lnTo>
                  <a:pt x="31507" y="12240"/>
                </a:lnTo>
                <a:lnTo>
                  <a:pt x="63014" y="23455"/>
                </a:lnTo>
                <a:lnTo>
                  <a:pt x="94521" y="33643"/>
                </a:lnTo>
                <a:lnTo>
                  <a:pt x="126028" y="42805"/>
                </a:lnTo>
                <a:lnTo>
                  <a:pt x="157535" y="50941"/>
                </a:lnTo>
                <a:lnTo>
                  <a:pt x="189042" y="58051"/>
                </a:lnTo>
                <a:lnTo>
                  <a:pt x="220549" y="64134"/>
                </a:lnTo>
                <a:lnTo>
                  <a:pt x="252057" y="69191"/>
                </a:lnTo>
                <a:lnTo>
                  <a:pt x="283564" y="73223"/>
                </a:lnTo>
                <a:lnTo>
                  <a:pt x="315071" y="76228"/>
                </a:lnTo>
                <a:lnTo>
                  <a:pt x="346578" y="78207"/>
                </a:lnTo>
                <a:lnTo>
                  <a:pt x="378085" y="79159"/>
                </a:lnTo>
                <a:lnTo>
                  <a:pt x="409592" y="79086"/>
                </a:lnTo>
                <a:lnTo>
                  <a:pt x="441099" y="77986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9" name="knowledge-cross-edge">
            <a:extLst>
              <a:ext uri="{FF2B5EF4-FFF2-40B4-BE49-F238E27FC236}">
                <a16:creationId xmlns:a16="http://schemas.microsoft.com/office/drawing/2014/main" id="{41B4050B-A923-4B84-A05A-9302CB1BC34D}"/>
              </a:ext>
            </a:extLst>
          </p:cNvPr>
          <p:cNvSpPr>
            <a:spLocks noGrp="1"/>
          </p:cNvSpPr>
          <p:nvPr/>
        </p:nvSpPr>
        <p:spPr>
          <a:xfrm>
            <a:off x="-382440" y="6096540"/>
            <a:ext cx="457676" cy="191095"/>
          </a:xfrm>
          <a:custGeom>
            <a:avLst/>
            <a:gdLst/>
            <a:ahLst/>
            <a:cxnLst/>
            <a:rect l="0" t="0" r="0" b="0"/>
            <a:pathLst>
              <a:path w="457676" h="191095">
                <a:moveTo>
                  <a:pt x="0" y="0"/>
                </a:moveTo>
                <a:lnTo>
                  <a:pt x="52692" y="12072"/>
                </a:lnTo>
                <a:lnTo>
                  <a:pt x="102738" y="24845"/>
                </a:lnTo>
                <a:lnTo>
                  <a:pt x="150138" y="38318"/>
                </a:lnTo>
                <a:lnTo>
                  <a:pt x="194892" y="52492"/>
                </a:lnTo>
                <a:lnTo>
                  <a:pt x="237000" y="67366"/>
                </a:lnTo>
                <a:lnTo>
                  <a:pt x="276463" y="82940"/>
                </a:lnTo>
                <a:lnTo>
                  <a:pt x="313280" y="99215"/>
                </a:lnTo>
                <a:lnTo>
                  <a:pt x="347450" y="116190"/>
                </a:lnTo>
                <a:lnTo>
                  <a:pt x="378975" y="133866"/>
                </a:lnTo>
                <a:lnTo>
                  <a:pt x="407855" y="152242"/>
                </a:lnTo>
                <a:lnTo>
                  <a:pt x="434088" y="171318"/>
                </a:lnTo>
                <a:lnTo>
                  <a:pt x="457676" y="191095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0" name="knowledge-long-edge">
            <a:extLst>
              <a:ext uri="{FF2B5EF4-FFF2-40B4-BE49-F238E27FC236}">
                <a16:creationId xmlns:a16="http://schemas.microsoft.com/office/drawing/2014/main" id="{A2E46834-7E3D-4DDC-B72B-8AECF922C04F}"/>
              </a:ext>
            </a:extLst>
          </p:cNvPr>
          <p:cNvSpPr>
            <a:spLocks noGrp="1"/>
          </p:cNvSpPr>
          <p:nvPr/>
        </p:nvSpPr>
        <p:spPr>
          <a:xfrm>
            <a:off x="-382440" y="5822602"/>
            <a:ext cx="967666" cy="398853"/>
          </a:xfrm>
          <a:custGeom>
            <a:avLst/>
            <a:gdLst/>
            <a:ahLst/>
            <a:cxnLst/>
            <a:rect l="0" t="0" r="0" b="0"/>
            <a:pathLst>
              <a:path w="967666" h="398853">
                <a:moveTo>
                  <a:pt x="0" y="273938"/>
                </a:moveTo>
                <a:lnTo>
                  <a:pt x="60479" y="203510"/>
                </a:lnTo>
                <a:lnTo>
                  <a:pt x="120958" y="143513"/>
                </a:lnTo>
                <a:lnTo>
                  <a:pt x="181437" y="93948"/>
                </a:lnTo>
                <a:lnTo>
                  <a:pt x="241916" y="54814"/>
                </a:lnTo>
                <a:lnTo>
                  <a:pt x="302396" y="26111"/>
                </a:lnTo>
                <a:lnTo>
                  <a:pt x="362875" y="7840"/>
                </a:lnTo>
                <a:lnTo>
                  <a:pt x="423354" y="0"/>
                </a:lnTo>
                <a:lnTo>
                  <a:pt x="483833" y="2592"/>
                </a:lnTo>
                <a:lnTo>
                  <a:pt x="544312" y="15614"/>
                </a:lnTo>
                <a:lnTo>
                  <a:pt x="604791" y="39069"/>
                </a:lnTo>
                <a:lnTo>
                  <a:pt x="665270" y="72954"/>
                </a:lnTo>
                <a:lnTo>
                  <a:pt x="725749" y="117271"/>
                </a:lnTo>
                <a:lnTo>
                  <a:pt x="786228" y="172020"/>
                </a:lnTo>
                <a:lnTo>
                  <a:pt x="846708" y="237200"/>
                </a:lnTo>
                <a:lnTo>
                  <a:pt x="907187" y="312811"/>
                </a:lnTo>
                <a:lnTo>
                  <a:pt x="967666" y="398853"/>
                </a:lnTo>
              </a:path>
            </a:pathLst>
          </a:custGeom>
          <a:noFill/>
          <a:ln w="4286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11" name="knowledge-edge">
            <a:extLst>
              <a:ext uri="{FF2B5EF4-FFF2-40B4-BE49-F238E27FC236}">
                <a16:creationId xmlns:a16="http://schemas.microsoft.com/office/drawing/2014/main" id="{23530529-3F1D-4849-8AD0-799F77E99CD0}"/>
              </a:ext>
            </a:extLst>
          </p:cNvPr>
          <p:cNvSpPr>
            <a:spLocks noGrp="1"/>
          </p:cNvSpPr>
          <p:nvPr/>
        </p:nvSpPr>
        <p:spPr>
          <a:xfrm>
            <a:off x="-429681" y="6169514"/>
            <a:ext cx="504917" cy="131069"/>
          </a:xfrm>
          <a:custGeom>
            <a:avLst/>
            <a:gdLst/>
            <a:ahLst/>
            <a:cxnLst/>
            <a:rect l="0" t="0" r="0" b="0"/>
            <a:pathLst>
              <a:path w="504917" h="131069">
                <a:moveTo>
                  <a:pt x="0" y="0"/>
                </a:moveTo>
                <a:lnTo>
                  <a:pt x="36065" y="23509"/>
                </a:lnTo>
                <a:lnTo>
                  <a:pt x="72131" y="44699"/>
                </a:lnTo>
                <a:lnTo>
                  <a:pt x="108196" y="63571"/>
                </a:lnTo>
                <a:lnTo>
                  <a:pt x="144262" y="80123"/>
                </a:lnTo>
                <a:lnTo>
                  <a:pt x="180327" y="94358"/>
                </a:lnTo>
                <a:lnTo>
                  <a:pt x="216393" y="106273"/>
                </a:lnTo>
                <a:lnTo>
                  <a:pt x="252458" y="115869"/>
                </a:lnTo>
                <a:lnTo>
                  <a:pt x="288524" y="123147"/>
                </a:lnTo>
                <a:lnTo>
                  <a:pt x="324589" y="128107"/>
                </a:lnTo>
                <a:lnTo>
                  <a:pt x="360655" y="130747"/>
                </a:lnTo>
                <a:lnTo>
                  <a:pt x="396720" y="131069"/>
                </a:lnTo>
                <a:lnTo>
                  <a:pt x="432786" y="129072"/>
                </a:lnTo>
                <a:lnTo>
                  <a:pt x="468851" y="124756"/>
                </a:lnTo>
                <a:lnTo>
                  <a:pt x="504917" y="118122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2" name="knowledge-cross-edge">
            <a:extLst>
              <a:ext uri="{FF2B5EF4-FFF2-40B4-BE49-F238E27FC236}">
                <a16:creationId xmlns:a16="http://schemas.microsoft.com/office/drawing/2014/main" id="{02AF1895-FE7A-471E-8B9F-4ACAD3409CB8}"/>
              </a:ext>
            </a:extLst>
          </p:cNvPr>
          <p:cNvSpPr>
            <a:spLocks noGrp="1"/>
          </p:cNvSpPr>
          <p:nvPr/>
        </p:nvSpPr>
        <p:spPr>
          <a:xfrm>
            <a:off x="-429681" y="6153059"/>
            <a:ext cx="446759" cy="173769"/>
          </a:xfrm>
          <a:custGeom>
            <a:avLst/>
            <a:gdLst/>
            <a:ahLst/>
            <a:cxnLst/>
            <a:rect l="0" t="0" r="0" b="0"/>
            <a:pathLst>
              <a:path w="446759" h="173769">
                <a:moveTo>
                  <a:pt x="0" y="16455"/>
                </a:moveTo>
                <a:lnTo>
                  <a:pt x="51782" y="6838"/>
                </a:lnTo>
                <a:lnTo>
                  <a:pt x="100918" y="1353"/>
                </a:lnTo>
                <a:lnTo>
                  <a:pt x="147409" y="0"/>
                </a:lnTo>
                <a:lnTo>
                  <a:pt x="191253" y="2779"/>
                </a:lnTo>
                <a:lnTo>
                  <a:pt x="232452" y="9690"/>
                </a:lnTo>
                <a:lnTo>
                  <a:pt x="271005" y="20734"/>
                </a:lnTo>
                <a:lnTo>
                  <a:pt x="306912" y="35909"/>
                </a:lnTo>
                <a:lnTo>
                  <a:pt x="340173" y="55217"/>
                </a:lnTo>
                <a:lnTo>
                  <a:pt x="370788" y="78657"/>
                </a:lnTo>
                <a:lnTo>
                  <a:pt x="398758" y="106229"/>
                </a:lnTo>
                <a:lnTo>
                  <a:pt x="424082" y="137933"/>
                </a:lnTo>
                <a:lnTo>
                  <a:pt x="446759" y="173769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3" name="knowledge-edge">
            <a:extLst>
              <a:ext uri="{FF2B5EF4-FFF2-40B4-BE49-F238E27FC236}">
                <a16:creationId xmlns:a16="http://schemas.microsoft.com/office/drawing/2014/main" id="{A95FC0F9-9319-4CB3-BC84-17B456F6EF9B}"/>
              </a:ext>
            </a:extLst>
          </p:cNvPr>
          <p:cNvSpPr>
            <a:spLocks noGrp="1"/>
          </p:cNvSpPr>
          <p:nvPr/>
        </p:nvSpPr>
        <p:spPr>
          <a:xfrm>
            <a:off x="-297290" y="6307964"/>
            <a:ext cx="314368" cy="18864"/>
          </a:xfrm>
          <a:custGeom>
            <a:avLst/>
            <a:gdLst/>
            <a:ahLst/>
            <a:cxnLst/>
            <a:rect l="0" t="0" r="0" b="0"/>
            <a:pathLst>
              <a:path w="314368" h="18864">
                <a:moveTo>
                  <a:pt x="0" y="0"/>
                </a:moveTo>
                <a:lnTo>
                  <a:pt x="22455" y="1093"/>
                </a:lnTo>
                <a:lnTo>
                  <a:pt x="44910" y="2226"/>
                </a:lnTo>
                <a:lnTo>
                  <a:pt x="67364" y="3397"/>
                </a:lnTo>
                <a:lnTo>
                  <a:pt x="89819" y="4608"/>
                </a:lnTo>
                <a:lnTo>
                  <a:pt x="112274" y="5857"/>
                </a:lnTo>
                <a:lnTo>
                  <a:pt x="134729" y="7146"/>
                </a:lnTo>
                <a:lnTo>
                  <a:pt x="157184" y="8474"/>
                </a:lnTo>
                <a:lnTo>
                  <a:pt x="179639" y="9841"/>
                </a:lnTo>
                <a:lnTo>
                  <a:pt x="202093" y="11247"/>
                </a:lnTo>
                <a:lnTo>
                  <a:pt x="224548" y="12692"/>
                </a:lnTo>
                <a:lnTo>
                  <a:pt x="247003" y="14176"/>
                </a:lnTo>
                <a:lnTo>
                  <a:pt x="269458" y="15700"/>
                </a:lnTo>
                <a:lnTo>
                  <a:pt x="291913" y="17262"/>
                </a:lnTo>
                <a:lnTo>
                  <a:pt x="314368" y="18864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4" name="knowledge-long-edge">
            <a:extLst>
              <a:ext uri="{FF2B5EF4-FFF2-40B4-BE49-F238E27FC236}">
                <a16:creationId xmlns:a16="http://schemas.microsoft.com/office/drawing/2014/main" id="{FBBF77EF-9277-489A-900A-FB78735206FE}"/>
              </a:ext>
            </a:extLst>
          </p:cNvPr>
          <p:cNvSpPr>
            <a:spLocks noGrp="1"/>
          </p:cNvSpPr>
          <p:nvPr/>
        </p:nvSpPr>
        <p:spPr>
          <a:xfrm>
            <a:off x="-297290" y="6132997"/>
            <a:ext cx="691890" cy="568366"/>
          </a:xfrm>
          <a:custGeom>
            <a:avLst/>
            <a:gdLst/>
            <a:ahLst/>
            <a:cxnLst/>
            <a:rect l="0" t="0" r="0" b="0"/>
            <a:pathLst>
              <a:path w="691890" h="568366">
                <a:moveTo>
                  <a:pt x="0" y="174966"/>
                </a:moveTo>
                <a:lnTo>
                  <a:pt x="43243" y="118931"/>
                </a:lnTo>
                <a:lnTo>
                  <a:pt x="86486" y="73645"/>
                </a:lnTo>
                <a:lnTo>
                  <a:pt x="129729" y="39110"/>
                </a:lnTo>
                <a:lnTo>
                  <a:pt x="172973" y="15323"/>
                </a:lnTo>
                <a:lnTo>
                  <a:pt x="216216" y="2287"/>
                </a:lnTo>
                <a:lnTo>
                  <a:pt x="259459" y="0"/>
                </a:lnTo>
                <a:lnTo>
                  <a:pt x="302702" y="8463"/>
                </a:lnTo>
                <a:lnTo>
                  <a:pt x="345945" y="27676"/>
                </a:lnTo>
                <a:lnTo>
                  <a:pt x="389188" y="57638"/>
                </a:lnTo>
                <a:lnTo>
                  <a:pt x="432431" y="98350"/>
                </a:lnTo>
                <a:lnTo>
                  <a:pt x="475674" y="149812"/>
                </a:lnTo>
                <a:lnTo>
                  <a:pt x="518918" y="212023"/>
                </a:lnTo>
                <a:lnTo>
                  <a:pt x="562161" y="284984"/>
                </a:lnTo>
                <a:lnTo>
                  <a:pt x="605404" y="368695"/>
                </a:lnTo>
                <a:lnTo>
                  <a:pt x="648647" y="463156"/>
                </a:lnTo>
                <a:lnTo>
                  <a:pt x="691890" y="568366"/>
                </a:lnTo>
              </a:path>
            </a:pathLst>
          </a:custGeom>
          <a:noFill/>
          <a:ln w="4286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15" name="knowledge-edge">
            <a:extLst>
              <a:ext uri="{FF2B5EF4-FFF2-40B4-BE49-F238E27FC236}">
                <a16:creationId xmlns:a16="http://schemas.microsoft.com/office/drawing/2014/main" id="{52065D7C-CCC7-45C3-9DDD-36634FB559FF}"/>
              </a:ext>
            </a:extLst>
          </p:cNvPr>
          <p:cNvSpPr>
            <a:spLocks noGrp="1"/>
          </p:cNvSpPr>
          <p:nvPr/>
        </p:nvSpPr>
        <p:spPr>
          <a:xfrm>
            <a:off x="-269965" y="6554693"/>
            <a:ext cx="444048" cy="103708"/>
          </a:xfrm>
          <a:custGeom>
            <a:avLst/>
            <a:gdLst/>
            <a:ahLst/>
            <a:cxnLst/>
            <a:rect l="0" t="0" r="0" b="0"/>
            <a:pathLst>
              <a:path w="444048" h="103708">
                <a:moveTo>
                  <a:pt x="0" y="0"/>
                </a:moveTo>
                <a:lnTo>
                  <a:pt x="31718" y="5061"/>
                </a:lnTo>
                <a:lnTo>
                  <a:pt x="63435" y="10484"/>
                </a:lnTo>
                <a:lnTo>
                  <a:pt x="95153" y="16267"/>
                </a:lnTo>
                <a:lnTo>
                  <a:pt x="126871" y="22412"/>
                </a:lnTo>
                <a:lnTo>
                  <a:pt x="158589" y="28917"/>
                </a:lnTo>
                <a:lnTo>
                  <a:pt x="190306" y="35783"/>
                </a:lnTo>
                <a:lnTo>
                  <a:pt x="222024" y="43010"/>
                </a:lnTo>
                <a:lnTo>
                  <a:pt x="253742" y="50599"/>
                </a:lnTo>
                <a:lnTo>
                  <a:pt x="285460" y="58548"/>
                </a:lnTo>
                <a:lnTo>
                  <a:pt x="317177" y="66858"/>
                </a:lnTo>
                <a:lnTo>
                  <a:pt x="348895" y="75529"/>
                </a:lnTo>
                <a:lnTo>
                  <a:pt x="380613" y="84561"/>
                </a:lnTo>
                <a:lnTo>
                  <a:pt x="412330" y="93954"/>
                </a:lnTo>
                <a:lnTo>
                  <a:pt x="444048" y="103708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6" name="knowledge-edge">
            <a:extLst>
              <a:ext uri="{FF2B5EF4-FFF2-40B4-BE49-F238E27FC236}">
                <a16:creationId xmlns:a16="http://schemas.microsoft.com/office/drawing/2014/main" id="{58066718-4EAE-47DC-9FAA-FB55DEE8C97B}"/>
              </a:ext>
            </a:extLst>
          </p:cNvPr>
          <p:cNvSpPr>
            <a:spLocks noGrp="1"/>
          </p:cNvSpPr>
          <p:nvPr/>
        </p:nvSpPr>
        <p:spPr>
          <a:xfrm>
            <a:off x="4569" y="5732788"/>
            <a:ext cx="359741" cy="66864"/>
          </a:xfrm>
          <a:custGeom>
            <a:avLst/>
            <a:gdLst/>
            <a:ahLst/>
            <a:cxnLst/>
            <a:rect l="0" t="0" r="0" b="0"/>
            <a:pathLst>
              <a:path w="359741" h="66864">
                <a:moveTo>
                  <a:pt x="0" y="66864"/>
                </a:moveTo>
                <a:lnTo>
                  <a:pt x="25696" y="60016"/>
                </a:lnTo>
                <a:lnTo>
                  <a:pt x="51392" y="53487"/>
                </a:lnTo>
                <a:lnTo>
                  <a:pt x="77087" y="47277"/>
                </a:lnTo>
                <a:lnTo>
                  <a:pt x="102783" y="41385"/>
                </a:lnTo>
                <a:lnTo>
                  <a:pt x="128479" y="35812"/>
                </a:lnTo>
                <a:lnTo>
                  <a:pt x="154175" y="30558"/>
                </a:lnTo>
                <a:lnTo>
                  <a:pt x="179871" y="25622"/>
                </a:lnTo>
                <a:lnTo>
                  <a:pt x="205566" y="21006"/>
                </a:lnTo>
                <a:lnTo>
                  <a:pt x="231262" y="16708"/>
                </a:lnTo>
                <a:lnTo>
                  <a:pt x="256958" y="12729"/>
                </a:lnTo>
                <a:lnTo>
                  <a:pt x="282654" y="9068"/>
                </a:lnTo>
                <a:lnTo>
                  <a:pt x="308350" y="5727"/>
                </a:lnTo>
                <a:lnTo>
                  <a:pt x="334045" y="2704"/>
                </a:lnTo>
                <a:lnTo>
                  <a:pt x="359741" y="0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17" name="knowledge-cross-edge">
            <a:extLst>
              <a:ext uri="{FF2B5EF4-FFF2-40B4-BE49-F238E27FC236}">
                <a16:creationId xmlns:a16="http://schemas.microsoft.com/office/drawing/2014/main" id="{09A430ED-F16B-4FE3-A315-9E63AD90BF73}"/>
              </a:ext>
            </a:extLst>
          </p:cNvPr>
          <p:cNvSpPr>
            <a:spLocks noGrp="1"/>
          </p:cNvSpPr>
          <p:nvPr/>
        </p:nvSpPr>
        <p:spPr>
          <a:xfrm>
            <a:off x="4569" y="5799472"/>
            <a:ext cx="516362" cy="283334"/>
          </a:xfrm>
          <a:custGeom>
            <a:avLst/>
            <a:gdLst/>
            <a:ahLst/>
            <a:cxnLst/>
            <a:rect l="0" t="0" r="0" b="0"/>
            <a:pathLst>
              <a:path w="516362" h="283334">
                <a:moveTo>
                  <a:pt x="0" y="180"/>
                </a:moveTo>
                <a:lnTo>
                  <a:pt x="57582" y="0"/>
                </a:lnTo>
                <a:lnTo>
                  <a:pt x="112519" y="4143"/>
                </a:lnTo>
                <a:lnTo>
                  <a:pt x="164809" y="12609"/>
                </a:lnTo>
                <a:lnTo>
                  <a:pt x="214454" y="25398"/>
                </a:lnTo>
                <a:lnTo>
                  <a:pt x="261453" y="42510"/>
                </a:lnTo>
                <a:lnTo>
                  <a:pt x="305806" y="63945"/>
                </a:lnTo>
                <a:lnTo>
                  <a:pt x="347513" y="89703"/>
                </a:lnTo>
                <a:lnTo>
                  <a:pt x="386575" y="119783"/>
                </a:lnTo>
                <a:lnTo>
                  <a:pt x="422990" y="154187"/>
                </a:lnTo>
                <a:lnTo>
                  <a:pt x="456760" y="192913"/>
                </a:lnTo>
                <a:lnTo>
                  <a:pt x="487884" y="235962"/>
                </a:lnTo>
                <a:lnTo>
                  <a:pt x="516362" y="283334"/>
                </a:lnTo>
              </a:path>
            </a:pathLst>
          </a:custGeom>
          <a:noFill/>
          <a:ln w="5334">
            <a:solidFill>
              <a:srgbClr val="457BE8">
                <a:alpha val="13000"/>
              </a:srgbClr>
            </a:solidFill>
            <a:prstDash val="solid"/>
          </a:ln>
        </p:spPr>
      </p:sp>
      <p:sp>
        <p:nvSpPr>
          <p:cNvPr id="18" name="knowledge-edge">
            <a:extLst>
              <a:ext uri="{FF2B5EF4-FFF2-40B4-BE49-F238E27FC236}">
                <a16:creationId xmlns:a16="http://schemas.microsoft.com/office/drawing/2014/main" id="{0E13C3CB-7134-4CA0-8756-0667E8163143}"/>
              </a:ext>
            </a:extLst>
          </p:cNvPr>
          <p:cNvSpPr>
            <a:spLocks noGrp="1"/>
          </p:cNvSpPr>
          <p:nvPr/>
        </p:nvSpPr>
        <p:spPr>
          <a:xfrm>
            <a:off x="-63315" y="5975002"/>
            <a:ext cx="584247" cy="119368"/>
          </a:xfrm>
          <a:custGeom>
            <a:avLst/>
            <a:gdLst/>
            <a:ahLst/>
            <a:cxnLst/>
            <a:rect l="0" t="0" r="0" b="0"/>
            <a:pathLst>
              <a:path w="584247" h="119368">
                <a:moveTo>
                  <a:pt x="0" y="0"/>
                </a:moveTo>
                <a:lnTo>
                  <a:pt x="41732" y="21356"/>
                </a:lnTo>
                <a:lnTo>
                  <a:pt x="83464" y="40611"/>
                </a:lnTo>
                <a:lnTo>
                  <a:pt x="125196" y="57765"/>
                </a:lnTo>
                <a:lnTo>
                  <a:pt x="166928" y="72819"/>
                </a:lnTo>
                <a:lnTo>
                  <a:pt x="208659" y="85771"/>
                </a:lnTo>
                <a:lnTo>
                  <a:pt x="250391" y="96623"/>
                </a:lnTo>
                <a:lnTo>
                  <a:pt x="292123" y="105374"/>
                </a:lnTo>
                <a:lnTo>
                  <a:pt x="333855" y="112024"/>
                </a:lnTo>
                <a:lnTo>
                  <a:pt x="375587" y="116573"/>
                </a:lnTo>
                <a:lnTo>
                  <a:pt x="417319" y="119021"/>
                </a:lnTo>
                <a:lnTo>
                  <a:pt x="459051" y="119368"/>
                </a:lnTo>
                <a:lnTo>
                  <a:pt x="500783" y="117615"/>
                </a:lnTo>
                <a:lnTo>
                  <a:pt x="542515" y="113760"/>
                </a:lnTo>
                <a:lnTo>
                  <a:pt x="584247" y="107805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19" name="knowledge-cross-edge">
            <a:extLst>
              <a:ext uri="{FF2B5EF4-FFF2-40B4-BE49-F238E27FC236}">
                <a16:creationId xmlns:a16="http://schemas.microsoft.com/office/drawing/2014/main" id="{9F07A21F-216A-41C9-BFE2-C150247628E3}"/>
              </a:ext>
            </a:extLst>
          </p:cNvPr>
          <p:cNvSpPr>
            <a:spLocks noGrp="1"/>
          </p:cNvSpPr>
          <p:nvPr/>
        </p:nvSpPr>
        <p:spPr>
          <a:xfrm>
            <a:off x="-63315" y="5975002"/>
            <a:ext cx="648541" cy="246454"/>
          </a:xfrm>
          <a:custGeom>
            <a:avLst/>
            <a:gdLst/>
            <a:ahLst/>
            <a:cxnLst/>
            <a:rect l="0" t="0" r="0" b="0"/>
            <a:pathLst>
              <a:path w="648541" h="246454">
                <a:moveTo>
                  <a:pt x="0" y="0"/>
                </a:moveTo>
                <a:lnTo>
                  <a:pt x="68597" y="8715"/>
                </a:lnTo>
                <a:lnTo>
                  <a:pt x="134548" y="19579"/>
                </a:lnTo>
                <a:lnTo>
                  <a:pt x="197854" y="32593"/>
                </a:lnTo>
                <a:lnTo>
                  <a:pt x="258514" y="47757"/>
                </a:lnTo>
                <a:lnTo>
                  <a:pt x="316527" y="65070"/>
                </a:lnTo>
                <a:lnTo>
                  <a:pt x="371895" y="84533"/>
                </a:lnTo>
                <a:lnTo>
                  <a:pt x="424617" y="106146"/>
                </a:lnTo>
                <a:lnTo>
                  <a:pt x="474694" y="129908"/>
                </a:lnTo>
                <a:lnTo>
                  <a:pt x="522124" y="155820"/>
                </a:lnTo>
                <a:lnTo>
                  <a:pt x="566909" y="183882"/>
                </a:lnTo>
                <a:lnTo>
                  <a:pt x="609048" y="214093"/>
                </a:lnTo>
                <a:lnTo>
                  <a:pt x="648541" y="246454"/>
                </a:lnTo>
              </a:path>
            </a:pathLst>
          </a:custGeom>
          <a:noFill/>
          <a:ln w="5334">
            <a:solidFill>
              <a:srgbClr val="457BE8">
                <a:alpha val="13000"/>
              </a:srgbClr>
            </a:solidFill>
            <a:prstDash val="solid"/>
          </a:ln>
        </p:spPr>
      </p:sp>
      <p:sp>
        <p:nvSpPr>
          <p:cNvPr id="20" name="knowledge-long-edge">
            <a:extLst>
              <a:ext uri="{FF2B5EF4-FFF2-40B4-BE49-F238E27FC236}">
                <a16:creationId xmlns:a16="http://schemas.microsoft.com/office/drawing/2014/main" id="{3F2901F1-7396-4016-8BE2-40CD2D5EDD75}"/>
              </a:ext>
            </a:extLst>
          </p:cNvPr>
          <p:cNvSpPr>
            <a:spLocks noGrp="1"/>
          </p:cNvSpPr>
          <p:nvPr/>
        </p:nvSpPr>
        <p:spPr>
          <a:xfrm>
            <a:off x="-63315" y="5726980"/>
            <a:ext cx="884615" cy="289228"/>
          </a:xfrm>
          <a:custGeom>
            <a:avLst/>
            <a:gdLst/>
            <a:ahLst/>
            <a:cxnLst/>
            <a:rect l="0" t="0" r="0" b="0"/>
            <a:pathLst>
              <a:path w="884615" h="289228">
                <a:moveTo>
                  <a:pt x="0" y="248021"/>
                </a:moveTo>
                <a:lnTo>
                  <a:pt x="55288" y="187638"/>
                </a:lnTo>
                <a:lnTo>
                  <a:pt x="110577" y="135649"/>
                </a:lnTo>
                <a:lnTo>
                  <a:pt x="165865" y="92054"/>
                </a:lnTo>
                <a:lnTo>
                  <a:pt x="221154" y="56854"/>
                </a:lnTo>
                <a:lnTo>
                  <a:pt x="276442" y="30049"/>
                </a:lnTo>
                <a:lnTo>
                  <a:pt x="331730" y="11638"/>
                </a:lnTo>
                <a:lnTo>
                  <a:pt x="387019" y="1622"/>
                </a:lnTo>
                <a:lnTo>
                  <a:pt x="442307" y="0"/>
                </a:lnTo>
                <a:lnTo>
                  <a:pt x="497596" y="6773"/>
                </a:lnTo>
                <a:lnTo>
                  <a:pt x="552884" y="21940"/>
                </a:lnTo>
                <a:lnTo>
                  <a:pt x="608172" y="45502"/>
                </a:lnTo>
                <a:lnTo>
                  <a:pt x="663461" y="77458"/>
                </a:lnTo>
                <a:lnTo>
                  <a:pt x="718749" y="117809"/>
                </a:lnTo>
                <a:lnTo>
                  <a:pt x="774038" y="166554"/>
                </a:lnTo>
                <a:lnTo>
                  <a:pt x="829326" y="223694"/>
                </a:lnTo>
                <a:lnTo>
                  <a:pt x="884615" y="289228"/>
                </a:lnTo>
              </a:path>
            </a:pathLst>
          </a:custGeom>
          <a:noFill/>
          <a:ln w="4286">
            <a:solidFill>
              <a:srgbClr val="457BE8">
                <a:alpha val="9000"/>
              </a:srgbClr>
            </a:solidFill>
            <a:prstDash val="solid"/>
          </a:ln>
        </p:spPr>
      </p:sp>
      <p:sp>
        <p:nvSpPr>
          <p:cNvPr id="21" name="knowledge-edge">
            <a:extLst>
              <a:ext uri="{FF2B5EF4-FFF2-40B4-BE49-F238E27FC236}">
                <a16:creationId xmlns:a16="http://schemas.microsoft.com/office/drawing/2014/main" id="{9D3CADBD-B818-4CCB-9FAC-B519504BA12D}"/>
              </a:ext>
            </a:extLst>
          </p:cNvPr>
          <p:cNvSpPr>
            <a:spLocks noGrp="1"/>
          </p:cNvSpPr>
          <p:nvPr/>
        </p:nvSpPr>
        <p:spPr>
          <a:xfrm>
            <a:off x="118423" y="6077469"/>
            <a:ext cx="466803" cy="143987"/>
          </a:xfrm>
          <a:custGeom>
            <a:avLst/>
            <a:gdLst/>
            <a:ahLst/>
            <a:cxnLst/>
            <a:rect l="0" t="0" r="0" b="0"/>
            <a:pathLst>
              <a:path w="466803" h="143987">
                <a:moveTo>
                  <a:pt x="0" y="0"/>
                </a:moveTo>
                <a:lnTo>
                  <a:pt x="33343" y="3226"/>
                </a:lnTo>
                <a:lnTo>
                  <a:pt x="66686" y="7537"/>
                </a:lnTo>
                <a:lnTo>
                  <a:pt x="100029" y="12935"/>
                </a:lnTo>
                <a:lnTo>
                  <a:pt x="133372" y="19419"/>
                </a:lnTo>
                <a:lnTo>
                  <a:pt x="166715" y="26989"/>
                </a:lnTo>
                <a:lnTo>
                  <a:pt x="200058" y="35645"/>
                </a:lnTo>
                <a:lnTo>
                  <a:pt x="233401" y="45386"/>
                </a:lnTo>
                <a:lnTo>
                  <a:pt x="266744" y="56214"/>
                </a:lnTo>
                <a:lnTo>
                  <a:pt x="300087" y="68128"/>
                </a:lnTo>
                <a:lnTo>
                  <a:pt x="333430" y="81128"/>
                </a:lnTo>
                <a:lnTo>
                  <a:pt x="366774" y="95214"/>
                </a:lnTo>
                <a:lnTo>
                  <a:pt x="400117" y="110386"/>
                </a:lnTo>
                <a:lnTo>
                  <a:pt x="433460" y="126643"/>
                </a:lnTo>
                <a:lnTo>
                  <a:pt x="466803" y="143987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22" name="knowledge-edge">
            <a:extLst>
              <a:ext uri="{FF2B5EF4-FFF2-40B4-BE49-F238E27FC236}">
                <a16:creationId xmlns:a16="http://schemas.microsoft.com/office/drawing/2014/main" id="{B81CDA10-ECE3-4F46-ABC4-7FDA0ABA62F8}"/>
              </a:ext>
            </a:extLst>
          </p:cNvPr>
          <p:cNvSpPr>
            <a:spLocks noGrp="1"/>
          </p:cNvSpPr>
          <p:nvPr/>
        </p:nvSpPr>
        <p:spPr>
          <a:xfrm>
            <a:off x="58659" y="6119605"/>
            <a:ext cx="494259" cy="54921"/>
          </a:xfrm>
          <a:custGeom>
            <a:avLst/>
            <a:gdLst/>
            <a:ahLst/>
            <a:cxnLst/>
            <a:rect l="0" t="0" r="0" b="0"/>
            <a:pathLst>
              <a:path w="494259" h="54921">
                <a:moveTo>
                  <a:pt x="0" y="54921"/>
                </a:moveTo>
                <a:lnTo>
                  <a:pt x="35304" y="44476"/>
                </a:lnTo>
                <a:lnTo>
                  <a:pt x="70608" y="35132"/>
                </a:lnTo>
                <a:lnTo>
                  <a:pt x="105913" y="26889"/>
                </a:lnTo>
                <a:lnTo>
                  <a:pt x="141217" y="19746"/>
                </a:lnTo>
                <a:lnTo>
                  <a:pt x="176521" y="13703"/>
                </a:lnTo>
                <a:lnTo>
                  <a:pt x="211825" y="8762"/>
                </a:lnTo>
                <a:lnTo>
                  <a:pt x="247129" y="4920"/>
                </a:lnTo>
                <a:lnTo>
                  <a:pt x="282433" y="2180"/>
                </a:lnTo>
                <a:lnTo>
                  <a:pt x="317738" y="540"/>
                </a:lnTo>
                <a:lnTo>
                  <a:pt x="353042" y="0"/>
                </a:lnTo>
                <a:lnTo>
                  <a:pt x="388346" y="561"/>
                </a:lnTo>
                <a:lnTo>
                  <a:pt x="423650" y="2223"/>
                </a:lnTo>
                <a:lnTo>
                  <a:pt x="458954" y="4985"/>
                </a:lnTo>
                <a:lnTo>
                  <a:pt x="494259" y="8848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23" name="knowledge-cross-edge">
            <a:extLst>
              <a:ext uri="{FF2B5EF4-FFF2-40B4-BE49-F238E27FC236}">
                <a16:creationId xmlns:a16="http://schemas.microsoft.com/office/drawing/2014/main" id="{BAFFBB9D-F543-432D-AD9E-B4E998633F34}"/>
              </a:ext>
            </a:extLst>
          </p:cNvPr>
          <p:cNvSpPr>
            <a:spLocks noGrp="1"/>
          </p:cNvSpPr>
          <p:nvPr/>
        </p:nvSpPr>
        <p:spPr>
          <a:xfrm>
            <a:off x="58659" y="6159686"/>
            <a:ext cx="368969" cy="81731"/>
          </a:xfrm>
          <a:custGeom>
            <a:avLst/>
            <a:gdLst/>
            <a:ahLst/>
            <a:cxnLst/>
            <a:rect l="0" t="0" r="0" b="0"/>
            <a:pathLst>
              <a:path w="368969" h="81731">
                <a:moveTo>
                  <a:pt x="0" y="14840"/>
                </a:moveTo>
                <a:lnTo>
                  <a:pt x="45300" y="7649"/>
                </a:lnTo>
                <a:lnTo>
                  <a:pt x="87953" y="2778"/>
                </a:lnTo>
                <a:lnTo>
                  <a:pt x="127961" y="228"/>
                </a:lnTo>
                <a:lnTo>
                  <a:pt x="165323" y="0"/>
                </a:lnTo>
                <a:lnTo>
                  <a:pt x="200039" y="2093"/>
                </a:lnTo>
                <a:lnTo>
                  <a:pt x="232110" y="6506"/>
                </a:lnTo>
                <a:lnTo>
                  <a:pt x="261534" y="13241"/>
                </a:lnTo>
                <a:lnTo>
                  <a:pt x="288313" y="22297"/>
                </a:lnTo>
                <a:lnTo>
                  <a:pt x="312446" y="33674"/>
                </a:lnTo>
                <a:lnTo>
                  <a:pt x="333933" y="47372"/>
                </a:lnTo>
                <a:lnTo>
                  <a:pt x="352774" y="63391"/>
                </a:lnTo>
                <a:lnTo>
                  <a:pt x="368969" y="81731"/>
                </a:lnTo>
              </a:path>
            </a:pathLst>
          </a:custGeom>
          <a:noFill/>
          <a:ln w="5334">
            <a:solidFill>
              <a:srgbClr val="457BE8">
                <a:alpha val="13000"/>
              </a:srgbClr>
            </a:solidFill>
            <a:prstDash val="solid"/>
          </a:ln>
        </p:spPr>
      </p:sp>
      <p:sp>
        <p:nvSpPr>
          <p:cNvPr id="24" name="knowledge-edge">
            <a:extLst>
              <a:ext uri="{FF2B5EF4-FFF2-40B4-BE49-F238E27FC236}">
                <a16:creationId xmlns:a16="http://schemas.microsoft.com/office/drawing/2014/main" id="{5C6A9D1A-0404-49EF-BFFC-357AE18B931B}"/>
              </a:ext>
            </a:extLst>
          </p:cNvPr>
          <p:cNvSpPr>
            <a:spLocks noGrp="1"/>
          </p:cNvSpPr>
          <p:nvPr/>
        </p:nvSpPr>
        <p:spPr>
          <a:xfrm>
            <a:off x="75235" y="6215965"/>
            <a:ext cx="352392" cy="71671"/>
          </a:xfrm>
          <a:custGeom>
            <a:avLst/>
            <a:gdLst/>
            <a:ahLst/>
            <a:cxnLst/>
            <a:rect l="0" t="0" r="0" b="0"/>
            <a:pathLst>
              <a:path w="352392" h="71671">
                <a:moveTo>
                  <a:pt x="0" y="71671"/>
                </a:moveTo>
                <a:lnTo>
                  <a:pt x="25171" y="56248"/>
                </a:lnTo>
                <a:lnTo>
                  <a:pt x="50342" y="42690"/>
                </a:lnTo>
                <a:lnTo>
                  <a:pt x="75513" y="30997"/>
                </a:lnTo>
                <a:lnTo>
                  <a:pt x="100684" y="21169"/>
                </a:lnTo>
                <a:lnTo>
                  <a:pt x="125854" y="13205"/>
                </a:lnTo>
                <a:lnTo>
                  <a:pt x="151025" y="7107"/>
                </a:lnTo>
                <a:lnTo>
                  <a:pt x="176196" y="2873"/>
                </a:lnTo>
                <a:lnTo>
                  <a:pt x="201367" y="504"/>
                </a:lnTo>
                <a:lnTo>
                  <a:pt x="226538" y="0"/>
                </a:lnTo>
                <a:lnTo>
                  <a:pt x="251709" y="1361"/>
                </a:lnTo>
                <a:lnTo>
                  <a:pt x="276880" y="4586"/>
                </a:lnTo>
                <a:lnTo>
                  <a:pt x="302051" y="9677"/>
                </a:lnTo>
                <a:lnTo>
                  <a:pt x="327222" y="16632"/>
                </a:lnTo>
                <a:lnTo>
                  <a:pt x="352392" y="25452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25" name="knowledge-edge">
            <a:extLst>
              <a:ext uri="{FF2B5EF4-FFF2-40B4-BE49-F238E27FC236}">
                <a16:creationId xmlns:a16="http://schemas.microsoft.com/office/drawing/2014/main" id="{81C23FBE-9306-4B27-9BEF-6AF19A8981D1}"/>
              </a:ext>
            </a:extLst>
          </p:cNvPr>
          <p:cNvSpPr>
            <a:spLocks noGrp="1"/>
          </p:cNvSpPr>
          <p:nvPr/>
        </p:nvSpPr>
        <p:spPr>
          <a:xfrm>
            <a:off x="17078" y="6326828"/>
            <a:ext cx="635825" cy="224210"/>
          </a:xfrm>
          <a:custGeom>
            <a:avLst/>
            <a:gdLst/>
            <a:ahLst/>
            <a:cxnLst/>
            <a:rect l="0" t="0" r="0" b="0"/>
            <a:pathLst>
              <a:path w="635825" h="224210">
                <a:moveTo>
                  <a:pt x="0" y="0"/>
                </a:moveTo>
                <a:lnTo>
                  <a:pt x="45416" y="22139"/>
                </a:lnTo>
                <a:lnTo>
                  <a:pt x="90832" y="43336"/>
                </a:lnTo>
                <a:lnTo>
                  <a:pt x="136248" y="63591"/>
                </a:lnTo>
                <a:lnTo>
                  <a:pt x="181664" y="82904"/>
                </a:lnTo>
                <a:lnTo>
                  <a:pt x="227080" y="101275"/>
                </a:lnTo>
                <a:lnTo>
                  <a:pt x="272496" y="118703"/>
                </a:lnTo>
                <a:lnTo>
                  <a:pt x="317913" y="135189"/>
                </a:lnTo>
                <a:lnTo>
                  <a:pt x="363329" y="150733"/>
                </a:lnTo>
                <a:lnTo>
                  <a:pt x="408745" y="165335"/>
                </a:lnTo>
                <a:lnTo>
                  <a:pt x="454161" y="178994"/>
                </a:lnTo>
                <a:lnTo>
                  <a:pt x="499577" y="191711"/>
                </a:lnTo>
                <a:lnTo>
                  <a:pt x="544993" y="203486"/>
                </a:lnTo>
                <a:lnTo>
                  <a:pt x="590409" y="214319"/>
                </a:lnTo>
                <a:lnTo>
                  <a:pt x="635825" y="224210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26" name="knowledge-cross-edge">
            <a:extLst>
              <a:ext uri="{FF2B5EF4-FFF2-40B4-BE49-F238E27FC236}">
                <a16:creationId xmlns:a16="http://schemas.microsoft.com/office/drawing/2014/main" id="{7AC4CF03-C127-4FDB-8579-34435854F9B8}"/>
              </a:ext>
            </a:extLst>
          </p:cNvPr>
          <p:cNvSpPr>
            <a:spLocks noGrp="1"/>
          </p:cNvSpPr>
          <p:nvPr/>
        </p:nvSpPr>
        <p:spPr>
          <a:xfrm>
            <a:off x="17078" y="6290333"/>
            <a:ext cx="377522" cy="411030"/>
          </a:xfrm>
          <a:custGeom>
            <a:avLst/>
            <a:gdLst/>
            <a:ahLst/>
            <a:cxnLst/>
            <a:rect l="0" t="0" r="0" b="0"/>
            <a:pathLst>
              <a:path w="377522" h="411030">
                <a:moveTo>
                  <a:pt x="0" y="36494"/>
                </a:moveTo>
                <a:lnTo>
                  <a:pt x="46012" y="14690"/>
                </a:lnTo>
                <a:lnTo>
                  <a:pt x="89379" y="2526"/>
                </a:lnTo>
                <a:lnTo>
                  <a:pt x="130099" y="0"/>
                </a:lnTo>
                <a:lnTo>
                  <a:pt x="168174" y="7113"/>
                </a:lnTo>
                <a:lnTo>
                  <a:pt x="203603" y="23866"/>
                </a:lnTo>
                <a:lnTo>
                  <a:pt x="236386" y="50258"/>
                </a:lnTo>
                <a:lnTo>
                  <a:pt x="266524" y="86289"/>
                </a:lnTo>
                <a:lnTo>
                  <a:pt x="294015" y="131959"/>
                </a:lnTo>
                <a:lnTo>
                  <a:pt x="318861" y="187268"/>
                </a:lnTo>
                <a:lnTo>
                  <a:pt x="341060" y="252216"/>
                </a:lnTo>
                <a:lnTo>
                  <a:pt x="360614" y="326803"/>
                </a:lnTo>
                <a:lnTo>
                  <a:pt x="377522" y="411030"/>
                </a:lnTo>
              </a:path>
            </a:pathLst>
          </a:custGeom>
          <a:noFill/>
          <a:ln w="5334">
            <a:solidFill>
              <a:srgbClr val="457BE8">
                <a:alpha val="13000"/>
              </a:srgbClr>
            </a:solidFill>
            <a:prstDash val="solid"/>
          </a:ln>
        </p:spPr>
      </p:sp>
      <p:sp>
        <p:nvSpPr>
          <p:cNvPr id="27" name="knowledge-long-edge">
            <a:extLst>
              <a:ext uri="{FF2B5EF4-FFF2-40B4-BE49-F238E27FC236}">
                <a16:creationId xmlns:a16="http://schemas.microsoft.com/office/drawing/2014/main" id="{C45ED663-45DB-4B74-8AC8-633D644C30CD}"/>
              </a:ext>
            </a:extLst>
          </p:cNvPr>
          <p:cNvSpPr>
            <a:spLocks noGrp="1"/>
          </p:cNvSpPr>
          <p:nvPr/>
        </p:nvSpPr>
        <p:spPr>
          <a:xfrm>
            <a:off x="17078" y="6142654"/>
            <a:ext cx="940342" cy="825193"/>
          </a:xfrm>
          <a:custGeom>
            <a:avLst/>
            <a:gdLst/>
            <a:ahLst/>
            <a:cxnLst/>
            <a:rect l="0" t="0" r="0" b="0"/>
            <a:pathLst>
              <a:path w="940342" h="825193">
                <a:moveTo>
                  <a:pt x="0" y="184173"/>
                </a:moveTo>
                <a:lnTo>
                  <a:pt x="58771" y="119375"/>
                </a:lnTo>
                <a:lnTo>
                  <a:pt x="117543" y="68559"/>
                </a:lnTo>
                <a:lnTo>
                  <a:pt x="176314" y="31725"/>
                </a:lnTo>
                <a:lnTo>
                  <a:pt x="235085" y="8872"/>
                </a:lnTo>
                <a:lnTo>
                  <a:pt x="293857" y="0"/>
                </a:lnTo>
                <a:lnTo>
                  <a:pt x="352628" y="5110"/>
                </a:lnTo>
                <a:lnTo>
                  <a:pt x="411400" y="24201"/>
                </a:lnTo>
                <a:lnTo>
                  <a:pt x="470171" y="57274"/>
                </a:lnTo>
                <a:lnTo>
                  <a:pt x="528942" y="104329"/>
                </a:lnTo>
                <a:lnTo>
                  <a:pt x="587714" y="165365"/>
                </a:lnTo>
                <a:lnTo>
                  <a:pt x="646485" y="240383"/>
                </a:lnTo>
                <a:lnTo>
                  <a:pt x="705256" y="329382"/>
                </a:lnTo>
                <a:lnTo>
                  <a:pt x="764028" y="432362"/>
                </a:lnTo>
                <a:lnTo>
                  <a:pt x="822799" y="549324"/>
                </a:lnTo>
                <a:lnTo>
                  <a:pt x="881571" y="680268"/>
                </a:lnTo>
                <a:lnTo>
                  <a:pt x="940342" y="825193"/>
                </a:lnTo>
              </a:path>
            </a:pathLst>
          </a:custGeom>
          <a:noFill/>
          <a:ln w="4286">
            <a:solidFill>
              <a:srgbClr val="457BE8">
                <a:alpha val="9000"/>
              </a:srgbClr>
            </a:solidFill>
            <a:prstDash val="solid"/>
          </a:ln>
        </p:spPr>
      </p:sp>
      <p:sp>
        <p:nvSpPr>
          <p:cNvPr id="28" name="knowledge-edge">
            <a:extLst>
              <a:ext uri="{FF2B5EF4-FFF2-40B4-BE49-F238E27FC236}">
                <a16:creationId xmlns:a16="http://schemas.microsoft.com/office/drawing/2014/main" id="{121C7C83-EB95-4C56-813A-462533A171E4}"/>
              </a:ext>
            </a:extLst>
          </p:cNvPr>
          <p:cNvSpPr>
            <a:spLocks noGrp="1"/>
          </p:cNvSpPr>
          <p:nvPr/>
        </p:nvSpPr>
        <p:spPr>
          <a:xfrm>
            <a:off x="174083" y="6652930"/>
            <a:ext cx="220517" cy="48433"/>
          </a:xfrm>
          <a:custGeom>
            <a:avLst/>
            <a:gdLst/>
            <a:ahLst/>
            <a:cxnLst/>
            <a:rect l="0" t="0" r="0" b="0"/>
            <a:pathLst>
              <a:path w="220517" h="48433">
                <a:moveTo>
                  <a:pt x="0" y="5471"/>
                </a:moveTo>
                <a:lnTo>
                  <a:pt x="15751" y="2773"/>
                </a:lnTo>
                <a:lnTo>
                  <a:pt x="31502" y="961"/>
                </a:lnTo>
                <a:lnTo>
                  <a:pt x="47254" y="37"/>
                </a:lnTo>
                <a:lnTo>
                  <a:pt x="63005" y="0"/>
                </a:lnTo>
                <a:lnTo>
                  <a:pt x="78756" y="850"/>
                </a:lnTo>
                <a:lnTo>
                  <a:pt x="94507" y="2588"/>
                </a:lnTo>
                <a:lnTo>
                  <a:pt x="110259" y="5213"/>
                </a:lnTo>
                <a:lnTo>
                  <a:pt x="126010" y="8726"/>
                </a:lnTo>
                <a:lnTo>
                  <a:pt x="141761" y="13125"/>
                </a:lnTo>
                <a:lnTo>
                  <a:pt x="157512" y="18412"/>
                </a:lnTo>
                <a:lnTo>
                  <a:pt x="173264" y="24587"/>
                </a:lnTo>
                <a:lnTo>
                  <a:pt x="189015" y="31648"/>
                </a:lnTo>
                <a:lnTo>
                  <a:pt x="204766" y="39597"/>
                </a:lnTo>
                <a:lnTo>
                  <a:pt x="220517" y="48433"/>
                </a:lnTo>
              </a:path>
            </a:pathLst>
          </a:custGeom>
          <a:noFill/>
          <a:ln w="6477">
            <a:solidFill>
              <a:srgbClr val="457BE8">
                <a:alpha val="17000"/>
              </a:srgbClr>
            </a:solidFill>
            <a:prstDash val="solid"/>
          </a:ln>
        </p:spPr>
      </p:sp>
      <p:sp>
        <p:nvSpPr>
          <p:cNvPr id="29" name="knowledge-edge">
            <a:extLst>
              <a:ext uri="{FF2B5EF4-FFF2-40B4-BE49-F238E27FC236}">
                <a16:creationId xmlns:a16="http://schemas.microsoft.com/office/drawing/2014/main" id="{0F7B62BE-C34E-4543-A203-AEF00913209B}"/>
              </a:ext>
            </a:extLst>
          </p:cNvPr>
          <p:cNvSpPr>
            <a:spLocks noGrp="1"/>
          </p:cNvSpPr>
          <p:nvPr/>
        </p:nvSpPr>
        <p:spPr>
          <a:xfrm>
            <a:off x="364311" y="5732788"/>
            <a:ext cx="456989" cy="283421"/>
          </a:xfrm>
          <a:custGeom>
            <a:avLst/>
            <a:gdLst/>
            <a:ahLst/>
            <a:cxnLst/>
            <a:rect l="0" t="0" r="0" b="0"/>
            <a:pathLst>
              <a:path w="456989" h="283421">
                <a:moveTo>
                  <a:pt x="0" y="0"/>
                </a:moveTo>
                <a:lnTo>
                  <a:pt x="32642" y="21250"/>
                </a:lnTo>
                <a:lnTo>
                  <a:pt x="65284" y="42345"/>
                </a:lnTo>
                <a:lnTo>
                  <a:pt x="97926" y="63286"/>
                </a:lnTo>
                <a:lnTo>
                  <a:pt x="130568" y="84072"/>
                </a:lnTo>
                <a:lnTo>
                  <a:pt x="163210" y="104703"/>
                </a:lnTo>
                <a:lnTo>
                  <a:pt x="195852" y="125180"/>
                </a:lnTo>
                <a:lnTo>
                  <a:pt x="228494" y="145501"/>
                </a:lnTo>
                <a:lnTo>
                  <a:pt x="261136" y="165668"/>
                </a:lnTo>
                <a:lnTo>
                  <a:pt x="293779" y="185680"/>
                </a:lnTo>
                <a:lnTo>
                  <a:pt x="326421" y="205538"/>
                </a:lnTo>
                <a:lnTo>
                  <a:pt x="359063" y="225241"/>
                </a:lnTo>
                <a:lnTo>
                  <a:pt x="391705" y="244789"/>
                </a:lnTo>
                <a:lnTo>
                  <a:pt x="424347" y="264182"/>
                </a:lnTo>
                <a:lnTo>
                  <a:pt x="456989" y="283421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0" name="knowledge-cross-edge">
            <a:extLst>
              <a:ext uri="{FF2B5EF4-FFF2-40B4-BE49-F238E27FC236}">
                <a16:creationId xmlns:a16="http://schemas.microsoft.com/office/drawing/2014/main" id="{CD4D010B-9AEB-4B4E-A4D9-98C4024B14F4}"/>
              </a:ext>
            </a:extLst>
          </p:cNvPr>
          <p:cNvSpPr>
            <a:spLocks noGrp="1"/>
          </p:cNvSpPr>
          <p:nvPr/>
        </p:nvSpPr>
        <p:spPr>
          <a:xfrm>
            <a:off x="364311" y="5713170"/>
            <a:ext cx="668294" cy="378345"/>
          </a:xfrm>
          <a:custGeom>
            <a:avLst/>
            <a:gdLst/>
            <a:ahLst/>
            <a:cxnLst/>
            <a:rect l="0" t="0" r="0" b="0"/>
            <a:pathLst>
              <a:path w="668294" h="378345">
                <a:moveTo>
                  <a:pt x="0" y="19618"/>
                </a:moveTo>
                <a:lnTo>
                  <a:pt x="70243" y="5839"/>
                </a:lnTo>
                <a:lnTo>
                  <a:pt x="137841" y="0"/>
                </a:lnTo>
                <a:lnTo>
                  <a:pt x="202792" y="2102"/>
                </a:lnTo>
                <a:lnTo>
                  <a:pt x="265098" y="12145"/>
                </a:lnTo>
                <a:lnTo>
                  <a:pt x="324758" y="30128"/>
                </a:lnTo>
                <a:lnTo>
                  <a:pt x="381772" y="56051"/>
                </a:lnTo>
                <a:lnTo>
                  <a:pt x="436140" y="89916"/>
                </a:lnTo>
                <a:lnTo>
                  <a:pt x="487863" y="131721"/>
                </a:lnTo>
                <a:lnTo>
                  <a:pt x="536939" y="181466"/>
                </a:lnTo>
                <a:lnTo>
                  <a:pt x="583370" y="239152"/>
                </a:lnTo>
                <a:lnTo>
                  <a:pt x="627155" y="304778"/>
                </a:lnTo>
                <a:lnTo>
                  <a:pt x="668294" y="378345"/>
                </a:lnTo>
              </a:path>
            </a:pathLst>
          </a:custGeom>
          <a:noFill/>
          <a:ln w="5334">
            <a:solidFill>
              <a:srgbClr val="4872DB">
                <a:alpha val="13000"/>
              </a:srgbClr>
            </a:solidFill>
            <a:prstDash val="solid"/>
          </a:ln>
        </p:spPr>
      </p:sp>
      <p:sp>
        <p:nvSpPr>
          <p:cNvPr id="31" name="knowledge-edge">
            <a:extLst>
              <a:ext uri="{FF2B5EF4-FFF2-40B4-BE49-F238E27FC236}">
                <a16:creationId xmlns:a16="http://schemas.microsoft.com/office/drawing/2014/main" id="{3C982052-9657-4841-95EF-E0D09031F3B6}"/>
              </a:ext>
            </a:extLst>
          </p:cNvPr>
          <p:cNvSpPr>
            <a:spLocks noGrp="1"/>
          </p:cNvSpPr>
          <p:nvPr/>
        </p:nvSpPr>
        <p:spPr>
          <a:xfrm>
            <a:off x="520931" y="6082806"/>
            <a:ext cx="511673" cy="26887"/>
          </a:xfrm>
          <a:custGeom>
            <a:avLst/>
            <a:gdLst/>
            <a:ahLst/>
            <a:cxnLst/>
            <a:rect l="0" t="0" r="0" b="0"/>
            <a:pathLst>
              <a:path w="511673" h="26887">
                <a:moveTo>
                  <a:pt x="0" y="0"/>
                </a:moveTo>
                <a:lnTo>
                  <a:pt x="36548" y="6556"/>
                </a:lnTo>
                <a:lnTo>
                  <a:pt x="73096" y="12200"/>
                </a:lnTo>
                <a:lnTo>
                  <a:pt x="109644" y="16930"/>
                </a:lnTo>
                <a:lnTo>
                  <a:pt x="146192" y="20747"/>
                </a:lnTo>
                <a:lnTo>
                  <a:pt x="182740" y="23652"/>
                </a:lnTo>
                <a:lnTo>
                  <a:pt x="219289" y="25643"/>
                </a:lnTo>
                <a:lnTo>
                  <a:pt x="255837" y="26722"/>
                </a:lnTo>
                <a:lnTo>
                  <a:pt x="292385" y="26887"/>
                </a:lnTo>
                <a:lnTo>
                  <a:pt x="328933" y="26140"/>
                </a:lnTo>
                <a:lnTo>
                  <a:pt x="365481" y="24480"/>
                </a:lnTo>
                <a:lnTo>
                  <a:pt x="402029" y="21907"/>
                </a:lnTo>
                <a:lnTo>
                  <a:pt x="438577" y="18420"/>
                </a:lnTo>
                <a:lnTo>
                  <a:pt x="475125" y="14021"/>
                </a:lnTo>
                <a:lnTo>
                  <a:pt x="511673" y="8709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2" name="knowledge-edge">
            <a:extLst>
              <a:ext uri="{FF2B5EF4-FFF2-40B4-BE49-F238E27FC236}">
                <a16:creationId xmlns:a16="http://schemas.microsoft.com/office/drawing/2014/main" id="{2F9DC17F-B2E9-4B1B-BA0D-5EB5AAE80A7E}"/>
              </a:ext>
            </a:extLst>
          </p:cNvPr>
          <p:cNvSpPr>
            <a:spLocks noGrp="1"/>
          </p:cNvSpPr>
          <p:nvPr/>
        </p:nvSpPr>
        <p:spPr>
          <a:xfrm>
            <a:off x="585225" y="6213773"/>
            <a:ext cx="482461" cy="9525"/>
          </a:xfrm>
          <a:custGeom>
            <a:avLst/>
            <a:gdLst/>
            <a:ahLst/>
            <a:cxnLst/>
            <a:rect l="0" t="0" r="0" b="0"/>
            <a:pathLst>
              <a:path w="482461" h="9525">
                <a:moveTo>
                  <a:pt x="0" y="7683"/>
                </a:moveTo>
                <a:lnTo>
                  <a:pt x="34462" y="6871"/>
                </a:lnTo>
                <a:lnTo>
                  <a:pt x="68923" y="6099"/>
                </a:lnTo>
                <a:lnTo>
                  <a:pt x="103385" y="5367"/>
                </a:lnTo>
                <a:lnTo>
                  <a:pt x="137846" y="4676"/>
                </a:lnTo>
                <a:lnTo>
                  <a:pt x="172308" y="4026"/>
                </a:lnTo>
                <a:lnTo>
                  <a:pt x="206769" y="3417"/>
                </a:lnTo>
                <a:lnTo>
                  <a:pt x="241231" y="2847"/>
                </a:lnTo>
                <a:lnTo>
                  <a:pt x="275692" y="2319"/>
                </a:lnTo>
                <a:lnTo>
                  <a:pt x="310154" y="1831"/>
                </a:lnTo>
                <a:lnTo>
                  <a:pt x="344615" y="1384"/>
                </a:lnTo>
                <a:lnTo>
                  <a:pt x="379077" y="977"/>
                </a:lnTo>
                <a:lnTo>
                  <a:pt x="413538" y="611"/>
                </a:lnTo>
                <a:lnTo>
                  <a:pt x="448000" y="285"/>
                </a:lnTo>
                <a:lnTo>
                  <a:pt x="482461" y="0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3" name="knowledge-cross-edge">
            <a:extLst>
              <a:ext uri="{FF2B5EF4-FFF2-40B4-BE49-F238E27FC236}">
                <a16:creationId xmlns:a16="http://schemas.microsoft.com/office/drawing/2014/main" id="{EE79FFC4-5F5D-4F41-AE6A-A77C5E3BC429}"/>
              </a:ext>
            </a:extLst>
          </p:cNvPr>
          <p:cNvSpPr>
            <a:spLocks noGrp="1"/>
          </p:cNvSpPr>
          <p:nvPr/>
        </p:nvSpPr>
        <p:spPr>
          <a:xfrm>
            <a:off x="585225" y="6100389"/>
            <a:ext cx="492037" cy="121067"/>
          </a:xfrm>
          <a:custGeom>
            <a:avLst/>
            <a:gdLst/>
            <a:ahLst/>
            <a:cxnLst/>
            <a:rect l="0" t="0" r="0" b="0"/>
            <a:pathLst>
              <a:path w="492037" h="121067">
                <a:moveTo>
                  <a:pt x="0" y="121067"/>
                </a:moveTo>
                <a:lnTo>
                  <a:pt x="55555" y="112323"/>
                </a:lnTo>
                <a:lnTo>
                  <a:pt x="108465" y="103335"/>
                </a:lnTo>
                <a:lnTo>
                  <a:pt x="158728" y="94102"/>
                </a:lnTo>
                <a:lnTo>
                  <a:pt x="206346" y="84625"/>
                </a:lnTo>
                <a:lnTo>
                  <a:pt x="251318" y="74903"/>
                </a:lnTo>
                <a:lnTo>
                  <a:pt x="293644" y="64936"/>
                </a:lnTo>
                <a:lnTo>
                  <a:pt x="333324" y="54725"/>
                </a:lnTo>
                <a:lnTo>
                  <a:pt x="370358" y="44269"/>
                </a:lnTo>
                <a:lnTo>
                  <a:pt x="404747" y="33569"/>
                </a:lnTo>
                <a:lnTo>
                  <a:pt x="436490" y="22624"/>
                </a:lnTo>
                <a:lnTo>
                  <a:pt x="465586" y="11434"/>
                </a:lnTo>
                <a:lnTo>
                  <a:pt x="492037" y="0"/>
                </a:lnTo>
              </a:path>
            </a:pathLst>
          </a:custGeom>
          <a:noFill/>
          <a:ln w="5334">
            <a:solidFill>
              <a:srgbClr val="4872DB">
                <a:alpha val="13000"/>
              </a:srgbClr>
            </a:solidFill>
            <a:prstDash val="solid"/>
          </a:ln>
        </p:spPr>
      </p:sp>
      <p:sp>
        <p:nvSpPr>
          <p:cNvPr id="34" name="knowledge-cross-edge">
            <a:extLst>
              <a:ext uri="{FF2B5EF4-FFF2-40B4-BE49-F238E27FC236}">
                <a16:creationId xmlns:a16="http://schemas.microsoft.com/office/drawing/2014/main" id="{27465BA0-C5E6-49BE-B80E-3F1CCAF9D052}"/>
              </a:ext>
            </a:extLst>
          </p:cNvPr>
          <p:cNvSpPr>
            <a:spLocks noGrp="1"/>
          </p:cNvSpPr>
          <p:nvPr/>
        </p:nvSpPr>
        <p:spPr>
          <a:xfrm>
            <a:off x="585225" y="6085878"/>
            <a:ext cx="447379" cy="135578"/>
          </a:xfrm>
          <a:custGeom>
            <a:avLst/>
            <a:gdLst/>
            <a:ahLst/>
            <a:cxnLst/>
            <a:rect l="0" t="0" r="0" b="0"/>
            <a:pathLst>
              <a:path w="447379" h="135578">
                <a:moveTo>
                  <a:pt x="0" y="135578"/>
                </a:moveTo>
                <a:lnTo>
                  <a:pt x="22730" y="109738"/>
                </a:lnTo>
                <a:lnTo>
                  <a:pt x="48105" y="86627"/>
                </a:lnTo>
                <a:lnTo>
                  <a:pt x="76126" y="66246"/>
                </a:lnTo>
                <a:lnTo>
                  <a:pt x="106793" y="48594"/>
                </a:lnTo>
                <a:lnTo>
                  <a:pt x="140106" y="33671"/>
                </a:lnTo>
                <a:lnTo>
                  <a:pt x="176065" y="21478"/>
                </a:lnTo>
                <a:lnTo>
                  <a:pt x="214669" y="12014"/>
                </a:lnTo>
                <a:lnTo>
                  <a:pt x="255919" y="5280"/>
                </a:lnTo>
                <a:lnTo>
                  <a:pt x="299816" y="1275"/>
                </a:lnTo>
                <a:lnTo>
                  <a:pt x="346358" y="0"/>
                </a:lnTo>
                <a:lnTo>
                  <a:pt x="395545" y="1454"/>
                </a:lnTo>
                <a:lnTo>
                  <a:pt x="447379" y="5637"/>
                </a:lnTo>
              </a:path>
            </a:pathLst>
          </a:custGeom>
          <a:noFill/>
          <a:ln w="4953">
            <a:solidFill>
              <a:srgbClr val="4872DB">
                <a:alpha val="12000"/>
              </a:srgbClr>
            </a:solidFill>
            <a:prstDash val="solid"/>
          </a:ln>
        </p:spPr>
      </p:sp>
      <p:sp>
        <p:nvSpPr>
          <p:cNvPr id="35" name="knowledge-edge">
            <a:extLst>
              <a:ext uri="{FF2B5EF4-FFF2-40B4-BE49-F238E27FC236}">
                <a16:creationId xmlns:a16="http://schemas.microsoft.com/office/drawing/2014/main" id="{1266B4A3-6871-43C0-8242-A9BCAB347C95}"/>
              </a:ext>
            </a:extLst>
          </p:cNvPr>
          <p:cNvSpPr>
            <a:spLocks noGrp="1"/>
          </p:cNvSpPr>
          <p:nvPr/>
        </p:nvSpPr>
        <p:spPr>
          <a:xfrm>
            <a:off x="552917" y="6100389"/>
            <a:ext cx="524346" cy="56598"/>
          </a:xfrm>
          <a:custGeom>
            <a:avLst/>
            <a:gdLst/>
            <a:ahLst/>
            <a:cxnLst/>
            <a:rect l="0" t="0" r="0" b="0"/>
            <a:pathLst>
              <a:path w="524346" h="56598">
                <a:moveTo>
                  <a:pt x="0" y="28064"/>
                </a:moveTo>
                <a:lnTo>
                  <a:pt x="37453" y="37045"/>
                </a:lnTo>
                <a:lnTo>
                  <a:pt x="74907" y="44335"/>
                </a:lnTo>
                <a:lnTo>
                  <a:pt x="112360" y="49936"/>
                </a:lnTo>
                <a:lnTo>
                  <a:pt x="149813" y="53847"/>
                </a:lnTo>
                <a:lnTo>
                  <a:pt x="187266" y="56067"/>
                </a:lnTo>
                <a:lnTo>
                  <a:pt x="224720" y="56598"/>
                </a:lnTo>
                <a:lnTo>
                  <a:pt x="262173" y="55438"/>
                </a:lnTo>
                <a:lnTo>
                  <a:pt x="299626" y="52589"/>
                </a:lnTo>
                <a:lnTo>
                  <a:pt x="337079" y="48049"/>
                </a:lnTo>
                <a:lnTo>
                  <a:pt x="374533" y="41820"/>
                </a:lnTo>
                <a:lnTo>
                  <a:pt x="411986" y="33900"/>
                </a:lnTo>
                <a:lnTo>
                  <a:pt x="449439" y="24290"/>
                </a:lnTo>
                <a:lnTo>
                  <a:pt x="486892" y="12990"/>
                </a:lnTo>
                <a:lnTo>
                  <a:pt x="524346" y="0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6" name="knowledge-edge">
            <a:extLst>
              <a:ext uri="{FF2B5EF4-FFF2-40B4-BE49-F238E27FC236}">
                <a16:creationId xmlns:a16="http://schemas.microsoft.com/office/drawing/2014/main" id="{BE204256-0FE9-4E38-88A7-B5A266C65525}"/>
              </a:ext>
            </a:extLst>
          </p:cNvPr>
          <p:cNvSpPr>
            <a:spLocks noGrp="1"/>
          </p:cNvSpPr>
          <p:nvPr/>
        </p:nvSpPr>
        <p:spPr>
          <a:xfrm>
            <a:off x="427628" y="6241417"/>
            <a:ext cx="507006" cy="54452"/>
          </a:xfrm>
          <a:custGeom>
            <a:avLst/>
            <a:gdLst/>
            <a:ahLst/>
            <a:cxnLst/>
            <a:rect l="0" t="0" r="0" b="0"/>
            <a:pathLst>
              <a:path w="507006" h="54452">
                <a:moveTo>
                  <a:pt x="0" y="0"/>
                </a:moveTo>
                <a:lnTo>
                  <a:pt x="36215" y="1458"/>
                </a:lnTo>
                <a:lnTo>
                  <a:pt x="72429" y="3290"/>
                </a:lnTo>
                <a:lnTo>
                  <a:pt x="108644" y="5496"/>
                </a:lnTo>
                <a:lnTo>
                  <a:pt x="144859" y="8076"/>
                </a:lnTo>
                <a:lnTo>
                  <a:pt x="181074" y="11030"/>
                </a:lnTo>
                <a:lnTo>
                  <a:pt x="217288" y="14358"/>
                </a:lnTo>
                <a:lnTo>
                  <a:pt x="253503" y="18061"/>
                </a:lnTo>
                <a:lnTo>
                  <a:pt x="289718" y="22137"/>
                </a:lnTo>
                <a:lnTo>
                  <a:pt x="325933" y="26588"/>
                </a:lnTo>
                <a:lnTo>
                  <a:pt x="362147" y="31412"/>
                </a:lnTo>
                <a:lnTo>
                  <a:pt x="398362" y="36611"/>
                </a:lnTo>
                <a:lnTo>
                  <a:pt x="434577" y="42184"/>
                </a:lnTo>
                <a:lnTo>
                  <a:pt x="470792" y="48131"/>
                </a:lnTo>
                <a:lnTo>
                  <a:pt x="507006" y="54452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7" name="knowledge-long-edge">
            <a:extLst>
              <a:ext uri="{FF2B5EF4-FFF2-40B4-BE49-F238E27FC236}">
                <a16:creationId xmlns:a16="http://schemas.microsoft.com/office/drawing/2014/main" id="{74B9582D-8801-40B4-A974-96311FE646D4}"/>
              </a:ext>
            </a:extLst>
          </p:cNvPr>
          <p:cNvSpPr>
            <a:spLocks noGrp="1"/>
          </p:cNvSpPr>
          <p:nvPr/>
        </p:nvSpPr>
        <p:spPr>
          <a:xfrm>
            <a:off x="427628" y="6038847"/>
            <a:ext cx="868895" cy="742030"/>
          </a:xfrm>
          <a:custGeom>
            <a:avLst/>
            <a:gdLst/>
            <a:ahLst/>
            <a:cxnLst/>
            <a:rect l="0" t="0" r="0" b="0"/>
            <a:pathLst>
              <a:path w="868895" h="742030">
                <a:moveTo>
                  <a:pt x="0" y="202570"/>
                </a:moveTo>
                <a:lnTo>
                  <a:pt x="54306" y="135069"/>
                </a:lnTo>
                <a:lnTo>
                  <a:pt x="108612" y="81064"/>
                </a:lnTo>
                <a:lnTo>
                  <a:pt x="162918" y="40555"/>
                </a:lnTo>
                <a:lnTo>
                  <a:pt x="217224" y="13541"/>
                </a:lnTo>
                <a:lnTo>
                  <a:pt x="271530" y="23"/>
                </a:lnTo>
                <a:lnTo>
                  <a:pt x="325836" y="0"/>
                </a:lnTo>
                <a:lnTo>
                  <a:pt x="380142" y="13473"/>
                </a:lnTo>
                <a:lnTo>
                  <a:pt x="434448" y="40441"/>
                </a:lnTo>
                <a:lnTo>
                  <a:pt x="488754" y="80905"/>
                </a:lnTo>
                <a:lnTo>
                  <a:pt x="543060" y="134865"/>
                </a:lnTo>
                <a:lnTo>
                  <a:pt x="597366" y="202320"/>
                </a:lnTo>
                <a:lnTo>
                  <a:pt x="651672" y="283271"/>
                </a:lnTo>
                <a:lnTo>
                  <a:pt x="705978" y="377717"/>
                </a:lnTo>
                <a:lnTo>
                  <a:pt x="760284" y="485659"/>
                </a:lnTo>
                <a:lnTo>
                  <a:pt x="814589" y="607096"/>
                </a:lnTo>
                <a:lnTo>
                  <a:pt x="868895" y="742030"/>
                </a:lnTo>
              </a:path>
            </a:pathLst>
          </a:custGeom>
          <a:noFill/>
          <a:ln w="4286">
            <a:solidFill>
              <a:srgbClr val="4872DB">
                <a:alpha val="9000"/>
              </a:srgbClr>
            </a:solidFill>
            <a:prstDash val="solid"/>
          </a:ln>
        </p:spPr>
      </p:sp>
      <p:sp>
        <p:nvSpPr>
          <p:cNvPr id="38" name="knowledge-edge">
            <a:extLst>
              <a:ext uri="{FF2B5EF4-FFF2-40B4-BE49-F238E27FC236}">
                <a16:creationId xmlns:a16="http://schemas.microsoft.com/office/drawing/2014/main" id="{F55A32B1-A394-478F-9B23-FB2DD044CBD4}"/>
              </a:ext>
            </a:extLst>
          </p:cNvPr>
          <p:cNvSpPr>
            <a:spLocks noGrp="1"/>
          </p:cNvSpPr>
          <p:nvPr/>
        </p:nvSpPr>
        <p:spPr>
          <a:xfrm>
            <a:off x="652903" y="6551037"/>
            <a:ext cx="319624" cy="119117"/>
          </a:xfrm>
          <a:custGeom>
            <a:avLst/>
            <a:gdLst/>
            <a:ahLst/>
            <a:cxnLst/>
            <a:rect l="0" t="0" r="0" b="0"/>
            <a:pathLst>
              <a:path w="319624" h="119117">
                <a:moveTo>
                  <a:pt x="0" y="0"/>
                </a:moveTo>
                <a:lnTo>
                  <a:pt x="22830" y="24245"/>
                </a:lnTo>
                <a:lnTo>
                  <a:pt x="45661" y="45738"/>
                </a:lnTo>
                <a:lnTo>
                  <a:pt x="68491" y="64479"/>
                </a:lnTo>
                <a:lnTo>
                  <a:pt x="91321" y="80466"/>
                </a:lnTo>
                <a:lnTo>
                  <a:pt x="114152" y="93702"/>
                </a:lnTo>
                <a:lnTo>
                  <a:pt x="136982" y="104184"/>
                </a:lnTo>
                <a:lnTo>
                  <a:pt x="159812" y="111915"/>
                </a:lnTo>
                <a:lnTo>
                  <a:pt x="182642" y="116892"/>
                </a:lnTo>
                <a:lnTo>
                  <a:pt x="205473" y="119117"/>
                </a:lnTo>
                <a:lnTo>
                  <a:pt x="228303" y="118590"/>
                </a:lnTo>
                <a:lnTo>
                  <a:pt x="251133" y="115310"/>
                </a:lnTo>
                <a:lnTo>
                  <a:pt x="273964" y="109278"/>
                </a:lnTo>
                <a:lnTo>
                  <a:pt x="296794" y="100493"/>
                </a:lnTo>
                <a:lnTo>
                  <a:pt x="319624" y="88955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39" name="knowledge-edge">
            <a:extLst>
              <a:ext uri="{FF2B5EF4-FFF2-40B4-BE49-F238E27FC236}">
                <a16:creationId xmlns:a16="http://schemas.microsoft.com/office/drawing/2014/main" id="{0EE41789-D47E-413E-881B-1A4420EE70A5}"/>
              </a:ext>
            </a:extLst>
          </p:cNvPr>
          <p:cNvSpPr>
            <a:spLocks noGrp="1"/>
          </p:cNvSpPr>
          <p:nvPr/>
        </p:nvSpPr>
        <p:spPr>
          <a:xfrm>
            <a:off x="394601" y="6701363"/>
            <a:ext cx="562819" cy="266485"/>
          </a:xfrm>
          <a:custGeom>
            <a:avLst/>
            <a:gdLst/>
            <a:ahLst/>
            <a:cxnLst/>
            <a:rect l="0" t="0" r="0" b="0"/>
            <a:pathLst>
              <a:path w="562819" h="266485">
                <a:moveTo>
                  <a:pt x="0" y="0"/>
                </a:moveTo>
                <a:lnTo>
                  <a:pt x="40201" y="13511"/>
                </a:lnTo>
                <a:lnTo>
                  <a:pt x="80403" y="27872"/>
                </a:lnTo>
                <a:lnTo>
                  <a:pt x="120604" y="43082"/>
                </a:lnTo>
                <a:lnTo>
                  <a:pt x="160806" y="59142"/>
                </a:lnTo>
                <a:lnTo>
                  <a:pt x="201007" y="76053"/>
                </a:lnTo>
                <a:lnTo>
                  <a:pt x="241208" y="93812"/>
                </a:lnTo>
                <a:lnTo>
                  <a:pt x="281410" y="112422"/>
                </a:lnTo>
                <a:lnTo>
                  <a:pt x="321611" y="131882"/>
                </a:lnTo>
                <a:lnTo>
                  <a:pt x="361813" y="152191"/>
                </a:lnTo>
                <a:lnTo>
                  <a:pt x="402014" y="173350"/>
                </a:lnTo>
                <a:lnTo>
                  <a:pt x="442215" y="195359"/>
                </a:lnTo>
                <a:lnTo>
                  <a:pt x="482417" y="218218"/>
                </a:lnTo>
                <a:lnTo>
                  <a:pt x="522618" y="241926"/>
                </a:lnTo>
                <a:lnTo>
                  <a:pt x="562819" y="266485"/>
                </a:lnTo>
              </a:path>
            </a:pathLst>
          </a:custGeom>
          <a:noFill/>
          <a:ln w="6477">
            <a:solidFill>
              <a:srgbClr val="4872DB">
                <a:alpha val="17000"/>
              </a:srgbClr>
            </a:solidFill>
            <a:prstDash val="solid"/>
          </a:ln>
        </p:spPr>
      </p:sp>
      <p:sp>
        <p:nvSpPr>
          <p:cNvPr id="40" name="knowledge-cross-edge">
            <a:extLst>
              <a:ext uri="{FF2B5EF4-FFF2-40B4-BE49-F238E27FC236}">
                <a16:creationId xmlns:a16="http://schemas.microsoft.com/office/drawing/2014/main" id="{0C7F0FC4-3AF2-4A9C-A65B-A4249844D005}"/>
              </a:ext>
            </a:extLst>
          </p:cNvPr>
          <p:cNvSpPr>
            <a:spLocks noGrp="1"/>
          </p:cNvSpPr>
          <p:nvPr/>
        </p:nvSpPr>
        <p:spPr>
          <a:xfrm>
            <a:off x="394601" y="6597625"/>
            <a:ext cx="577927" cy="103738"/>
          </a:xfrm>
          <a:custGeom>
            <a:avLst/>
            <a:gdLst/>
            <a:ahLst/>
            <a:cxnLst/>
            <a:rect l="0" t="0" r="0" b="0"/>
            <a:pathLst>
              <a:path w="577927" h="103738">
                <a:moveTo>
                  <a:pt x="0" y="103738"/>
                </a:moveTo>
                <a:lnTo>
                  <a:pt x="33608" y="77271"/>
                </a:lnTo>
                <a:lnTo>
                  <a:pt x="69863" y="54687"/>
                </a:lnTo>
                <a:lnTo>
                  <a:pt x="108763" y="35986"/>
                </a:lnTo>
                <a:lnTo>
                  <a:pt x="150309" y="21166"/>
                </a:lnTo>
                <a:lnTo>
                  <a:pt x="194501" y="10228"/>
                </a:lnTo>
                <a:lnTo>
                  <a:pt x="241338" y="3173"/>
                </a:lnTo>
                <a:lnTo>
                  <a:pt x="290822" y="0"/>
                </a:lnTo>
                <a:lnTo>
                  <a:pt x="342951" y="709"/>
                </a:lnTo>
                <a:lnTo>
                  <a:pt x="397726" y="5300"/>
                </a:lnTo>
                <a:lnTo>
                  <a:pt x="455147" y="13774"/>
                </a:lnTo>
                <a:lnTo>
                  <a:pt x="515214" y="26129"/>
                </a:lnTo>
                <a:lnTo>
                  <a:pt x="577927" y="42367"/>
                </a:lnTo>
              </a:path>
            </a:pathLst>
          </a:custGeom>
          <a:noFill/>
          <a:ln w="4953">
            <a:solidFill>
              <a:srgbClr val="4872DB">
                <a:alpha val="12000"/>
              </a:srgbClr>
            </a:solidFill>
            <a:prstDash val="solid"/>
          </a:ln>
        </p:spPr>
      </p:sp>
      <p:sp>
        <p:nvSpPr>
          <p:cNvPr id="41" name="knowledge-edge">
            <a:extLst>
              <a:ext uri="{FF2B5EF4-FFF2-40B4-BE49-F238E27FC236}">
                <a16:creationId xmlns:a16="http://schemas.microsoft.com/office/drawing/2014/main" id="{0953647B-24A1-4C3E-A602-9281EDB98BFC}"/>
              </a:ext>
            </a:extLst>
          </p:cNvPr>
          <p:cNvSpPr>
            <a:spLocks noGrp="1"/>
          </p:cNvSpPr>
          <p:nvPr/>
        </p:nvSpPr>
        <p:spPr>
          <a:xfrm>
            <a:off x="821299" y="5952787"/>
            <a:ext cx="656710" cy="87353"/>
          </a:xfrm>
          <a:custGeom>
            <a:avLst/>
            <a:gdLst/>
            <a:ahLst/>
            <a:cxnLst/>
            <a:rect l="0" t="0" r="0" b="0"/>
            <a:pathLst>
              <a:path w="656710" h="87353">
                <a:moveTo>
                  <a:pt x="0" y="63422"/>
                </a:moveTo>
                <a:lnTo>
                  <a:pt x="46908" y="45177"/>
                </a:lnTo>
                <a:lnTo>
                  <a:pt x="93816" y="30001"/>
                </a:lnTo>
                <a:lnTo>
                  <a:pt x="140723" y="17896"/>
                </a:lnTo>
                <a:lnTo>
                  <a:pt x="187631" y="8861"/>
                </a:lnTo>
                <a:lnTo>
                  <a:pt x="234539" y="2895"/>
                </a:lnTo>
                <a:lnTo>
                  <a:pt x="281447" y="0"/>
                </a:lnTo>
                <a:lnTo>
                  <a:pt x="328355" y="174"/>
                </a:lnTo>
                <a:lnTo>
                  <a:pt x="375263" y="3419"/>
                </a:lnTo>
                <a:lnTo>
                  <a:pt x="422170" y="9733"/>
                </a:lnTo>
                <a:lnTo>
                  <a:pt x="469078" y="19117"/>
                </a:lnTo>
                <a:lnTo>
                  <a:pt x="515986" y="31571"/>
                </a:lnTo>
                <a:lnTo>
                  <a:pt x="562894" y="47095"/>
                </a:lnTo>
                <a:lnTo>
                  <a:pt x="609802" y="65689"/>
                </a:lnTo>
                <a:lnTo>
                  <a:pt x="656710" y="87353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2" name="knowledge-cross-edge">
            <a:extLst>
              <a:ext uri="{FF2B5EF4-FFF2-40B4-BE49-F238E27FC236}">
                <a16:creationId xmlns:a16="http://schemas.microsoft.com/office/drawing/2014/main" id="{4A7A83A0-EABF-4468-A28B-6C59C852DBD6}"/>
              </a:ext>
            </a:extLst>
          </p:cNvPr>
          <p:cNvSpPr>
            <a:spLocks noGrp="1"/>
          </p:cNvSpPr>
          <p:nvPr/>
        </p:nvSpPr>
        <p:spPr>
          <a:xfrm>
            <a:off x="821299" y="6012710"/>
            <a:ext cx="658083" cy="229086"/>
          </a:xfrm>
          <a:custGeom>
            <a:avLst/>
            <a:gdLst/>
            <a:ahLst/>
            <a:cxnLst/>
            <a:rect l="0" t="0" r="0" b="0"/>
            <a:pathLst>
              <a:path w="658083" h="229086">
                <a:moveTo>
                  <a:pt x="0" y="3499"/>
                </a:moveTo>
                <a:lnTo>
                  <a:pt x="69392" y="0"/>
                </a:lnTo>
                <a:lnTo>
                  <a:pt x="136139" y="555"/>
                </a:lnTo>
                <a:lnTo>
                  <a:pt x="200239" y="5165"/>
                </a:lnTo>
                <a:lnTo>
                  <a:pt x="261694" y="13829"/>
                </a:lnTo>
                <a:lnTo>
                  <a:pt x="320503" y="26546"/>
                </a:lnTo>
                <a:lnTo>
                  <a:pt x="376666" y="43318"/>
                </a:lnTo>
                <a:lnTo>
                  <a:pt x="430184" y="64144"/>
                </a:lnTo>
                <a:lnTo>
                  <a:pt x="481055" y="89024"/>
                </a:lnTo>
                <a:lnTo>
                  <a:pt x="529281" y="117959"/>
                </a:lnTo>
                <a:lnTo>
                  <a:pt x="574861" y="150947"/>
                </a:lnTo>
                <a:lnTo>
                  <a:pt x="617795" y="187989"/>
                </a:lnTo>
                <a:lnTo>
                  <a:pt x="658083" y="229086"/>
                </a:lnTo>
              </a:path>
            </a:pathLst>
          </a:custGeom>
          <a:noFill/>
          <a:ln w="5334">
            <a:solidFill>
              <a:srgbClr val="4B68CF">
                <a:alpha val="13000"/>
              </a:srgbClr>
            </a:solidFill>
            <a:prstDash val="solid"/>
          </a:ln>
        </p:spPr>
      </p:sp>
      <p:sp>
        <p:nvSpPr>
          <p:cNvPr id="43" name="knowledge-edge">
            <a:extLst>
              <a:ext uri="{FF2B5EF4-FFF2-40B4-BE49-F238E27FC236}">
                <a16:creationId xmlns:a16="http://schemas.microsoft.com/office/drawing/2014/main" id="{E39D591A-82D0-4C48-9F7D-EA5FFE8612A0}"/>
              </a:ext>
            </a:extLst>
          </p:cNvPr>
          <p:cNvSpPr>
            <a:spLocks noGrp="1"/>
          </p:cNvSpPr>
          <p:nvPr/>
        </p:nvSpPr>
        <p:spPr>
          <a:xfrm>
            <a:off x="1032605" y="6091515"/>
            <a:ext cx="446778" cy="152551"/>
          </a:xfrm>
          <a:custGeom>
            <a:avLst/>
            <a:gdLst/>
            <a:ahLst/>
            <a:cxnLst/>
            <a:rect l="0" t="0" r="0" b="0"/>
            <a:pathLst>
              <a:path w="446778" h="152551">
                <a:moveTo>
                  <a:pt x="0" y="0"/>
                </a:moveTo>
                <a:lnTo>
                  <a:pt x="31913" y="23593"/>
                </a:lnTo>
                <a:lnTo>
                  <a:pt x="63825" y="45208"/>
                </a:lnTo>
                <a:lnTo>
                  <a:pt x="95738" y="64845"/>
                </a:lnTo>
                <a:lnTo>
                  <a:pt x="127651" y="82503"/>
                </a:lnTo>
                <a:lnTo>
                  <a:pt x="159563" y="98183"/>
                </a:lnTo>
                <a:lnTo>
                  <a:pt x="191476" y="111885"/>
                </a:lnTo>
                <a:lnTo>
                  <a:pt x="223389" y="123608"/>
                </a:lnTo>
                <a:lnTo>
                  <a:pt x="255302" y="133354"/>
                </a:lnTo>
                <a:lnTo>
                  <a:pt x="287214" y="141120"/>
                </a:lnTo>
                <a:lnTo>
                  <a:pt x="319127" y="146909"/>
                </a:lnTo>
                <a:lnTo>
                  <a:pt x="351040" y="150719"/>
                </a:lnTo>
                <a:lnTo>
                  <a:pt x="382952" y="152551"/>
                </a:lnTo>
                <a:lnTo>
                  <a:pt x="414865" y="152405"/>
                </a:lnTo>
                <a:lnTo>
                  <a:pt x="446778" y="150280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4" name="knowledge-cross-edge">
            <a:extLst>
              <a:ext uri="{FF2B5EF4-FFF2-40B4-BE49-F238E27FC236}">
                <a16:creationId xmlns:a16="http://schemas.microsoft.com/office/drawing/2014/main" id="{6EACBFA3-3EC2-443A-8E55-D6729531BBBA}"/>
              </a:ext>
            </a:extLst>
          </p:cNvPr>
          <p:cNvSpPr>
            <a:spLocks noGrp="1"/>
          </p:cNvSpPr>
          <p:nvPr/>
        </p:nvSpPr>
        <p:spPr>
          <a:xfrm>
            <a:off x="1032605" y="6063368"/>
            <a:ext cx="199500" cy="138423"/>
          </a:xfrm>
          <a:custGeom>
            <a:avLst/>
            <a:gdLst/>
            <a:ahLst/>
            <a:cxnLst/>
            <a:rect l="0" t="0" r="0" b="0"/>
            <a:pathLst>
              <a:path w="199500" h="138423">
                <a:moveTo>
                  <a:pt x="0" y="28147"/>
                </a:moveTo>
                <a:lnTo>
                  <a:pt x="31177" y="15026"/>
                </a:lnTo>
                <a:lnTo>
                  <a:pt x="59708" y="5960"/>
                </a:lnTo>
                <a:lnTo>
                  <a:pt x="85594" y="952"/>
                </a:lnTo>
                <a:lnTo>
                  <a:pt x="108833" y="0"/>
                </a:lnTo>
                <a:lnTo>
                  <a:pt x="129427" y="3105"/>
                </a:lnTo>
                <a:lnTo>
                  <a:pt x="147375" y="10266"/>
                </a:lnTo>
                <a:lnTo>
                  <a:pt x="162677" y="21484"/>
                </a:lnTo>
                <a:lnTo>
                  <a:pt x="175333" y="36758"/>
                </a:lnTo>
                <a:lnTo>
                  <a:pt x="185344" y="56090"/>
                </a:lnTo>
                <a:lnTo>
                  <a:pt x="192709" y="79477"/>
                </a:lnTo>
                <a:lnTo>
                  <a:pt x="197427" y="106922"/>
                </a:lnTo>
                <a:lnTo>
                  <a:pt x="199500" y="138423"/>
                </a:lnTo>
              </a:path>
            </a:pathLst>
          </a:custGeom>
          <a:noFill/>
          <a:ln w="5334">
            <a:solidFill>
              <a:srgbClr val="4B68CF">
                <a:alpha val="13000"/>
              </a:srgbClr>
            </a:solidFill>
            <a:prstDash val="solid"/>
          </a:ln>
        </p:spPr>
      </p:sp>
      <p:sp>
        <p:nvSpPr>
          <p:cNvPr id="45" name="knowledge-cross-edge">
            <a:extLst>
              <a:ext uri="{FF2B5EF4-FFF2-40B4-BE49-F238E27FC236}">
                <a16:creationId xmlns:a16="http://schemas.microsoft.com/office/drawing/2014/main" id="{BAAED614-9E7B-47AE-B91D-006C5D75685E}"/>
              </a:ext>
            </a:extLst>
          </p:cNvPr>
          <p:cNvSpPr>
            <a:spLocks noGrp="1"/>
          </p:cNvSpPr>
          <p:nvPr/>
        </p:nvSpPr>
        <p:spPr>
          <a:xfrm>
            <a:off x="1032605" y="6040140"/>
            <a:ext cx="445404" cy="59378"/>
          </a:xfrm>
          <a:custGeom>
            <a:avLst/>
            <a:gdLst/>
            <a:ahLst/>
            <a:cxnLst/>
            <a:rect l="0" t="0" r="0" b="0"/>
            <a:pathLst>
              <a:path w="445404" h="59378">
                <a:moveTo>
                  <a:pt x="0" y="51375"/>
                </a:moveTo>
                <a:lnTo>
                  <a:pt x="22565" y="55587"/>
                </a:lnTo>
                <a:lnTo>
                  <a:pt x="47776" y="58255"/>
                </a:lnTo>
                <a:lnTo>
                  <a:pt x="75632" y="59378"/>
                </a:lnTo>
                <a:lnTo>
                  <a:pt x="106135" y="58958"/>
                </a:lnTo>
                <a:lnTo>
                  <a:pt x="139283" y="56993"/>
                </a:lnTo>
                <a:lnTo>
                  <a:pt x="175077" y="53484"/>
                </a:lnTo>
                <a:lnTo>
                  <a:pt x="213517" y="48430"/>
                </a:lnTo>
                <a:lnTo>
                  <a:pt x="254603" y="41833"/>
                </a:lnTo>
                <a:lnTo>
                  <a:pt x="298334" y="33691"/>
                </a:lnTo>
                <a:lnTo>
                  <a:pt x="344712" y="24005"/>
                </a:lnTo>
                <a:lnTo>
                  <a:pt x="393735" y="12774"/>
                </a:lnTo>
                <a:lnTo>
                  <a:pt x="445404" y="0"/>
                </a:lnTo>
              </a:path>
            </a:pathLst>
          </a:custGeom>
          <a:noFill/>
          <a:ln w="4953">
            <a:solidFill>
              <a:srgbClr val="4B68CF">
                <a:alpha val="12000"/>
              </a:srgbClr>
            </a:solidFill>
            <a:prstDash val="solid"/>
          </a:ln>
        </p:spPr>
      </p:sp>
      <p:sp>
        <p:nvSpPr>
          <p:cNvPr id="46" name="knowledge-edge">
            <a:extLst>
              <a:ext uri="{FF2B5EF4-FFF2-40B4-BE49-F238E27FC236}">
                <a16:creationId xmlns:a16="http://schemas.microsoft.com/office/drawing/2014/main" id="{1F82E849-1A89-4F60-A69E-830336D20841}"/>
              </a:ext>
            </a:extLst>
          </p:cNvPr>
          <p:cNvSpPr>
            <a:spLocks noGrp="1"/>
          </p:cNvSpPr>
          <p:nvPr/>
        </p:nvSpPr>
        <p:spPr>
          <a:xfrm>
            <a:off x="1067687" y="6201791"/>
            <a:ext cx="164418" cy="33579"/>
          </a:xfrm>
          <a:custGeom>
            <a:avLst/>
            <a:gdLst/>
            <a:ahLst/>
            <a:cxnLst/>
            <a:rect l="0" t="0" r="0" b="0"/>
            <a:pathLst>
              <a:path w="164418" h="33579">
                <a:moveTo>
                  <a:pt x="0" y="11982"/>
                </a:moveTo>
                <a:lnTo>
                  <a:pt x="11744" y="18366"/>
                </a:lnTo>
                <a:lnTo>
                  <a:pt x="23488" y="23636"/>
                </a:lnTo>
                <a:lnTo>
                  <a:pt x="35232" y="27792"/>
                </a:lnTo>
                <a:lnTo>
                  <a:pt x="46977" y="30835"/>
                </a:lnTo>
                <a:lnTo>
                  <a:pt x="58721" y="32764"/>
                </a:lnTo>
                <a:lnTo>
                  <a:pt x="70465" y="33579"/>
                </a:lnTo>
                <a:lnTo>
                  <a:pt x="82209" y="33280"/>
                </a:lnTo>
                <a:lnTo>
                  <a:pt x="93953" y="31867"/>
                </a:lnTo>
                <a:lnTo>
                  <a:pt x="105697" y="29340"/>
                </a:lnTo>
                <a:lnTo>
                  <a:pt x="117441" y="25700"/>
                </a:lnTo>
                <a:lnTo>
                  <a:pt x="129186" y="20946"/>
                </a:lnTo>
                <a:lnTo>
                  <a:pt x="140930" y="15078"/>
                </a:lnTo>
                <a:lnTo>
                  <a:pt x="152674" y="8096"/>
                </a:lnTo>
                <a:lnTo>
                  <a:pt x="164418" y="0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7" name="knowledge-edge">
            <a:extLst>
              <a:ext uri="{FF2B5EF4-FFF2-40B4-BE49-F238E27FC236}">
                <a16:creationId xmlns:a16="http://schemas.microsoft.com/office/drawing/2014/main" id="{457B3E73-55F6-4ABE-A529-E00AF5E76B44}"/>
              </a:ext>
            </a:extLst>
          </p:cNvPr>
          <p:cNvSpPr>
            <a:spLocks noGrp="1"/>
          </p:cNvSpPr>
          <p:nvPr/>
        </p:nvSpPr>
        <p:spPr>
          <a:xfrm>
            <a:off x="1077263" y="6100389"/>
            <a:ext cx="387768" cy="143407"/>
          </a:xfrm>
          <a:custGeom>
            <a:avLst/>
            <a:gdLst/>
            <a:ahLst/>
            <a:cxnLst/>
            <a:rect l="0" t="0" r="0" b="0"/>
            <a:pathLst>
              <a:path w="387768" h="143407">
                <a:moveTo>
                  <a:pt x="0" y="0"/>
                </a:moveTo>
                <a:lnTo>
                  <a:pt x="27698" y="7495"/>
                </a:lnTo>
                <a:lnTo>
                  <a:pt x="55395" y="15413"/>
                </a:lnTo>
                <a:lnTo>
                  <a:pt x="83093" y="23754"/>
                </a:lnTo>
                <a:lnTo>
                  <a:pt x="110791" y="32517"/>
                </a:lnTo>
                <a:lnTo>
                  <a:pt x="138489" y="41704"/>
                </a:lnTo>
                <a:lnTo>
                  <a:pt x="166186" y="51313"/>
                </a:lnTo>
                <a:lnTo>
                  <a:pt x="193884" y="61345"/>
                </a:lnTo>
                <a:lnTo>
                  <a:pt x="221582" y="71800"/>
                </a:lnTo>
                <a:lnTo>
                  <a:pt x="249280" y="82677"/>
                </a:lnTo>
                <a:lnTo>
                  <a:pt x="276977" y="93978"/>
                </a:lnTo>
                <a:lnTo>
                  <a:pt x="304675" y="105701"/>
                </a:lnTo>
                <a:lnTo>
                  <a:pt x="332373" y="117847"/>
                </a:lnTo>
                <a:lnTo>
                  <a:pt x="360071" y="130416"/>
                </a:lnTo>
                <a:lnTo>
                  <a:pt x="387768" y="143407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8" name="knowledge-edge">
            <a:extLst>
              <a:ext uri="{FF2B5EF4-FFF2-40B4-BE49-F238E27FC236}">
                <a16:creationId xmlns:a16="http://schemas.microsoft.com/office/drawing/2014/main" id="{83D3E77B-63FF-491C-81E1-AE9FA30C85E0}"/>
              </a:ext>
            </a:extLst>
          </p:cNvPr>
          <p:cNvSpPr>
            <a:spLocks noGrp="1"/>
          </p:cNvSpPr>
          <p:nvPr/>
        </p:nvSpPr>
        <p:spPr>
          <a:xfrm>
            <a:off x="934634" y="6295868"/>
            <a:ext cx="333465" cy="181706"/>
          </a:xfrm>
          <a:custGeom>
            <a:avLst/>
            <a:gdLst/>
            <a:ahLst/>
            <a:cxnLst/>
            <a:rect l="0" t="0" r="0" b="0"/>
            <a:pathLst>
              <a:path w="333465" h="181706">
                <a:moveTo>
                  <a:pt x="0" y="0"/>
                </a:moveTo>
                <a:lnTo>
                  <a:pt x="23819" y="20023"/>
                </a:lnTo>
                <a:lnTo>
                  <a:pt x="47638" y="38962"/>
                </a:lnTo>
                <a:lnTo>
                  <a:pt x="71457" y="56817"/>
                </a:lnTo>
                <a:lnTo>
                  <a:pt x="95276" y="73589"/>
                </a:lnTo>
                <a:lnTo>
                  <a:pt x="119095" y="89277"/>
                </a:lnTo>
                <a:lnTo>
                  <a:pt x="142914" y="103881"/>
                </a:lnTo>
                <a:lnTo>
                  <a:pt x="166733" y="117402"/>
                </a:lnTo>
                <a:lnTo>
                  <a:pt x="190551" y="129839"/>
                </a:lnTo>
                <a:lnTo>
                  <a:pt x="214370" y="141193"/>
                </a:lnTo>
                <a:lnTo>
                  <a:pt x="238189" y="151463"/>
                </a:lnTo>
                <a:lnTo>
                  <a:pt x="262008" y="160649"/>
                </a:lnTo>
                <a:lnTo>
                  <a:pt x="285827" y="168752"/>
                </a:lnTo>
                <a:lnTo>
                  <a:pt x="309646" y="175771"/>
                </a:lnTo>
                <a:lnTo>
                  <a:pt x="333465" y="181706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49" name="knowledge-cross-edge">
            <a:extLst>
              <a:ext uri="{FF2B5EF4-FFF2-40B4-BE49-F238E27FC236}">
                <a16:creationId xmlns:a16="http://schemas.microsoft.com/office/drawing/2014/main" id="{55C13C4E-9C69-4719-BFB5-8130591BEB78}"/>
              </a:ext>
            </a:extLst>
          </p:cNvPr>
          <p:cNvSpPr>
            <a:spLocks noGrp="1"/>
          </p:cNvSpPr>
          <p:nvPr/>
        </p:nvSpPr>
        <p:spPr>
          <a:xfrm>
            <a:off x="934634" y="6295868"/>
            <a:ext cx="361889" cy="485008"/>
          </a:xfrm>
          <a:custGeom>
            <a:avLst/>
            <a:gdLst/>
            <a:ahLst/>
            <a:cxnLst/>
            <a:rect l="0" t="0" r="0" b="0"/>
            <a:pathLst>
              <a:path w="361889" h="485008">
                <a:moveTo>
                  <a:pt x="0" y="0"/>
                </a:moveTo>
                <a:lnTo>
                  <a:pt x="44710" y="1497"/>
                </a:lnTo>
                <a:lnTo>
                  <a:pt x="86773" y="10070"/>
                </a:lnTo>
                <a:lnTo>
                  <a:pt x="126191" y="25719"/>
                </a:lnTo>
                <a:lnTo>
                  <a:pt x="162963" y="48445"/>
                </a:lnTo>
                <a:lnTo>
                  <a:pt x="197089" y="78248"/>
                </a:lnTo>
                <a:lnTo>
                  <a:pt x="228570" y="115127"/>
                </a:lnTo>
                <a:lnTo>
                  <a:pt x="257404" y="159083"/>
                </a:lnTo>
                <a:lnTo>
                  <a:pt x="283593" y="210115"/>
                </a:lnTo>
                <a:lnTo>
                  <a:pt x="307136" y="268223"/>
                </a:lnTo>
                <a:lnTo>
                  <a:pt x="328033" y="333408"/>
                </a:lnTo>
                <a:lnTo>
                  <a:pt x="346284" y="405670"/>
                </a:lnTo>
                <a:lnTo>
                  <a:pt x="361889" y="485008"/>
                </a:lnTo>
              </a:path>
            </a:pathLst>
          </a:custGeom>
          <a:noFill/>
          <a:ln w="5334">
            <a:solidFill>
              <a:srgbClr val="4B68CF">
                <a:alpha val="13000"/>
              </a:srgbClr>
            </a:solidFill>
            <a:prstDash val="solid"/>
          </a:ln>
        </p:spPr>
      </p:sp>
      <p:sp>
        <p:nvSpPr>
          <p:cNvPr id="50" name="knowledge-edge">
            <a:extLst>
              <a:ext uri="{FF2B5EF4-FFF2-40B4-BE49-F238E27FC236}">
                <a16:creationId xmlns:a16="http://schemas.microsoft.com/office/drawing/2014/main" id="{FA55B3AB-5B3B-41C9-ACC6-D6723C93D556}"/>
              </a:ext>
            </a:extLst>
          </p:cNvPr>
          <p:cNvSpPr>
            <a:spLocks noGrp="1"/>
          </p:cNvSpPr>
          <p:nvPr/>
        </p:nvSpPr>
        <p:spPr>
          <a:xfrm>
            <a:off x="972527" y="6639992"/>
            <a:ext cx="323996" cy="140884"/>
          </a:xfrm>
          <a:custGeom>
            <a:avLst/>
            <a:gdLst/>
            <a:ahLst/>
            <a:cxnLst/>
            <a:rect l="0" t="0" r="0" b="0"/>
            <a:pathLst>
              <a:path w="323996" h="140884">
                <a:moveTo>
                  <a:pt x="0" y="0"/>
                </a:moveTo>
                <a:lnTo>
                  <a:pt x="23143" y="8211"/>
                </a:lnTo>
                <a:lnTo>
                  <a:pt x="46285" y="16707"/>
                </a:lnTo>
                <a:lnTo>
                  <a:pt x="69428" y="25488"/>
                </a:lnTo>
                <a:lnTo>
                  <a:pt x="92570" y="34553"/>
                </a:lnTo>
                <a:lnTo>
                  <a:pt x="115713" y="43904"/>
                </a:lnTo>
                <a:lnTo>
                  <a:pt x="138855" y="53540"/>
                </a:lnTo>
                <a:lnTo>
                  <a:pt x="161998" y="63461"/>
                </a:lnTo>
                <a:lnTo>
                  <a:pt x="185140" y="73666"/>
                </a:lnTo>
                <a:lnTo>
                  <a:pt x="208283" y="84157"/>
                </a:lnTo>
                <a:lnTo>
                  <a:pt x="231426" y="94932"/>
                </a:lnTo>
                <a:lnTo>
                  <a:pt x="254568" y="105993"/>
                </a:lnTo>
                <a:lnTo>
                  <a:pt x="277711" y="117338"/>
                </a:lnTo>
                <a:lnTo>
                  <a:pt x="300853" y="128969"/>
                </a:lnTo>
                <a:lnTo>
                  <a:pt x="323996" y="140884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51" name="knowledge-cross-edge">
            <a:extLst>
              <a:ext uri="{FF2B5EF4-FFF2-40B4-BE49-F238E27FC236}">
                <a16:creationId xmlns:a16="http://schemas.microsoft.com/office/drawing/2014/main" id="{D6EAED50-A727-46DF-AA7F-1989534B85BC}"/>
              </a:ext>
            </a:extLst>
          </p:cNvPr>
          <p:cNvSpPr>
            <a:spLocks noGrp="1"/>
          </p:cNvSpPr>
          <p:nvPr/>
        </p:nvSpPr>
        <p:spPr>
          <a:xfrm>
            <a:off x="972527" y="6639992"/>
            <a:ext cx="430006" cy="517582"/>
          </a:xfrm>
          <a:custGeom>
            <a:avLst/>
            <a:gdLst/>
            <a:ahLst/>
            <a:cxnLst/>
            <a:rect l="0" t="0" r="0" b="0"/>
            <a:pathLst>
              <a:path w="430006" h="517582">
                <a:moveTo>
                  <a:pt x="0" y="0"/>
                </a:moveTo>
                <a:lnTo>
                  <a:pt x="50386" y="741"/>
                </a:lnTo>
                <a:lnTo>
                  <a:pt x="98126" y="9189"/>
                </a:lnTo>
                <a:lnTo>
                  <a:pt x="143220" y="25345"/>
                </a:lnTo>
                <a:lnTo>
                  <a:pt x="185669" y="49208"/>
                </a:lnTo>
                <a:lnTo>
                  <a:pt x="225471" y="80778"/>
                </a:lnTo>
                <a:lnTo>
                  <a:pt x="262628" y="120056"/>
                </a:lnTo>
                <a:lnTo>
                  <a:pt x="297139" y="167042"/>
                </a:lnTo>
                <a:lnTo>
                  <a:pt x="329004" y="221735"/>
                </a:lnTo>
                <a:lnTo>
                  <a:pt x="358223" y="284135"/>
                </a:lnTo>
                <a:lnTo>
                  <a:pt x="384797" y="354243"/>
                </a:lnTo>
                <a:lnTo>
                  <a:pt x="408724" y="432059"/>
                </a:lnTo>
                <a:lnTo>
                  <a:pt x="430006" y="517582"/>
                </a:lnTo>
              </a:path>
            </a:pathLst>
          </a:custGeom>
          <a:noFill/>
          <a:ln w="5334">
            <a:solidFill>
              <a:srgbClr val="4B68CF">
                <a:alpha val="13000"/>
              </a:srgbClr>
            </a:solidFill>
            <a:prstDash val="solid"/>
          </a:ln>
        </p:spPr>
      </p:sp>
      <p:sp>
        <p:nvSpPr>
          <p:cNvPr id="52" name="knowledge-edge">
            <a:extLst>
              <a:ext uri="{FF2B5EF4-FFF2-40B4-BE49-F238E27FC236}">
                <a16:creationId xmlns:a16="http://schemas.microsoft.com/office/drawing/2014/main" id="{BA3A2763-ABB2-4E91-BF4C-5B72AA25921C}"/>
              </a:ext>
            </a:extLst>
          </p:cNvPr>
          <p:cNvSpPr>
            <a:spLocks noGrp="1"/>
          </p:cNvSpPr>
          <p:nvPr/>
        </p:nvSpPr>
        <p:spPr>
          <a:xfrm>
            <a:off x="957420" y="6967848"/>
            <a:ext cx="445113" cy="189726"/>
          </a:xfrm>
          <a:custGeom>
            <a:avLst/>
            <a:gdLst/>
            <a:ahLst/>
            <a:cxnLst/>
            <a:rect l="0" t="0" r="0" b="0"/>
            <a:pathLst>
              <a:path w="445113" h="189726">
                <a:moveTo>
                  <a:pt x="0" y="0"/>
                </a:moveTo>
                <a:lnTo>
                  <a:pt x="31794" y="25900"/>
                </a:lnTo>
                <a:lnTo>
                  <a:pt x="63588" y="49900"/>
                </a:lnTo>
                <a:lnTo>
                  <a:pt x="95381" y="72001"/>
                </a:lnTo>
                <a:lnTo>
                  <a:pt x="127175" y="92202"/>
                </a:lnTo>
                <a:lnTo>
                  <a:pt x="158969" y="110503"/>
                </a:lnTo>
                <a:lnTo>
                  <a:pt x="190763" y="126905"/>
                </a:lnTo>
                <a:lnTo>
                  <a:pt x="222557" y="141406"/>
                </a:lnTo>
                <a:lnTo>
                  <a:pt x="254350" y="154008"/>
                </a:lnTo>
                <a:lnTo>
                  <a:pt x="286144" y="164711"/>
                </a:lnTo>
                <a:lnTo>
                  <a:pt x="317938" y="173513"/>
                </a:lnTo>
                <a:lnTo>
                  <a:pt x="349732" y="180416"/>
                </a:lnTo>
                <a:lnTo>
                  <a:pt x="381526" y="185419"/>
                </a:lnTo>
                <a:lnTo>
                  <a:pt x="413319" y="188523"/>
                </a:lnTo>
                <a:lnTo>
                  <a:pt x="445113" y="189726"/>
                </a:lnTo>
              </a:path>
            </a:pathLst>
          </a:custGeom>
          <a:noFill/>
          <a:ln w="6477">
            <a:solidFill>
              <a:srgbClr val="4B68CF">
                <a:alpha val="17000"/>
              </a:srgbClr>
            </a:solidFill>
            <a:prstDash val="solid"/>
          </a:ln>
        </p:spPr>
      </p:sp>
      <p:sp>
        <p:nvSpPr>
          <p:cNvPr id="53" name="knowledge-edge">
            <a:extLst>
              <a:ext uri="{FF2B5EF4-FFF2-40B4-BE49-F238E27FC236}">
                <a16:creationId xmlns:a16="http://schemas.microsoft.com/office/drawing/2014/main" id="{98338123-285F-47F1-9E54-D2FD96A683D5}"/>
              </a:ext>
            </a:extLst>
          </p:cNvPr>
          <p:cNvSpPr>
            <a:spLocks noGrp="1"/>
          </p:cNvSpPr>
          <p:nvPr/>
        </p:nvSpPr>
        <p:spPr>
          <a:xfrm>
            <a:off x="1478009" y="6040140"/>
            <a:ext cx="141764" cy="150281"/>
          </a:xfrm>
          <a:custGeom>
            <a:avLst/>
            <a:gdLst/>
            <a:ahLst/>
            <a:cxnLst/>
            <a:rect l="0" t="0" r="0" b="0"/>
            <a:pathLst>
              <a:path w="141764" h="150281">
                <a:moveTo>
                  <a:pt x="0" y="0"/>
                </a:moveTo>
                <a:lnTo>
                  <a:pt x="10126" y="28512"/>
                </a:lnTo>
                <a:lnTo>
                  <a:pt x="20252" y="54027"/>
                </a:lnTo>
                <a:lnTo>
                  <a:pt x="30378" y="76546"/>
                </a:lnTo>
                <a:lnTo>
                  <a:pt x="40504" y="96069"/>
                </a:lnTo>
                <a:lnTo>
                  <a:pt x="50630" y="112595"/>
                </a:lnTo>
                <a:lnTo>
                  <a:pt x="60756" y="126125"/>
                </a:lnTo>
                <a:lnTo>
                  <a:pt x="70882" y="136658"/>
                </a:lnTo>
                <a:lnTo>
                  <a:pt x="81008" y="144196"/>
                </a:lnTo>
                <a:lnTo>
                  <a:pt x="91134" y="148737"/>
                </a:lnTo>
                <a:lnTo>
                  <a:pt x="101260" y="150281"/>
                </a:lnTo>
                <a:lnTo>
                  <a:pt x="111386" y="148829"/>
                </a:lnTo>
                <a:lnTo>
                  <a:pt x="121512" y="144381"/>
                </a:lnTo>
                <a:lnTo>
                  <a:pt x="131638" y="136937"/>
                </a:lnTo>
                <a:lnTo>
                  <a:pt x="141764" y="126496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4" name="knowledge-cross-edge">
            <a:extLst>
              <a:ext uri="{FF2B5EF4-FFF2-40B4-BE49-F238E27FC236}">
                <a16:creationId xmlns:a16="http://schemas.microsoft.com/office/drawing/2014/main" id="{CA72128B-F50A-425B-B3DA-C77D0999CA90}"/>
              </a:ext>
            </a:extLst>
          </p:cNvPr>
          <p:cNvSpPr>
            <a:spLocks noGrp="1"/>
          </p:cNvSpPr>
          <p:nvPr/>
        </p:nvSpPr>
        <p:spPr>
          <a:xfrm>
            <a:off x="1478009" y="5986660"/>
            <a:ext cx="300638" cy="78556"/>
          </a:xfrm>
          <a:custGeom>
            <a:avLst/>
            <a:gdLst/>
            <a:ahLst/>
            <a:cxnLst/>
            <a:rect l="0" t="0" r="0" b="0"/>
            <a:pathLst>
              <a:path w="300638" h="78556">
                <a:moveTo>
                  <a:pt x="0" y="53481"/>
                </a:moveTo>
                <a:lnTo>
                  <a:pt x="39605" y="35478"/>
                </a:lnTo>
                <a:lnTo>
                  <a:pt x="76565" y="21129"/>
                </a:lnTo>
                <a:lnTo>
                  <a:pt x="110878" y="10433"/>
                </a:lnTo>
                <a:lnTo>
                  <a:pt x="142546" y="3390"/>
                </a:lnTo>
                <a:lnTo>
                  <a:pt x="171568" y="0"/>
                </a:lnTo>
                <a:lnTo>
                  <a:pt x="197944" y="263"/>
                </a:lnTo>
                <a:lnTo>
                  <a:pt x="221675" y="4179"/>
                </a:lnTo>
                <a:lnTo>
                  <a:pt x="242759" y="11748"/>
                </a:lnTo>
                <a:lnTo>
                  <a:pt x="261198" y="22971"/>
                </a:lnTo>
                <a:lnTo>
                  <a:pt x="276990" y="37846"/>
                </a:lnTo>
                <a:lnTo>
                  <a:pt x="290137" y="56375"/>
                </a:lnTo>
                <a:lnTo>
                  <a:pt x="300638" y="78556"/>
                </a:lnTo>
              </a:path>
            </a:pathLst>
          </a:custGeom>
          <a:noFill/>
          <a:ln w="5334">
            <a:solidFill>
              <a:srgbClr val="4D5FC3">
                <a:alpha val="13000"/>
              </a:srgbClr>
            </a:solidFill>
            <a:prstDash val="solid"/>
          </a:ln>
        </p:spPr>
      </p:sp>
      <p:sp>
        <p:nvSpPr>
          <p:cNvPr id="55" name="knowledge-edge">
            <a:extLst>
              <a:ext uri="{FF2B5EF4-FFF2-40B4-BE49-F238E27FC236}">
                <a16:creationId xmlns:a16="http://schemas.microsoft.com/office/drawing/2014/main" id="{28566BF6-B58E-4D23-89C6-32D77988D3B0}"/>
              </a:ext>
            </a:extLst>
          </p:cNvPr>
          <p:cNvSpPr>
            <a:spLocks noGrp="1"/>
          </p:cNvSpPr>
          <p:nvPr/>
        </p:nvSpPr>
        <p:spPr>
          <a:xfrm>
            <a:off x="1479382" y="6065216"/>
            <a:ext cx="299265" cy="181705"/>
          </a:xfrm>
          <a:custGeom>
            <a:avLst/>
            <a:gdLst/>
            <a:ahLst/>
            <a:cxnLst/>
            <a:rect l="0" t="0" r="0" b="0"/>
            <a:pathLst>
              <a:path w="299265" h="181705">
                <a:moveTo>
                  <a:pt x="0" y="176580"/>
                </a:moveTo>
                <a:lnTo>
                  <a:pt x="21376" y="180407"/>
                </a:lnTo>
                <a:lnTo>
                  <a:pt x="42752" y="181705"/>
                </a:lnTo>
                <a:lnTo>
                  <a:pt x="64128" y="180474"/>
                </a:lnTo>
                <a:lnTo>
                  <a:pt x="85504" y="176713"/>
                </a:lnTo>
                <a:lnTo>
                  <a:pt x="106880" y="170423"/>
                </a:lnTo>
                <a:lnTo>
                  <a:pt x="128256" y="161604"/>
                </a:lnTo>
                <a:lnTo>
                  <a:pt x="149632" y="150256"/>
                </a:lnTo>
                <a:lnTo>
                  <a:pt x="171009" y="136378"/>
                </a:lnTo>
                <a:lnTo>
                  <a:pt x="192385" y="119972"/>
                </a:lnTo>
                <a:lnTo>
                  <a:pt x="213761" y="101036"/>
                </a:lnTo>
                <a:lnTo>
                  <a:pt x="235137" y="79571"/>
                </a:lnTo>
                <a:lnTo>
                  <a:pt x="256513" y="55576"/>
                </a:lnTo>
                <a:lnTo>
                  <a:pt x="277889" y="29053"/>
                </a:lnTo>
                <a:lnTo>
                  <a:pt x="299265" y="0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6" name="knowledge-edge">
            <a:extLst>
              <a:ext uri="{FF2B5EF4-FFF2-40B4-BE49-F238E27FC236}">
                <a16:creationId xmlns:a16="http://schemas.microsoft.com/office/drawing/2014/main" id="{5EAB402A-F0EA-4689-BA13-6F6EEBE5AE9D}"/>
              </a:ext>
            </a:extLst>
          </p:cNvPr>
          <p:cNvSpPr>
            <a:spLocks noGrp="1"/>
          </p:cNvSpPr>
          <p:nvPr/>
        </p:nvSpPr>
        <p:spPr>
          <a:xfrm>
            <a:off x="1232105" y="6117118"/>
            <a:ext cx="475524" cy="84673"/>
          </a:xfrm>
          <a:custGeom>
            <a:avLst/>
            <a:gdLst/>
            <a:ahLst/>
            <a:cxnLst/>
            <a:rect l="0" t="0" r="0" b="0"/>
            <a:pathLst>
              <a:path w="475524" h="84673">
                <a:moveTo>
                  <a:pt x="0" y="84673"/>
                </a:moveTo>
                <a:lnTo>
                  <a:pt x="33966" y="77593"/>
                </a:lnTo>
                <a:lnTo>
                  <a:pt x="67932" y="70672"/>
                </a:lnTo>
                <a:lnTo>
                  <a:pt x="101898" y="63910"/>
                </a:lnTo>
                <a:lnTo>
                  <a:pt x="135864" y="57306"/>
                </a:lnTo>
                <a:lnTo>
                  <a:pt x="169830" y="50861"/>
                </a:lnTo>
                <a:lnTo>
                  <a:pt x="203796" y="44575"/>
                </a:lnTo>
                <a:lnTo>
                  <a:pt x="237762" y="38448"/>
                </a:lnTo>
                <a:lnTo>
                  <a:pt x="271728" y="32479"/>
                </a:lnTo>
                <a:lnTo>
                  <a:pt x="305694" y="26669"/>
                </a:lnTo>
                <a:lnTo>
                  <a:pt x="339660" y="21018"/>
                </a:lnTo>
                <a:lnTo>
                  <a:pt x="373626" y="15525"/>
                </a:lnTo>
                <a:lnTo>
                  <a:pt x="407592" y="10192"/>
                </a:lnTo>
                <a:lnTo>
                  <a:pt x="441558" y="5016"/>
                </a:lnTo>
                <a:lnTo>
                  <a:pt x="475524" y="0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7" name="knowledge-long-edge">
            <a:extLst>
              <a:ext uri="{FF2B5EF4-FFF2-40B4-BE49-F238E27FC236}">
                <a16:creationId xmlns:a16="http://schemas.microsoft.com/office/drawing/2014/main" id="{DC8A2183-F797-40AB-820B-260CB0FC69A5}"/>
              </a:ext>
            </a:extLst>
          </p:cNvPr>
          <p:cNvSpPr>
            <a:spLocks noGrp="1"/>
          </p:cNvSpPr>
          <p:nvPr/>
        </p:nvSpPr>
        <p:spPr>
          <a:xfrm>
            <a:off x="1232105" y="5858867"/>
            <a:ext cx="1101998" cy="342924"/>
          </a:xfrm>
          <a:custGeom>
            <a:avLst/>
            <a:gdLst/>
            <a:ahLst/>
            <a:cxnLst/>
            <a:rect l="0" t="0" r="0" b="0"/>
            <a:pathLst>
              <a:path w="1101998" h="342924">
                <a:moveTo>
                  <a:pt x="0" y="342924"/>
                </a:moveTo>
                <a:lnTo>
                  <a:pt x="68875" y="267058"/>
                </a:lnTo>
                <a:lnTo>
                  <a:pt x="137750" y="200633"/>
                </a:lnTo>
                <a:lnTo>
                  <a:pt x="206625" y="143650"/>
                </a:lnTo>
                <a:lnTo>
                  <a:pt x="275499" y="96106"/>
                </a:lnTo>
                <a:lnTo>
                  <a:pt x="344374" y="58004"/>
                </a:lnTo>
                <a:lnTo>
                  <a:pt x="413249" y="29342"/>
                </a:lnTo>
                <a:lnTo>
                  <a:pt x="482124" y="10120"/>
                </a:lnTo>
                <a:lnTo>
                  <a:pt x="550999" y="340"/>
                </a:lnTo>
                <a:lnTo>
                  <a:pt x="619874" y="0"/>
                </a:lnTo>
                <a:lnTo>
                  <a:pt x="688749" y="9101"/>
                </a:lnTo>
                <a:lnTo>
                  <a:pt x="757623" y="27642"/>
                </a:lnTo>
                <a:lnTo>
                  <a:pt x="826498" y="55624"/>
                </a:lnTo>
                <a:lnTo>
                  <a:pt x="895373" y="93047"/>
                </a:lnTo>
                <a:lnTo>
                  <a:pt x="964248" y="139911"/>
                </a:lnTo>
                <a:lnTo>
                  <a:pt x="1033123" y="196215"/>
                </a:lnTo>
                <a:lnTo>
                  <a:pt x="1101998" y="261960"/>
                </a:lnTo>
              </a:path>
            </a:pathLst>
          </a:custGeom>
          <a:noFill/>
          <a:ln w="4286">
            <a:solidFill>
              <a:srgbClr val="4D5FC3">
                <a:alpha val="9000"/>
              </a:srgbClr>
            </a:solidFill>
            <a:prstDash val="solid"/>
          </a:ln>
        </p:spPr>
      </p:sp>
      <p:sp>
        <p:nvSpPr>
          <p:cNvPr id="58" name="knowledge-edge">
            <a:extLst>
              <a:ext uri="{FF2B5EF4-FFF2-40B4-BE49-F238E27FC236}">
                <a16:creationId xmlns:a16="http://schemas.microsoft.com/office/drawing/2014/main" id="{E4547C2C-FE6D-45A7-958E-57CDA899AA09}"/>
              </a:ext>
            </a:extLst>
          </p:cNvPr>
          <p:cNvSpPr>
            <a:spLocks noGrp="1"/>
          </p:cNvSpPr>
          <p:nvPr/>
        </p:nvSpPr>
        <p:spPr>
          <a:xfrm>
            <a:off x="1465031" y="6132954"/>
            <a:ext cx="329710" cy="110842"/>
          </a:xfrm>
          <a:custGeom>
            <a:avLst/>
            <a:gdLst/>
            <a:ahLst/>
            <a:cxnLst/>
            <a:rect l="0" t="0" r="0" b="0"/>
            <a:pathLst>
              <a:path w="329710" h="110842">
                <a:moveTo>
                  <a:pt x="0" y="110842"/>
                </a:moveTo>
                <a:lnTo>
                  <a:pt x="23551" y="86458"/>
                </a:lnTo>
                <a:lnTo>
                  <a:pt x="47101" y="65092"/>
                </a:lnTo>
                <a:lnTo>
                  <a:pt x="70652" y="46742"/>
                </a:lnTo>
                <a:lnTo>
                  <a:pt x="94203" y="31409"/>
                </a:lnTo>
                <a:lnTo>
                  <a:pt x="117754" y="19093"/>
                </a:lnTo>
                <a:lnTo>
                  <a:pt x="141304" y="9794"/>
                </a:lnTo>
                <a:lnTo>
                  <a:pt x="164855" y="3513"/>
                </a:lnTo>
                <a:lnTo>
                  <a:pt x="188406" y="248"/>
                </a:lnTo>
                <a:lnTo>
                  <a:pt x="211956" y="0"/>
                </a:lnTo>
                <a:lnTo>
                  <a:pt x="235507" y="2769"/>
                </a:lnTo>
                <a:lnTo>
                  <a:pt x="259058" y="8555"/>
                </a:lnTo>
                <a:lnTo>
                  <a:pt x="282609" y="17358"/>
                </a:lnTo>
                <a:lnTo>
                  <a:pt x="306159" y="29179"/>
                </a:lnTo>
                <a:lnTo>
                  <a:pt x="329710" y="44016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59" name="knowledge-cross-edge">
            <a:extLst>
              <a:ext uri="{FF2B5EF4-FFF2-40B4-BE49-F238E27FC236}">
                <a16:creationId xmlns:a16="http://schemas.microsoft.com/office/drawing/2014/main" id="{450F5EA7-59B2-4289-B602-AD1D18BC1F3A}"/>
              </a:ext>
            </a:extLst>
          </p:cNvPr>
          <p:cNvSpPr>
            <a:spLocks noGrp="1"/>
          </p:cNvSpPr>
          <p:nvPr/>
        </p:nvSpPr>
        <p:spPr>
          <a:xfrm>
            <a:off x="1465031" y="6237040"/>
            <a:ext cx="382358" cy="368559"/>
          </a:xfrm>
          <a:custGeom>
            <a:avLst/>
            <a:gdLst/>
            <a:ahLst/>
            <a:cxnLst/>
            <a:rect l="0" t="0" r="0" b="0"/>
            <a:pathLst>
              <a:path w="382358" h="368559">
                <a:moveTo>
                  <a:pt x="0" y="6756"/>
                </a:moveTo>
                <a:lnTo>
                  <a:pt x="46415" y="25"/>
                </a:lnTo>
                <a:lnTo>
                  <a:pt x="90185" y="0"/>
                </a:lnTo>
                <a:lnTo>
                  <a:pt x="131308" y="6680"/>
                </a:lnTo>
                <a:lnTo>
                  <a:pt x="169786" y="20067"/>
                </a:lnTo>
                <a:lnTo>
                  <a:pt x="205618" y="40158"/>
                </a:lnTo>
                <a:lnTo>
                  <a:pt x="238804" y="66956"/>
                </a:lnTo>
                <a:lnTo>
                  <a:pt x="269344" y="100459"/>
                </a:lnTo>
                <a:lnTo>
                  <a:pt x="297238" y="140667"/>
                </a:lnTo>
                <a:lnTo>
                  <a:pt x="322487" y="187582"/>
                </a:lnTo>
                <a:lnTo>
                  <a:pt x="345090" y="241202"/>
                </a:lnTo>
                <a:lnTo>
                  <a:pt x="365047" y="301528"/>
                </a:lnTo>
                <a:lnTo>
                  <a:pt x="382358" y="368559"/>
                </a:lnTo>
              </a:path>
            </a:pathLst>
          </a:custGeom>
          <a:noFill/>
          <a:ln w="5334">
            <a:solidFill>
              <a:srgbClr val="4D5FC3">
                <a:alpha val="13000"/>
              </a:srgbClr>
            </a:solidFill>
            <a:prstDash val="solid"/>
          </a:ln>
        </p:spPr>
      </p:sp>
      <p:sp>
        <p:nvSpPr>
          <p:cNvPr id="60" name="knowledge-long-edge">
            <a:extLst>
              <a:ext uri="{FF2B5EF4-FFF2-40B4-BE49-F238E27FC236}">
                <a16:creationId xmlns:a16="http://schemas.microsoft.com/office/drawing/2014/main" id="{5DBB2275-36DD-4916-A84D-8EDE0B34FDDD}"/>
              </a:ext>
            </a:extLst>
          </p:cNvPr>
          <p:cNvSpPr>
            <a:spLocks noGrp="1"/>
          </p:cNvSpPr>
          <p:nvPr/>
        </p:nvSpPr>
        <p:spPr>
          <a:xfrm>
            <a:off x="1465031" y="6018442"/>
            <a:ext cx="872193" cy="579117"/>
          </a:xfrm>
          <a:custGeom>
            <a:avLst/>
            <a:gdLst/>
            <a:ahLst/>
            <a:cxnLst/>
            <a:rect l="0" t="0" r="0" b="0"/>
            <a:pathLst>
              <a:path w="872193" h="579117">
                <a:moveTo>
                  <a:pt x="0" y="225354"/>
                </a:moveTo>
                <a:lnTo>
                  <a:pt x="54512" y="157961"/>
                </a:lnTo>
                <a:lnTo>
                  <a:pt x="109024" y="102501"/>
                </a:lnTo>
                <a:lnTo>
                  <a:pt x="163536" y="58975"/>
                </a:lnTo>
                <a:lnTo>
                  <a:pt x="218048" y="27383"/>
                </a:lnTo>
                <a:lnTo>
                  <a:pt x="272560" y="7724"/>
                </a:lnTo>
                <a:lnTo>
                  <a:pt x="327072" y="0"/>
                </a:lnTo>
                <a:lnTo>
                  <a:pt x="381584" y="4209"/>
                </a:lnTo>
                <a:lnTo>
                  <a:pt x="436096" y="20353"/>
                </a:lnTo>
                <a:lnTo>
                  <a:pt x="490608" y="48430"/>
                </a:lnTo>
                <a:lnTo>
                  <a:pt x="545120" y="88441"/>
                </a:lnTo>
                <a:lnTo>
                  <a:pt x="599632" y="140386"/>
                </a:lnTo>
                <a:lnTo>
                  <a:pt x="654144" y="204264"/>
                </a:lnTo>
                <a:lnTo>
                  <a:pt x="708657" y="280077"/>
                </a:lnTo>
                <a:lnTo>
                  <a:pt x="763169" y="367823"/>
                </a:lnTo>
                <a:lnTo>
                  <a:pt x="817681" y="467503"/>
                </a:lnTo>
                <a:lnTo>
                  <a:pt x="872193" y="579117"/>
                </a:lnTo>
              </a:path>
            </a:pathLst>
          </a:custGeom>
          <a:noFill/>
          <a:ln w="4286">
            <a:solidFill>
              <a:srgbClr val="4D5FC3">
                <a:alpha val="9000"/>
              </a:srgbClr>
            </a:solidFill>
            <a:prstDash val="solid"/>
          </a:ln>
        </p:spPr>
      </p:sp>
      <p:sp>
        <p:nvSpPr>
          <p:cNvPr id="61" name="knowledge-edge">
            <a:extLst>
              <a:ext uri="{FF2B5EF4-FFF2-40B4-BE49-F238E27FC236}">
                <a16:creationId xmlns:a16="http://schemas.microsoft.com/office/drawing/2014/main" id="{E278E758-4F91-4BF1-9CEA-C52DFE196283}"/>
              </a:ext>
            </a:extLst>
          </p:cNvPr>
          <p:cNvSpPr>
            <a:spLocks noGrp="1"/>
          </p:cNvSpPr>
          <p:nvPr/>
        </p:nvSpPr>
        <p:spPr>
          <a:xfrm>
            <a:off x="1268099" y="6477575"/>
            <a:ext cx="579290" cy="128024"/>
          </a:xfrm>
          <a:custGeom>
            <a:avLst/>
            <a:gdLst/>
            <a:ahLst/>
            <a:cxnLst/>
            <a:rect l="0" t="0" r="0" b="0"/>
            <a:pathLst>
              <a:path w="579290" h="128024">
                <a:moveTo>
                  <a:pt x="0" y="0"/>
                </a:moveTo>
                <a:lnTo>
                  <a:pt x="41378" y="10832"/>
                </a:lnTo>
                <a:lnTo>
                  <a:pt x="82756" y="21405"/>
                </a:lnTo>
                <a:lnTo>
                  <a:pt x="124134" y="31718"/>
                </a:lnTo>
                <a:lnTo>
                  <a:pt x="165511" y="41771"/>
                </a:lnTo>
                <a:lnTo>
                  <a:pt x="206889" y="51565"/>
                </a:lnTo>
                <a:lnTo>
                  <a:pt x="248267" y="61099"/>
                </a:lnTo>
                <a:lnTo>
                  <a:pt x="289645" y="70374"/>
                </a:lnTo>
                <a:lnTo>
                  <a:pt x="331023" y="79388"/>
                </a:lnTo>
                <a:lnTo>
                  <a:pt x="372401" y="88144"/>
                </a:lnTo>
                <a:lnTo>
                  <a:pt x="413778" y="96639"/>
                </a:lnTo>
                <a:lnTo>
                  <a:pt x="455156" y="104875"/>
                </a:lnTo>
                <a:lnTo>
                  <a:pt x="496534" y="112851"/>
                </a:lnTo>
                <a:lnTo>
                  <a:pt x="537912" y="120568"/>
                </a:lnTo>
                <a:lnTo>
                  <a:pt x="579290" y="128024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62" name="knowledge-cross-edge">
            <a:extLst>
              <a:ext uri="{FF2B5EF4-FFF2-40B4-BE49-F238E27FC236}">
                <a16:creationId xmlns:a16="http://schemas.microsoft.com/office/drawing/2014/main" id="{DA3FA2C2-C821-4D45-B5D5-FD3D6C79F6FB}"/>
              </a:ext>
            </a:extLst>
          </p:cNvPr>
          <p:cNvSpPr>
            <a:spLocks noGrp="1"/>
          </p:cNvSpPr>
          <p:nvPr/>
        </p:nvSpPr>
        <p:spPr>
          <a:xfrm>
            <a:off x="1268099" y="6474813"/>
            <a:ext cx="457360" cy="353876"/>
          </a:xfrm>
          <a:custGeom>
            <a:avLst/>
            <a:gdLst/>
            <a:ahLst/>
            <a:cxnLst/>
            <a:rect l="0" t="0" r="0" b="0"/>
            <a:pathLst>
              <a:path w="457360" h="353876">
                <a:moveTo>
                  <a:pt x="0" y="2762"/>
                </a:moveTo>
                <a:lnTo>
                  <a:pt x="52665" y="0"/>
                </a:lnTo>
                <a:lnTo>
                  <a:pt x="102685" y="3060"/>
                </a:lnTo>
                <a:lnTo>
                  <a:pt x="150059" y="11943"/>
                </a:lnTo>
                <a:lnTo>
                  <a:pt x="194787" y="26647"/>
                </a:lnTo>
                <a:lnTo>
                  <a:pt x="236869" y="47173"/>
                </a:lnTo>
                <a:lnTo>
                  <a:pt x="276305" y="73522"/>
                </a:lnTo>
                <a:lnTo>
                  <a:pt x="313095" y="105693"/>
                </a:lnTo>
                <a:lnTo>
                  <a:pt x="347240" y="143685"/>
                </a:lnTo>
                <a:lnTo>
                  <a:pt x="378739" y="187500"/>
                </a:lnTo>
                <a:lnTo>
                  <a:pt x="407592" y="237136"/>
                </a:lnTo>
                <a:lnTo>
                  <a:pt x="433799" y="292595"/>
                </a:lnTo>
                <a:lnTo>
                  <a:pt x="457360" y="353876"/>
                </a:lnTo>
              </a:path>
            </a:pathLst>
          </a:custGeom>
          <a:noFill/>
          <a:ln w="5334">
            <a:solidFill>
              <a:srgbClr val="4D5FC3">
                <a:alpha val="13000"/>
              </a:srgbClr>
            </a:solidFill>
            <a:prstDash val="solid"/>
          </a:ln>
        </p:spPr>
      </p:sp>
      <p:sp>
        <p:nvSpPr>
          <p:cNvPr id="63" name="knowledge-edge">
            <a:extLst>
              <a:ext uri="{FF2B5EF4-FFF2-40B4-BE49-F238E27FC236}">
                <a16:creationId xmlns:a16="http://schemas.microsoft.com/office/drawing/2014/main" id="{9B18B08A-9959-4D53-A865-9ABA478BBCD9}"/>
              </a:ext>
            </a:extLst>
          </p:cNvPr>
          <p:cNvSpPr>
            <a:spLocks noGrp="1"/>
          </p:cNvSpPr>
          <p:nvPr/>
        </p:nvSpPr>
        <p:spPr>
          <a:xfrm>
            <a:off x="1296523" y="6780877"/>
            <a:ext cx="428936" cy="73119"/>
          </a:xfrm>
          <a:custGeom>
            <a:avLst/>
            <a:gdLst/>
            <a:ahLst/>
            <a:cxnLst/>
            <a:rect l="0" t="0" r="0" b="0"/>
            <a:pathLst>
              <a:path w="428936" h="73119">
                <a:moveTo>
                  <a:pt x="0" y="0"/>
                </a:moveTo>
                <a:lnTo>
                  <a:pt x="30638" y="15659"/>
                </a:lnTo>
                <a:lnTo>
                  <a:pt x="61277" y="29434"/>
                </a:lnTo>
                <a:lnTo>
                  <a:pt x="91915" y="41326"/>
                </a:lnTo>
                <a:lnTo>
                  <a:pt x="122553" y="51334"/>
                </a:lnTo>
                <a:lnTo>
                  <a:pt x="153191" y="59458"/>
                </a:lnTo>
                <a:lnTo>
                  <a:pt x="183830" y="65699"/>
                </a:lnTo>
                <a:lnTo>
                  <a:pt x="214468" y="70056"/>
                </a:lnTo>
                <a:lnTo>
                  <a:pt x="245106" y="72529"/>
                </a:lnTo>
                <a:lnTo>
                  <a:pt x="275745" y="73119"/>
                </a:lnTo>
                <a:lnTo>
                  <a:pt x="306383" y="71825"/>
                </a:lnTo>
                <a:lnTo>
                  <a:pt x="337021" y="68647"/>
                </a:lnTo>
                <a:lnTo>
                  <a:pt x="367660" y="63586"/>
                </a:lnTo>
                <a:lnTo>
                  <a:pt x="398298" y="56641"/>
                </a:lnTo>
                <a:lnTo>
                  <a:pt x="428936" y="47812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64" name="knowledge-cross-edge">
            <a:extLst>
              <a:ext uri="{FF2B5EF4-FFF2-40B4-BE49-F238E27FC236}">
                <a16:creationId xmlns:a16="http://schemas.microsoft.com/office/drawing/2014/main" id="{66D494F1-56D9-4A16-BE8C-F1BC14C021B8}"/>
              </a:ext>
            </a:extLst>
          </p:cNvPr>
          <p:cNvSpPr>
            <a:spLocks noGrp="1"/>
          </p:cNvSpPr>
          <p:nvPr/>
        </p:nvSpPr>
        <p:spPr>
          <a:xfrm>
            <a:off x="1296523" y="6756774"/>
            <a:ext cx="546071" cy="382280"/>
          </a:xfrm>
          <a:custGeom>
            <a:avLst/>
            <a:gdLst/>
            <a:ahLst/>
            <a:cxnLst/>
            <a:rect l="0" t="0" r="0" b="0"/>
            <a:pathLst>
              <a:path w="546071" h="382280">
                <a:moveTo>
                  <a:pt x="0" y="24103"/>
                </a:moveTo>
                <a:lnTo>
                  <a:pt x="60058" y="7861"/>
                </a:lnTo>
                <a:lnTo>
                  <a:pt x="117470" y="0"/>
                </a:lnTo>
                <a:lnTo>
                  <a:pt x="172236" y="518"/>
                </a:lnTo>
                <a:lnTo>
                  <a:pt x="224357" y="9417"/>
                </a:lnTo>
                <a:lnTo>
                  <a:pt x="273832" y="26695"/>
                </a:lnTo>
                <a:lnTo>
                  <a:pt x="320660" y="52353"/>
                </a:lnTo>
                <a:lnTo>
                  <a:pt x="364843" y="86391"/>
                </a:lnTo>
                <a:lnTo>
                  <a:pt x="406380" y="128809"/>
                </a:lnTo>
                <a:lnTo>
                  <a:pt x="445272" y="179607"/>
                </a:lnTo>
                <a:lnTo>
                  <a:pt x="481517" y="238785"/>
                </a:lnTo>
                <a:lnTo>
                  <a:pt x="515117" y="306343"/>
                </a:lnTo>
                <a:lnTo>
                  <a:pt x="546071" y="382280"/>
                </a:lnTo>
              </a:path>
            </a:pathLst>
          </a:custGeom>
          <a:noFill/>
          <a:ln w="5334">
            <a:solidFill>
              <a:srgbClr val="4D5FC3">
                <a:alpha val="13000"/>
              </a:srgbClr>
            </a:solidFill>
            <a:prstDash val="solid"/>
          </a:ln>
        </p:spPr>
      </p:sp>
      <p:sp>
        <p:nvSpPr>
          <p:cNvPr id="65" name="knowledge-edge">
            <a:extLst>
              <a:ext uri="{FF2B5EF4-FFF2-40B4-BE49-F238E27FC236}">
                <a16:creationId xmlns:a16="http://schemas.microsoft.com/office/drawing/2014/main" id="{AF327F20-3816-4599-A7BF-A158F2647F08}"/>
              </a:ext>
            </a:extLst>
          </p:cNvPr>
          <p:cNvSpPr>
            <a:spLocks noGrp="1"/>
          </p:cNvSpPr>
          <p:nvPr/>
        </p:nvSpPr>
        <p:spPr>
          <a:xfrm>
            <a:off x="1402533" y="7085883"/>
            <a:ext cx="440061" cy="71691"/>
          </a:xfrm>
          <a:custGeom>
            <a:avLst/>
            <a:gdLst/>
            <a:ahLst/>
            <a:cxnLst/>
            <a:rect l="0" t="0" r="0" b="0"/>
            <a:pathLst>
              <a:path w="440061" h="71691">
                <a:moveTo>
                  <a:pt x="0" y="71691"/>
                </a:moveTo>
                <a:lnTo>
                  <a:pt x="31433" y="53818"/>
                </a:lnTo>
                <a:lnTo>
                  <a:pt x="62866" y="38491"/>
                </a:lnTo>
                <a:lnTo>
                  <a:pt x="94299" y="25710"/>
                </a:lnTo>
                <a:lnTo>
                  <a:pt x="125732" y="15476"/>
                </a:lnTo>
                <a:lnTo>
                  <a:pt x="157165" y="7788"/>
                </a:lnTo>
                <a:lnTo>
                  <a:pt x="188597" y="2646"/>
                </a:lnTo>
                <a:lnTo>
                  <a:pt x="220030" y="50"/>
                </a:lnTo>
                <a:lnTo>
                  <a:pt x="251463" y="0"/>
                </a:lnTo>
                <a:lnTo>
                  <a:pt x="282896" y="2496"/>
                </a:lnTo>
                <a:lnTo>
                  <a:pt x="314329" y="7539"/>
                </a:lnTo>
                <a:lnTo>
                  <a:pt x="345762" y="15128"/>
                </a:lnTo>
                <a:lnTo>
                  <a:pt x="377195" y="25262"/>
                </a:lnTo>
                <a:lnTo>
                  <a:pt x="408628" y="37943"/>
                </a:lnTo>
                <a:lnTo>
                  <a:pt x="440061" y="53171"/>
                </a:lnTo>
              </a:path>
            </a:pathLst>
          </a:custGeom>
          <a:noFill/>
          <a:ln w="6477">
            <a:solidFill>
              <a:srgbClr val="4D5FC3">
                <a:alpha val="17000"/>
              </a:srgbClr>
            </a:solidFill>
            <a:prstDash val="solid"/>
          </a:ln>
        </p:spPr>
      </p:sp>
      <p:sp>
        <p:nvSpPr>
          <p:cNvPr id="66" name="knowledge-edge">
            <a:extLst>
              <a:ext uri="{FF2B5EF4-FFF2-40B4-BE49-F238E27FC236}">
                <a16:creationId xmlns:a16="http://schemas.microsoft.com/office/drawing/2014/main" id="{B958E93C-558C-43A9-9AD5-B31F507F1123}"/>
              </a:ext>
            </a:extLst>
          </p:cNvPr>
          <p:cNvSpPr>
            <a:spLocks noGrp="1"/>
          </p:cNvSpPr>
          <p:nvPr/>
        </p:nvSpPr>
        <p:spPr>
          <a:xfrm>
            <a:off x="1619773" y="6152329"/>
            <a:ext cx="645339" cy="80110"/>
          </a:xfrm>
          <a:custGeom>
            <a:avLst/>
            <a:gdLst/>
            <a:ahLst/>
            <a:cxnLst/>
            <a:rect l="0" t="0" r="0" b="0"/>
            <a:pathLst>
              <a:path w="645339" h="80110">
                <a:moveTo>
                  <a:pt x="0" y="14308"/>
                </a:moveTo>
                <a:lnTo>
                  <a:pt x="46096" y="32641"/>
                </a:lnTo>
                <a:lnTo>
                  <a:pt x="92191" y="47997"/>
                </a:lnTo>
                <a:lnTo>
                  <a:pt x="138287" y="60375"/>
                </a:lnTo>
                <a:lnTo>
                  <a:pt x="184383" y="69776"/>
                </a:lnTo>
                <a:lnTo>
                  <a:pt x="230478" y="76198"/>
                </a:lnTo>
                <a:lnTo>
                  <a:pt x="276574" y="79643"/>
                </a:lnTo>
                <a:lnTo>
                  <a:pt x="322670" y="80110"/>
                </a:lnTo>
                <a:lnTo>
                  <a:pt x="368765" y="77599"/>
                </a:lnTo>
                <a:lnTo>
                  <a:pt x="414861" y="72110"/>
                </a:lnTo>
                <a:lnTo>
                  <a:pt x="460957" y="63644"/>
                </a:lnTo>
                <a:lnTo>
                  <a:pt x="507052" y="52199"/>
                </a:lnTo>
                <a:lnTo>
                  <a:pt x="553148" y="37777"/>
                </a:lnTo>
                <a:lnTo>
                  <a:pt x="599244" y="20378"/>
                </a:lnTo>
                <a:lnTo>
                  <a:pt x="645339" y="0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67" name="knowledge-cross-edge">
            <a:extLst>
              <a:ext uri="{FF2B5EF4-FFF2-40B4-BE49-F238E27FC236}">
                <a16:creationId xmlns:a16="http://schemas.microsoft.com/office/drawing/2014/main" id="{248C851B-2657-4ADA-A3C9-31FEA18E9B93}"/>
              </a:ext>
            </a:extLst>
          </p:cNvPr>
          <p:cNvSpPr>
            <a:spLocks noGrp="1"/>
          </p:cNvSpPr>
          <p:nvPr/>
        </p:nvSpPr>
        <p:spPr>
          <a:xfrm>
            <a:off x="1619773" y="6120827"/>
            <a:ext cx="714329" cy="48671"/>
          </a:xfrm>
          <a:custGeom>
            <a:avLst/>
            <a:gdLst/>
            <a:ahLst/>
            <a:cxnLst/>
            <a:rect l="0" t="0" r="0" b="0"/>
            <a:pathLst>
              <a:path w="714329" h="48671">
                <a:moveTo>
                  <a:pt x="0" y="45809"/>
                </a:moveTo>
                <a:lnTo>
                  <a:pt x="74080" y="47765"/>
                </a:lnTo>
                <a:lnTo>
                  <a:pt x="145513" y="48671"/>
                </a:lnTo>
                <a:lnTo>
                  <a:pt x="214301" y="48527"/>
                </a:lnTo>
                <a:lnTo>
                  <a:pt x="280443" y="47334"/>
                </a:lnTo>
                <a:lnTo>
                  <a:pt x="343939" y="45091"/>
                </a:lnTo>
                <a:lnTo>
                  <a:pt x="404790" y="41799"/>
                </a:lnTo>
                <a:lnTo>
                  <a:pt x="462994" y="37456"/>
                </a:lnTo>
                <a:lnTo>
                  <a:pt x="518553" y="32065"/>
                </a:lnTo>
                <a:lnTo>
                  <a:pt x="571466" y="25623"/>
                </a:lnTo>
                <a:lnTo>
                  <a:pt x="621733" y="18132"/>
                </a:lnTo>
                <a:lnTo>
                  <a:pt x="669354" y="9591"/>
                </a:lnTo>
                <a:lnTo>
                  <a:pt x="714329" y="0"/>
                </a:lnTo>
              </a:path>
            </a:pathLst>
          </a:custGeom>
          <a:noFill/>
          <a:ln w="5334">
            <a:solidFill>
              <a:srgbClr val="5055B7">
                <a:alpha val="13000"/>
              </a:srgbClr>
            </a:solidFill>
            <a:prstDash val="solid"/>
          </a:ln>
        </p:spPr>
      </p:sp>
      <p:sp>
        <p:nvSpPr>
          <p:cNvPr id="68" name="knowledge-long-edge">
            <a:extLst>
              <a:ext uri="{FF2B5EF4-FFF2-40B4-BE49-F238E27FC236}">
                <a16:creationId xmlns:a16="http://schemas.microsoft.com/office/drawing/2014/main" id="{BA9F27C9-AECF-412B-A862-5BB2D627FAE0}"/>
              </a:ext>
            </a:extLst>
          </p:cNvPr>
          <p:cNvSpPr>
            <a:spLocks noGrp="1"/>
          </p:cNvSpPr>
          <p:nvPr/>
        </p:nvSpPr>
        <p:spPr>
          <a:xfrm>
            <a:off x="1619773" y="5825087"/>
            <a:ext cx="905419" cy="341550"/>
          </a:xfrm>
          <a:custGeom>
            <a:avLst/>
            <a:gdLst/>
            <a:ahLst/>
            <a:cxnLst/>
            <a:rect l="0" t="0" r="0" b="0"/>
            <a:pathLst>
              <a:path w="905419" h="341550">
                <a:moveTo>
                  <a:pt x="0" y="341550"/>
                </a:moveTo>
                <a:lnTo>
                  <a:pt x="56589" y="271993"/>
                </a:lnTo>
                <a:lnTo>
                  <a:pt x="113177" y="210337"/>
                </a:lnTo>
                <a:lnTo>
                  <a:pt x="169766" y="156584"/>
                </a:lnTo>
                <a:lnTo>
                  <a:pt x="226355" y="110732"/>
                </a:lnTo>
                <a:lnTo>
                  <a:pt x="282944" y="72782"/>
                </a:lnTo>
                <a:lnTo>
                  <a:pt x="339532" y="42734"/>
                </a:lnTo>
                <a:lnTo>
                  <a:pt x="396121" y="20587"/>
                </a:lnTo>
                <a:lnTo>
                  <a:pt x="452710" y="6343"/>
                </a:lnTo>
                <a:lnTo>
                  <a:pt x="509298" y="0"/>
                </a:lnTo>
                <a:lnTo>
                  <a:pt x="565887" y="1559"/>
                </a:lnTo>
                <a:lnTo>
                  <a:pt x="622476" y="11020"/>
                </a:lnTo>
                <a:lnTo>
                  <a:pt x="679064" y="28383"/>
                </a:lnTo>
                <a:lnTo>
                  <a:pt x="735653" y="53647"/>
                </a:lnTo>
                <a:lnTo>
                  <a:pt x="792242" y="86813"/>
                </a:lnTo>
                <a:lnTo>
                  <a:pt x="848831" y="127882"/>
                </a:lnTo>
                <a:lnTo>
                  <a:pt x="905419" y="176852"/>
                </a:lnTo>
              </a:path>
            </a:pathLst>
          </a:custGeom>
          <a:noFill/>
          <a:ln w="4286">
            <a:solidFill>
              <a:srgbClr val="5055B7">
                <a:alpha val="9000"/>
              </a:srgbClr>
            </a:solidFill>
            <a:prstDash val="solid"/>
          </a:ln>
        </p:spPr>
      </p:sp>
      <p:sp>
        <p:nvSpPr>
          <p:cNvPr id="69" name="knowledge-edge">
            <a:extLst>
              <a:ext uri="{FF2B5EF4-FFF2-40B4-BE49-F238E27FC236}">
                <a16:creationId xmlns:a16="http://schemas.microsoft.com/office/drawing/2014/main" id="{F3E0D3BF-0CA3-4C99-819E-8590131340EA}"/>
              </a:ext>
            </a:extLst>
          </p:cNvPr>
          <p:cNvSpPr>
            <a:spLocks noGrp="1"/>
          </p:cNvSpPr>
          <p:nvPr/>
        </p:nvSpPr>
        <p:spPr>
          <a:xfrm>
            <a:off x="1778647" y="6065216"/>
            <a:ext cx="555455" cy="103876"/>
          </a:xfrm>
          <a:custGeom>
            <a:avLst/>
            <a:gdLst/>
            <a:ahLst/>
            <a:cxnLst/>
            <a:rect l="0" t="0" r="0" b="0"/>
            <a:pathLst>
              <a:path w="555455" h="103876">
                <a:moveTo>
                  <a:pt x="0" y="0"/>
                </a:moveTo>
                <a:lnTo>
                  <a:pt x="39675" y="23499"/>
                </a:lnTo>
                <a:lnTo>
                  <a:pt x="79351" y="43994"/>
                </a:lnTo>
                <a:lnTo>
                  <a:pt x="119026" y="61484"/>
                </a:lnTo>
                <a:lnTo>
                  <a:pt x="158701" y="75971"/>
                </a:lnTo>
                <a:lnTo>
                  <a:pt x="198377" y="87453"/>
                </a:lnTo>
                <a:lnTo>
                  <a:pt x="238052" y="95932"/>
                </a:lnTo>
                <a:lnTo>
                  <a:pt x="277728" y="101406"/>
                </a:lnTo>
                <a:lnTo>
                  <a:pt x="317403" y="103876"/>
                </a:lnTo>
                <a:lnTo>
                  <a:pt x="357078" y="103342"/>
                </a:lnTo>
                <a:lnTo>
                  <a:pt x="396754" y="99804"/>
                </a:lnTo>
                <a:lnTo>
                  <a:pt x="436429" y="93262"/>
                </a:lnTo>
                <a:lnTo>
                  <a:pt x="476104" y="83716"/>
                </a:lnTo>
                <a:lnTo>
                  <a:pt x="515780" y="71166"/>
                </a:lnTo>
                <a:lnTo>
                  <a:pt x="555455" y="55612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70" name="knowledge-edge">
            <a:extLst>
              <a:ext uri="{FF2B5EF4-FFF2-40B4-BE49-F238E27FC236}">
                <a16:creationId xmlns:a16="http://schemas.microsoft.com/office/drawing/2014/main" id="{EF039894-5A9E-4A6A-8B63-6AFA008064EA}"/>
              </a:ext>
            </a:extLst>
          </p:cNvPr>
          <p:cNvSpPr>
            <a:spLocks noGrp="1"/>
          </p:cNvSpPr>
          <p:nvPr/>
        </p:nvSpPr>
        <p:spPr>
          <a:xfrm>
            <a:off x="1707629" y="6085530"/>
            <a:ext cx="335126" cy="37708"/>
          </a:xfrm>
          <a:custGeom>
            <a:avLst/>
            <a:gdLst/>
            <a:ahLst/>
            <a:cxnLst/>
            <a:rect l="0" t="0" r="0" b="0"/>
            <a:pathLst>
              <a:path w="335126" h="37708">
                <a:moveTo>
                  <a:pt x="0" y="31589"/>
                </a:moveTo>
                <a:lnTo>
                  <a:pt x="23938" y="22833"/>
                </a:lnTo>
                <a:lnTo>
                  <a:pt x="47875" y="15492"/>
                </a:lnTo>
                <a:lnTo>
                  <a:pt x="71813" y="9565"/>
                </a:lnTo>
                <a:lnTo>
                  <a:pt x="95750" y="5053"/>
                </a:lnTo>
                <a:lnTo>
                  <a:pt x="119688" y="1954"/>
                </a:lnTo>
                <a:lnTo>
                  <a:pt x="143625" y="270"/>
                </a:lnTo>
                <a:lnTo>
                  <a:pt x="167563" y="0"/>
                </a:lnTo>
                <a:lnTo>
                  <a:pt x="191500" y="1144"/>
                </a:lnTo>
                <a:lnTo>
                  <a:pt x="215438" y="3703"/>
                </a:lnTo>
                <a:lnTo>
                  <a:pt x="239375" y="7675"/>
                </a:lnTo>
                <a:lnTo>
                  <a:pt x="263313" y="13062"/>
                </a:lnTo>
                <a:lnTo>
                  <a:pt x="287250" y="19863"/>
                </a:lnTo>
                <a:lnTo>
                  <a:pt x="311188" y="28078"/>
                </a:lnTo>
                <a:lnTo>
                  <a:pt x="335126" y="37708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71" name="knowledge-cross-edge">
            <a:extLst>
              <a:ext uri="{FF2B5EF4-FFF2-40B4-BE49-F238E27FC236}">
                <a16:creationId xmlns:a16="http://schemas.microsoft.com/office/drawing/2014/main" id="{02D3BB88-6698-4000-81AC-860FA83D2244}"/>
              </a:ext>
            </a:extLst>
          </p:cNvPr>
          <p:cNvSpPr>
            <a:spLocks noGrp="1"/>
          </p:cNvSpPr>
          <p:nvPr/>
        </p:nvSpPr>
        <p:spPr>
          <a:xfrm>
            <a:off x="1707629" y="6117118"/>
            <a:ext cx="629536" cy="207117"/>
          </a:xfrm>
          <a:custGeom>
            <a:avLst/>
            <a:gdLst/>
            <a:ahLst/>
            <a:cxnLst/>
            <a:rect l="0" t="0" r="0" b="0"/>
            <a:pathLst>
              <a:path w="629536" h="207117">
                <a:moveTo>
                  <a:pt x="0" y="0"/>
                </a:moveTo>
                <a:lnTo>
                  <a:pt x="67013" y="7841"/>
                </a:lnTo>
                <a:lnTo>
                  <a:pt x="131381" y="17395"/>
                </a:lnTo>
                <a:lnTo>
                  <a:pt x="193103" y="28661"/>
                </a:lnTo>
                <a:lnTo>
                  <a:pt x="252179" y="41640"/>
                </a:lnTo>
                <a:lnTo>
                  <a:pt x="308609" y="56331"/>
                </a:lnTo>
                <a:lnTo>
                  <a:pt x="362393" y="72734"/>
                </a:lnTo>
                <a:lnTo>
                  <a:pt x="413532" y="90850"/>
                </a:lnTo>
                <a:lnTo>
                  <a:pt x="462024" y="110679"/>
                </a:lnTo>
                <a:lnTo>
                  <a:pt x="507871" y="132220"/>
                </a:lnTo>
                <a:lnTo>
                  <a:pt x="551072" y="155473"/>
                </a:lnTo>
                <a:lnTo>
                  <a:pt x="591627" y="180439"/>
                </a:lnTo>
                <a:lnTo>
                  <a:pt x="629536" y="207117"/>
                </a:lnTo>
              </a:path>
            </a:pathLst>
          </a:custGeom>
          <a:noFill/>
          <a:ln w="5334">
            <a:solidFill>
              <a:srgbClr val="5055B7">
                <a:alpha val="13000"/>
              </a:srgbClr>
            </a:solidFill>
            <a:prstDash val="solid"/>
          </a:ln>
        </p:spPr>
      </p:sp>
      <p:sp>
        <p:nvSpPr>
          <p:cNvPr id="72" name="knowledge-edge">
            <a:extLst>
              <a:ext uri="{FF2B5EF4-FFF2-40B4-BE49-F238E27FC236}">
                <a16:creationId xmlns:a16="http://schemas.microsoft.com/office/drawing/2014/main" id="{1D4D420F-5277-405F-8CD5-34E92723B69D}"/>
              </a:ext>
            </a:extLst>
          </p:cNvPr>
          <p:cNvSpPr>
            <a:spLocks noGrp="1"/>
          </p:cNvSpPr>
          <p:nvPr/>
        </p:nvSpPr>
        <p:spPr>
          <a:xfrm>
            <a:off x="1794741" y="6176970"/>
            <a:ext cx="542424" cy="159016"/>
          </a:xfrm>
          <a:custGeom>
            <a:avLst/>
            <a:gdLst/>
            <a:ahLst/>
            <a:cxnLst/>
            <a:rect l="0" t="0" r="0" b="0"/>
            <a:pathLst>
              <a:path w="542424" h="159016">
                <a:moveTo>
                  <a:pt x="0" y="0"/>
                </a:moveTo>
                <a:lnTo>
                  <a:pt x="38745" y="27579"/>
                </a:lnTo>
                <a:lnTo>
                  <a:pt x="77489" y="52534"/>
                </a:lnTo>
                <a:lnTo>
                  <a:pt x="116234" y="74864"/>
                </a:lnTo>
                <a:lnTo>
                  <a:pt x="154978" y="94569"/>
                </a:lnTo>
                <a:lnTo>
                  <a:pt x="193723" y="111650"/>
                </a:lnTo>
                <a:lnTo>
                  <a:pt x="232468" y="126106"/>
                </a:lnTo>
                <a:lnTo>
                  <a:pt x="271212" y="137937"/>
                </a:lnTo>
                <a:lnTo>
                  <a:pt x="309957" y="147144"/>
                </a:lnTo>
                <a:lnTo>
                  <a:pt x="348701" y="153726"/>
                </a:lnTo>
                <a:lnTo>
                  <a:pt x="387446" y="157683"/>
                </a:lnTo>
                <a:lnTo>
                  <a:pt x="426190" y="159016"/>
                </a:lnTo>
                <a:lnTo>
                  <a:pt x="464935" y="157724"/>
                </a:lnTo>
                <a:lnTo>
                  <a:pt x="503680" y="153807"/>
                </a:lnTo>
                <a:lnTo>
                  <a:pt x="542424" y="147265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73" name="knowledge-cross-edge">
            <a:extLst>
              <a:ext uri="{FF2B5EF4-FFF2-40B4-BE49-F238E27FC236}">
                <a16:creationId xmlns:a16="http://schemas.microsoft.com/office/drawing/2014/main" id="{5089F4ED-6748-4D73-B995-F6FA01E6BB6B}"/>
              </a:ext>
            </a:extLst>
          </p:cNvPr>
          <p:cNvSpPr>
            <a:spLocks noGrp="1"/>
          </p:cNvSpPr>
          <p:nvPr/>
        </p:nvSpPr>
        <p:spPr>
          <a:xfrm>
            <a:off x="1794741" y="6176970"/>
            <a:ext cx="542483" cy="420589"/>
          </a:xfrm>
          <a:custGeom>
            <a:avLst/>
            <a:gdLst/>
            <a:ahLst/>
            <a:cxnLst/>
            <a:rect l="0" t="0" r="0" b="0"/>
            <a:pathLst>
              <a:path w="542483" h="420589">
                <a:moveTo>
                  <a:pt x="0" y="0"/>
                </a:moveTo>
                <a:lnTo>
                  <a:pt x="59759" y="8227"/>
                </a:lnTo>
                <a:lnTo>
                  <a:pt x="116872" y="21331"/>
                </a:lnTo>
                <a:lnTo>
                  <a:pt x="171339" y="39311"/>
                </a:lnTo>
                <a:lnTo>
                  <a:pt x="223161" y="62169"/>
                </a:lnTo>
                <a:lnTo>
                  <a:pt x="272337" y="89903"/>
                </a:lnTo>
                <a:lnTo>
                  <a:pt x="318866" y="122514"/>
                </a:lnTo>
                <a:lnTo>
                  <a:pt x="362750" y="160001"/>
                </a:lnTo>
                <a:lnTo>
                  <a:pt x="403988" y="202365"/>
                </a:lnTo>
                <a:lnTo>
                  <a:pt x="442581" y="249606"/>
                </a:lnTo>
                <a:lnTo>
                  <a:pt x="478527" y="301724"/>
                </a:lnTo>
                <a:lnTo>
                  <a:pt x="511828" y="358718"/>
                </a:lnTo>
                <a:lnTo>
                  <a:pt x="542483" y="420589"/>
                </a:lnTo>
              </a:path>
            </a:pathLst>
          </a:custGeom>
          <a:noFill/>
          <a:ln w="5334">
            <a:solidFill>
              <a:srgbClr val="5055B7">
                <a:alpha val="13000"/>
              </a:srgbClr>
            </a:solidFill>
            <a:prstDash val="solid"/>
          </a:ln>
        </p:spPr>
      </p:sp>
      <p:sp>
        <p:nvSpPr>
          <p:cNvPr id="74" name="knowledge-edge">
            <a:extLst>
              <a:ext uri="{FF2B5EF4-FFF2-40B4-BE49-F238E27FC236}">
                <a16:creationId xmlns:a16="http://schemas.microsoft.com/office/drawing/2014/main" id="{4A1B4865-87C2-4364-BF63-A8B580B78C65}"/>
              </a:ext>
            </a:extLst>
          </p:cNvPr>
          <p:cNvSpPr>
            <a:spLocks noGrp="1"/>
          </p:cNvSpPr>
          <p:nvPr/>
        </p:nvSpPr>
        <p:spPr>
          <a:xfrm>
            <a:off x="1847389" y="6547157"/>
            <a:ext cx="489835" cy="58442"/>
          </a:xfrm>
          <a:custGeom>
            <a:avLst/>
            <a:gdLst/>
            <a:ahLst/>
            <a:cxnLst/>
            <a:rect l="0" t="0" r="0" b="0"/>
            <a:pathLst>
              <a:path w="489835" h="58442">
                <a:moveTo>
                  <a:pt x="0" y="58442"/>
                </a:moveTo>
                <a:lnTo>
                  <a:pt x="34988" y="43429"/>
                </a:lnTo>
                <a:lnTo>
                  <a:pt x="69976" y="30638"/>
                </a:lnTo>
                <a:lnTo>
                  <a:pt x="104965" y="20068"/>
                </a:lnTo>
                <a:lnTo>
                  <a:pt x="139953" y="11719"/>
                </a:lnTo>
                <a:lnTo>
                  <a:pt x="174941" y="5591"/>
                </a:lnTo>
                <a:lnTo>
                  <a:pt x="209929" y="1685"/>
                </a:lnTo>
                <a:lnTo>
                  <a:pt x="244918" y="0"/>
                </a:lnTo>
                <a:lnTo>
                  <a:pt x="279906" y="536"/>
                </a:lnTo>
                <a:lnTo>
                  <a:pt x="314894" y="3294"/>
                </a:lnTo>
                <a:lnTo>
                  <a:pt x="349882" y="8273"/>
                </a:lnTo>
                <a:lnTo>
                  <a:pt x="384870" y="15473"/>
                </a:lnTo>
                <a:lnTo>
                  <a:pt x="419859" y="24895"/>
                </a:lnTo>
                <a:lnTo>
                  <a:pt x="454847" y="36538"/>
                </a:lnTo>
                <a:lnTo>
                  <a:pt x="489835" y="50402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75" name="knowledge-cross-edge">
            <a:extLst>
              <a:ext uri="{FF2B5EF4-FFF2-40B4-BE49-F238E27FC236}">
                <a16:creationId xmlns:a16="http://schemas.microsoft.com/office/drawing/2014/main" id="{604EBA77-F45F-4387-BBB9-C1E770ADEF71}"/>
              </a:ext>
            </a:extLst>
          </p:cNvPr>
          <p:cNvSpPr>
            <a:spLocks noGrp="1"/>
          </p:cNvSpPr>
          <p:nvPr/>
        </p:nvSpPr>
        <p:spPr>
          <a:xfrm>
            <a:off x="1847389" y="6601811"/>
            <a:ext cx="175304" cy="384097"/>
          </a:xfrm>
          <a:custGeom>
            <a:avLst/>
            <a:gdLst/>
            <a:ahLst/>
            <a:cxnLst/>
            <a:rect l="0" t="0" r="0" b="0"/>
            <a:pathLst>
              <a:path w="175304" h="384097">
                <a:moveTo>
                  <a:pt x="0" y="3788"/>
                </a:moveTo>
                <a:lnTo>
                  <a:pt x="29161" y="0"/>
                </a:lnTo>
                <a:lnTo>
                  <a:pt x="55676" y="2663"/>
                </a:lnTo>
                <a:lnTo>
                  <a:pt x="79545" y="11777"/>
                </a:lnTo>
                <a:lnTo>
                  <a:pt x="100768" y="27342"/>
                </a:lnTo>
                <a:lnTo>
                  <a:pt x="119345" y="49358"/>
                </a:lnTo>
                <a:lnTo>
                  <a:pt x="135277" y="77825"/>
                </a:lnTo>
                <a:lnTo>
                  <a:pt x="148563" y="112742"/>
                </a:lnTo>
                <a:lnTo>
                  <a:pt x="159203" y="154111"/>
                </a:lnTo>
                <a:lnTo>
                  <a:pt x="167197" y="201931"/>
                </a:lnTo>
                <a:lnTo>
                  <a:pt x="172545" y="256202"/>
                </a:lnTo>
                <a:lnTo>
                  <a:pt x="175247" y="316924"/>
                </a:lnTo>
                <a:lnTo>
                  <a:pt x="175304" y="384097"/>
                </a:lnTo>
              </a:path>
            </a:pathLst>
          </a:custGeom>
          <a:noFill/>
          <a:ln w="5334">
            <a:solidFill>
              <a:srgbClr val="5055B7">
                <a:alpha val="13000"/>
              </a:srgbClr>
            </a:solidFill>
            <a:prstDash val="solid"/>
          </a:ln>
        </p:spPr>
      </p:sp>
      <p:sp>
        <p:nvSpPr>
          <p:cNvPr id="76" name="knowledge-edge">
            <a:extLst>
              <a:ext uri="{FF2B5EF4-FFF2-40B4-BE49-F238E27FC236}">
                <a16:creationId xmlns:a16="http://schemas.microsoft.com/office/drawing/2014/main" id="{77F050D1-2FAD-4CFB-9F44-59FC23AF3E0A}"/>
              </a:ext>
            </a:extLst>
          </p:cNvPr>
          <p:cNvSpPr>
            <a:spLocks noGrp="1"/>
          </p:cNvSpPr>
          <p:nvPr/>
        </p:nvSpPr>
        <p:spPr>
          <a:xfrm>
            <a:off x="1725459" y="6828689"/>
            <a:ext cx="297234" cy="157219"/>
          </a:xfrm>
          <a:custGeom>
            <a:avLst/>
            <a:gdLst/>
            <a:ahLst/>
            <a:cxnLst/>
            <a:rect l="0" t="0" r="0" b="0"/>
            <a:pathLst>
              <a:path w="297234" h="157219">
                <a:moveTo>
                  <a:pt x="0" y="0"/>
                </a:moveTo>
                <a:lnTo>
                  <a:pt x="21231" y="12685"/>
                </a:lnTo>
                <a:lnTo>
                  <a:pt x="42462" y="25146"/>
                </a:lnTo>
                <a:lnTo>
                  <a:pt x="63693" y="37384"/>
                </a:lnTo>
                <a:lnTo>
                  <a:pt x="84924" y="49397"/>
                </a:lnTo>
                <a:lnTo>
                  <a:pt x="106155" y="61187"/>
                </a:lnTo>
                <a:lnTo>
                  <a:pt x="127386" y="72752"/>
                </a:lnTo>
                <a:lnTo>
                  <a:pt x="148617" y="84094"/>
                </a:lnTo>
                <a:lnTo>
                  <a:pt x="169848" y="95212"/>
                </a:lnTo>
                <a:lnTo>
                  <a:pt x="191079" y="106107"/>
                </a:lnTo>
                <a:lnTo>
                  <a:pt x="212310" y="116777"/>
                </a:lnTo>
                <a:lnTo>
                  <a:pt x="233541" y="127223"/>
                </a:lnTo>
                <a:lnTo>
                  <a:pt x="254772" y="137446"/>
                </a:lnTo>
                <a:lnTo>
                  <a:pt x="276003" y="147445"/>
                </a:lnTo>
                <a:lnTo>
                  <a:pt x="297234" y="157219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77" name="knowledge-cross-edge">
            <a:extLst>
              <a:ext uri="{FF2B5EF4-FFF2-40B4-BE49-F238E27FC236}">
                <a16:creationId xmlns:a16="http://schemas.microsoft.com/office/drawing/2014/main" id="{18EB0CE7-E2A5-440A-9667-A4EC00CD469B}"/>
              </a:ext>
            </a:extLst>
          </p:cNvPr>
          <p:cNvSpPr>
            <a:spLocks noGrp="1"/>
          </p:cNvSpPr>
          <p:nvPr/>
        </p:nvSpPr>
        <p:spPr>
          <a:xfrm>
            <a:off x="1725459" y="6828689"/>
            <a:ext cx="367249" cy="340381"/>
          </a:xfrm>
          <a:custGeom>
            <a:avLst/>
            <a:gdLst/>
            <a:ahLst/>
            <a:cxnLst/>
            <a:rect l="0" t="0" r="0" b="0"/>
            <a:pathLst>
              <a:path w="367249" h="340381">
                <a:moveTo>
                  <a:pt x="0" y="0"/>
                </a:moveTo>
                <a:lnTo>
                  <a:pt x="45156" y="15897"/>
                </a:lnTo>
                <a:lnTo>
                  <a:pt x="87666" y="34061"/>
                </a:lnTo>
                <a:lnTo>
                  <a:pt x="127531" y="54491"/>
                </a:lnTo>
                <a:lnTo>
                  <a:pt x="164750" y="77189"/>
                </a:lnTo>
                <a:lnTo>
                  <a:pt x="199322" y="102153"/>
                </a:lnTo>
                <a:lnTo>
                  <a:pt x="231249" y="129385"/>
                </a:lnTo>
                <a:lnTo>
                  <a:pt x="260530" y="158884"/>
                </a:lnTo>
                <a:lnTo>
                  <a:pt x="287166" y="190649"/>
                </a:lnTo>
                <a:lnTo>
                  <a:pt x="311155" y="224682"/>
                </a:lnTo>
                <a:lnTo>
                  <a:pt x="332499" y="260981"/>
                </a:lnTo>
                <a:lnTo>
                  <a:pt x="351197" y="299547"/>
                </a:lnTo>
                <a:lnTo>
                  <a:pt x="367249" y="340381"/>
                </a:lnTo>
              </a:path>
            </a:pathLst>
          </a:custGeom>
          <a:noFill/>
          <a:ln w="5334">
            <a:solidFill>
              <a:srgbClr val="5055B7">
                <a:alpha val="13000"/>
              </a:srgbClr>
            </a:solidFill>
            <a:prstDash val="solid"/>
          </a:ln>
        </p:spPr>
      </p:sp>
      <p:sp>
        <p:nvSpPr>
          <p:cNvPr id="78" name="knowledge-cross-edge">
            <a:extLst>
              <a:ext uri="{FF2B5EF4-FFF2-40B4-BE49-F238E27FC236}">
                <a16:creationId xmlns:a16="http://schemas.microsoft.com/office/drawing/2014/main" id="{5EF5F01B-9161-4366-84B7-FA8DB01C68C0}"/>
              </a:ext>
            </a:extLst>
          </p:cNvPr>
          <p:cNvSpPr>
            <a:spLocks noGrp="1"/>
          </p:cNvSpPr>
          <p:nvPr/>
        </p:nvSpPr>
        <p:spPr>
          <a:xfrm>
            <a:off x="1725459" y="6582775"/>
            <a:ext cx="611765" cy="245914"/>
          </a:xfrm>
          <a:custGeom>
            <a:avLst/>
            <a:gdLst/>
            <a:ahLst/>
            <a:cxnLst/>
            <a:rect l="0" t="0" r="0" b="0"/>
            <a:pathLst>
              <a:path w="611765" h="245914">
                <a:moveTo>
                  <a:pt x="0" y="245914"/>
                </a:moveTo>
                <a:lnTo>
                  <a:pt x="36428" y="197335"/>
                </a:lnTo>
                <a:lnTo>
                  <a:pt x="75502" y="154086"/>
                </a:lnTo>
                <a:lnTo>
                  <a:pt x="117222" y="116169"/>
                </a:lnTo>
                <a:lnTo>
                  <a:pt x="161588" y="83581"/>
                </a:lnTo>
                <a:lnTo>
                  <a:pt x="208600" y="56325"/>
                </a:lnTo>
                <a:lnTo>
                  <a:pt x="258257" y="34399"/>
                </a:lnTo>
                <a:lnTo>
                  <a:pt x="310561" y="17803"/>
                </a:lnTo>
                <a:lnTo>
                  <a:pt x="365510" y="6538"/>
                </a:lnTo>
                <a:lnTo>
                  <a:pt x="423105" y="604"/>
                </a:lnTo>
                <a:lnTo>
                  <a:pt x="483346" y="0"/>
                </a:lnTo>
                <a:lnTo>
                  <a:pt x="546232" y="4727"/>
                </a:lnTo>
                <a:lnTo>
                  <a:pt x="611765" y="14784"/>
                </a:lnTo>
              </a:path>
            </a:pathLst>
          </a:custGeom>
          <a:noFill/>
          <a:ln w="4953">
            <a:solidFill>
              <a:srgbClr val="5055B7">
                <a:alpha val="12000"/>
              </a:srgbClr>
            </a:solidFill>
            <a:prstDash val="solid"/>
          </a:ln>
        </p:spPr>
      </p:sp>
      <p:sp>
        <p:nvSpPr>
          <p:cNvPr id="79" name="knowledge-edge">
            <a:extLst>
              <a:ext uri="{FF2B5EF4-FFF2-40B4-BE49-F238E27FC236}">
                <a16:creationId xmlns:a16="http://schemas.microsoft.com/office/drawing/2014/main" id="{430BCFE0-FDDB-4674-A96C-EB3925DE584C}"/>
              </a:ext>
            </a:extLst>
          </p:cNvPr>
          <p:cNvSpPr>
            <a:spLocks noGrp="1"/>
          </p:cNvSpPr>
          <p:nvPr/>
        </p:nvSpPr>
        <p:spPr>
          <a:xfrm>
            <a:off x="1842594" y="7087957"/>
            <a:ext cx="250114" cy="81113"/>
          </a:xfrm>
          <a:custGeom>
            <a:avLst/>
            <a:gdLst/>
            <a:ahLst/>
            <a:cxnLst/>
            <a:rect l="0" t="0" r="0" b="0"/>
            <a:pathLst>
              <a:path w="250114" h="81113">
                <a:moveTo>
                  <a:pt x="0" y="51097"/>
                </a:moveTo>
                <a:lnTo>
                  <a:pt x="17865" y="35918"/>
                </a:lnTo>
                <a:lnTo>
                  <a:pt x="35731" y="23405"/>
                </a:lnTo>
                <a:lnTo>
                  <a:pt x="53596" y="13556"/>
                </a:lnTo>
                <a:lnTo>
                  <a:pt x="71461" y="6372"/>
                </a:lnTo>
                <a:lnTo>
                  <a:pt x="89326" y="1854"/>
                </a:lnTo>
                <a:lnTo>
                  <a:pt x="107192" y="0"/>
                </a:lnTo>
                <a:lnTo>
                  <a:pt x="125057" y="811"/>
                </a:lnTo>
                <a:lnTo>
                  <a:pt x="142922" y="4288"/>
                </a:lnTo>
                <a:lnTo>
                  <a:pt x="160788" y="10429"/>
                </a:lnTo>
                <a:lnTo>
                  <a:pt x="178653" y="19236"/>
                </a:lnTo>
                <a:lnTo>
                  <a:pt x="196518" y="30708"/>
                </a:lnTo>
                <a:lnTo>
                  <a:pt x="214383" y="44844"/>
                </a:lnTo>
                <a:lnTo>
                  <a:pt x="232249" y="61646"/>
                </a:lnTo>
                <a:lnTo>
                  <a:pt x="250114" y="81113"/>
                </a:lnTo>
              </a:path>
            </a:pathLst>
          </a:custGeom>
          <a:noFill/>
          <a:ln w="6477">
            <a:solidFill>
              <a:srgbClr val="5055B7">
                <a:alpha val="17000"/>
              </a:srgbClr>
            </a:solidFill>
            <a:prstDash val="solid"/>
          </a:ln>
        </p:spPr>
      </p:sp>
      <p:sp>
        <p:nvSpPr>
          <p:cNvPr id="80" name="knowledge-cross-edge">
            <a:extLst>
              <a:ext uri="{FF2B5EF4-FFF2-40B4-BE49-F238E27FC236}">
                <a16:creationId xmlns:a16="http://schemas.microsoft.com/office/drawing/2014/main" id="{951076F0-7017-473F-8BFF-648CF971D016}"/>
              </a:ext>
            </a:extLst>
          </p:cNvPr>
          <p:cNvSpPr>
            <a:spLocks noGrp="1"/>
          </p:cNvSpPr>
          <p:nvPr/>
        </p:nvSpPr>
        <p:spPr>
          <a:xfrm>
            <a:off x="1842594" y="6961572"/>
            <a:ext cx="180099" cy="177482"/>
          </a:xfrm>
          <a:custGeom>
            <a:avLst/>
            <a:gdLst/>
            <a:ahLst/>
            <a:cxnLst/>
            <a:rect l="0" t="0" r="0" b="0"/>
            <a:pathLst>
              <a:path w="180099" h="177482">
                <a:moveTo>
                  <a:pt x="0" y="177482"/>
                </a:moveTo>
                <a:lnTo>
                  <a:pt x="456" y="139207"/>
                </a:lnTo>
                <a:lnTo>
                  <a:pt x="3558" y="105571"/>
                </a:lnTo>
                <a:lnTo>
                  <a:pt x="9306" y="76573"/>
                </a:lnTo>
                <a:lnTo>
                  <a:pt x="17700" y="52214"/>
                </a:lnTo>
                <a:lnTo>
                  <a:pt x="28739" y="32494"/>
                </a:lnTo>
                <a:lnTo>
                  <a:pt x="42425" y="17412"/>
                </a:lnTo>
                <a:lnTo>
                  <a:pt x="58756" y="6969"/>
                </a:lnTo>
                <a:lnTo>
                  <a:pt x="77733" y="1165"/>
                </a:lnTo>
                <a:lnTo>
                  <a:pt x="99356" y="0"/>
                </a:lnTo>
                <a:lnTo>
                  <a:pt x="123624" y="3473"/>
                </a:lnTo>
                <a:lnTo>
                  <a:pt x="150539" y="11586"/>
                </a:lnTo>
                <a:lnTo>
                  <a:pt x="180099" y="24336"/>
                </a:lnTo>
              </a:path>
            </a:pathLst>
          </a:custGeom>
          <a:noFill/>
          <a:ln w="4953">
            <a:solidFill>
              <a:srgbClr val="5055B7">
                <a:alpha val="12000"/>
              </a:srgbClr>
            </a:solidFill>
            <a:prstDash val="solid"/>
          </a:ln>
        </p:spPr>
      </p:sp>
      <p:sp>
        <p:nvSpPr>
          <p:cNvPr id="81" name="knowledge-long-edge">
            <a:extLst>
              <a:ext uri="{FF2B5EF4-FFF2-40B4-BE49-F238E27FC236}">
                <a16:creationId xmlns:a16="http://schemas.microsoft.com/office/drawing/2014/main" id="{FAE64F0C-0EB1-4CDA-B81E-67F90759FFC4}"/>
              </a:ext>
            </a:extLst>
          </p:cNvPr>
          <p:cNvSpPr>
            <a:spLocks noGrp="1"/>
          </p:cNvSpPr>
          <p:nvPr/>
        </p:nvSpPr>
        <p:spPr>
          <a:xfrm>
            <a:off x="1842594" y="6806967"/>
            <a:ext cx="674697" cy="332087"/>
          </a:xfrm>
          <a:custGeom>
            <a:avLst/>
            <a:gdLst/>
            <a:ahLst/>
            <a:cxnLst/>
            <a:rect l="0" t="0" r="0" b="0"/>
            <a:pathLst>
              <a:path w="674697" h="332087">
                <a:moveTo>
                  <a:pt x="0" y="332087"/>
                </a:moveTo>
                <a:lnTo>
                  <a:pt x="42169" y="263562"/>
                </a:lnTo>
                <a:lnTo>
                  <a:pt x="84337" y="202944"/>
                </a:lnTo>
                <a:lnTo>
                  <a:pt x="126506" y="150232"/>
                </a:lnTo>
                <a:lnTo>
                  <a:pt x="168674" y="105427"/>
                </a:lnTo>
                <a:lnTo>
                  <a:pt x="210843" y="68529"/>
                </a:lnTo>
                <a:lnTo>
                  <a:pt x="253011" y="39537"/>
                </a:lnTo>
                <a:lnTo>
                  <a:pt x="295180" y="18451"/>
                </a:lnTo>
                <a:lnTo>
                  <a:pt x="337349" y="5272"/>
                </a:lnTo>
                <a:lnTo>
                  <a:pt x="379517" y="0"/>
                </a:lnTo>
                <a:lnTo>
                  <a:pt x="421686" y="2634"/>
                </a:lnTo>
                <a:lnTo>
                  <a:pt x="463854" y="13175"/>
                </a:lnTo>
                <a:lnTo>
                  <a:pt x="506023" y="31623"/>
                </a:lnTo>
                <a:lnTo>
                  <a:pt x="548191" y="57977"/>
                </a:lnTo>
                <a:lnTo>
                  <a:pt x="590360" y="92237"/>
                </a:lnTo>
                <a:lnTo>
                  <a:pt x="632529" y="134405"/>
                </a:lnTo>
                <a:lnTo>
                  <a:pt x="674697" y="184479"/>
                </a:lnTo>
              </a:path>
            </a:pathLst>
          </a:custGeom>
          <a:noFill/>
          <a:ln w="4286">
            <a:solidFill>
              <a:srgbClr val="5055B7">
                <a:alpha val="9000"/>
              </a:srgbClr>
            </a:solidFill>
            <a:prstDash val="solid"/>
          </a:ln>
        </p:spPr>
      </p:sp>
      <p:sp>
        <p:nvSpPr>
          <p:cNvPr id="82" name="knowledge-edge">
            <a:extLst>
              <a:ext uri="{FF2B5EF4-FFF2-40B4-BE49-F238E27FC236}">
                <a16:creationId xmlns:a16="http://schemas.microsoft.com/office/drawing/2014/main" id="{5262C5B9-5619-46B2-87B4-55D7759C123A}"/>
              </a:ext>
            </a:extLst>
          </p:cNvPr>
          <p:cNvSpPr>
            <a:spLocks noGrp="1"/>
          </p:cNvSpPr>
          <p:nvPr/>
        </p:nvSpPr>
        <p:spPr>
          <a:xfrm>
            <a:off x="2265113" y="6001938"/>
            <a:ext cx="260080" cy="150390"/>
          </a:xfrm>
          <a:custGeom>
            <a:avLst/>
            <a:gdLst/>
            <a:ahLst/>
            <a:cxnLst/>
            <a:rect l="0" t="0" r="0" b="0"/>
            <a:pathLst>
              <a:path w="260080" h="150390">
                <a:moveTo>
                  <a:pt x="0" y="150390"/>
                </a:moveTo>
                <a:lnTo>
                  <a:pt x="18577" y="129527"/>
                </a:lnTo>
                <a:lnTo>
                  <a:pt x="37154" y="110221"/>
                </a:lnTo>
                <a:lnTo>
                  <a:pt x="55731" y="92472"/>
                </a:lnTo>
                <a:lnTo>
                  <a:pt x="74309" y="76280"/>
                </a:lnTo>
                <a:lnTo>
                  <a:pt x="92886" y="61646"/>
                </a:lnTo>
                <a:lnTo>
                  <a:pt x="111463" y="48568"/>
                </a:lnTo>
                <a:lnTo>
                  <a:pt x="130040" y="37047"/>
                </a:lnTo>
                <a:lnTo>
                  <a:pt x="148617" y="27084"/>
                </a:lnTo>
                <a:lnTo>
                  <a:pt x="167194" y="18677"/>
                </a:lnTo>
                <a:lnTo>
                  <a:pt x="185771" y="11828"/>
                </a:lnTo>
                <a:lnTo>
                  <a:pt x="204348" y="6535"/>
                </a:lnTo>
                <a:lnTo>
                  <a:pt x="222926" y="2800"/>
                </a:lnTo>
                <a:lnTo>
                  <a:pt x="241503" y="621"/>
                </a:lnTo>
                <a:lnTo>
                  <a:pt x="260080" y="0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83" name="knowledge-cross-edge">
            <a:extLst>
              <a:ext uri="{FF2B5EF4-FFF2-40B4-BE49-F238E27FC236}">
                <a16:creationId xmlns:a16="http://schemas.microsoft.com/office/drawing/2014/main" id="{9A765A79-0E5B-4973-9AB3-DBE774047834}"/>
              </a:ext>
            </a:extLst>
          </p:cNvPr>
          <p:cNvSpPr>
            <a:spLocks noGrp="1"/>
          </p:cNvSpPr>
          <p:nvPr/>
        </p:nvSpPr>
        <p:spPr>
          <a:xfrm>
            <a:off x="2265113" y="6152329"/>
            <a:ext cx="352799" cy="11696"/>
          </a:xfrm>
          <a:custGeom>
            <a:avLst/>
            <a:gdLst/>
            <a:ahLst/>
            <a:cxnLst/>
            <a:rect l="0" t="0" r="0" b="0"/>
            <a:pathLst>
              <a:path w="352799" h="11696">
                <a:moveTo>
                  <a:pt x="0" y="0"/>
                </a:moveTo>
                <a:lnTo>
                  <a:pt x="43952" y="3285"/>
                </a:lnTo>
                <a:lnTo>
                  <a:pt x="85258" y="6033"/>
                </a:lnTo>
                <a:lnTo>
                  <a:pt x="123918" y="8242"/>
                </a:lnTo>
                <a:lnTo>
                  <a:pt x="159933" y="9913"/>
                </a:lnTo>
                <a:lnTo>
                  <a:pt x="193302" y="11045"/>
                </a:lnTo>
                <a:lnTo>
                  <a:pt x="224024" y="11640"/>
                </a:lnTo>
                <a:lnTo>
                  <a:pt x="252101" y="11696"/>
                </a:lnTo>
                <a:lnTo>
                  <a:pt x="277532" y="11215"/>
                </a:lnTo>
                <a:lnTo>
                  <a:pt x="300318" y="10195"/>
                </a:lnTo>
                <a:lnTo>
                  <a:pt x="320457" y="8636"/>
                </a:lnTo>
                <a:lnTo>
                  <a:pt x="337951" y="6540"/>
                </a:lnTo>
                <a:lnTo>
                  <a:pt x="352799" y="3906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84" name="knowledge-edge">
            <a:extLst>
              <a:ext uri="{FF2B5EF4-FFF2-40B4-BE49-F238E27FC236}">
                <a16:creationId xmlns:a16="http://schemas.microsoft.com/office/drawing/2014/main" id="{FA7CDAA5-6812-4AB7-BAC6-6BF2DFF23E35}"/>
              </a:ext>
            </a:extLst>
          </p:cNvPr>
          <p:cNvSpPr>
            <a:spLocks noGrp="1"/>
          </p:cNvSpPr>
          <p:nvPr/>
        </p:nvSpPr>
        <p:spPr>
          <a:xfrm>
            <a:off x="2334102" y="6117394"/>
            <a:ext cx="283809" cy="38840"/>
          </a:xfrm>
          <a:custGeom>
            <a:avLst/>
            <a:gdLst/>
            <a:ahLst/>
            <a:cxnLst/>
            <a:rect l="0" t="0" r="0" b="0"/>
            <a:pathLst>
              <a:path w="283809" h="38840">
                <a:moveTo>
                  <a:pt x="0" y="3433"/>
                </a:moveTo>
                <a:lnTo>
                  <a:pt x="20272" y="1621"/>
                </a:lnTo>
                <a:lnTo>
                  <a:pt x="40544" y="476"/>
                </a:lnTo>
                <a:lnTo>
                  <a:pt x="60816" y="0"/>
                </a:lnTo>
                <a:lnTo>
                  <a:pt x="81088" y="191"/>
                </a:lnTo>
                <a:lnTo>
                  <a:pt x="101360" y="1051"/>
                </a:lnTo>
                <a:lnTo>
                  <a:pt x="121632" y="2578"/>
                </a:lnTo>
                <a:lnTo>
                  <a:pt x="141904" y="4773"/>
                </a:lnTo>
                <a:lnTo>
                  <a:pt x="162176" y="7636"/>
                </a:lnTo>
                <a:lnTo>
                  <a:pt x="182449" y="11167"/>
                </a:lnTo>
                <a:lnTo>
                  <a:pt x="202721" y="15366"/>
                </a:lnTo>
                <a:lnTo>
                  <a:pt x="222993" y="20232"/>
                </a:lnTo>
                <a:lnTo>
                  <a:pt x="243265" y="25767"/>
                </a:lnTo>
                <a:lnTo>
                  <a:pt x="263537" y="31970"/>
                </a:lnTo>
                <a:lnTo>
                  <a:pt x="283809" y="38840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85" name="knowledge-cross-edge">
            <a:extLst>
              <a:ext uri="{FF2B5EF4-FFF2-40B4-BE49-F238E27FC236}">
                <a16:creationId xmlns:a16="http://schemas.microsoft.com/office/drawing/2014/main" id="{EB9AF073-DF69-4EB6-855A-0357D17FB84E}"/>
              </a:ext>
            </a:extLst>
          </p:cNvPr>
          <p:cNvSpPr>
            <a:spLocks noGrp="1"/>
          </p:cNvSpPr>
          <p:nvPr/>
        </p:nvSpPr>
        <p:spPr>
          <a:xfrm>
            <a:off x="2334102" y="6119753"/>
            <a:ext cx="297292" cy="29661"/>
          </a:xfrm>
          <a:custGeom>
            <a:avLst/>
            <a:gdLst/>
            <a:ahLst/>
            <a:cxnLst/>
            <a:rect l="0" t="0" r="0" b="0"/>
            <a:pathLst>
              <a:path w="297292" h="29661">
                <a:moveTo>
                  <a:pt x="0" y="1074"/>
                </a:moveTo>
                <a:lnTo>
                  <a:pt x="39326" y="245"/>
                </a:lnTo>
                <a:lnTo>
                  <a:pt x="76007" y="0"/>
                </a:lnTo>
                <a:lnTo>
                  <a:pt x="110042" y="339"/>
                </a:lnTo>
                <a:lnTo>
                  <a:pt x="141431" y="1261"/>
                </a:lnTo>
                <a:lnTo>
                  <a:pt x="170174" y="2768"/>
                </a:lnTo>
                <a:lnTo>
                  <a:pt x="196271" y="4858"/>
                </a:lnTo>
                <a:lnTo>
                  <a:pt x="219722" y="7532"/>
                </a:lnTo>
                <a:lnTo>
                  <a:pt x="240528" y="10790"/>
                </a:lnTo>
                <a:lnTo>
                  <a:pt x="258687" y="14632"/>
                </a:lnTo>
                <a:lnTo>
                  <a:pt x="274201" y="19058"/>
                </a:lnTo>
                <a:lnTo>
                  <a:pt x="287069" y="24067"/>
                </a:lnTo>
                <a:lnTo>
                  <a:pt x="297292" y="29661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86" name="knowledge-edge">
            <a:extLst>
              <a:ext uri="{FF2B5EF4-FFF2-40B4-BE49-F238E27FC236}">
                <a16:creationId xmlns:a16="http://schemas.microsoft.com/office/drawing/2014/main" id="{4CD2A9E1-9EC1-4982-BA87-E09D993C0980}"/>
              </a:ext>
            </a:extLst>
          </p:cNvPr>
          <p:cNvSpPr>
            <a:spLocks noGrp="1"/>
          </p:cNvSpPr>
          <p:nvPr/>
        </p:nvSpPr>
        <p:spPr>
          <a:xfrm>
            <a:off x="2042755" y="6123237"/>
            <a:ext cx="588639" cy="84640"/>
          </a:xfrm>
          <a:custGeom>
            <a:avLst/>
            <a:gdLst/>
            <a:ahLst/>
            <a:cxnLst/>
            <a:rect l="0" t="0" r="0" b="0"/>
            <a:pathLst>
              <a:path w="588639" h="84640">
                <a:moveTo>
                  <a:pt x="0" y="0"/>
                </a:moveTo>
                <a:lnTo>
                  <a:pt x="42046" y="20742"/>
                </a:lnTo>
                <a:lnTo>
                  <a:pt x="84091" y="38580"/>
                </a:lnTo>
                <a:lnTo>
                  <a:pt x="126137" y="53515"/>
                </a:lnTo>
                <a:lnTo>
                  <a:pt x="168183" y="65547"/>
                </a:lnTo>
                <a:lnTo>
                  <a:pt x="210228" y="74675"/>
                </a:lnTo>
                <a:lnTo>
                  <a:pt x="252274" y="80900"/>
                </a:lnTo>
                <a:lnTo>
                  <a:pt x="294320" y="84222"/>
                </a:lnTo>
                <a:lnTo>
                  <a:pt x="336365" y="84640"/>
                </a:lnTo>
                <a:lnTo>
                  <a:pt x="378411" y="82154"/>
                </a:lnTo>
                <a:lnTo>
                  <a:pt x="420457" y="76766"/>
                </a:lnTo>
                <a:lnTo>
                  <a:pt x="462502" y="68474"/>
                </a:lnTo>
                <a:lnTo>
                  <a:pt x="504548" y="57278"/>
                </a:lnTo>
                <a:lnTo>
                  <a:pt x="546594" y="43179"/>
                </a:lnTo>
                <a:lnTo>
                  <a:pt x="588639" y="26177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87" name="knowledge-cross-edge">
            <a:extLst>
              <a:ext uri="{FF2B5EF4-FFF2-40B4-BE49-F238E27FC236}">
                <a16:creationId xmlns:a16="http://schemas.microsoft.com/office/drawing/2014/main" id="{8460DB7F-FA23-406B-9B70-329BBABE2569}"/>
              </a:ext>
            </a:extLst>
          </p:cNvPr>
          <p:cNvSpPr>
            <a:spLocks noGrp="1"/>
          </p:cNvSpPr>
          <p:nvPr/>
        </p:nvSpPr>
        <p:spPr>
          <a:xfrm>
            <a:off x="2042755" y="6085173"/>
            <a:ext cx="512096" cy="236284"/>
          </a:xfrm>
          <a:custGeom>
            <a:avLst/>
            <a:gdLst/>
            <a:ahLst/>
            <a:cxnLst/>
            <a:rect l="0" t="0" r="0" b="0"/>
            <a:pathLst>
              <a:path w="512096" h="236284">
                <a:moveTo>
                  <a:pt x="0" y="38064"/>
                </a:moveTo>
                <a:lnTo>
                  <a:pt x="57227" y="18886"/>
                </a:lnTo>
                <a:lnTo>
                  <a:pt x="111808" y="6198"/>
                </a:lnTo>
                <a:lnTo>
                  <a:pt x="163743" y="0"/>
                </a:lnTo>
                <a:lnTo>
                  <a:pt x="213032" y="293"/>
                </a:lnTo>
                <a:lnTo>
                  <a:pt x="259675" y="7075"/>
                </a:lnTo>
                <a:lnTo>
                  <a:pt x="303673" y="20349"/>
                </a:lnTo>
                <a:lnTo>
                  <a:pt x="345025" y="40112"/>
                </a:lnTo>
                <a:lnTo>
                  <a:pt x="383731" y="66366"/>
                </a:lnTo>
                <a:lnTo>
                  <a:pt x="419791" y="99110"/>
                </a:lnTo>
                <a:lnTo>
                  <a:pt x="453205" y="138344"/>
                </a:lnTo>
                <a:lnTo>
                  <a:pt x="483973" y="184069"/>
                </a:lnTo>
                <a:lnTo>
                  <a:pt x="512096" y="236284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88" name="knowledge-cross-edge">
            <a:extLst>
              <a:ext uri="{FF2B5EF4-FFF2-40B4-BE49-F238E27FC236}">
                <a16:creationId xmlns:a16="http://schemas.microsoft.com/office/drawing/2014/main" id="{3D2C70CE-28CA-4582-9B16-34B14B8A6CCB}"/>
              </a:ext>
            </a:extLst>
          </p:cNvPr>
          <p:cNvSpPr>
            <a:spLocks noGrp="1"/>
          </p:cNvSpPr>
          <p:nvPr/>
        </p:nvSpPr>
        <p:spPr>
          <a:xfrm>
            <a:off x="2042755" y="6122013"/>
            <a:ext cx="575157" cy="34221"/>
          </a:xfrm>
          <a:custGeom>
            <a:avLst/>
            <a:gdLst/>
            <a:ahLst/>
            <a:cxnLst/>
            <a:rect l="0" t="0" r="0" b="0"/>
            <a:pathLst>
              <a:path w="575157" h="34221">
                <a:moveTo>
                  <a:pt x="0" y="1224"/>
                </a:moveTo>
                <a:lnTo>
                  <a:pt x="33378" y="276"/>
                </a:lnTo>
                <a:lnTo>
                  <a:pt x="69401" y="0"/>
                </a:lnTo>
                <a:lnTo>
                  <a:pt x="108070" y="396"/>
                </a:lnTo>
                <a:lnTo>
                  <a:pt x="149386" y="1465"/>
                </a:lnTo>
                <a:lnTo>
                  <a:pt x="193346" y="3206"/>
                </a:lnTo>
                <a:lnTo>
                  <a:pt x="239953" y="5620"/>
                </a:lnTo>
                <a:lnTo>
                  <a:pt x="289206" y="8706"/>
                </a:lnTo>
                <a:lnTo>
                  <a:pt x="341104" y="12464"/>
                </a:lnTo>
                <a:lnTo>
                  <a:pt x="395649" y="16895"/>
                </a:lnTo>
                <a:lnTo>
                  <a:pt x="452839" y="21998"/>
                </a:lnTo>
                <a:lnTo>
                  <a:pt x="512675" y="27773"/>
                </a:lnTo>
                <a:lnTo>
                  <a:pt x="575157" y="34221"/>
                </a:lnTo>
              </a:path>
            </a:pathLst>
          </a:custGeom>
          <a:noFill/>
          <a:ln w="4953">
            <a:solidFill>
              <a:srgbClr val="534CAA">
                <a:alpha val="12000"/>
              </a:srgbClr>
            </a:solidFill>
            <a:prstDash val="solid"/>
          </a:ln>
        </p:spPr>
      </p:sp>
      <p:sp>
        <p:nvSpPr>
          <p:cNvPr id="89" name="knowledge-edge">
            <a:extLst>
              <a:ext uri="{FF2B5EF4-FFF2-40B4-BE49-F238E27FC236}">
                <a16:creationId xmlns:a16="http://schemas.microsoft.com/office/drawing/2014/main" id="{149F2F54-A259-4B92-B9F6-E7EF399FF764}"/>
              </a:ext>
            </a:extLst>
          </p:cNvPr>
          <p:cNvSpPr>
            <a:spLocks noGrp="1"/>
          </p:cNvSpPr>
          <p:nvPr/>
        </p:nvSpPr>
        <p:spPr>
          <a:xfrm>
            <a:off x="2337166" y="6246850"/>
            <a:ext cx="217685" cy="77385"/>
          </a:xfrm>
          <a:custGeom>
            <a:avLst/>
            <a:gdLst/>
            <a:ahLst/>
            <a:cxnLst/>
            <a:rect l="0" t="0" r="0" b="0"/>
            <a:pathLst>
              <a:path w="217685" h="77385">
                <a:moveTo>
                  <a:pt x="0" y="77385"/>
                </a:moveTo>
                <a:lnTo>
                  <a:pt x="15549" y="57024"/>
                </a:lnTo>
                <a:lnTo>
                  <a:pt x="31098" y="39766"/>
                </a:lnTo>
                <a:lnTo>
                  <a:pt x="46647" y="25609"/>
                </a:lnTo>
                <a:lnTo>
                  <a:pt x="62196" y="14554"/>
                </a:lnTo>
                <a:lnTo>
                  <a:pt x="77745" y="6601"/>
                </a:lnTo>
                <a:lnTo>
                  <a:pt x="93294" y="1749"/>
                </a:lnTo>
                <a:lnTo>
                  <a:pt x="108843" y="0"/>
                </a:lnTo>
                <a:lnTo>
                  <a:pt x="124391" y="1352"/>
                </a:lnTo>
                <a:lnTo>
                  <a:pt x="139940" y="5807"/>
                </a:lnTo>
                <a:lnTo>
                  <a:pt x="155489" y="13363"/>
                </a:lnTo>
                <a:lnTo>
                  <a:pt x="171038" y="24021"/>
                </a:lnTo>
                <a:lnTo>
                  <a:pt x="186587" y="37781"/>
                </a:lnTo>
                <a:lnTo>
                  <a:pt x="202136" y="54643"/>
                </a:lnTo>
                <a:lnTo>
                  <a:pt x="217685" y="74606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90" name="knowledge-cross-edge">
            <a:extLst>
              <a:ext uri="{FF2B5EF4-FFF2-40B4-BE49-F238E27FC236}">
                <a16:creationId xmlns:a16="http://schemas.microsoft.com/office/drawing/2014/main" id="{C8969327-7AF0-4004-B4A3-67B7B1FBEE7F}"/>
              </a:ext>
            </a:extLst>
          </p:cNvPr>
          <p:cNvSpPr>
            <a:spLocks noGrp="1"/>
          </p:cNvSpPr>
          <p:nvPr/>
        </p:nvSpPr>
        <p:spPr>
          <a:xfrm>
            <a:off x="2337166" y="6314351"/>
            <a:ext cx="214509" cy="332974"/>
          </a:xfrm>
          <a:custGeom>
            <a:avLst/>
            <a:gdLst/>
            <a:ahLst/>
            <a:cxnLst/>
            <a:rect l="0" t="0" r="0" b="0"/>
            <a:pathLst>
              <a:path w="214509" h="332974">
                <a:moveTo>
                  <a:pt x="0" y="9885"/>
                </a:moveTo>
                <a:lnTo>
                  <a:pt x="32428" y="1756"/>
                </a:lnTo>
                <a:lnTo>
                  <a:pt x="62210" y="0"/>
                </a:lnTo>
                <a:lnTo>
                  <a:pt x="89346" y="4618"/>
                </a:lnTo>
                <a:lnTo>
                  <a:pt x="113836" y="15609"/>
                </a:lnTo>
                <a:lnTo>
                  <a:pt x="135681" y="32973"/>
                </a:lnTo>
                <a:lnTo>
                  <a:pt x="154880" y="56710"/>
                </a:lnTo>
                <a:lnTo>
                  <a:pt x="171432" y="86821"/>
                </a:lnTo>
                <a:lnTo>
                  <a:pt x="185339" y="123305"/>
                </a:lnTo>
                <a:lnTo>
                  <a:pt x="196601" y="166162"/>
                </a:lnTo>
                <a:lnTo>
                  <a:pt x="205216" y="215393"/>
                </a:lnTo>
                <a:lnTo>
                  <a:pt x="211185" y="270997"/>
                </a:lnTo>
                <a:lnTo>
                  <a:pt x="214509" y="332974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91" name="knowledge-cross-edge">
            <a:extLst>
              <a:ext uri="{FF2B5EF4-FFF2-40B4-BE49-F238E27FC236}">
                <a16:creationId xmlns:a16="http://schemas.microsoft.com/office/drawing/2014/main" id="{2D850CD9-44A3-4DD0-84BC-E277E5725566}"/>
              </a:ext>
            </a:extLst>
          </p:cNvPr>
          <p:cNvSpPr>
            <a:spLocks noGrp="1"/>
          </p:cNvSpPr>
          <p:nvPr/>
        </p:nvSpPr>
        <p:spPr>
          <a:xfrm>
            <a:off x="2337166" y="6149414"/>
            <a:ext cx="294228" cy="174821"/>
          </a:xfrm>
          <a:custGeom>
            <a:avLst/>
            <a:gdLst/>
            <a:ahLst/>
            <a:cxnLst/>
            <a:rect l="0" t="0" r="0" b="0"/>
            <a:pathLst>
              <a:path w="294228" h="174821">
                <a:moveTo>
                  <a:pt x="0" y="174821"/>
                </a:moveTo>
                <a:lnTo>
                  <a:pt x="9967" y="153303"/>
                </a:lnTo>
                <a:lnTo>
                  <a:pt x="22580" y="133048"/>
                </a:lnTo>
                <a:lnTo>
                  <a:pt x="37838" y="114057"/>
                </a:lnTo>
                <a:lnTo>
                  <a:pt x="55743" y="96330"/>
                </a:lnTo>
                <a:lnTo>
                  <a:pt x="76293" y="79866"/>
                </a:lnTo>
                <a:lnTo>
                  <a:pt x="99489" y="64666"/>
                </a:lnTo>
                <a:lnTo>
                  <a:pt x="125331" y="50729"/>
                </a:lnTo>
                <a:lnTo>
                  <a:pt x="153819" y="38056"/>
                </a:lnTo>
                <a:lnTo>
                  <a:pt x="184953" y="26647"/>
                </a:lnTo>
                <a:lnTo>
                  <a:pt x="218732" y="16501"/>
                </a:lnTo>
                <a:lnTo>
                  <a:pt x="255157" y="7619"/>
                </a:lnTo>
                <a:lnTo>
                  <a:pt x="294228" y="0"/>
                </a:lnTo>
              </a:path>
            </a:pathLst>
          </a:custGeom>
          <a:noFill/>
          <a:ln w="4953">
            <a:solidFill>
              <a:srgbClr val="534CAA">
                <a:alpha val="12000"/>
              </a:srgbClr>
            </a:solidFill>
            <a:prstDash val="solid"/>
          </a:ln>
        </p:spPr>
      </p:sp>
      <p:sp>
        <p:nvSpPr>
          <p:cNvPr id="92" name="knowledge-edge">
            <a:extLst>
              <a:ext uri="{FF2B5EF4-FFF2-40B4-BE49-F238E27FC236}">
                <a16:creationId xmlns:a16="http://schemas.microsoft.com/office/drawing/2014/main" id="{649F7486-1FC0-434F-BE69-90E681463055}"/>
              </a:ext>
            </a:extLst>
          </p:cNvPr>
          <p:cNvSpPr>
            <a:spLocks noGrp="1"/>
          </p:cNvSpPr>
          <p:nvPr/>
        </p:nvSpPr>
        <p:spPr>
          <a:xfrm>
            <a:off x="2337224" y="6549183"/>
            <a:ext cx="214451" cy="98141"/>
          </a:xfrm>
          <a:custGeom>
            <a:avLst/>
            <a:gdLst/>
            <a:ahLst/>
            <a:cxnLst/>
            <a:rect l="0" t="0" r="0" b="0"/>
            <a:pathLst>
              <a:path w="214451" h="98141">
                <a:moveTo>
                  <a:pt x="0" y="48376"/>
                </a:moveTo>
                <a:lnTo>
                  <a:pt x="15318" y="33052"/>
                </a:lnTo>
                <a:lnTo>
                  <a:pt x="30636" y="20633"/>
                </a:lnTo>
                <a:lnTo>
                  <a:pt x="45954" y="11118"/>
                </a:lnTo>
                <a:lnTo>
                  <a:pt x="61272" y="4508"/>
                </a:lnTo>
                <a:lnTo>
                  <a:pt x="76589" y="802"/>
                </a:lnTo>
                <a:lnTo>
                  <a:pt x="91907" y="0"/>
                </a:lnTo>
                <a:lnTo>
                  <a:pt x="107225" y="2103"/>
                </a:lnTo>
                <a:lnTo>
                  <a:pt x="122543" y="7109"/>
                </a:lnTo>
                <a:lnTo>
                  <a:pt x="137861" y="15021"/>
                </a:lnTo>
                <a:lnTo>
                  <a:pt x="153179" y="25836"/>
                </a:lnTo>
                <a:lnTo>
                  <a:pt x="168497" y="39556"/>
                </a:lnTo>
                <a:lnTo>
                  <a:pt x="183815" y="56180"/>
                </a:lnTo>
                <a:lnTo>
                  <a:pt x="199133" y="75709"/>
                </a:lnTo>
                <a:lnTo>
                  <a:pt x="214451" y="98141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93" name="knowledge-cross-edge">
            <a:extLst>
              <a:ext uri="{FF2B5EF4-FFF2-40B4-BE49-F238E27FC236}">
                <a16:creationId xmlns:a16="http://schemas.microsoft.com/office/drawing/2014/main" id="{B562A88A-2474-4194-A5CC-A46FAA053B20}"/>
              </a:ext>
            </a:extLst>
          </p:cNvPr>
          <p:cNvSpPr>
            <a:spLocks noGrp="1"/>
          </p:cNvSpPr>
          <p:nvPr/>
        </p:nvSpPr>
        <p:spPr>
          <a:xfrm>
            <a:off x="2337224" y="6560219"/>
            <a:ext cx="180067" cy="431226"/>
          </a:xfrm>
          <a:custGeom>
            <a:avLst/>
            <a:gdLst/>
            <a:ahLst/>
            <a:cxnLst/>
            <a:rect l="0" t="0" r="0" b="0"/>
            <a:pathLst>
              <a:path w="180067" h="431226">
                <a:moveTo>
                  <a:pt x="0" y="37340"/>
                </a:moveTo>
                <a:lnTo>
                  <a:pt x="29558" y="14833"/>
                </a:lnTo>
                <a:lnTo>
                  <a:pt x="56470" y="2387"/>
                </a:lnTo>
                <a:lnTo>
                  <a:pt x="80736" y="0"/>
                </a:lnTo>
                <a:lnTo>
                  <a:pt x="102356" y="7673"/>
                </a:lnTo>
                <a:lnTo>
                  <a:pt x="121330" y="25407"/>
                </a:lnTo>
                <a:lnTo>
                  <a:pt x="137659" y="53201"/>
                </a:lnTo>
                <a:lnTo>
                  <a:pt x="151341" y="91055"/>
                </a:lnTo>
                <a:lnTo>
                  <a:pt x="162378" y="138969"/>
                </a:lnTo>
                <a:lnTo>
                  <a:pt x="170769" y="196943"/>
                </a:lnTo>
                <a:lnTo>
                  <a:pt x="176514" y="264977"/>
                </a:lnTo>
                <a:lnTo>
                  <a:pt x="179614" y="343072"/>
                </a:lnTo>
                <a:lnTo>
                  <a:pt x="180067" y="431226"/>
                </a:lnTo>
              </a:path>
            </a:pathLst>
          </a:custGeom>
          <a:noFill/>
          <a:ln w="5334">
            <a:solidFill>
              <a:srgbClr val="534CAA">
                <a:alpha val="13000"/>
              </a:srgbClr>
            </a:solidFill>
            <a:prstDash val="solid"/>
          </a:ln>
        </p:spPr>
      </p:sp>
      <p:sp>
        <p:nvSpPr>
          <p:cNvPr id="94" name="knowledge-cross-edge">
            <a:extLst>
              <a:ext uri="{FF2B5EF4-FFF2-40B4-BE49-F238E27FC236}">
                <a16:creationId xmlns:a16="http://schemas.microsoft.com/office/drawing/2014/main" id="{5993B888-35D1-4C6A-968A-E2AF69FD368F}"/>
              </a:ext>
            </a:extLst>
          </p:cNvPr>
          <p:cNvSpPr>
            <a:spLocks noGrp="1"/>
          </p:cNvSpPr>
          <p:nvPr/>
        </p:nvSpPr>
        <p:spPr>
          <a:xfrm>
            <a:off x="2337224" y="6321457"/>
            <a:ext cx="217627" cy="276102"/>
          </a:xfrm>
          <a:custGeom>
            <a:avLst/>
            <a:gdLst/>
            <a:ahLst/>
            <a:cxnLst/>
            <a:rect l="0" t="0" r="0" b="0"/>
            <a:pathLst>
              <a:path w="217627" h="276102">
                <a:moveTo>
                  <a:pt x="0" y="276102"/>
                </a:moveTo>
                <a:lnTo>
                  <a:pt x="3583" y="242379"/>
                </a:lnTo>
                <a:lnTo>
                  <a:pt x="9813" y="210604"/>
                </a:lnTo>
                <a:lnTo>
                  <a:pt x="18688" y="180777"/>
                </a:lnTo>
                <a:lnTo>
                  <a:pt x="30209" y="152899"/>
                </a:lnTo>
                <a:lnTo>
                  <a:pt x="44376" y="126968"/>
                </a:lnTo>
                <a:lnTo>
                  <a:pt x="61188" y="102985"/>
                </a:lnTo>
                <a:lnTo>
                  <a:pt x="80647" y="80951"/>
                </a:lnTo>
                <a:lnTo>
                  <a:pt x="102751" y="60865"/>
                </a:lnTo>
                <a:lnTo>
                  <a:pt x="127501" y="42726"/>
                </a:lnTo>
                <a:lnTo>
                  <a:pt x="154897" y="26536"/>
                </a:lnTo>
                <a:lnTo>
                  <a:pt x="184939" y="12294"/>
                </a:lnTo>
                <a:lnTo>
                  <a:pt x="217627" y="0"/>
                </a:lnTo>
              </a:path>
            </a:pathLst>
          </a:custGeom>
          <a:noFill/>
          <a:ln w="4953">
            <a:solidFill>
              <a:srgbClr val="534CAA">
                <a:alpha val="12000"/>
              </a:srgbClr>
            </a:solidFill>
            <a:prstDash val="solid"/>
          </a:ln>
        </p:spPr>
      </p:sp>
      <p:sp>
        <p:nvSpPr>
          <p:cNvPr id="95" name="knowledge-edge">
            <a:extLst>
              <a:ext uri="{FF2B5EF4-FFF2-40B4-BE49-F238E27FC236}">
                <a16:creationId xmlns:a16="http://schemas.microsoft.com/office/drawing/2014/main" id="{5F886F6B-41D2-4E7A-BD4E-5A5E67EC2250}"/>
              </a:ext>
            </a:extLst>
          </p:cNvPr>
          <p:cNvSpPr>
            <a:spLocks noGrp="1"/>
          </p:cNvSpPr>
          <p:nvPr/>
        </p:nvSpPr>
        <p:spPr>
          <a:xfrm>
            <a:off x="2022693" y="6931669"/>
            <a:ext cx="494598" cy="59776"/>
          </a:xfrm>
          <a:custGeom>
            <a:avLst/>
            <a:gdLst/>
            <a:ahLst/>
            <a:cxnLst/>
            <a:rect l="0" t="0" r="0" b="0"/>
            <a:pathLst>
              <a:path w="494598" h="59776">
                <a:moveTo>
                  <a:pt x="0" y="54239"/>
                </a:moveTo>
                <a:lnTo>
                  <a:pt x="35328" y="39510"/>
                </a:lnTo>
                <a:lnTo>
                  <a:pt x="70657" y="27108"/>
                </a:lnTo>
                <a:lnTo>
                  <a:pt x="105985" y="17033"/>
                </a:lnTo>
                <a:lnTo>
                  <a:pt x="141314" y="9284"/>
                </a:lnTo>
                <a:lnTo>
                  <a:pt x="176642" y="3863"/>
                </a:lnTo>
                <a:lnTo>
                  <a:pt x="211971" y="768"/>
                </a:lnTo>
                <a:lnTo>
                  <a:pt x="247299" y="0"/>
                </a:lnTo>
                <a:lnTo>
                  <a:pt x="282627" y="1559"/>
                </a:lnTo>
                <a:lnTo>
                  <a:pt x="317956" y="5445"/>
                </a:lnTo>
                <a:lnTo>
                  <a:pt x="353284" y="11657"/>
                </a:lnTo>
                <a:lnTo>
                  <a:pt x="388613" y="20197"/>
                </a:lnTo>
                <a:lnTo>
                  <a:pt x="423941" y="31063"/>
                </a:lnTo>
                <a:lnTo>
                  <a:pt x="459270" y="44256"/>
                </a:lnTo>
                <a:lnTo>
                  <a:pt x="494598" y="59776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96" name="knowledge-long-edge">
            <a:extLst>
              <a:ext uri="{FF2B5EF4-FFF2-40B4-BE49-F238E27FC236}">
                <a16:creationId xmlns:a16="http://schemas.microsoft.com/office/drawing/2014/main" id="{DC182503-8F08-4445-8815-6BE4EE1EB679}"/>
              </a:ext>
            </a:extLst>
          </p:cNvPr>
          <p:cNvSpPr>
            <a:spLocks noGrp="1"/>
          </p:cNvSpPr>
          <p:nvPr/>
        </p:nvSpPr>
        <p:spPr>
          <a:xfrm>
            <a:off x="2022693" y="6610318"/>
            <a:ext cx="1113105" cy="375590"/>
          </a:xfrm>
          <a:custGeom>
            <a:avLst/>
            <a:gdLst/>
            <a:ahLst/>
            <a:cxnLst/>
            <a:rect l="0" t="0" r="0" b="0"/>
            <a:pathLst>
              <a:path w="1113105" h="375590">
                <a:moveTo>
                  <a:pt x="0" y="375590"/>
                </a:moveTo>
                <a:lnTo>
                  <a:pt x="69569" y="295833"/>
                </a:lnTo>
                <a:lnTo>
                  <a:pt x="139138" y="225582"/>
                </a:lnTo>
                <a:lnTo>
                  <a:pt x="208707" y="164837"/>
                </a:lnTo>
                <a:lnTo>
                  <a:pt x="278276" y="113598"/>
                </a:lnTo>
                <a:lnTo>
                  <a:pt x="347845" y="71866"/>
                </a:lnTo>
                <a:lnTo>
                  <a:pt x="417414" y="39640"/>
                </a:lnTo>
                <a:lnTo>
                  <a:pt x="486984" y="16920"/>
                </a:lnTo>
                <a:lnTo>
                  <a:pt x="556553" y="3707"/>
                </a:lnTo>
                <a:lnTo>
                  <a:pt x="626122" y="0"/>
                </a:lnTo>
                <a:lnTo>
                  <a:pt x="695691" y="5799"/>
                </a:lnTo>
                <a:lnTo>
                  <a:pt x="765260" y="21105"/>
                </a:lnTo>
                <a:lnTo>
                  <a:pt x="834829" y="45917"/>
                </a:lnTo>
                <a:lnTo>
                  <a:pt x="904398" y="80235"/>
                </a:lnTo>
                <a:lnTo>
                  <a:pt x="973967" y="124059"/>
                </a:lnTo>
                <a:lnTo>
                  <a:pt x="1043536" y="177390"/>
                </a:lnTo>
                <a:lnTo>
                  <a:pt x="1113105" y="240227"/>
                </a:lnTo>
              </a:path>
            </a:pathLst>
          </a:custGeom>
          <a:noFill/>
          <a:ln w="4286">
            <a:solidFill>
              <a:srgbClr val="534CAA">
                <a:alpha val="9000"/>
              </a:srgbClr>
            </a:solidFill>
            <a:prstDash val="solid"/>
          </a:ln>
        </p:spPr>
      </p:sp>
      <p:sp>
        <p:nvSpPr>
          <p:cNvPr id="97" name="knowledge-edge">
            <a:extLst>
              <a:ext uri="{FF2B5EF4-FFF2-40B4-BE49-F238E27FC236}">
                <a16:creationId xmlns:a16="http://schemas.microsoft.com/office/drawing/2014/main" id="{C4A82D87-580C-4742-8C75-3E37AFD4E776}"/>
              </a:ext>
            </a:extLst>
          </p:cNvPr>
          <p:cNvSpPr>
            <a:spLocks noGrp="1"/>
          </p:cNvSpPr>
          <p:nvPr/>
        </p:nvSpPr>
        <p:spPr>
          <a:xfrm>
            <a:off x="2092708" y="7169070"/>
            <a:ext cx="499759" cy="190893"/>
          </a:xfrm>
          <a:custGeom>
            <a:avLst/>
            <a:gdLst/>
            <a:ahLst/>
            <a:cxnLst/>
            <a:rect l="0" t="0" r="0" b="0"/>
            <a:pathLst>
              <a:path w="499759" h="190893">
                <a:moveTo>
                  <a:pt x="0" y="0"/>
                </a:moveTo>
                <a:lnTo>
                  <a:pt x="35697" y="31105"/>
                </a:lnTo>
                <a:lnTo>
                  <a:pt x="71394" y="59447"/>
                </a:lnTo>
                <a:lnTo>
                  <a:pt x="107091" y="85026"/>
                </a:lnTo>
                <a:lnTo>
                  <a:pt x="142788" y="107842"/>
                </a:lnTo>
                <a:lnTo>
                  <a:pt x="178485" y="127894"/>
                </a:lnTo>
                <a:lnTo>
                  <a:pt x="214183" y="145183"/>
                </a:lnTo>
                <a:lnTo>
                  <a:pt x="249880" y="159710"/>
                </a:lnTo>
                <a:lnTo>
                  <a:pt x="285577" y="171472"/>
                </a:lnTo>
                <a:lnTo>
                  <a:pt x="321274" y="180472"/>
                </a:lnTo>
                <a:lnTo>
                  <a:pt x="356971" y="186709"/>
                </a:lnTo>
                <a:lnTo>
                  <a:pt x="392668" y="190182"/>
                </a:lnTo>
                <a:lnTo>
                  <a:pt x="428365" y="190893"/>
                </a:lnTo>
                <a:lnTo>
                  <a:pt x="464062" y="188840"/>
                </a:lnTo>
                <a:lnTo>
                  <a:pt x="499759" y="184024"/>
                </a:lnTo>
              </a:path>
            </a:pathLst>
          </a:custGeom>
          <a:noFill/>
          <a:ln w="6477">
            <a:solidFill>
              <a:srgbClr val="534CAA">
                <a:alpha val="17000"/>
              </a:srgbClr>
            </a:solidFill>
            <a:prstDash val="solid"/>
          </a:ln>
        </p:spPr>
      </p:sp>
      <p:sp>
        <p:nvSpPr>
          <p:cNvPr id="98" name="knowledge-cross-edge">
            <a:extLst>
              <a:ext uri="{FF2B5EF4-FFF2-40B4-BE49-F238E27FC236}">
                <a16:creationId xmlns:a16="http://schemas.microsoft.com/office/drawing/2014/main" id="{C140B1AA-6C56-4C71-9BE1-35B0B94150E4}"/>
              </a:ext>
            </a:extLst>
          </p:cNvPr>
          <p:cNvSpPr>
            <a:spLocks noGrp="1"/>
          </p:cNvSpPr>
          <p:nvPr/>
        </p:nvSpPr>
        <p:spPr>
          <a:xfrm>
            <a:off x="2092708" y="6991445"/>
            <a:ext cx="424583" cy="177624"/>
          </a:xfrm>
          <a:custGeom>
            <a:avLst/>
            <a:gdLst/>
            <a:ahLst/>
            <a:cxnLst/>
            <a:rect l="0" t="0" r="0" b="0"/>
            <a:pathLst>
              <a:path w="424583" h="177624">
                <a:moveTo>
                  <a:pt x="0" y="177624"/>
                </a:moveTo>
                <a:lnTo>
                  <a:pt x="20830" y="152457"/>
                </a:lnTo>
                <a:lnTo>
                  <a:pt x="44306" y="129174"/>
                </a:lnTo>
                <a:lnTo>
                  <a:pt x="70427" y="107775"/>
                </a:lnTo>
                <a:lnTo>
                  <a:pt x="99194" y="88261"/>
                </a:lnTo>
                <a:lnTo>
                  <a:pt x="130608" y="70632"/>
                </a:lnTo>
                <a:lnTo>
                  <a:pt x="164667" y="54888"/>
                </a:lnTo>
                <a:lnTo>
                  <a:pt x="201371" y="41028"/>
                </a:lnTo>
                <a:lnTo>
                  <a:pt x="240722" y="29053"/>
                </a:lnTo>
                <a:lnTo>
                  <a:pt x="282719" y="18963"/>
                </a:lnTo>
                <a:lnTo>
                  <a:pt x="327361" y="10757"/>
                </a:lnTo>
                <a:lnTo>
                  <a:pt x="374649" y="4436"/>
                </a:lnTo>
                <a:lnTo>
                  <a:pt x="424583" y="0"/>
                </a:lnTo>
              </a:path>
            </a:pathLst>
          </a:custGeom>
          <a:noFill/>
          <a:ln w="4953">
            <a:solidFill>
              <a:srgbClr val="534CAA">
                <a:alpha val="12000"/>
              </a:srgbClr>
            </a:solidFill>
            <a:prstDash val="solid"/>
          </a:ln>
        </p:spPr>
      </p:sp>
      <p:sp>
        <p:nvSpPr>
          <p:cNvPr id="99" name="knowledge-edge">
            <a:extLst>
              <a:ext uri="{FF2B5EF4-FFF2-40B4-BE49-F238E27FC236}">
                <a16:creationId xmlns:a16="http://schemas.microsoft.com/office/drawing/2014/main" id="{EBB55679-C16C-4A93-B478-5D6362F47508}"/>
              </a:ext>
            </a:extLst>
          </p:cNvPr>
          <p:cNvSpPr>
            <a:spLocks noGrp="1"/>
          </p:cNvSpPr>
          <p:nvPr/>
        </p:nvSpPr>
        <p:spPr>
          <a:xfrm>
            <a:off x="2525192" y="5995510"/>
            <a:ext cx="540161" cy="31638"/>
          </a:xfrm>
          <a:custGeom>
            <a:avLst/>
            <a:gdLst/>
            <a:ahLst/>
            <a:cxnLst/>
            <a:rect l="0" t="0" r="0" b="0"/>
            <a:pathLst>
              <a:path w="540161" h="31638">
                <a:moveTo>
                  <a:pt x="0" y="6428"/>
                </a:moveTo>
                <a:lnTo>
                  <a:pt x="38583" y="3799"/>
                </a:lnTo>
                <a:lnTo>
                  <a:pt x="77166" y="1851"/>
                </a:lnTo>
                <a:lnTo>
                  <a:pt x="115749" y="585"/>
                </a:lnTo>
                <a:lnTo>
                  <a:pt x="154332" y="0"/>
                </a:lnTo>
                <a:lnTo>
                  <a:pt x="192914" y="97"/>
                </a:lnTo>
                <a:lnTo>
                  <a:pt x="231497" y="875"/>
                </a:lnTo>
                <a:lnTo>
                  <a:pt x="270080" y="2335"/>
                </a:lnTo>
                <a:lnTo>
                  <a:pt x="308663" y="4476"/>
                </a:lnTo>
                <a:lnTo>
                  <a:pt x="347246" y="7299"/>
                </a:lnTo>
                <a:lnTo>
                  <a:pt x="385829" y="10804"/>
                </a:lnTo>
                <a:lnTo>
                  <a:pt x="424412" y="14990"/>
                </a:lnTo>
                <a:lnTo>
                  <a:pt x="462995" y="19858"/>
                </a:lnTo>
                <a:lnTo>
                  <a:pt x="501578" y="25407"/>
                </a:lnTo>
                <a:lnTo>
                  <a:pt x="540161" y="31638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00" name="knowledge-cross-edge">
            <a:extLst>
              <a:ext uri="{FF2B5EF4-FFF2-40B4-BE49-F238E27FC236}">
                <a16:creationId xmlns:a16="http://schemas.microsoft.com/office/drawing/2014/main" id="{81B98DF0-1338-4C1D-99C3-4FD4658A102C}"/>
              </a:ext>
            </a:extLst>
          </p:cNvPr>
          <p:cNvSpPr>
            <a:spLocks noGrp="1"/>
          </p:cNvSpPr>
          <p:nvPr/>
        </p:nvSpPr>
        <p:spPr>
          <a:xfrm>
            <a:off x="2525192" y="5990186"/>
            <a:ext cx="366168" cy="181018"/>
          </a:xfrm>
          <a:custGeom>
            <a:avLst/>
            <a:gdLst/>
            <a:ahLst/>
            <a:cxnLst/>
            <a:rect l="0" t="0" r="0" b="0"/>
            <a:pathLst>
              <a:path w="366168" h="181018">
                <a:moveTo>
                  <a:pt x="0" y="11752"/>
                </a:moveTo>
                <a:lnTo>
                  <a:pt x="45066" y="3878"/>
                </a:lnTo>
                <a:lnTo>
                  <a:pt x="87486" y="0"/>
                </a:lnTo>
                <a:lnTo>
                  <a:pt x="127261" y="118"/>
                </a:lnTo>
                <a:lnTo>
                  <a:pt x="164389" y="4233"/>
                </a:lnTo>
                <a:lnTo>
                  <a:pt x="198872" y="12344"/>
                </a:lnTo>
                <a:lnTo>
                  <a:pt x="230709" y="24451"/>
                </a:lnTo>
                <a:lnTo>
                  <a:pt x="259900" y="40555"/>
                </a:lnTo>
                <a:lnTo>
                  <a:pt x="286445" y="60655"/>
                </a:lnTo>
                <a:lnTo>
                  <a:pt x="310345" y="84751"/>
                </a:lnTo>
                <a:lnTo>
                  <a:pt x="331598" y="112844"/>
                </a:lnTo>
                <a:lnTo>
                  <a:pt x="350206" y="144933"/>
                </a:lnTo>
                <a:lnTo>
                  <a:pt x="366168" y="181018"/>
                </a:lnTo>
              </a:path>
            </a:pathLst>
          </a:custGeom>
          <a:noFill/>
          <a:ln w="5334">
            <a:solidFill>
              <a:srgbClr val="56429E">
                <a:alpha val="13000"/>
              </a:srgbClr>
            </a:solidFill>
            <a:prstDash val="solid"/>
          </a:ln>
        </p:spPr>
      </p:sp>
      <p:sp>
        <p:nvSpPr>
          <p:cNvPr id="101" name="knowledge-long-edge">
            <a:extLst>
              <a:ext uri="{FF2B5EF4-FFF2-40B4-BE49-F238E27FC236}">
                <a16:creationId xmlns:a16="http://schemas.microsoft.com/office/drawing/2014/main" id="{8A4355B2-8BAA-421C-9A5F-3183D9E993C5}"/>
              </a:ext>
            </a:extLst>
          </p:cNvPr>
          <p:cNvSpPr>
            <a:spLocks noGrp="1"/>
          </p:cNvSpPr>
          <p:nvPr/>
        </p:nvSpPr>
        <p:spPr>
          <a:xfrm>
            <a:off x="2525192" y="5689898"/>
            <a:ext cx="885185" cy="312040"/>
          </a:xfrm>
          <a:custGeom>
            <a:avLst/>
            <a:gdLst/>
            <a:ahLst/>
            <a:cxnLst/>
            <a:rect l="0" t="0" r="0" b="0"/>
            <a:pathLst>
              <a:path w="885185" h="312040">
                <a:moveTo>
                  <a:pt x="0" y="312040"/>
                </a:moveTo>
                <a:lnTo>
                  <a:pt x="55324" y="241223"/>
                </a:lnTo>
                <a:lnTo>
                  <a:pt x="110648" y="179496"/>
                </a:lnTo>
                <a:lnTo>
                  <a:pt x="165972" y="126857"/>
                </a:lnTo>
                <a:lnTo>
                  <a:pt x="221296" y="83307"/>
                </a:lnTo>
                <a:lnTo>
                  <a:pt x="276620" y="48847"/>
                </a:lnTo>
                <a:lnTo>
                  <a:pt x="331944" y="23475"/>
                </a:lnTo>
                <a:lnTo>
                  <a:pt x="387268" y="7193"/>
                </a:lnTo>
                <a:lnTo>
                  <a:pt x="442592" y="0"/>
                </a:lnTo>
                <a:lnTo>
                  <a:pt x="497916" y="1896"/>
                </a:lnTo>
                <a:lnTo>
                  <a:pt x="553240" y="12881"/>
                </a:lnTo>
                <a:lnTo>
                  <a:pt x="608565" y="32956"/>
                </a:lnTo>
                <a:lnTo>
                  <a:pt x="663889" y="62119"/>
                </a:lnTo>
                <a:lnTo>
                  <a:pt x="719213" y="100372"/>
                </a:lnTo>
                <a:lnTo>
                  <a:pt x="774537" y="147713"/>
                </a:lnTo>
                <a:lnTo>
                  <a:pt x="829861" y="204144"/>
                </a:lnTo>
                <a:lnTo>
                  <a:pt x="885185" y="269664"/>
                </a:lnTo>
              </a:path>
            </a:pathLst>
          </a:custGeom>
          <a:noFill/>
          <a:ln w="4286">
            <a:solidFill>
              <a:srgbClr val="56429E">
                <a:alpha val="9000"/>
              </a:srgbClr>
            </a:solidFill>
            <a:prstDash val="solid"/>
          </a:ln>
        </p:spPr>
      </p:sp>
      <p:sp>
        <p:nvSpPr>
          <p:cNvPr id="102" name="knowledge-edge">
            <a:extLst>
              <a:ext uri="{FF2B5EF4-FFF2-40B4-BE49-F238E27FC236}">
                <a16:creationId xmlns:a16="http://schemas.microsoft.com/office/drawing/2014/main" id="{FC6A01BA-1D8F-49C9-B20B-91408F083530}"/>
              </a:ext>
            </a:extLst>
          </p:cNvPr>
          <p:cNvSpPr>
            <a:spLocks noGrp="1"/>
          </p:cNvSpPr>
          <p:nvPr/>
        </p:nvSpPr>
        <p:spPr>
          <a:xfrm>
            <a:off x="2617911" y="6156234"/>
            <a:ext cx="273449" cy="60022"/>
          </a:xfrm>
          <a:custGeom>
            <a:avLst/>
            <a:gdLst/>
            <a:ahLst/>
            <a:cxnLst/>
            <a:rect l="0" t="0" r="0" b="0"/>
            <a:pathLst>
              <a:path w="273449" h="60022">
                <a:moveTo>
                  <a:pt x="0" y="0"/>
                </a:moveTo>
                <a:lnTo>
                  <a:pt x="19532" y="15008"/>
                </a:lnTo>
                <a:lnTo>
                  <a:pt x="39064" y="27871"/>
                </a:lnTo>
                <a:lnTo>
                  <a:pt x="58596" y="38590"/>
                </a:lnTo>
                <a:lnTo>
                  <a:pt x="78128" y="47164"/>
                </a:lnTo>
                <a:lnTo>
                  <a:pt x="97660" y="53595"/>
                </a:lnTo>
                <a:lnTo>
                  <a:pt x="117192" y="57880"/>
                </a:lnTo>
                <a:lnTo>
                  <a:pt x="136725" y="60022"/>
                </a:lnTo>
                <a:lnTo>
                  <a:pt x="156257" y="60019"/>
                </a:lnTo>
                <a:lnTo>
                  <a:pt x="175789" y="57872"/>
                </a:lnTo>
                <a:lnTo>
                  <a:pt x="195321" y="53580"/>
                </a:lnTo>
                <a:lnTo>
                  <a:pt x="214853" y="47144"/>
                </a:lnTo>
                <a:lnTo>
                  <a:pt x="234385" y="38564"/>
                </a:lnTo>
                <a:lnTo>
                  <a:pt x="253917" y="27839"/>
                </a:lnTo>
                <a:lnTo>
                  <a:pt x="273449" y="14970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03" name="knowledge-cross-edge">
            <a:extLst>
              <a:ext uri="{FF2B5EF4-FFF2-40B4-BE49-F238E27FC236}">
                <a16:creationId xmlns:a16="http://schemas.microsoft.com/office/drawing/2014/main" id="{752875C6-0B71-459F-AE4C-4D50F0B190A5}"/>
              </a:ext>
            </a:extLst>
          </p:cNvPr>
          <p:cNvSpPr>
            <a:spLocks noGrp="1"/>
          </p:cNvSpPr>
          <p:nvPr/>
        </p:nvSpPr>
        <p:spPr>
          <a:xfrm>
            <a:off x="2617911" y="5976611"/>
            <a:ext cx="447442" cy="179623"/>
          </a:xfrm>
          <a:custGeom>
            <a:avLst/>
            <a:gdLst/>
            <a:ahLst/>
            <a:cxnLst/>
            <a:rect l="0" t="0" r="0" b="0"/>
            <a:pathLst>
              <a:path w="447442" h="179623">
                <a:moveTo>
                  <a:pt x="0" y="179623"/>
                </a:moveTo>
                <a:lnTo>
                  <a:pt x="22735" y="136703"/>
                </a:lnTo>
                <a:lnTo>
                  <a:pt x="48115" y="99630"/>
                </a:lnTo>
                <a:lnTo>
                  <a:pt x="76142" y="68406"/>
                </a:lnTo>
                <a:lnTo>
                  <a:pt x="106814" y="43029"/>
                </a:lnTo>
                <a:lnTo>
                  <a:pt x="140132" y="23500"/>
                </a:lnTo>
                <a:lnTo>
                  <a:pt x="176096" y="9819"/>
                </a:lnTo>
                <a:lnTo>
                  <a:pt x="214706" y="1985"/>
                </a:lnTo>
                <a:lnTo>
                  <a:pt x="255961" y="0"/>
                </a:lnTo>
                <a:lnTo>
                  <a:pt x="299863" y="3862"/>
                </a:lnTo>
                <a:lnTo>
                  <a:pt x="346410" y="13573"/>
                </a:lnTo>
                <a:lnTo>
                  <a:pt x="395603" y="29131"/>
                </a:lnTo>
                <a:lnTo>
                  <a:pt x="447442" y="50537"/>
                </a:lnTo>
              </a:path>
            </a:pathLst>
          </a:custGeom>
          <a:noFill/>
          <a:ln w="4953">
            <a:solidFill>
              <a:srgbClr val="56429E">
                <a:alpha val="12000"/>
              </a:srgbClr>
            </a:solidFill>
            <a:prstDash val="solid"/>
          </a:ln>
        </p:spPr>
      </p:sp>
      <p:sp>
        <p:nvSpPr>
          <p:cNvPr id="104" name="knowledge-long-edge">
            <a:extLst>
              <a:ext uri="{FF2B5EF4-FFF2-40B4-BE49-F238E27FC236}">
                <a16:creationId xmlns:a16="http://schemas.microsoft.com/office/drawing/2014/main" id="{207B9E04-2B6A-4550-BE5B-AFC55722952F}"/>
              </a:ext>
            </a:extLst>
          </p:cNvPr>
          <p:cNvSpPr>
            <a:spLocks noGrp="1"/>
          </p:cNvSpPr>
          <p:nvPr/>
        </p:nvSpPr>
        <p:spPr>
          <a:xfrm>
            <a:off x="2617911" y="5730563"/>
            <a:ext cx="792466" cy="425672"/>
          </a:xfrm>
          <a:custGeom>
            <a:avLst/>
            <a:gdLst/>
            <a:ahLst/>
            <a:cxnLst/>
            <a:rect l="0" t="0" r="0" b="0"/>
            <a:pathLst>
              <a:path w="792466" h="425672">
                <a:moveTo>
                  <a:pt x="0" y="425672"/>
                </a:moveTo>
                <a:lnTo>
                  <a:pt x="49529" y="338369"/>
                </a:lnTo>
                <a:lnTo>
                  <a:pt x="99058" y="261068"/>
                </a:lnTo>
                <a:lnTo>
                  <a:pt x="148587" y="193769"/>
                </a:lnTo>
                <a:lnTo>
                  <a:pt x="198116" y="136470"/>
                </a:lnTo>
                <a:lnTo>
                  <a:pt x="247646" y="89174"/>
                </a:lnTo>
                <a:lnTo>
                  <a:pt x="297175" y="51878"/>
                </a:lnTo>
                <a:lnTo>
                  <a:pt x="346704" y="24584"/>
                </a:lnTo>
                <a:lnTo>
                  <a:pt x="396233" y="7291"/>
                </a:lnTo>
                <a:lnTo>
                  <a:pt x="445762" y="0"/>
                </a:lnTo>
                <a:lnTo>
                  <a:pt x="495291" y="2710"/>
                </a:lnTo>
                <a:lnTo>
                  <a:pt x="544820" y="15421"/>
                </a:lnTo>
                <a:lnTo>
                  <a:pt x="594349" y="38134"/>
                </a:lnTo>
                <a:lnTo>
                  <a:pt x="643879" y="70849"/>
                </a:lnTo>
                <a:lnTo>
                  <a:pt x="693408" y="113564"/>
                </a:lnTo>
                <a:lnTo>
                  <a:pt x="742937" y="166281"/>
                </a:lnTo>
                <a:lnTo>
                  <a:pt x="792466" y="228999"/>
                </a:lnTo>
              </a:path>
            </a:pathLst>
          </a:custGeom>
          <a:noFill/>
          <a:ln w="4286">
            <a:solidFill>
              <a:srgbClr val="56429E">
                <a:alpha val="9000"/>
              </a:srgbClr>
            </a:solidFill>
            <a:prstDash val="solid"/>
          </a:ln>
        </p:spPr>
      </p:sp>
      <p:sp>
        <p:nvSpPr>
          <p:cNvPr id="105" name="knowledge-edge">
            <a:extLst>
              <a:ext uri="{FF2B5EF4-FFF2-40B4-BE49-F238E27FC236}">
                <a16:creationId xmlns:a16="http://schemas.microsoft.com/office/drawing/2014/main" id="{D5B6E909-F15C-418A-9E4D-FA90D221C9EC}"/>
              </a:ext>
            </a:extLst>
          </p:cNvPr>
          <p:cNvSpPr>
            <a:spLocks noGrp="1"/>
          </p:cNvSpPr>
          <p:nvPr/>
        </p:nvSpPr>
        <p:spPr>
          <a:xfrm>
            <a:off x="2631394" y="6131699"/>
            <a:ext cx="237059" cy="144661"/>
          </a:xfrm>
          <a:custGeom>
            <a:avLst/>
            <a:gdLst/>
            <a:ahLst/>
            <a:cxnLst/>
            <a:rect l="0" t="0" r="0" b="0"/>
            <a:pathLst>
              <a:path w="237059" h="144661">
                <a:moveTo>
                  <a:pt x="0" y="17715"/>
                </a:moveTo>
                <a:lnTo>
                  <a:pt x="16933" y="9237"/>
                </a:lnTo>
                <a:lnTo>
                  <a:pt x="33866" y="3459"/>
                </a:lnTo>
                <a:lnTo>
                  <a:pt x="50798" y="380"/>
                </a:lnTo>
                <a:lnTo>
                  <a:pt x="67731" y="0"/>
                </a:lnTo>
                <a:lnTo>
                  <a:pt x="84664" y="2319"/>
                </a:lnTo>
                <a:lnTo>
                  <a:pt x="101597" y="7338"/>
                </a:lnTo>
                <a:lnTo>
                  <a:pt x="118530" y="15056"/>
                </a:lnTo>
                <a:lnTo>
                  <a:pt x="135462" y="25473"/>
                </a:lnTo>
                <a:lnTo>
                  <a:pt x="152395" y="38590"/>
                </a:lnTo>
                <a:lnTo>
                  <a:pt x="169328" y="54405"/>
                </a:lnTo>
                <a:lnTo>
                  <a:pt x="186261" y="72920"/>
                </a:lnTo>
                <a:lnTo>
                  <a:pt x="203194" y="94135"/>
                </a:lnTo>
                <a:lnTo>
                  <a:pt x="220126" y="118048"/>
                </a:lnTo>
                <a:lnTo>
                  <a:pt x="237059" y="144661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06" name="knowledge-edge">
            <a:extLst>
              <a:ext uri="{FF2B5EF4-FFF2-40B4-BE49-F238E27FC236}">
                <a16:creationId xmlns:a16="http://schemas.microsoft.com/office/drawing/2014/main" id="{91B38C91-FF7A-42B3-A768-2F0490ED59F2}"/>
              </a:ext>
            </a:extLst>
          </p:cNvPr>
          <p:cNvSpPr>
            <a:spLocks noGrp="1"/>
          </p:cNvSpPr>
          <p:nvPr/>
        </p:nvSpPr>
        <p:spPr>
          <a:xfrm>
            <a:off x="2554851" y="6321457"/>
            <a:ext cx="330909" cy="147649"/>
          </a:xfrm>
          <a:custGeom>
            <a:avLst/>
            <a:gdLst/>
            <a:ahLst/>
            <a:cxnLst/>
            <a:rect l="0" t="0" r="0" b="0"/>
            <a:pathLst>
              <a:path w="330909" h="147649">
                <a:moveTo>
                  <a:pt x="0" y="0"/>
                </a:moveTo>
                <a:lnTo>
                  <a:pt x="23636" y="8307"/>
                </a:lnTo>
                <a:lnTo>
                  <a:pt x="47273" y="16959"/>
                </a:lnTo>
                <a:lnTo>
                  <a:pt x="70909" y="25955"/>
                </a:lnTo>
                <a:lnTo>
                  <a:pt x="94546" y="35295"/>
                </a:lnTo>
                <a:lnTo>
                  <a:pt x="118182" y="44981"/>
                </a:lnTo>
                <a:lnTo>
                  <a:pt x="141818" y="55010"/>
                </a:lnTo>
                <a:lnTo>
                  <a:pt x="165455" y="65384"/>
                </a:lnTo>
                <a:lnTo>
                  <a:pt x="189091" y="76103"/>
                </a:lnTo>
                <a:lnTo>
                  <a:pt x="212728" y="87166"/>
                </a:lnTo>
                <a:lnTo>
                  <a:pt x="236364" y="98574"/>
                </a:lnTo>
                <a:lnTo>
                  <a:pt x="260000" y="110326"/>
                </a:lnTo>
                <a:lnTo>
                  <a:pt x="283637" y="122422"/>
                </a:lnTo>
                <a:lnTo>
                  <a:pt x="307273" y="134863"/>
                </a:lnTo>
                <a:lnTo>
                  <a:pt x="330909" y="147649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07" name="knowledge-cross-edge">
            <a:extLst>
              <a:ext uri="{FF2B5EF4-FFF2-40B4-BE49-F238E27FC236}">
                <a16:creationId xmlns:a16="http://schemas.microsoft.com/office/drawing/2014/main" id="{6F310648-3CFB-44C9-9AFA-D5BE98C7CD1E}"/>
              </a:ext>
            </a:extLst>
          </p:cNvPr>
          <p:cNvSpPr>
            <a:spLocks noGrp="1"/>
          </p:cNvSpPr>
          <p:nvPr/>
        </p:nvSpPr>
        <p:spPr>
          <a:xfrm>
            <a:off x="2554851" y="6316971"/>
            <a:ext cx="580948" cy="533574"/>
          </a:xfrm>
          <a:custGeom>
            <a:avLst/>
            <a:gdLst/>
            <a:ahLst/>
            <a:cxnLst/>
            <a:rect l="0" t="0" r="0" b="0"/>
            <a:pathLst>
              <a:path w="580948" h="533574">
                <a:moveTo>
                  <a:pt x="0" y="4485"/>
                </a:moveTo>
                <a:lnTo>
                  <a:pt x="62964" y="0"/>
                </a:lnTo>
                <a:lnTo>
                  <a:pt x="123283" y="4347"/>
                </a:lnTo>
                <a:lnTo>
                  <a:pt x="180956" y="17525"/>
                </a:lnTo>
                <a:lnTo>
                  <a:pt x="235983" y="39536"/>
                </a:lnTo>
                <a:lnTo>
                  <a:pt x="288364" y="70379"/>
                </a:lnTo>
                <a:lnTo>
                  <a:pt x="338099" y="110054"/>
                </a:lnTo>
                <a:lnTo>
                  <a:pt x="385188" y="158560"/>
                </a:lnTo>
                <a:lnTo>
                  <a:pt x="429632" y="215899"/>
                </a:lnTo>
                <a:lnTo>
                  <a:pt x="471430" y="282070"/>
                </a:lnTo>
                <a:lnTo>
                  <a:pt x="510581" y="357072"/>
                </a:lnTo>
                <a:lnTo>
                  <a:pt x="547087" y="440907"/>
                </a:lnTo>
                <a:lnTo>
                  <a:pt x="580948" y="533574"/>
                </a:lnTo>
              </a:path>
            </a:pathLst>
          </a:custGeom>
          <a:noFill/>
          <a:ln w="5334">
            <a:solidFill>
              <a:srgbClr val="56429E">
                <a:alpha val="13000"/>
              </a:srgbClr>
            </a:solidFill>
            <a:prstDash val="solid"/>
          </a:ln>
        </p:spPr>
      </p:sp>
      <p:sp>
        <p:nvSpPr>
          <p:cNvPr id="108" name="knowledge-long-edge">
            <a:extLst>
              <a:ext uri="{FF2B5EF4-FFF2-40B4-BE49-F238E27FC236}">
                <a16:creationId xmlns:a16="http://schemas.microsoft.com/office/drawing/2014/main" id="{6FF21D2B-C214-465D-BCFD-12C24205265B}"/>
              </a:ext>
            </a:extLst>
          </p:cNvPr>
          <p:cNvSpPr>
            <a:spLocks noGrp="1"/>
          </p:cNvSpPr>
          <p:nvPr/>
        </p:nvSpPr>
        <p:spPr>
          <a:xfrm>
            <a:off x="2554851" y="6134341"/>
            <a:ext cx="939261" cy="765830"/>
          </a:xfrm>
          <a:custGeom>
            <a:avLst/>
            <a:gdLst/>
            <a:ahLst/>
            <a:cxnLst/>
            <a:rect l="0" t="0" r="0" b="0"/>
            <a:pathLst>
              <a:path w="939261" h="765830">
                <a:moveTo>
                  <a:pt x="0" y="187116"/>
                </a:moveTo>
                <a:lnTo>
                  <a:pt x="58704" y="122932"/>
                </a:lnTo>
                <a:lnTo>
                  <a:pt x="117408" y="72128"/>
                </a:lnTo>
                <a:lnTo>
                  <a:pt x="176111" y="34705"/>
                </a:lnTo>
                <a:lnTo>
                  <a:pt x="234815" y="10662"/>
                </a:lnTo>
                <a:lnTo>
                  <a:pt x="293519" y="0"/>
                </a:lnTo>
                <a:lnTo>
                  <a:pt x="352223" y="2718"/>
                </a:lnTo>
                <a:lnTo>
                  <a:pt x="410927" y="18817"/>
                </a:lnTo>
                <a:lnTo>
                  <a:pt x="469630" y="48297"/>
                </a:lnTo>
                <a:lnTo>
                  <a:pt x="528334" y="91157"/>
                </a:lnTo>
                <a:lnTo>
                  <a:pt x="587038" y="147397"/>
                </a:lnTo>
                <a:lnTo>
                  <a:pt x="645742" y="217018"/>
                </a:lnTo>
                <a:lnTo>
                  <a:pt x="704446" y="300019"/>
                </a:lnTo>
                <a:lnTo>
                  <a:pt x="763149" y="396401"/>
                </a:lnTo>
                <a:lnTo>
                  <a:pt x="821853" y="506164"/>
                </a:lnTo>
                <a:lnTo>
                  <a:pt x="880557" y="629307"/>
                </a:lnTo>
                <a:lnTo>
                  <a:pt x="939261" y="765830"/>
                </a:lnTo>
              </a:path>
            </a:pathLst>
          </a:custGeom>
          <a:noFill/>
          <a:ln w="4286">
            <a:solidFill>
              <a:srgbClr val="56429E">
                <a:alpha val="9000"/>
              </a:srgbClr>
            </a:solidFill>
            <a:prstDash val="solid"/>
          </a:ln>
        </p:spPr>
      </p:sp>
      <p:sp>
        <p:nvSpPr>
          <p:cNvPr id="109" name="knowledge-edge">
            <a:extLst>
              <a:ext uri="{FF2B5EF4-FFF2-40B4-BE49-F238E27FC236}">
                <a16:creationId xmlns:a16="http://schemas.microsoft.com/office/drawing/2014/main" id="{C8511EBA-B654-4D8F-B366-3C054D6CD73D}"/>
              </a:ext>
            </a:extLst>
          </p:cNvPr>
          <p:cNvSpPr>
            <a:spLocks noGrp="1"/>
          </p:cNvSpPr>
          <p:nvPr/>
        </p:nvSpPr>
        <p:spPr>
          <a:xfrm>
            <a:off x="2551675" y="6646784"/>
            <a:ext cx="584124" cy="203761"/>
          </a:xfrm>
          <a:custGeom>
            <a:avLst/>
            <a:gdLst/>
            <a:ahLst/>
            <a:cxnLst/>
            <a:rect l="0" t="0" r="0" b="0"/>
            <a:pathLst>
              <a:path w="584124" h="203761">
                <a:moveTo>
                  <a:pt x="0" y="541"/>
                </a:moveTo>
                <a:lnTo>
                  <a:pt x="41723" y="0"/>
                </a:lnTo>
                <a:lnTo>
                  <a:pt x="83446" y="1776"/>
                </a:lnTo>
                <a:lnTo>
                  <a:pt x="125169" y="5867"/>
                </a:lnTo>
                <a:lnTo>
                  <a:pt x="166892" y="12276"/>
                </a:lnTo>
                <a:lnTo>
                  <a:pt x="208616" y="21001"/>
                </a:lnTo>
                <a:lnTo>
                  <a:pt x="250339" y="32042"/>
                </a:lnTo>
                <a:lnTo>
                  <a:pt x="292062" y="45399"/>
                </a:lnTo>
                <a:lnTo>
                  <a:pt x="333785" y="61073"/>
                </a:lnTo>
                <a:lnTo>
                  <a:pt x="375508" y="79064"/>
                </a:lnTo>
                <a:lnTo>
                  <a:pt x="417231" y="99370"/>
                </a:lnTo>
                <a:lnTo>
                  <a:pt x="458954" y="121994"/>
                </a:lnTo>
                <a:lnTo>
                  <a:pt x="500677" y="146933"/>
                </a:lnTo>
                <a:lnTo>
                  <a:pt x="542401" y="174189"/>
                </a:lnTo>
                <a:lnTo>
                  <a:pt x="584124" y="203761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10" name="knowledge-edge">
            <a:extLst>
              <a:ext uri="{FF2B5EF4-FFF2-40B4-BE49-F238E27FC236}">
                <a16:creationId xmlns:a16="http://schemas.microsoft.com/office/drawing/2014/main" id="{EF82344F-28FE-43C8-A9D2-5FFEB7584F12}"/>
              </a:ext>
            </a:extLst>
          </p:cNvPr>
          <p:cNvSpPr>
            <a:spLocks noGrp="1"/>
          </p:cNvSpPr>
          <p:nvPr/>
        </p:nvSpPr>
        <p:spPr>
          <a:xfrm>
            <a:off x="2517291" y="6991445"/>
            <a:ext cx="585385" cy="107019"/>
          </a:xfrm>
          <a:custGeom>
            <a:avLst/>
            <a:gdLst/>
            <a:ahLst/>
            <a:cxnLst/>
            <a:rect l="0" t="0" r="0" b="0"/>
            <a:pathLst>
              <a:path w="585385" h="107019">
                <a:moveTo>
                  <a:pt x="0" y="0"/>
                </a:moveTo>
                <a:lnTo>
                  <a:pt x="41813" y="1699"/>
                </a:lnTo>
                <a:lnTo>
                  <a:pt x="83626" y="4312"/>
                </a:lnTo>
                <a:lnTo>
                  <a:pt x="125440" y="7840"/>
                </a:lnTo>
                <a:lnTo>
                  <a:pt x="167253" y="12283"/>
                </a:lnTo>
                <a:lnTo>
                  <a:pt x="209066" y="17641"/>
                </a:lnTo>
                <a:lnTo>
                  <a:pt x="250879" y="23913"/>
                </a:lnTo>
                <a:lnTo>
                  <a:pt x="292693" y="31100"/>
                </a:lnTo>
                <a:lnTo>
                  <a:pt x="334506" y="39201"/>
                </a:lnTo>
                <a:lnTo>
                  <a:pt x="376319" y="48217"/>
                </a:lnTo>
                <a:lnTo>
                  <a:pt x="418132" y="58148"/>
                </a:lnTo>
                <a:lnTo>
                  <a:pt x="459945" y="68994"/>
                </a:lnTo>
                <a:lnTo>
                  <a:pt x="501759" y="80754"/>
                </a:lnTo>
                <a:lnTo>
                  <a:pt x="543572" y="93429"/>
                </a:lnTo>
                <a:lnTo>
                  <a:pt x="585385" y="107019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11" name="knowledge-cross-edge">
            <a:extLst>
              <a:ext uri="{FF2B5EF4-FFF2-40B4-BE49-F238E27FC236}">
                <a16:creationId xmlns:a16="http://schemas.microsoft.com/office/drawing/2014/main" id="{C670B213-9EBD-4132-8350-2E11FAF8467A}"/>
              </a:ext>
            </a:extLst>
          </p:cNvPr>
          <p:cNvSpPr>
            <a:spLocks noGrp="1"/>
          </p:cNvSpPr>
          <p:nvPr/>
        </p:nvSpPr>
        <p:spPr>
          <a:xfrm>
            <a:off x="2517291" y="6991445"/>
            <a:ext cx="537311" cy="331289"/>
          </a:xfrm>
          <a:custGeom>
            <a:avLst/>
            <a:gdLst/>
            <a:ahLst/>
            <a:cxnLst/>
            <a:rect l="0" t="0" r="0" b="0"/>
            <a:pathLst>
              <a:path w="537311" h="331289">
                <a:moveTo>
                  <a:pt x="0" y="0"/>
                </a:moveTo>
                <a:lnTo>
                  <a:pt x="59328" y="7808"/>
                </a:lnTo>
                <a:lnTo>
                  <a:pt x="116010" y="19215"/>
                </a:lnTo>
                <a:lnTo>
                  <a:pt x="170046" y="34223"/>
                </a:lnTo>
                <a:lnTo>
                  <a:pt x="221437" y="52830"/>
                </a:lnTo>
                <a:lnTo>
                  <a:pt x="270182" y="75037"/>
                </a:lnTo>
                <a:lnTo>
                  <a:pt x="316280" y="100845"/>
                </a:lnTo>
                <a:lnTo>
                  <a:pt x="359733" y="130252"/>
                </a:lnTo>
                <a:lnTo>
                  <a:pt x="400541" y="163260"/>
                </a:lnTo>
                <a:lnTo>
                  <a:pt x="438702" y="199867"/>
                </a:lnTo>
                <a:lnTo>
                  <a:pt x="474217" y="240074"/>
                </a:lnTo>
                <a:lnTo>
                  <a:pt x="507087" y="283881"/>
                </a:lnTo>
                <a:lnTo>
                  <a:pt x="537311" y="331289"/>
                </a:lnTo>
              </a:path>
            </a:pathLst>
          </a:custGeom>
          <a:noFill/>
          <a:ln w="5334">
            <a:solidFill>
              <a:srgbClr val="56429E">
                <a:alpha val="13000"/>
              </a:srgbClr>
            </a:solidFill>
            <a:prstDash val="solid"/>
          </a:ln>
        </p:spPr>
      </p:sp>
      <p:sp>
        <p:nvSpPr>
          <p:cNvPr id="112" name="knowledge-edge">
            <a:extLst>
              <a:ext uri="{FF2B5EF4-FFF2-40B4-BE49-F238E27FC236}">
                <a16:creationId xmlns:a16="http://schemas.microsoft.com/office/drawing/2014/main" id="{286D1102-C4B6-4EA8-90E2-3BECEAC31026}"/>
              </a:ext>
            </a:extLst>
          </p:cNvPr>
          <p:cNvSpPr>
            <a:spLocks noGrp="1"/>
          </p:cNvSpPr>
          <p:nvPr/>
        </p:nvSpPr>
        <p:spPr>
          <a:xfrm>
            <a:off x="2592467" y="7286765"/>
            <a:ext cx="462135" cy="66329"/>
          </a:xfrm>
          <a:custGeom>
            <a:avLst/>
            <a:gdLst/>
            <a:ahLst/>
            <a:cxnLst/>
            <a:rect l="0" t="0" r="0" b="0"/>
            <a:pathLst>
              <a:path w="462135" h="66329">
                <a:moveTo>
                  <a:pt x="0" y="66329"/>
                </a:moveTo>
                <a:lnTo>
                  <a:pt x="33010" y="50895"/>
                </a:lnTo>
                <a:lnTo>
                  <a:pt x="66019" y="37501"/>
                </a:lnTo>
                <a:lnTo>
                  <a:pt x="99029" y="26149"/>
                </a:lnTo>
                <a:lnTo>
                  <a:pt x="132039" y="16838"/>
                </a:lnTo>
                <a:lnTo>
                  <a:pt x="165048" y="9567"/>
                </a:lnTo>
                <a:lnTo>
                  <a:pt x="198058" y="4337"/>
                </a:lnTo>
                <a:lnTo>
                  <a:pt x="231067" y="1148"/>
                </a:lnTo>
                <a:lnTo>
                  <a:pt x="264077" y="0"/>
                </a:lnTo>
                <a:lnTo>
                  <a:pt x="297087" y="893"/>
                </a:lnTo>
                <a:lnTo>
                  <a:pt x="330096" y="3826"/>
                </a:lnTo>
                <a:lnTo>
                  <a:pt x="363106" y="8801"/>
                </a:lnTo>
                <a:lnTo>
                  <a:pt x="396116" y="15816"/>
                </a:lnTo>
                <a:lnTo>
                  <a:pt x="429125" y="24872"/>
                </a:lnTo>
                <a:lnTo>
                  <a:pt x="462135" y="35969"/>
                </a:lnTo>
              </a:path>
            </a:pathLst>
          </a:custGeom>
          <a:noFill/>
          <a:ln w="6477">
            <a:solidFill>
              <a:srgbClr val="56429E">
                <a:alpha val="17000"/>
              </a:srgbClr>
            </a:solidFill>
            <a:prstDash val="solid"/>
          </a:ln>
        </p:spPr>
      </p:sp>
      <p:sp>
        <p:nvSpPr>
          <p:cNvPr id="113" name="knowledge-cross-edge">
            <a:extLst>
              <a:ext uri="{FF2B5EF4-FFF2-40B4-BE49-F238E27FC236}">
                <a16:creationId xmlns:a16="http://schemas.microsoft.com/office/drawing/2014/main" id="{66D5FC53-0333-44EE-A768-0AEC4C70C63A}"/>
              </a:ext>
            </a:extLst>
          </p:cNvPr>
          <p:cNvSpPr>
            <a:spLocks noGrp="1"/>
          </p:cNvSpPr>
          <p:nvPr/>
        </p:nvSpPr>
        <p:spPr>
          <a:xfrm>
            <a:off x="2592467" y="7098464"/>
            <a:ext cx="510209" cy="254629"/>
          </a:xfrm>
          <a:custGeom>
            <a:avLst/>
            <a:gdLst/>
            <a:ahLst/>
            <a:cxnLst/>
            <a:rect l="0" t="0" r="0" b="0"/>
            <a:pathLst>
              <a:path w="510209" h="254629">
                <a:moveTo>
                  <a:pt x="0" y="254629"/>
                </a:moveTo>
                <a:lnTo>
                  <a:pt x="27965" y="212400"/>
                </a:lnTo>
                <a:lnTo>
                  <a:pt x="58577" y="173990"/>
                </a:lnTo>
                <a:lnTo>
                  <a:pt x="91834" y="139401"/>
                </a:lnTo>
                <a:lnTo>
                  <a:pt x="127736" y="108632"/>
                </a:lnTo>
                <a:lnTo>
                  <a:pt x="166285" y="81683"/>
                </a:lnTo>
                <a:lnTo>
                  <a:pt x="207480" y="58554"/>
                </a:lnTo>
                <a:lnTo>
                  <a:pt x="251320" y="39244"/>
                </a:lnTo>
                <a:lnTo>
                  <a:pt x="297806" y="23755"/>
                </a:lnTo>
                <a:lnTo>
                  <a:pt x="346938" y="12087"/>
                </a:lnTo>
                <a:lnTo>
                  <a:pt x="398716" y="4238"/>
                </a:lnTo>
                <a:lnTo>
                  <a:pt x="453140" y="209"/>
                </a:lnTo>
                <a:lnTo>
                  <a:pt x="510209" y="0"/>
                </a:lnTo>
              </a:path>
            </a:pathLst>
          </a:custGeom>
          <a:noFill/>
          <a:ln w="4953">
            <a:solidFill>
              <a:srgbClr val="56429E">
                <a:alpha val="12000"/>
              </a:srgbClr>
            </a:solidFill>
            <a:prstDash val="solid"/>
          </a:ln>
        </p:spPr>
      </p:sp>
      <p:sp>
        <p:nvSpPr>
          <p:cNvPr id="114" name="knowledge-edge">
            <a:extLst>
              <a:ext uri="{FF2B5EF4-FFF2-40B4-BE49-F238E27FC236}">
                <a16:creationId xmlns:a16="http://schemas.microsoft.com/office/drawing/2014/main" id="{A8BDD491-FBE8-4079-A10B-EFF3F7839A4B}"/>
              </a:ext>
            </a:extLst>
          </p:cNvPr>
          <p:cNvSpPr>
            <a:spLocks noGrp="1"/>
          </p:cNvSpPr>
          <p:nvPr/>
        </p:nvSpPr>
        <p:spPr>
          <a:xfrm>
            <a:off x="3065353" y="5959562"/>
            <a:ext cx="345024" cy="102209"/>
          </a:xfrm>
          <a:custGeom>
            <a:avLst/>
            <a:gdLst/>
            <a:ahLst/>
            <a:cxnLst/>
            <a:rect l="0" t="0" r="0" b="0"/>
            <a:pathLst>
              <a:path w="345024" h="102209">
                <a:moveTo>
                  <a:pt x="0" y="67586"/>
                </a:moveTo>
                <a:lnTo>
                  <a:pt x="24645" y="79734"/>
                </a:lnTo>
                <a:lnTo>
                  <a:pt x="49289" y="89270"/>
                </a:lnTo>
                <a:lnTo>
                  <a:pt x="73934" y="96195"/>
                </a:lnTo>
                <a:lnTo>
                  <a:pt x="98578" y="100508"/>
                </a:lnTo>
                <a:lnTo>
                  <a:pt x="123223" y="102209"/>
                </a:lnTo>
                <a:lnTo>
                  <a:pt x="147868" y="101299"/>
                </a:lnTo>
                <a:lnTo>
                  <a:pt x="172512" y="97777"/>
                </a:lnTo>
                <a:lnTo>
                  <a:pt x="197157" y="91644"/>
                </a:lnTo>
                <a:lnTo>
                  <a:pt x="221801" y="82899"/>
                </a:lnTo>
                <a:lnTo>
                  <a:pt x="246446" y="71542"/>
                </a:lnTo>
                <a:lnTo>
                  <a:pt x="271090" y="57574"/>
                </a:lnTo>
                <a:lnTo>
                  <a:pt x="295735" y="40994"/>
                </a:lnTo>
                <a:lnTo>
                  <a:pt x="320380" y="21803"/>
                </a:lnTo>
                <a:lnTo>
                  <a:pt x="345024" y="0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15" name="knowledge-long-edge">
            <a:extLst>
              <a:ext uri="{FF2B5EF4-FFF2-40B4-BE49-F238E27FC236}">
                <a16:creationId xmlns:a16="http://schemas.microsoft.com/office/drawing/2014/main" id="{AD56EC0A-8AD5-448F-BE29-1D326F3F34C0}"/>
              </a:ext>
            </a:extLst>
          </p:cNvPr>
          <p:cNvSpPr>
            <a:spLocks noGrp="1"/>
          </p:cNvSpPr>
          <p:nvPr/>
        </p:nvSpPr>
        <p:spPr>
          <a:xfrm>
            <a:off x="3065353" y="5670834"/>
            <a:ext cx="640526" cy="356314"/>
          </a:xfrm>
          <a:custGeom>
            <a:avLst/>
            <a:gdLst/>
            <a:ahLst/>
            <a:cxnLst/>
            <a:rect l="0" t="0" r="0" b="0"/>
            <a:pathLst>
              <a:path w="640526" h="356314">
                <a:moveTo>
                  <a:pt x="0" y="356314"/>
                </a:moveTo>
                <a:lnTo>
                  <a:pt x="40033" y="276923"/>
                </a:lnTo>
                <a:lnTo>
                  <a:pt x="80066" y="207489"/>
                </a:lnTo>
                <a:lnTo>
                  <a:pt x="120099" y="148014"/>
                </a:lnTo>
                <a:lnTo>
                  <a:pt x="160131" y="98496"/>
                </a:lnTo>
                <a:lnTo>
                  <a:pt x="200164" y="58935"/>
                </a:lnTo>
                <a:lnTo>
                  <a:pt x="240197" y="29333"/>
                </a:lnTo>
                <a:lnTo>
                  <a:pt x="280230" y="9687"/>
                </a:lnTo>
                <a:lnTo>
                  <a:pt x="320263" y="0"/>
                </a:lnTo>
                <a:lnTo>
                  <a:pt x="360296" y="270"/>
                </a:lnTo>
                <a:lnTo>
                  <a:pt x="400329" y="10498"/>
                </a:lnTo>
                <a:lnTo>
                  <a:pt x="440361" y="30684"/>
                </a:lnTo>
                <a:lnTo>
                  <a:pt x="480394" y="60827"/>
                </a:lnTo>
                <a:lnTo>
                  <a:pt x="520427" y="100928"/>
                </a:lnTo>
                <a:lnTo>
                  <a:pt x="560460" y="150986"/>
                </a:lnTo>
                <a:lnTo>
                  <a:pt x="600493" y="211002"/>
                </a:lnTo>
                <a:lnTo>
                  <a:pt x="640526" y="280976"/>
                </a:lnTo>
              </a:path>
            </a:pathLst>
          </a:custGeom>
          <a:noFill/>
          <a:ln w="4286">
            <a:solidFill>
              <a:srgbClr val="5D3B92">
                <a:alpha val="9000"/>
              </a:srgbClr>
            </a:solidFill>
            <a:prstDash val="solid"/>
          </a:ln>
        </p:spPr>
      </p:sp>
      <p:sp>
        <p:nvSpPr>
          <p:cNvPr id="116" name="knowledge-edge">
            <a:extLst>
              <a:ext uri="{FF2B5EF4-FFF2-40B4-BE49-F238E27FC236}">
                <a16:creationId xmlns:a16="http://schemas.microsoft.com/office/drawing/2014/main" id="{C7EDB2FC-7CB5-496A-B760-7522450D5374}"/>
              </a:ext>
            </a:extLst>
          </p:cNvPr>
          <p:cNvSpPr>
            <a:spLocks noGrp="1"/>
          </p:cNvSpPr>
          <p:nvPr/>
        </p:nvSpPr>
        <p:spPr>
          <a:xfrm>
            <a:off x="2891360" y="6125831"/>
            <a:ext cx="518224" cy="45373"/>
          </a:xfrm>
          <a:custGeom>
            <a:avLst/>
            <a:gdLst/>
            <a:ahLst/>
            <a:cxnLst/>
            <a:rect l="0" t="0" r="0" b="0"/>
            <a:pathLst>
              <a:path w="518224" h="45373">
                <a:moveTo>
                  <a:pt x="0" y="45373"/>
                </a:moveTo>
                <a:lnTo>
                  <a:pt x="37016" y="38144"/>
                </a:lnTo>
                <a:lnTo>
                  <a:pt x="74032" y="31542"/>
                </a:lnTo>
                <a:lnTo>
                  <a:pt x="111048" y="25568"/>
                </a:lnTo>
                <a:lnTo>
                  <a:pt x="148064" y="20219"/>
                </a:lnTo>
                <a:lnTo>
                  <a:pt x="185080" y="15498"/>
                </a:lnTo>
                <a:lnTo>
                  <a:pt x="222096" y="11404"/>
                </a:lnTo>
                <a:lnTo>
                  <a:pt x="259112" y="7936"/>
                </a:lnTo>
                <a:lnTo>
                  <a:pt x="296128" y="5095"/>
                </a:lnTo>
                <a:lnTo>
                  <a:pt x="333144" y="2881"/>
                </a:lnTo>
                <a:lnTo>
                  <a:pt x="370160" y="1294"/>
                </a:lnTo>
                <a:lnTo>
                  <a:pt x="407176" y="334"/>
                </a:lnTo>
                <a:lnTo>
                  <a:pt x="444192" y="0"/>
                </a:lnTo>
                <a:lnTo>
                  <a:pt x="481208" y="293"/>
                </a:lnTo>
                <a:lnTo>
                  <a:pt x="518224" y="1213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17" name="knowledge-cross-edge">
            <a:extLst>
              <a:ext uri="{FF2B5EF4-FFF2-40B4-BE49-F238E27FC236}">
                <a16:creationId xmlns:a16="http://schemas.microsoft.com/office/drawing/2014/main" id="{631460F6-43A8-425B-B080-641B073B5550}"/>
              </a:ext>
            </a:extLst>
          </p:cNvPr>
          <p:cNvSpPr>
            <a:spLocks noGrp="1"/>
          </p:cNvSpPr>
          <p:nvPr/>
        </p:nvSpPr>
        <p:spPr>
          <a:xfrm>
            <a:off x="2891360" y="6129350"/>
            <a:ext cx="627004" cy="41854"/>
          </a:xfrm>
          <a:custGeom>
            <a:avLst/>
            <a:gdLst/>
            <a:ahLst/>
            <a:cxnLst/>
            <a:rect l="0" t="0" r="0" b="0"/>
            <a:pathLst>
              <a:path w="627004" h="41854">
                <a:moveTo>
                  <a:pt x="0" y="41854"/>
                </a:moveTo>
                <a:lnTo>
                  <a:pt x="66802" y="29697"/>
                </a:lnTo>
                <a:lnTo>
                  <a:pt x="130959" y="19613"/>
                </a:lnTo>
                <a:lnTo>
                  <a:pt x="192470" y="11601"/>
                </a:lnTo>
                <a:lnTo>
                  <a:pt x="251335" y="5662"/>
                </a:lnTo>
                <a:lnTo>
                  <a:pt x="307554" y="1795"/>
                </a:lnTo>
                <a:lnTo>
                  <a:pt x="361127" y="0"/>
                </a:lnTo>
                <a:lnTo>
                  <a:pt x="412055" y="278"/>
                </a:lnTo>
                <a:lnTo>
                  <a:pt x="460336" y="2627"/>
                </a:lnTo>
                <a:lnTo>
                  <a:pt x="505972" y="7050"/>
                </a:lnTo>
                <a:lnTo>
                  <a:pt x="548962" y="13544"/>
                </a:lnTo>
                <a:lnTo>
                  <a:pt x="589306" y="22111"/>
                </a:lnTo>
                <a:lnTo>
                  <a:pt x="627004" y="32751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18" name="knowledge-edge">
            <a:extLst>
              <a:ext uri="{FF2B5EF4-FFF2-40B4-BE49-F238E27FC236}">
                <a16:creationId xmlns:a16="http://schemas.microsoft.com/office/drawing/2014/main" id="{A0837F99-72B1-49CB-89A9-4AAE12188FD7}"/>
              </a:ext>
            </a:extLst>
          </p:cNvPr>
          <p:cNvSpPr>
            <a:spLocks noGrp="1"/>
          </p:cNvSpPr>
          <p:nvPr/>
        </p:nvSpPr>
        <p:spPr>
          <a:xfrm>
            <a:off x="2868453" y="6135861"/>
            <a:ext cx="649911" cy="140499"/>
          </a:xfrm>
          <a:custGeom>
            <a:avLst/>
            <a:gdLst/>
            <a:ahLst/>
            <a:cxnLst/>
            <a:rect l="0" t="0" r="0" b="0"/>
            <a:pathLst>
              <a:path w="649911" h="140499">
                <a:moveTo>
                  <a:pt x="0" y="140499"/>
                </a:moveTo>
                <a:lnTo>
                  <a:pt x="46422" y="113200"/>
                </a:lnTo>
                <a:lnTo>
                  <a:pt x="92844" y="88845"/>
                </a:lnTo>
                <a:lnTo>
                  <a:pt x="139267" y="67435"/>
                </a:lnTo>
                <a:lnTo>
                  <a:pt x="185689" y="48968"/>
                </a:lnTo>
                <a:lnTo>
                  <a:pt x="232111" y="33446"/>
                </a:lnTo>
                <a:lnTo>
                  <a:pt x="278533" y="20868"/>
                </a:lnTo>
                <a:lnTo>
                  <a:pt x="324956" y="11235"/>
                </a:lnTo>
                <a:lnTo>
                  <a:pt x="371378" y="4546"/>
                </a:lnTo>
                <a:lnTo>
                  <a:pt x="417800" y="801"/>
                </a:lnTo>
                <a:lnTo>
                  <a:pt x="464222" y="0"/>
                </a:lnTo>
                <a:lnTo>
                  <a:pt x="510645" y="2144"/>
                </a:lnTo>
                <a:lnTo>
                  <a:pt x="557067" y="7231"/>
                </a:lnTo>
                <a:lnTo>
                  <a:pt x="603489" y="15264"/>
                </a:lnTo>
                <a:lnTo>
                  <a:pt x="649911" y="26240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19" name="knowledge-cross-edge">
            <a:extLst>
              <a:ext uri="{FF2B5EF4-FFF2-40B4-BE49-F238E27FC236}">
                <a16:creationId xmlns:a16="http://schemas.microsoft.com/office/drawing/2014/main" id="{22FCF410-FBD0-474C-82B4-5B99257D3DDF}"/>
              </a:ext>
            </a:extLst>
          </p:cNvPr>
          <p:cNvSpPr>
            <a:spLocks noGrp="1"/>
          </p:cNvSpPr>
          <p:nvPr/>
        </p:nvSpPr>
        <p:spPr>
          <a:xfrm>
            <a:off x="2868453" y="6275573"/>
            <a:ext cx="546902" cy="290464"/>
          </a:xfrm>
          <a:custGeom>
            <a:avLst/>
            <a:gdLst/>
            <a:ahLst/>
            <a:cxnLst/>
            <a:rect l="0" t="0" r="0" b="0"/>
            <a:pathLst>
              <a:path w="546902" h="290464">
                <a:moveTo>
                  <a:pt x="0" y="787"/>
                </a:moveTo>
                <a:lnTo>
                  <a:pt x="60127" y="0"/>
                </a:lnTo>
                <a:lnTo>
                  <a:pt x="117609" y="3745"/>
                </a:lnTo>
                <a:lnTo>
                  <a:pt x="172444" y="12022"/>
                </a:lnTo>
                <a:lnTo>
                  <a:pt x="224634" y="24831"/>
                </a:lnTo>
                <a:lnTo>
                  <a:pt x="274178" y="42173"/>
                </a:lnTo>
                <a:lnTo>
                  <a:pt x="321076" y="64047"/>
                </a:lnTo>
                <a:lnTo>
                  <a:pt x="365328" y="90452"/>
                </a:lnTo>
                <a:lnTo>
                  <a:pt x="406935" y="121390"/>
                </a:lnTo>
                <a:lnTo>
                  <a:pt x="445895" y="156861"/>
                </a:lnTo>
                <a:lnTo>
                  <a:pt x="482210" y="196863"/>
                </a:lnTo>
                <a:lnTo>
                  <a:pt x="515879" y="241397"/>
                </a:lnTo>
                <a:lnTo>
                  <a:pt x="546902" y="290464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20" name="knowledge-long-edge">
            <a:extLst>
              <a:ext uri="{FF2B5EF4-FFF2-40B4-BE49-F238E27FC236}">
                <a16:creationId xmlns:a16="http://schemas.microsoft.com/office/drawing/2014/main" id="{EB472A6D-678B-42E2-A696-05A18F41D191}"/>
              </a:ext>
            </a:extLst>
          </p:cNvPr>
          <p:cNvSpPr>
            <a:spLocks noGrp="1"/>
          </p:cNvSpPr>
          <p:nvPr/>
        </p:nvSpPr>
        <p:spPr>
          <a:xfrm>
            <a:off x="2868453" y="5913944"/>
            <a:ext cx="867646" cy="362416"/>
          </a:xfrm>
          <a:custGeom>
            <a:avLst/>
            <a:gdLst/>
            <a:ahLst/>
            <a:cxnLst/>
            <a:rect l="0" t="0" r="0" b="0"/>
            <a:pathLst>
              <a:path w="867646" h="362416">
                <a:moveTo>
                  <a:pt x="0" y="362416"/>
                </a:moveTo>
                <a:lnTo>
                  <a:pt x="54228" y="289391"/>
                </a:lnTo>
                <a:lnTo>
                  <a:pt x="108456" y="224555"/>
                </a:lnTo>
                <a:lnTo>
                  <a:pt x="162684" y="167908"/>
                </a:lnTo>
                <a:lnTo>
                  <a:pt x="216912" y="119451"/>
                </a:lnTo>
                <a:lnTo>
                  <a:pt x="271139" y="79183"/>
                </a:lnTo>
                <a:lnTo>
                  <a:pt x="325367" y="47103"/>
                </a:lnTo>
                <a:lnTo>
                  <a:pt x="379595" y="23213"/>
                </a:lnTo>
                <a:lnTo>
                  <a:pt x="433823" y="7512"/>
                </a:lnTo>
                <a:lnTo>
                  <a:pt x="488051" y="0"/>
                </a:lnTo>
                <a:lnTo>
                  <a:pt x="542279" y="677"/>
                </a:lnTo>
                <a:lnTo>
                  <a:pt x="596507" y="9543"/>
                </a:lnTo>
                <a:lnTo>
                  <a:pt x="650735" y="26599"/>
                </a:lnTo>
                <a:lnTo>
                  <a:pt x="704962" y="51843"/>
                </a:lnTo>
                <a:lnTo>
                  <a:pt x="759190" y="85277"/>
                </a:lnTo>
                <a:lnTo>
                  <a:pt x="813418" y="126900"/>
                </a:lnTo>
                <a:lnTo>
                  <a:pt x="867646" y="176712"/>
                </a:lnTo>
              </a:path>
            </a:pathLst>
          </a:custGeom>
          <a:noFill/>
          <a:ln w="4286">
            <a:solidFill>
              <a:srgbClr val="5D3B92">
                <a:alpha val="9000"/>
              </a:srgbClr>
            </a:solidFill>
            <a:prstDash val="solid"/>
          </a:ln>
        </p:spPr>
      </p:sp>
      <p:sp>
        <p:nvSpPr>
          <p:cNvPr id="121" name="knowledge-edge">
            <a:extLst>
              <a:ext uri="{FF2B5EF4-FFF2-40B4-BE49-F238E27FC236}">
                <a16:creationId xmlns:a16="http://schemas.microsoft.com/office/drawing/2014/main" id="{D8BC9A74-04EF-41A1-A84F-00B26744DCD0}"/>
              </a:ext>
            </a:extLst>
          </p:cNvPr>
          <p:cNvSpPr>
            <a:spLocks noGrp="1"/>
          </p:cNvSpPr>
          <p:nvPr/>
        </p:nvSpPr>
        <p:spPr>
          <a:xfrm>
            <a:off x="2885760" y="6469106"/>
            <a:ext cx="529595" cy="111930"/>
          </a:xfrm>
          <a:custGeom>
            <a:avLst/>
            <a:gdLst/>
            <a:ahLst/>
            <a:cxnLst/>
            <a:rect l="0" t="0" r="0" b="0"/>
            <a:pathLst>
              <a:path w="529595" h="111930">
                <a:moveTo>
                  <a:pt x="0" y="0"/>
                </a:moveTo>
                <a:lnTo>
                  <a:pt x="37828" y="20799"/>
                </a:lnTo>
                <a:lnTo>
                  <a:pt x="75656" y="39463"/>
                </a:lnTo>
                <a:lnTo>
                  <a:pt x="113485" y="55993"/>
                </a:lnTo>
                <a:lnTo>
                  <a:pt x="151313" y="70388"/>
                </a:lnTo>
                <a:lnTo>
                  <a:pt x="189141" y="82648"/>
                </a:lnTo>
                <a:lnTo>
                  <a:pt x="226969" y="92774"/>
                </a:lnTo>
                <a:lnTo>
                  <a:pt x="264798" y="100765"/>
                </a:lnTo>
                <a:lnTo>
                  <a:pt x="302626" y="106621"/>
                </a:lnTo>
                <a:lnTo>
                  <a:pt x="340454" y="110343"/>
                </a:lnTo>
                <a:lnTo>
                  <a:pt x="378282" y="111930"/>
                </a:lnTo>
                <a:lnTo>
                  <a:pt x="416111" y="111382"/>
                </a:lnTo>
                <a:lnTo>
                  <a:pt x="453939" y="108700"/>
                </a:lnTo>
                <a:lnTo>
                  <a:pt x="491767" y="103883"/>
                </a:lnTo>
                <a:lnTo>
                  <a:pt x="529595" y="96931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22" name="knowledge-cross-edge">
            <a:extLst>
              <a:ext uri="{FF2B5EF4-FFF2-40B4-BE49-F238E27FC236}">
                <a16:creationId xmlns:a16="http://schemas.microsoft.com/office/drawing/2014/main" id="{981B4AB5-AEAA-4C8D-BC74-CA8EE438183E}"/>
              </a:ext>
            </a:extLst>
          </p:cNvPr>
          <p:cNvSpPr>
            <a:spLocks noGrp="1"/>
          </p:cNvSpPr>
          <p:nvPr/>
        </p:nvSpPr>
        <p:spPr>
          <a:xfrm>
            <a:off x="2885760" y="6469106"/>
            <a:ext cx="608351" cy="431065"/>
          </a:xfrm>
          <a:custGeom>
            <a:avLst/>
            <a:gdLst/>
            <a:ahLst/>
            <a:cxnLst/>
            <a:rect l="0" t="0" r="0" b="0"/>
            <a:pathLst>
              <a:path w="608351" h="431065">
                <a:moveTo>
                  <a:pt x="0" y="0"/>
                </a:moveTo>
                <a:lnTo>
                  <a:pt x="65248" y="10287"/>
                </a:lnTo>
                <a:lnTo>
                  <a:pt x="127850" y="25234"/>
                </a:lnTo>
                <a:lnTo>
                  <a:pt x="187807" y="44843"/>
                </a:lnTo>
                <a:lnTo>
                  <a:pt x="245117" y="69113"/>
                </a:lnTo>
                <a:lnTo>
                  <a:pt x="299782" y="98043"/>
                </a:lnTo>
                <a:lnTo>
                  <a:pt x="351801" y="131635"/>
                </a:lnTo>
                <a:lnTo>
                  <a:pt x="401174" y="169888"/>
                </a:lnTo>
                <a:lnTo>
                  <a:pt x="447901" y="212801"/>
                </a:lnTo>
                <a:lnTo>
                  <a:pt x="491982" y="260376"/>
                </a:lnTo>
                <a:lnTo>
                  <a:pt x="533418" y="312611"/>
                </a:lnTo>
                <a:lnTo>
                  <a:pt x="572207" y="369508"/>
                </a:lnTo>
                <a:lnTo>
                  <a:pt x="608351" y="431065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23" name="knowledge-edge">
            <a:extLst>
              <a:ext uri="{FF2B5EF4-FFF2-40B4-BE49-F238E27FC236}">
                <a16:creationId xmlns:a16="http://schemas.microsoft.com/office/drawing/2014/main" id="{1F1C217E-4990-4B49-B48A-3DDD705A8405}"/>
              </a:ext>
            </a:extLst>
          </p:cNvPr>
          <p:cNvSpPr>
            <a:spLocks noGrp="1"/>
          </p:cNvSpPr>
          <p:nvPr/>
        </p:nvSpPr>
        <p:spPr>
          <a:xfrm>
            <a:off x="3135798" y="6806148"/>
            <a:ext cx="358313" cy="94023"/>
          </a:xfrm>
          <a:custGeom>
            <a:avLst/>
            <a:gdLst/>
            <a:ahLst/>
            <a:cxnLst/>
            <a:rect l="0" t="0" r="0" b="0"/>
            <a:pathLst>
              <a:path w="358313" h="94023">
                <a:moveTo>
                  <a:pt x="0" y="44397"/>
                </a:moveTo>
                <a:lnTo>
                  <a:pt x="25594" y="30157"/>
                </a:lnTo>
                <a:lnTo>
                  <a:pt x="51188" y="18654"/>
                </a:lnTo>
                <a:lnTo>
                  <a:pt x="76781" y="9886"/>
                </a:lnTo>
                <a:lnTo>
                  <a:pt x="102375" y="3855"/>
                </a:lnTo>
                <a:lnTo>
                  <a:pt x="127969" y="559"/>
                </a:lnTo>
                <a:lnTo>
                  <a:pt x="153563" y="0"/>
                </a:lnTo>
                <a:lnTo>
                  <a:pt x="179157" y="2177"/>
                </a:lnTo>
                <a:lnTo>
                  <a:pt x="204750" y="7089"/>
                </a:lnTo>
                <a:lnTo>
                  <a:pt x="230344" y="14738"/>
                </a:lnTo>
                <a:lnTo>
                  <a:pt x="255938" y="25123"/>
                </a:lnTo>
                <a:lnTo>
                  <a:pt x="281532" y="38244"/>
                </a:lnTo>
                <a:lnTo>
                  <a:pt x="307125" y="54101"/>
                </a:lnTo>
                <a:lnTo>
                  <a:pt x="332719" y="72694"/>
                </a:lnTo>
                <a:lnTo>
                  <a:pt x="358313" y="94023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24" name="knowledge-cross-edge">
            <a:extLst>
              <a:ext uri="{FF2B5EF4-FFF2-40B4-BE49-F238E27FC236}">
                <a16:creationId xmlns:a16="http://schemas.microsoft.com/office/drawing/2014/main" id="{20AD928A-5AFA-4E35-9800-55969F5E214E}"/>
              </a:ext>
            </a:extLst>
          </p:cNvPr>
          <p:cNvSpPr>
            <a:spLocks noGrp="1"/>
          </p:cNvSpPr>
          <p:nvPr/>
        </p:nvSpPr>
        <p:spPr>
          <a:xfrm>
            <a:off x="3135798" y="6820925"/>
            <a:ext cx="386087" cy="249816"/>
          </a:xfrm>
          <a:custGeom>
            <a:avLst/>
            <a:gdLst/>
            <a:ahLst/>
            <a:cxnLst/>
            <a:rect l="0" t="0" r="0" b="0"/>
            <a:pathLst>
              <a:path w="386087" h="249816">
                <a:moveTo>
                  <a:pt x="0" y="29620"/>
                </a:moveTo>
                <a:lnTo>
                  <a:pt x="46726" y="13475"/>
                </a:lnTo>
                <a:lnTo>
                  <a:pt x="90806" y="3602"/>
                </a:lnTo>
                <a:lnTo>
                  <a:pt x="132241" y="0"/>
                </a:lnTo>
                <a:lnTo>
                  <a:pt x="171029" y="2670"/>
                </a:lnTo>
                <a:lnTo>
                  <a:pt x="207172" y="11612"/>
                </a:lnTo>
                <a:lnTo>
                  <a:pt x="240669" y="26826"/>
                </a:lnTo>
                <a:lnTo>
                  <a:pt x="271520" y="48311"/>
                </a:lnTo>
                <a:lnTo>
                  <a:pt x="299725" y="76069"/>
                </a:lnTo>
                <a:lnTo>
                  <a:pt x="325284" y="110098"/>
                </a:lnTo>
                <a:lnTo>
                  <a:pt x="348198" y="150399"/>
                </a:lnTo>
                <a:lnTo>
                  <a:pt x="368465" y="196972"/>
                </a:lnTo>
                <a:lnTo>
                  <a:pt x="386087" y="249816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25" name="knowledge-long-edge">
            <a:extLst>
              <a:ext uri="{FF2B5EF4-FFF2-40B4-BE49-F238E27FC236}">
                <a16:creationId xmlns:a16="http://schemas.microsoft.com/office/drawing/2014/main" id="{1272D5E5-521E-4EC9-8104-04FB0AC9A9C1}"/>
              </a:ext>
            </a:extLst>
          </p:cNvPr>
          <p:cNvSpPr>
            <a:spLocks noGrp="1"/>
          </p:cNvSpPr>
          <p:nvPr/>
        </p:nvSpPr>
        <p:spPr>
          <a:xfrm>
            <a:off x="3135798" y="6695980"/>
            <a:ext cx="553819" cy="523749"/>
          </a:xfrm>
          <a:custGeom>
            <a:avLst/>
            <a:gdLst/>
            <a:ahLst/>
            <a:cxnLst/>
            <a:rect l="0" t="0" r="0" b="0"/>
            <a:pathLst>
              <a:path w="553819" h="523749">
                <a:moveTo>
                  <a:pt x="0" y="154565"/>
                </a:moveTo>
                <a:lnTo>
                  <a:pt x="34614" y="104387"/>
                </a:lnTo>
                <a:lnTo>
                  <a:pt x="69227" y="63975"/>
                </a:lnTo>
                <a:lnTo>
                  <a:pt x="103841" y="33331"/>
                </a:lnTo>
                <a:lnTo>
                  <a:pt x="138455" y="12454"/>
                </a:lnTo>
                <a:lnTo>
                  <a:pt x="173069" y="1343"/>
                </a:lnTo>
                <a:lnTo>
                  <a:pt x="207682" y="0"/>
                </a:lnTo>
                <a:lnTo>
                  <a:pt x="242296" y="8424"/>
                </a:lnTo>
                <a:lnTo>
                  <a:pt x="276910" y="26614"/>
                </a:lnTo>
                <a:lnTo>
                  <a:pt x="311523" y="54572"/>
                </a:lnTo>
                <a:lnTo>
                  <a:pt x="346137" y="92296"/>
                </a:lnTo>
                <a:lnTo>
                  <a:pt x="380751" y="139788"/>
                </a:lnTo>
                <a:lnTo>
                  <a:pt x="415365" y="197046"/>
                </a:lnTo>
                <a:lnTo>
                  <a:pt x="449978" y="264071"/>
                </a:lnTo>
                <a:lnTo>
                  <a:pt x="484592" y="340864"/>
                </a:lnTo>
                <a:lnTo>
                  <a:pt x="519206" y="427423"/>
                </a:lnTo>
                <a:lnTo>
                  <a:pt x="553819" y="523749"/>
                </a:lnTo>
              </a:path>
            </a:pathLst>
          </a:custGeom>
          <a:noFill/>
          <a:ln w="4286">
            <a:solidFill>
              <a:srgbClr val="5D3B92">
                <a:alpha val="9000"/>
              </a:srgbClr>
            </a:solidFill>
            <a:prstDash val="solid"/>
          </a:ln>
        </p:spPr>
      </p:sp>
      <p:sp>
        <p:nvSpPr>
          <p:cNvPr id="126" name="knowledge-edge">
            <a:extLst>
              <a:ext uri="{FF2B5EF4-FFF2-40B4-BE49-F238E27FC236}">
                <a16:creationId xmlns:a16="http://schemas.microsoft.com/office/drawing/2014/main" id="{BB977F05-249F-4D47-A1A4-12CE311662E7}"/>
              </a:ext>
            </a:extLst>
          </p:cNvPr>
          <p:cNvSpPr>
            <a:spLocks noGrp="1"/>
          </p:cNvSpPr>
          <p:nvPr/>
        </p:nvSpPr>
        <p:spPr>
          <a:xfrm>
            <a:off x="3102676" y="7070741"/>
            <a:ext cx="419209" cy="76748"/>
          </a:xfrm>
          <a:custGeom>
            <a:avLst/>
            <a:gdLst/>
            <a:ahLst/>
            <a:cxnLst/>
            <a:rect l="0" t="0" r="0" b="0"/>
            <a:pathLst>
              <a:path w="419209" h="76748">
                <a:moveTo>
                  <a:pt x="0" y="27723"/>
                </a:moveTo>
                <a:lnTo>
                  <a:pt x="29944" y="42238"/>
                </a:lnTo>
                <a:lnTo>
                  <a:pt x="59887" y="54216"/>
                </a:lnTo>
                <a:lnTo>
                  <a:pt x="89831" y="63655"/>
                </a:lnTo>
                <a:lnTo>
                  <a:pt x="119774" y="70557"/>
                </a:lnTo>
                <a:lnTo>
                  <a:pt x="149718" y="74921"/>
                </a:lnTo>
                <a:lnTo>
                  <a:pt x="179661" y="76748"/>
                </a:lnTo>
                <a:lnTo>
                  <a:pt x="209605" y="76036"/>
                </a:lnTo>
                <a:lnTo>
                  <a:pt x="239548" y="72787"/>
                </a:lnTo>
                <a:lnTo>
                  <a:pt x="269492" y="67000"/>
                </a:lnTo>
                <a:lnTo>
                  <a:pt x="299435" y="58676"/>
                </a:lnTo>
                <a:lnTo>
                  <a:pt x="329379" y="47813"/>
                </a:lnTo>
                <a:lnTo>
                  <a:pt x="359322" y="34413"/>
                </a:lnTo>
                <a:lnTo>
                  <a:pt x="389266" y="18476"/>
                </a:lnTo>
                <a:lnTo>
                  <a:pt x="419209" y="0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27" name="knowledge-cross-edge">
            <a:extLst>
              <a:ext uri="{FF2B5EF4-FFF2-40B4-BE49-F238E27FC236}">
                <a16:creationId xmlns:a16="http://schemas.microsoft.com/office/drawing/2014/main" id="{B970034A-AAAC-4D15-A38C-0BFD22A394C5}"/>
              </a:ext>
            </a:extLst>
          </p:cNvPr>
          <p:cNvSpPr>
            <a:spLocks noGrp="1"/>
          </p:cNvSpPr>
          <p:nvPr/>
        </p:nvSpPr>
        <p:spPr>
          <a:xfrm>
            <a:off x="3102676" y="7098464"/>
            <a:ext cx="298943" cy="138643"/>
          </a:xfrm>
          <a:custGeom>
            <a:avLst/>
            <a:gdLst/>
            <a:ahLst/>
            <a:cxnLst/>
            <a:rect l="0" t="0" r="0" b="0"/>
            <a:pathLst>
              <a:path w="298943" h="138643">
                <a:moveTo>
                  <a:pt x="0" y="0"/>
                </a:moveTo>
                <a:lnTo>
                  <a:pt x="39464" y="6260"/>
                </a:lnTo>
                <a:lnTo>
                  <a:pt x="76282" y="13482"/>
                </a:lnTo>
                <a:lnTo>
                  <a:pt x="110455" y="21667"/>
                </a:lnTo>
                <a:lnTo>
                  <a:pt x="141981" y="30814"/>
                </a:lnTo>
                <a:lnTo>
                  <a:pt x="170862" y="40924"/>
                </a:lnTo>
                <a:lnTo>
                  <a:pt x="197097" y="51997"/>
                </a:lnTo>
                <a:lnTo>
                  <a:pt x="220686" y="64031"/>
                </a:lnTo>
                <a:lnTo>
                  <a:pt x="241629" y="77029"/>
                </a:lnTo>
                <a:lnTo>
                  <a:pt x="259926" y="90989"/>
                </a:lnTo>
                <a:lnTo>
                  <a:pt x="275578" y="105911"/>
                </a:lnTo>
                <a:lnTo>
                  <a:pt x="288583" y="121796"/>
                </a:lnTo>
                <a:lnTo>
                  <a:pt x="298943" y="138643"/>
                </a:lnTo>
              </a:path>
            </a:pathLst>
          </a:custGeom>
          <a:noFill/>
          <a:ln w="5334">
            <a:solidFill>
              <a:srgbClr val="5D3B92">
                <a:alpha val="13000"/>
              </a:srgbClr>
            </a:solidFill>
            <a:prstDash val="solid"/>
          </a:ln>
        </p:spPr>
      </p:sp>
      <p:sp>
        <p:nvSpPr>
          <p:cNvPr id="128" name="knowledge-edge">
            <a:extLst>
              <a:ext uri="{FF2B5EF4-FFF2-40B4-BE49-F238E27FC236}">
                <a16:creationId xmlns:a16="http://schemas.microsoft.com/office/drawing/2014/main" id="{C1AB117C-B84B-425C-A231-46182284211E}"/>
              </a:ext>
            </a:extLst>
          </p:cNvPr>
          <p:cNvSpPr>
            <a:spLocks noGrp="1"/>
          </p:cNvSpPr>
          <p:nvPr/>
        </p:nvSpPr>
        <p:spPr>
          <a:xfrm>
            <a:off x="3054602" y="7237107"/>
            <a:ext cx="347017" cy="85626"/>
          </a:xfrm>
          <a:custGeom>
            <a:avLst/>
            <a:gdLst/>
            <a:ahLst/>
            <a:cxnLst/>
            <a:rect l="0" t="0" r="0" b="0"/>
            <a:pathLst>
              <a:path w="347017" h="85626">
                <a:moveTo>
                  <a:pt x="0" y="85626"/>
                </a:moveTo>
                <a:lnTo>
                  <a:pt x="24787" y="84843"/>
                </a:lnTo>
                <a:lnTo>
                  <a:pt x="49574" y="83240"/>
                </a:lnTo>
                <a:lnTo>
                  <a:pt x="74361" y="80816"/>
                </a:lnTo>
                <a:lnTo>
                  <a:pt x="99148" y="77571"/>
                </a:lnTo>
                <a:lnTo>
                  <a:pt x="123935" y="73506"/>
                </a:lnTo>
                <a:lnTo>
                  <a:pt x="148722" y="68621"/>
                </a:lnTo>
                <a:lnTo>
                  <a:pt x="173509" y="62915"/>
                </a:lnTo>
                <a:lnTo>
                  <a:pt x="198296" y="56388"/>
                </a:lnTo>
                <a:lnTo>
                  <a:pt x="223083" y="49042"/>
                </a:lnTo>
                <a:lnTo>
                  <a:pt x="247870" y="40874"/>
                </a:lnTo>
                <a:lnTo>
                  <a:pt x="272657" y="31886"/>
                </a:lnTo>
                <a:lnTo>
                  <a:pt x="297444" y="22078"/>
                </a:lnTo>
                <a:lnTo>
                  <a:pt x="322231" y="11449"/>
                </a:lnTo>
                <a:lnTo>
                  <a:pt x="347017" y="0"/>
                </a:lnTo>
              </a:path>
            </a:pathLst>
          </a:custGeom>
          <a:noFill/>
          <a:ln w="6477">
            <a:solidFill>
              <a:srgbClr val="5D3B92">
                <a:alpha val="17000"/>
              </a:srgbClr>
            </a:solidFill>
            <a:prstDash val="solid"/>
          </a:ln>
        </p:spPr>
      </p:sp>
      <p:sp>
        <p:nvSpPr>
          <p:cNvPr id="129" name="knowledge-edge">
            <a:extLst>
              <a:ext uri="{FF2B5EF4-FFF2-40B4-BE49-F238E27FC236}">
                <a16:creationId xmlns:a16="http://schemas.microsoft.com/office/drawing/2014/main" id="{FCF85A89-FAFC-4949-A2AD-35E03A8C9B8A}"/>
              </a:ext>
            </a:extLst>
          </p:cNvPr>
          <p:cNvSpPr>
            <a:spLocks noGrp="1"/>
          </p:cNvSpPr>
          <p:nvPr/>
        </p:nvSpPr>
        <p:spPr>
          <a:xfrm>
            <a:off x="3410377" y="5890673"/>
            <a:ext cx="295502" cy="68889"/>
          </a:xfrm>
          <a:custGeom>
            <a:avLst/>
            <a:gdLst/>
            <a:ahLst/>
            <a:cxnLst/>
            <a:rect l="0" t="0" r="0" b="0"/>
            <a:pathLst>
              <a:path w="295502" h="68889">
                <a:moveTo>
                  <a:pt x="0" y="68889"/>
                </a:moveTo>
                <a:lnTo>
                  <a:pt x="21107" y="51087"/>
                </a:lnTo>
                <a:lnTo>
                  <a:pt x="42215" y="35938"/>
                </a:lnTo>
                <a:lnTo>
                  <a:pt x="63322" y="23444"/>
                </a:lnTo>
                <a:lnTo>
                  <a:pt x="84429" y="13602"/>
                </a:lnTo>
                <a:lnTo>
                  <a:pt x="105536" y="6415"/>
                </a:lnTo>
                <a:lnTo>
                  <a:pt x="126644" y="1881"/>
                </a:lnTo>
                <a:lnTo>
                  <a:pt x="147751" y="0"/>
                </a:lnTo>
                <a:lnTo>
                  <a:pt x="168858" y="773"/>
                </a:lnTo>
                <a:lnTo>
                  <a:pt x="189965" y="4200"/>
                </a:lnTo>
                <a:lnTo>
                  <a:pt x="211073" y="10280"/>
                </a:lnTo>
                <a:lnTo>
                  <a:pt x="232180" y="19014"/>
                </a:lnTo>
                <a:lnTo>
                  <a:pt x="253287" y="30401"/>
                </a:lnTo>
                <a:lnTo>
                  <a:pt x="274394" y="44442"/>
                </a:lnTo>
                <a:lnTo>
                  <a:pt x="295502" y="61137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0" name="knowledge-cross-edge">
            <a:extLst>
              <a:ext uri="{FF2B5EF4-FFF2-40B4-BE49-F238E27FC236}">
                <a16:creationId xmlns:a16="http://schemas.microsoft.com/office/drawing/2014/main" id="{10DBEFAF-71AA-43A9-887C-5B96A0F671E8}"/>
              </a:ext>
            </a:extLst>
          </p:cNvPr>
          <p:cNvSpPr>
            <a:spLocks noGrp="1"/>
          </p:cNvSpPr>
          <p:nvPr/>
        </p:nvSpPr>
        <p:spPr>
          <a:xfrm>
            <a:off x="3410377" y="5915301"/>
            <a:ext cx="325722" cy="175355"/>
          </a:xfrm>
          <a:custGeom>
            <a:avLst/>
            <a:gdLst/>
            <a:ahLst/>
            <a:cxnLst/>
            <a:rect l="0" t="0" r="0" b="0"/>
            <a:pathLst>
              <a:path w="325722" h="175355">
                <a:moveTo>
                  <a:pt x="0" y="44261"/>
                </a:moveTo>
                <a:lnTo>
                  <a:pt x="41696" y="24950"/>
                </a:lnTo>
                <a:lnTo>
                  <a:pt x="80745" y="11136"/>
                </a:lnTo>
                <a:lnTo>
                  <a:pt x="117149" y="2819"/>
                </a:lnTo>
                <a:lnTo>
                  <a:pt x="150907" y="0"/>
                </a:lnTo>
                <a:lnTo>
                  <a:pt x="182020" y="2678"/>
                </a:lnTo>
                <a:lnTo>
                  <a:pt x="210486" y="10854"/>
                </a:lnTo>
                <a:lnTo>
                  <a:pt x="236307" y="24527"/>
                </a:lnTo>
                <a:lnTo>
                  <a:pt x="259481" y="43698"/>
                </a:lnTo>
                <a:lnTo>
                  <a:pt x="280010" y="68366"/>
                </a:lnTo>
                <a:lnTo>
                  <a:pt x="297894" y="98532"/>
                </a:lnTo>
                <a:lnTo>
                  <a:pt x="313131" y="134194"/>
                </a:lnTo>
                <a:lnTo>
                  <a:pt x="325722" y="175355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31" name="knowledge-long-edge">
            <a:extLst>
              <a:ext uri="{FF2B5EF4-FFF2-40B4-BE49-F238E27FC236}">
                <a16:creationId xmlns:a16="http://schemas.microsoft.com/office/drawing/2014/main" id="{1CF59909-676D-4577-8E62-37B08F15247B}"/>
              </a:ext>
            </a:extLst>
          </p:cNvPr>
          <p:cNvSpPr>
            <a:spLocks noGrp="1"/>
          </p:cNvSpPr>
          <p:nvPr/>
        </p:nvSpPr>
        <p:spPr>
          <a:xfrm>
            <a:off x="3410377" y="5719220"/>
            <a:ext cx="882774" cy="330606"/>
          </a:xfrm>
          <a:custGeom>
            <a:avLst/>
            <a:gdLst/>
            <a:ahLst/>
            <a:cxnLst/>
            <a:rect l="0" t="0" r="0" b="0"/>
            <a:pathLst>
              <a:path w="882774" h="330606">
                <a:moveTo>
                  <a:pt x="0" y="240342"/>
                </a:moveTo>
                <a:lnTo>
                  <a:pt x="55173" y="179356"/>
                </a:lnTo>
                <a:lnTo>
                  <a:pt x="110347" y="127255"/>
                </a:lnTo>
                <a:lnTo>
                  <a:pt x="165520" y="84037"/>
                </a:lnTo>
                <a:lnTo>
                  <a:pt x="220693" y="49702"/>
                </a:lnTo>
                <a:lnTo>
                  <a:pt x="275867" y="24251"/>
                </a:lnTo>
                <a:lnTo>
                  <a:pt x="331040" y="7684"/>
                </a:lnTo>
                <a:lnTo>
                  <a:pt x="386214" y="0"/>
                </a:lnTo>
                <a:lnTo>
                  <a:pt x="441387" y="1200"/>
                </a:lnTo>
                <a:lnTo>
                  <a:pt x="496560" y="11283"/>
                </a:lnTo>
                <a:lnTo>
                  <a:pt x="551734" y="30250"/>
                </a:lnTo>
                <a:lnTo>
                  <a:pt x="606907" y="58100"/>
                </a:lnTo>
                <a:lnTo>
                  <a:pt x="662080" y="94834"/>
                </a:lnTo>
                <a:lnTo>
                  <a:pt x="717254" y="140452"/>
                </a:lnTo>
                <a:lnTo>
                  <a:pt x="772427" y="194953"/>
                </a:lnTo>
                <a:lnTo>
                  <a:pt x="827600" y="258338"/>
                </a:lnTo>
                <a:lnTo>
                  <a:pt x="882774" y="330606"/>
                </a:lnTo>
              </a:path>
            </a:pathLst>
          </a:custGeom>
          <a:noFill/>
          <a:ln w="4286">
            <a:solidFill>
              <a:srgbClr val="703C86">
                <a:alpha val="9000"/>
              </a:srgbClr>
            </a:solidFill>
            <a:prstDash val="solid"/>
          </a:ln>
        </p:spPr>
      </p:sp>
      <p:sp>
        <p:nvSpPr>
          <p:cNvPr id="132" name="knowledge-edge">
            <a:extLst>
              <a:ext uri="{FF2B5EF4-FFF2-40B4-BE49-F238E27FC236}">
                <a16:creationId xmlns:a16="http://schemas.microsoft.com/office/drawing/2014/main" id="{07B2964E-37F9-4A82-917C-CBAF8D51D7E4}"/>
              </a:ext>
            </a:extLst>
          </p:cNvPr>
          <p:cNvSpPr>
            <a:spLocks noGrp="1"/>
          </p:cNvSpPr>
          <p:nvPr/>
        </p:nvSpPr>
        <p:spPr>
          <a:xfrm>
            <a:off x="3409585" y="6090656"/>
            <a:ext cx="326515" cy="85551"/>
          </a:xfrm>
          <a:custGeom>
            <a:avLst/>
            <a:gdLst/>
            <a:ahLst/>
            <a:cxnLst/>
            <a:rect l="0" t="0" r="0" b="0"/>
            <a:pathLst>
              <a:path w="326515" h="85551">
                <a:moveTo>
                  <a:pt x="0" y="36389"/>
                </a:moveTo>
                <a:lnTo>
                  <a:pt x="23322" y="51328"/>
                </a:lnTo>
                <a:lnTo>
                  <a:pt x="46645" y="63569"/>
                </a:lnTo>
                <a:lnTo>
                  <a:pt x="69967" y="73112"/>
                </a:lnTo>
                <a:lnTo>
                  <a:pt x="93290" y="79957"/>
                </a:lnTo>
                <a:lnTo>
                  <a:pt x="116612" y="84103"/>
                </a:lnTo>
                <a:lnTo>
                  <a:pt x="139935" y="85551"/>
                </a:lnTo>
                <a:lnTo>
                  <a:pt x="163257" y="84301"/>
                </a:lnTo>
                <a:lnTo>
                  <a:pt x="186580" y="80353"/>
                </a:lnTo>
                <a:lnTo>
                  <a:pt x="209902" y="73706"/>
                </a:lnTo>
                <a:lnTo>
                  <a:pt x="233225" y="64361"/>
                </a:lnTo>
                <a:lnTo>
                  <a:pt x="256547" y="52318"/>
                </a:lnTo>
                <a:lnTo>
                  <a:pt x="279870" y="37577"/>
                </a:lnTo>
                <a:lnTo>
                  <a:pt x="303192" y="20138"/>
                </a:lnTo>
                <a:lnTo>
                  <a:pt x="326515" y="0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3" name="knowledge-cross-edge">
            <a:extLst>
              <a:ext uri="{FF2B5EF4-FFF2-40B4-BE49-F238E27FC236}">
                <a16:creationId xmlns:a16="http://schemas.microsoft.com/office/drawing/2014/main" id="{EE974F6B-7C88-402D-887D-078937891C59}"/>
              </a:ext>
            </a:extLst>
          </p:cNvPr>
          <p:cNvSpPr>
            <a:spLocks noGrp="1"/>
          </p:cNvSpPr>
          <p:nvPr/>
        </p:nvSpPr>
        <p:spPr>
          <a:xfrm>
            <a:off x="3409585" y="6127045"/>
            <a:ext cx="524526" cy="83597"/>
          </a:xfrm>
          <a:custGeom>
            <a:avLst/>
            <a:gdLst/>
            <a:ahLst/>
            <a:cxnLst/>
            <a:rect l="0" t="0" r="0" b="0"/>
            <a:pathLst>
              <a:path w="524526" h="83597">
                <a:moveTo>
                  <a:pt x="0" y="0"/>
                </a:moveTo>
                <a:lnTo>
                  <a:pt x="58263" y="7455"/>
                </a:lnTo>
                <a:lnTo>
                  <a:pt x="113879" y="14821"/>
                </a:lnTo>
                <a:lnTo>
                  <a:pt x="166850" y="22098"/>
                </a:lnTo>
                <a:lnTo>
                  <a:pt x="217175" y="29286"/>
                </a:lnTo>
                <a:lnTo>
                  <a:pt x="264854" y="36386"/>
                </a:lnTo>
                <a:lnTo>
                  <a:pt x="309888" y="43397"/>
                </a:lnTo>
                <a:lnTo>
                  <a:pt x="352275" y="50319"/>
                </a:lnTo>
                <a:lnTo>
                  <a:pt x="392017" y="57152"/>
                </a:lnTo>
                <a:lnTo>
                  <a:pt x="429113" y="63897"/>
                </a:lnTo>
                <a:lnTo>
                  <a:pt x="463563" y="70552"/>
                </a:lnTo>
                <a:lnTo>
                  <a:pt x="495367" y="77119"/>
                </a:lnTo>
                <a:lnTo>
                  <a:pt x="524526" y="83597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34" name="knowledge-cross-edge">
            <a:extLst>
              <a:ext uri="{FF2B5EF4-FFF2-40B4-BE49-F238E27FC236}">
                <a16:creationId xmlns:a16="http://schemas.microsoft.com/office/drawing/2014/main" id="{F0EE53AC-13BB-4D8E-A07B-2725253C8058}"/>
              </a:ext>
            </a:extLst>
          </p:cNvPr>
          <p:cNvSpPr>
            <a:spLocks noGrp="1"/>
          </p:cNvSpPr>
          <p:nvPr/>
        </p:nvSpPr>
        <p:spPr>
          <a:xfrm>
            <a:off x="3409585" y="5905837"/>
            <a:ext cx="296294" cy="221208"/>
          </a:xfrm>
          <a:custGeom>
            <a:avLst/>
            <a:gdLst/>
            <a:ahLst/>
            <a:cxnLst/>
            <a:rect l="0" t="0" r="0" b="0"/>
            <a:pathLst>
              <a:path w="296294" h="221208">
                <a:moveTo>
                  <a:pt x="0" y="221208"/>
                </a:moveTo>
                <a:lnTo>
                  <a:pt x="10139" y="170723"/>
                </a:lnTo>
                <a:lnTo>
                  <a:pt x="22924" y="126762"/>
                </a:lnTo>
                <a:lnTo>
                  <a:pt x="38355" y="89325"/>
                </a:lnTo>
                <a:lnTo>
                  <a:pt x="56431" y="58412"/>
                </a:lnTo>
                <a:lnTo>
                  <a:pt x="77154" y="34023"/>
                </a:lnTo>
                <a:lnTo>
                  <a:pt x="100522" y="16158"/>
                </a:lnTo>
                <a:lnTo>
                  <a:pt x="126536" y="4817"/>
                </a:lnTo>
                <a:lnTo>
                  <a:pt x="155196" y="0"/>
                </a:lnTo>
                <a:lnTo>
                  <a:pt x="186502" y="1707"/>
                </a:lnTo>
                <a:lnTo>
                  <a:pt x="220453" y="9938"/>
                </a:lnTo>
                <a:lnTo>
                  <a:pt x="257051" y="24693"/>
                </a:lnTo>
                <a:lnTo>
                  <a:pt x="296294" y="45973"/>
                </a:lnTo>
              </a:path>
            </a:pathLst>
          </a:custGeom>
          <a:noFill/>
          <a:ln w="4953">
            <a:solidFill>
              <a:srgbClr val="703C86">
                <a:alpha val="12000"/>
              </a:srgbClr>
            </a:solidFill>
            <a:prstDash val="solid"/>
          </a:ln>
        </p:spPr>
      </p:sp>
      <p:sp>
        <p:nvSpPr>
          <p:cNvPr id="135" name="knowledge-edge">
            <a:extLst>
              <a:ext uri="{FF2B5EF4-FFF2-40B4-BE49-F238E27FC236}">
                <a16:creationId xmlns:a16="http://schemas.microsoft.com/office/drawing/2014/main" id="{42B1AC20-030D-4768-A0A8-0ECE1107C9F2}"/>
              </a:ext>
            </a:extLst>
          </p:cNvPr>
          <p:cNvSpPr>
            <a:spLocks noGrp="1"/>
          </p:cNvSpPr>
          <p:nvPr/>
        </p:nvSpPr>
        <p:spPr>
          <a:xfrm>
            <a:off x="3518365" y="6162101"/>
            <a:ext cx="415746" cy="48954"/>
          </a:xfrm>
          <a:custGeom>
            <a:avLst/>
            <a:gdLst/>
            <a:ahLst/>
            <a:cxnLst/>
            <a:rect l="0" t="0" r="0" b="0"/>
            <a:pathLst>
              <a:path w="415746" h="48954">
                <a:moveTo>
                  <a:pt x="0" y="0"/>
                </a:moveTo>
                <a:lnTo>
                  <a:pt x="29696" y="7348"/>
                </a:lnTo>
                <a:lnTo>
                  <a:pt x="59392" y="14099"/>
                </a:lnTo>
                <a:lnTo>
                  <a:pt x="89088" y="20252"/>
                </a:lnTo>
                <a:lnTo>
                  <a:pt x="118784" y="25809"/>
                </a:lnTo>
                <a:lnTo>
                  <a:pt x="148481" y="30769"/>
                </a:lnTo>
                <a:lnTo>
                  <a:pt x="178177" y="35132"/>
                </a:lnTo>
                <a:lnTo>
                  <a:pt x="207873" y="38897"/>
                </a:lnTo>
                <a:lnTo>
                  <a:pt x="237569" y="42066"/>
                </a:lnTo>
                <a:lnTo>
                  <a:pt x="267265" y="44638"/>
                </a:lnTo>
                <a:lnTo>
                  <a:pt x="296961" y="46612"/>
                </a:lnTo>
                <a:lnTo>
                  <a:pt x="326657" y="47990"/>
                </a:lnTo>
                <a:lnTo>
                  <a:pt x="356353" y="48771"/>
                </a:lnTo>
                <a:lnTo>
                  <a:pt x="386049" y="48954"/>
                </a:lnTo>
                <a:lnTo>
                  <a:pt x="415746" y="48541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6" name="knowledge-edge">
            <a:extLst>
              <a:ext uri="{FF2B5EF4-FFF2-40B4-BE49-F238E27FC236}">
                <a16:creationId xmlns:a16="http://schemas.microsoft.com/office/drawing/2014/main" id="{2E63070E-AB47-4699-82D9-5FB08E95B2E2}"/>
              </a:ext>
            </a:extLst>
          </p:cNvPr>
          <p:cNvSpPr>
            <a:spLocks noGrp="1"/>
          </p:cNvSpPr>
          <p:nvPr/>
        </p:nvSpPr>
        <p:spPr>
          <a:xfrm>
            <a:off x="3415356" y="6566037"/>
            <a:ext cx="556689" cy="30867"/>
          </a:xfrm>
          <a:custGeom>
            <a:avLst/>
            <a:gdLst/>
            <a:ahLst/>
            <a:cxnLst/>
            <a:rect l="0" t="0" r="0" b="0"/>
            <a:pathLst>
              <a:path w="556689" h="30867">
                <a:moveTo>
                  <a:pt x="0" y="0"/>
                </a:moveTo>
                <a:lnTo>
                  <a:pt x="39763" y="5468"/>
                </a:lnTo>
                <a:lnTo>
                  <a:pt x="79527" y="10404"/>
                </a:lnTo>
                <a:lnTo>
                  <a:pt x="119290" y="14808"/>
                </a:lnTo>
                <a:lnTo>
                  <a:pt x="159054" y="18678"/>
                </a:lnTo>
                <a:lnTo>
                  <a:pt x="198817" y="22017"/>
                </a:lnTo>
                <a:lnTo>
                  <a:pt x="238581" y="24823"/>
                </a:lnTo>
                <a:lnTo>
                  <a:pt x="278344" y="27097"/>
                </a:lnTo>
                <a:lnTo>
                  <a:pt x="318108" y="28838"/>
                </a:lnTo>
                <a:lnTo>
                  <a:pt x="357871" y="30047"/>
                </a:lnTo>
                <a:lnTo>
                  <a:pt x="397635" y="30723"/>
                </a:lnTo>
                <a:lnTo>
                  <a:pt x="437398" y="30867"/>
                </a:lnTo>
                <a:lnTo>
                  <a:pt x="477162" y="30478"/>
                </a:lnTo>
                <a:lnTo>
                  <a:pt x="516925" y="29557"/>
                </a:lnTo>
                <a:lnTo>
                  <a:pt x="556689" y="28104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7" name="knowledge-cross-edge">
            <a:extLst>
              <a:ext uri="{FF2B5EF4-FFF2-40B4-BE49-F238E27FC236}">
                <a16:creationId xmlns:a16="http://schemas.microsoft.com/office/drawing/2014/main" id="{B07D8669-D20A-47F5-B45A-125AE3BC123A}"/>
              </a:ext>
            </a:extLst>
          </p:cNvPr>
          <p:cNvSpPr>
            <a:spLocks noGrp="1"/>
          </p:cNvSpPr>
          <p:nvPr/>
        </p:nvSpPr>
        <p:spPr>
          <a:xfrm>
            <a:off x="3415356" y="6528946"/>
            <a:ext cx="544537" cy="422747"/>
          </a:xfrm>
          <a:custGeom>
            <a:avLst/>
            <a:gdLst/>
            <a:ahLst/>
            <a:cxnLst/>
            <a:rect l="0" t="0" r="0" b="0"/>
            <a:pathLst>
              <a:path w="544537" h="422747">
                <a:moveTo>
                  <a:pt x="0" y="37090"/>
                </a:moveTo>
                <a:lnTo>
                  <a:pt x="59930" y="14838"/>
                </a:lnTo>
                <a:lnTo>
                  <a:pt x="117214" y="2474"/>
                </a:lnTo>
                <a:lnTo>
                  <a:pt x="171853" y="0"/>
                </a:lnTo>
                <a:lnTo>
                  <a:pt x="223846" y="7415"/>
                </a:lnTo>
                <a:lnTo>
                  <a:pt x="273192" y="24719"/>
                </a:lnTo>
                <a:lnTo>
                  <a:pt x="319893" y="51913"/>
                </a:lnTo>
                <a:lnTo>
                  <a:pt x="363948" y="88995"/>
                </a:lnTo>
                <a:lnTo>
                  <a:pt x="405358" y="135967"/>
                </a:lnTo>
                <a:lnTo>
                  <a:pt x="444121" y="192828"/>
                </a:lnTo>
                <a:lnTo>
                  <a:pt x="480239" y="259578"/>
                </a:lnTo>
                <a:lnTo>
                  <a:pt x="513711" y="336218"/>
                </a:lnTo>
                <a:lnTo>
                  <a:pt x="544537" y="422747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38" name="knowledge-edge">
            <a:extLst>
              <a:ext uri="{FF2B5EF4-FFF2-40B4-BE49-F238E27FC236}">
                <a16:creationId xmlns:a16="http://schemas.microsoft.com/office/drawing/2014/main" id="{D5D161FB-3FA1-4DC9-997B-1EE22CD64E2C}"/>
              </a:ext>
            </a:extLst>
          </p:cNvPr>
          <p:cNvSpPr>
            <a:spLocks noGrp="1"/>
          </p:cNvSpPr>
          <p:nvPr/>
        </p:nvSpPr>
        <p:spPr>
          <a:xfrm>
            <a:off x="3494111" y="6876320"/>
            <a:ext cx="465781" cy="75373"/>
          </a:xfrm>
          <a:custGeom>
            <a:avLst/>
            <a:gdLst/>
            <a:ahLst/>
            <a:cxnLst/>
            <a:rect l="0" t="0" r="0" b="0"/>
            <a:pathLst>
              <a:path w="465781" h="75373">
                <a:moveTo>
                  <a:pt x="0" y="23852"/>
                </a:moveTo>
                <a:lnTo>
                  <a:pt x="33270" y="15326"/>
                </a:lnTo>
                <a:lnTo>
                  <a:pt x="66540" y="8677"/>
                </a:lnTo>
                <a:lnTo>
                  <a:pt x="99810" y="3907"/>
                </a:lnTo>
                <a:lnTo>
                  <a:pt x="133080" y="1015"/>
                </a:lnTo>
                <a:lnTo>
                  <a:pt x="166350" y="0"/>
                </a:lnTo>
                <a:lnTo>
                  <a:pt x="199620" y="863"/>
                </a:lnTo>
                <a:lnTo>
                  <a:pt x="232890" y="3604"/>
                </a:lnTo>
                <a:lnTo>
                  <a:pt x="266161" y="8224"/>
                </a:lnTo>
                <a:lnTo>
                  <a:pt x="299431" y="14721"/>
                </a:lnTo>
                <a:lnTo>
                  <a:pt x="332701" y="23095"/>
                </a:lnTo>
                <a:lnTo>
                  <a:pt x="365971" y="33348"/>
                </a:lnTo>
                <a:lnTo>
                  <a:pt x="399241" y="45479"/>
                </a:lnTo>
                <a:lnTo>
                  <a:pt x="432511" y="59487"/>
                </a:lnTo>
                <a:lnTo>
                  <a:pt x="465781" y="75373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39" name="knowledge-cross-edge">
            <a:extLst>
              <a:ext uri="{FF2B5EF4-FFF2-40B4-BE49-F238E27FC236}">
                <a16:creationId xmlns:a16="http://schemas.microsoft.com/office/drawing/2014/main" id="{0FA9A363-A906-44F0-ABFD-1667DCF8205D}"/>
              </a:ext>
            </a:extLst>
          </p:cNvPr>
          <p:cNvSpPr>
            <a:spLocks noGrp="1"/>
          </p:cNvSpPr>
          <p:nvPr/>
        </p:nvSpPr>
        <p:spPr>
          <a:xfrm>
            <a:off x="3494111" y="6900171"/>
            <a:ext cx="195506" cy="319559"/>
          </a:xfrm>
          <a:custGeom>
            <a:avLst/>
            <a:gdLst/>
            <a:ahLst/>
            <a:cxnLst/>
            <a:rect l="0" t="0" r="0" b="0"/>
            <a:pathLst>
              <a:path w="195506" h="319559">
                <a:moveTo>
                  <a:pt x="0" y="0"/>
                </a:moveTo>
                <a:lnTo>
                  <a:pt x="30844" y="5719"/>
                </a:lnTo>
                <a:lnTo>
                  <a:pt x="59043" y="15241"/>
                </a:lnTo>
                <a:lnTo>
                  <a:pt x="84595" y="28564"/>
                </a:lnTo>
                <a:lnTo>
                  <a:pt x="107502" y="45689"/>
                </a:lnTo>
                <a:lnTo>
                  <a:pt x="127763" y="66616"/>
                </a:lnTo>
                <a:lnTo>
                  <a:pt x="145378" y="91345"/>
                </a:lnTo>
                <a:lnTo>
                  <a:pt x="160347" y="119876"/>
                </a:lnTo>
                <a:lnTo>
                  <a:pt x="172671" y="152209"/>
                </a:lnTo>
                <a:lnTo>
                  <a:pt x="182349" y="188343"/>
                </a:lnTo>
                <a:lnTo>
                  <a:pt x="189380" y="228280"/>
                </a:lnTo>
                <a:lnTo>
                  <a:pt x="193766" y="272018"/>
                </a:lnTo>
                <a:lnTo>
                  <a:pt x="195506" y="319559"/>
                </a:lnTo>
              </a:path>
            </a:pathLst>
          </a:custGeom>
          <a:noFill/>
          <a:ln w="5334">
            <a:solidFill>
              <a:srgbClr val="703C86">
                <a:alpha val="13000"/>
              </a:srgbClr>
            </a:solidFill>
            <a:prstDash val="solid"/>
          </a:ln>
        </p:spPr>
      </p:sp>
      <p:sp>
        <p:nvSpPr>
          <p:cNvPr id="140" name="knowledge-edge">
            <a:extLst>
              <a:ext uri="{FF2B5EF4-FFF2-40B4-BE49-F238E27FC236}">
                <a16:creationId xmlns:a16="http://schemas.microsoft.com/office/drawing/2014/main" id="{87ED9277-C53D-4672-AEA3-39CF99AE5F01}"/>
              </a:ext>
            </a:extLst>
          </p:cNvPr>
          <p:cNvSpPr>
            <a:spLocks noGrp="1"/>
          </p:cNvSpPr>
          <p:nvPr/>
        </p:nvSpPr>
        <p:spPr>
          <a:xfrm>
            <a:off x="3521886" y="7070741"/>
            <a:ext cx="167732" cy="159248"/>
          </a:xfrm>
          <a:custGeom>
            <a:avLst/>
            <a:gdLst/>
            <a:ahLst/>
            <a:cxnLst/>
            <a:rect l="0" t="0" r="0" b="0"/>
            <a:pathLst>
              <a:path w="167732" h="159248">
                <a:moveTo>
                  <a:pt x="0" y="0"/>
                </a:moveTo>
                <a:lnTo>
                  <a:pt x="11981" y="27261"/>
                </a:lnTo>
                <a:lnTo>
                  <a:pt x="23962" y="51965"/>
                </a:lnTo>
                <a:lnTo>
                  <a:pt x="35943" y="74112"/>
                </a:lnTo>
                <a:lnTo>
                  <a:pt x="47923" y="93702"/>
                </a:lnTo>
                <a:lnTo>
                  <a:pt x="59904" y="110736"/>
                </a:lnTo>
                <a:lnTo>
                  <a:pt x="71885" y="125213"/>
                </a:lnTo>
                <a:lnTo>
                  <a:pt x="83866" y="137134"/>
                </a:lnTo>
                <a:lnTo>
                  <a:pt x="95847" y="146497"/>
                </a:lnTo>
                <a:lnTo>
                  <a:pt x="107828" y="153304"/>
                </a:lnTo>
                <a:lnTo>
                  <a:pt x="119809" y="157555"/>
                </a:lnTo>
                <a:lnTo>
                  <a:pt x="131789" y="159248"/>
                </a:lnTo>
                <a:lnTo>
                  <a:pt x="143770" y="158385"/>
                </a:lnTo>
                <a:lnTo>
                  <a:pt x="155751" y="154965"/>
                </a:lnTo>
                <a:lnTo>
                  <a:pt x="167732" y="148989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41" name="knowledge-long-edge">
            <a:extLst>
              <a:ext uri="{FF2B5EF4-FFF2-40B4-BE49-F238E27FC236}">
                <a16:creationId xmlns:a16="http://schemas.microsoft.com/office/drawing/2014/main" id="{ADD45F01-A799-467E-840E-32C670966FFE}"/>
              </a:ext>
            </a:extLst>
          </p:cNvPr>
          <p:cNvSpPr>
            <a:spLocks noGrp="1"/>
          </p:cNvSpPr>
          <p:nvPr/>
        </p:nvSpPr>
        <p:spPr>
          <a:xfrm>
            <a:off x="3521886" y="6723406"/>
            <a:ext cx="904753" cy="347335"/>
          </a:xfrm>
          <a:custGeom>
            <a:avLst/>
            <a:gdLst/>
            <a:ahLst/>
            <a:cxnLst/>
            <a:rect l="0" t="0" r="0" b="0"/>
            <a:pathLst>
              <a:path w="904753" h="347335">
                <a:moveTo>
                  <a:pt x="0" y="347335"/>
                </a:moveTo>
                <a:lnTo>
                  <a:pt x="56547" y="268340"/>
                </a:lnTo>
                <a:lnTo>
                  <a:pt x="113094" y="199511"/>
                </a:lnTo>
                <a:lnTo>
                  <a:pt x="169641" y="140846"/>
                </a:lnTo>
                <a:lnTo>
                  <a:pt x="226188" y="92347"/>
                </a:lnTo>
                <a:lnTo>
                  <a:pt x="282735" y="54013"/>
                </a:lnTo>
                <a:lnTo>
                  <a:pt x="339283" y="25843"/>
                </a:lnTo>
                <a:lnTo>
                  <a:pt x="395830" y="7839"/>
                </a:lnTo>
                <a:lnTo>
                  <a:pt x="452377" y="0"/>
                </a:lnTo>
                <a:lnTo>
                  <a:pt x="508924" y="2326"/>
                </a:lnTo>
                <a:lnTo>
                  <a:pt x="565471" y="14817"/>
                </a:lnTo>
                <a:lnTo>
                  <a:pt x="622018" y="37473"/>
                </a:lnTo>
                <a:lnTo>
                  <a:pt x="678565" y="70294"/>
                </a:lnTo>
                <a:lnTo>
                  <a:pt x="735112" y="113280"/>
                </a:lnTo>
                <a:lnTo>
                  <a:pt x="791659" y="166431"/>
                </a:lnTo>
                <a:lnTo>
                  <a:pt x="848206" y="229747"/>
                </a:lnTo>
                <a:lnTo>
                  <a:pt x="904753" y="303229"/>
                </a:lnTo>
              </a:path>
            </a:pathLst>
          </a:custGeom>
          <a:noFill/>
          <a:ln w="4286">
            <a:solidFill>
              <a:srgbClr val="703C86">
                <a:alpha val="9000"/>
              </a:srgbClr>
            </a:solidFill>
            <a:prstDash val="solid"/>
          </a:ln>
        </p:spPr>
      </p:sp>
      <p:sp>
        <p:nvSpPr>
          <p:cNvPr id="142" name="knowledge-edge">
            <a:extLst>
              <a:ext uri="{FF2B5EF4-FFF2-40B4-BE49-F238E27FC236}">
                <a16:creationId xmlns:a16="http://schemas.microsoft.com/office/drawing/2014/main" id="{76F5634E-1E93-4DD4-9B39-6098CFECB86D}"/>
              </a:ext>
            </a:extLst>
          </p:cNvPr>
          <p:cNvSpPr>
            <a:spLocks noGrp="1"/>
          </p:cNvSpPr>
          <p:nvPr/>
        </p:nvSpPr>
        <p:spPr>
          <a:xfrm>
            <a:off x="3401620" y="7228563"/>
            <a:ext cx="502038" cy="31729"/>
          </a:xfrm>
          <a:custGeom>
            <a:avLst/>
            <a:gdLst/>
            <a:ahLst/>
            <a:cxnLst/>
            <a:rect l="0" t="0" r="0" b="0"/>
            <a:pathLst>
              <a:path w="502038" h="31729">
                <a:moveTo>
                  <a:pt x="0" y="8544"/>
                </a:moveTo>
                <a:lnTo>
                  <a:pt x="35860" y="15205"/>
                </a:lnTo>
                <a:lnTo>
                  <a:pt x="71720" y="20747"/>
                </a:lnTo>
                <a:lnTo>
                  <a:pt x="107580" y="25170"/>
                </a:lnTo>
                <a:lnTo>
                  <a:pt x="143439" y="28475"/>
                </a:lnTo>
                <a:lnTo>
                  <a:pt x="179299" y="30662"/>
                </a:lnTo>
                <a:lnTo>
                  <a:pt x="215159" y="31729"/>
                </a:lnTo>
                <a:lnTo>
                  <a:pt x="251019" y="31678"/>
                </a:lnTo>
                <a:lnTo>
                  <a:pt x="286879" y="30509"/>
                </a:lnTo>
                <a:lnTo>
                  <a:pt x="322739" y="28220"/>
                </a:lnTo>
                <a:lnTo>
                  <a:pt x="358598" y="24814"/>
                </a:lnTo>
                <a:lnTo>
                  <a:pt x="394458" y="20288"/>
                </a:lnTo>
                <a:lnTo>
                  <a:pt x="430318" y="14644"/>
                </a:lnTo>
                <a:lnTo>
                  <a:pt x="466178" y="7881"/>
                </a:lnTo>
                <a:lnTo>
                  <a:pt x="502038" y="0"/>
                </a:lnTo>
              </a:path>
            </a:pathLst>
          </a:custGeom>
          <a:noFill/>
          <a:ln w="6477">
            <a:solidFill>
              <a:srgbClr val="703C86">
                <a:alpha val="17000"/>
              </a:srgbClr>
            </a:solidFill>
            <a:prstDash val="solid"/>
          </a:ln>
        </p:spPr>
      </p:sp>
      <p:sp>
        <p:nvSpPr>
          <p:cNvPr id="143" name="knowledge-edge">
            <a:extLst>
              <a:ext uri="{FF2B5EF4-FFF2-40B4-BE49-F238E27FC236}">
                <a16:creationId xmlns:a16="http://schemas.microsoft.com/office/drawing/2014/main" id="{1F05876E-35FA-4C3C-8DE6-937CDD2004B1}"/>
              </a:ext>
            </a:extLst>
          </p:cNvPr>
          <p:cNvSpPr>
            <a:spLocks noGrp="1"/>
          </p:cNvSpPr>
          <p:nvPr/>
        </p:nvSpPr>
        <p:spPr>
          <a:xfrm>
            <a:off x="3705879" y="5900427"/>
            <a:ext cx="682820" cy="51383"/>
          </a:xfrm>
          <a:custGeom>
            <a:avLst/>
            <a:gdLst/>
            <a:ahLst/>
            <a:cxnLst/>
            <a:rect l="0" t="0" r="0" b="0"/>
            <a:pathLst>
              <a:path w="682820" h="51383">
                <a:moveTo>
                  <a:pt x="0" y="51383"/>
                </a:moveTo>
                <a:lnTo>
                  <a:pt x="48773" y="37784"/>
                </a:lnTo>
                <a:lnTo>
                  <a:pt x="97546" y="26271"/>
                </a:lnTo>
                <a:lnTo>
                  <a:pt x="146319" y="16844"/>
                </a:lnTo>
                <a:lnTo>
                  <a:pt x="195091" y="9504"/>
                </a:lnTo>
                <a:lnTo>
                  <a:pt x="243864" y="4250"/>
                </a:lnTo>
                <a:lnTo>
                  <a:pt x="292637" y="1082"/>
                </a:lnTo>
                <a:lnTo>
                  <a:pt x="341410" y="0"/>
                </a:lnTo>
                <a:lnTo>
                  <a:pt x="390183" y="1004"/>
                </a:lnTo>
                <a:lnTo>
                  <a:pt x="438956" y="4095"/>
                </a:lnTo>
                <a:lnTo>
                  <a:pt x="487729" y="9272"/>
                </a:lnTo>
                <a:lnTo>
                  <a:pt x="536501" y="16535"/>
                </a:lnTo>
                <a:lnTo>
                  <a:pt x="585274" y="25884"/>
                </a:lnTo>
                <a:lnTo>
                  <a:pt x="634047" y="37319"/>
                </a:lnTo>
                <a:lnTo>
                  <a:pt x="682820" y="50840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44" name="knowledge-long-edge">
            <a:extLst>
              <a:ext uri="{FF2B5EF4-FFF2-40B4-BE49-F238E27FC236}">
                <a16:creationId xmlns:a16="http://schemas.microsoft.com/office/drawing/2014/main" id="{63ABACE7-C8E8-442A-8684-5D2580AA9533}"/>
              </a:ext>
            </a:extLst>
          </p:cNvPr>
          <p:cNvSpPr>
            <a:spLocks noGrp="1"/>
          </p:cNvSpPr>
          <p:nvPr/>
        </p:nvSpPr>
        <p:spPr>
          <a:xfrm>
            <a:off x="3705879" y="5672247"/>
            <a:ext cx="941766" cy="279562"/>
          </a:xfrm>
          <a:custGeom>
            <a:avLst/>
            <a:gdLst/>
            <a:ahLst/>
            <a:cxnLst/>
            <a:rect l="0" t="0" r="0" b="0"/>
            <a:pathLst>
              <a:path w="941766" h="279562">
                <a:moveTo>
                  <a:pt x="0" y="279562"/>
                </a:moveTo>
                <a:lnTo>
                  <a:pt x="58860" y="216759"/>
                </a:lnTo>
                <a:lnTo>
                  <a:pt x="117721" y="161915"/>
                </a:lnTo>
                <a:lnTo>
                  <a:pt x="176581" y="115030"/>
                </a:lnTo>
                <a:lnTo>
                  <a:pt x="235441" y="76105"/>
                </a:lnTo>
                <a:lnTo>
                  <a:pt x="294302" y="45139"/>
                </a:lnTo>
                <a:lnTo>
                  <a:pt x="353162" y="22133"/>
                </a:lnTo>
                <a:lnTo>
                  <a:pt x="412023" y="7087"/>
                </a:lnTo>
                <a:lnTo>
                  <a:pt x="470883" y="0"/>
                </a:lnTo>
                <a:lnTo>
                  <a:pt x="529743" y="873"/>
                </a:lnTo>
                <a:lnTo>
                  <a:pt x="588604" y="9705"/>
                </a:lnTo>
                <a:lnTo>
                  <a:pt x="647464" y="26496"/>
                </a:lnTo>
                <a:lnTo>
                  <a:pt x="706324" y="51248"/>
                </a:lnTo>
                <a:lnTo>
                  <a:pt x="765185" y="83958"/>
                </a:lnTo>
                <a:lnTo>
                  <a:pt x="824045" y="124629"/>
                </a:lnTo>
                <a:lnTo>
                  <a:pt x="882906" y="173258"/>
                </a:lnTo>
                <a:lnTo>
                  <a:pt x="941766" y="229848"/>
                </a:lnTo>
              </a:path>
            </a:pathLst>
          </a:custGeom>
          <a:noFill/>
          <a:ln w="4286">
            <a:solidFill>
              <a:srgbClr val="823D79">
                <a:alpha val="9000"/>
              </a:srgbClr>
            </a:solidFill>
            <a:prstDash val="solid"/>
          </a:ln>
        </p:spPr>
      </p:sp>
      <p:sp>
        <p:nvSpPr>
          <p:cNvPr id="145" name="knowledge-edge">
            <a:extLst>
              <a:ext uri="{FF2B5EF4-FFF2-40B4-BE49-F238E27FC236}">
                <a16:creationId xmlns:a16="http://schemas.microsoft.com/office/drawing/2014/main" id="{E64DC3AF-B647-4908-8DE5-4A12B61DF312}"/>
              </a:ext>
            </a:extLst>
          </p:cNvPr>
          <p:cNvSpPr>
            <a:spLocks noGrp="1"/>
          </p:cNvSpPr>
          <p:nvPr/>
        </p:nvSpPr>
        <p:spPr>
          <a:xfrm>
            <a:off x="3736099" y="6032250"/>
            <a:ext cx="557052" cy="58405"/>
          </a:xfrm>
          <a:custGeom>
            <a:avLst/>
            <a:gdLst/>
            <a:ahLst/>
            <a:cxnLst/>
            <a:rect l="0" t="0" r="0" b="0"/>
            <a:pathLst>
              <a:path w="557052" h="58405">
                <a:moveTo>
                  <a:pt x="0" y="58405"/>
                </a:moveTo>
                <a:lnTo>
                  <a:pt x="39789" y="46199"/>
                </a:lnTo>
                <a:lnTo>
                  <a:pt x="79579" y="35422"/>
                </a:lnTo>
                <a:lnTo>
                  <a:pt x="119368" y="26074"/>
                </a:lnTo>
                <a:lnTo>
                  <a:pt x="159158" y="18155"/>
                </a:lnTo>
                <a:lnTo>
                  <a:pt x="198947" y="11666"/>
                </a:lnTo>
                <a:lnTo>
                  <a:pt x="238736" y="6605"/>
                </a:lnTo>
                <a:lnTo>
                  <a:pt x="278526" y="2974"/>
                </a:lnTo>
                <a:lnTo>
                  <a:pt x="318315" y="773"/>
                </a:lnTo>
                <a:lnTo>
                  <a:pt x="358105" y="0"/>
                </a:lnTo>
                <a:lnTo>
                  <a:pt x="397894" y="657"/>
                </a:lnTo>
                <a:lnTo>
                  <a:pt x="437683" y="2743"/>
                </a:lnTo>
                <a:lnTo>
                  <a:pt x="477473" y="6258"/>
                </a:lnTo>
                <a:lnTo>
                  <a:pt x="517262" y="11202"/>
                </a:lnTo>
                <a:lnTo>
                  <a:pt x="557052" y="17576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46" name="knowledge-cross-edge">
            <a:extLst>
              <a:ext uri="{FF2B5EF4-FFF2-40B4-BE49-F238E27FC236}">
                <a16:creationId xmlns:a16="http://schemas.microsoft.com/office/drawing/2014/main" id="{C733FAB1-A50A-4DA7-A7F4-370A5638C329}"/>
              </a:ext>
            </a:extLst>
          </p:cNvPr>
          <p:cNvSpPr>
            <a:spLocks noGrp="1"/>
          </p:cNvSpPr>
          <p:nvPr/>
        </p:nvSpPr>
        <p:spPr>
          <a:xfrm>
            <a:off x="3736099" y="6090656"/>
            <a:ext cx="393920" cy="195423"/>
          </a:xfrm>
          <a:custGeom>
            <a:avLst/>
            <a:gdLst/>
            <a:ahLst/>
            <a:cxnLst/>
            <a:rect l="0" t="0" r="0" b="0"/>
            <a:pathLst>
              <a:path w="393920" h="195423">
                <a:moveTo>
                  <a:pt x="0" y="0"/>
                </a:moveTo>
                <a:lnTo>
                  <a:pt x="47379" y="10467"/>
                </a:lnTo>
                <a:lnTo>
                  <a:pt x="92112" y="21991"/>
                </a:lnTo>
                <a:lnTo>
                  <a:pt x="134199" y="34574"/>
                </a:lnTo>
                <a:lnTo>
                  <a:pt x="173640" y="48214"/>
                </a:lnTo>
                <a:lnTo>
                  <a:pt x="210435" y="62912"/>
                </a:lnTo>
                <a:lnTo>
                  <a:pt x="244585" y="78669"/>
                </a:lnTo>
                <a:lnTo>
                  <a:pt x="276089" y="95483"/>
                </a:lnTo>
                <a:lnTo>
                  <a:pt x="304947" y="113355"/>
                </a:lnTo>
                <a:lnTo>
                  <a:pt x="331159" y="132285"/>
                </a:lnTo>
                <a:lnTo>
                  <a:pt x="354725" y="152273"/>
                </a:lnTo>
                <a:lnTo>
                  <a:pt x="375646" y="173319"/>
                </a:lnTo>
                <a:lnTo>
                  <a:pt x="393920" y="195423"/>
                </a:lnTo>
              </a:path>
            </a:pathLst>
          </a:custGeom>
          <a:noFill/>
          <a:ln w="5334">
            <a:solidFill>
              <a:srgbClr val="823D79">
                <a:alpha val="13000"/>
              </a:srgbClr>
            </a:solidFill>
            <a:prstDash val="solid"/>
          </a:ln>
        </p:spPr>
      </p:sp>
      <p:sp>
        <p:nvSpPr>
          <p:cNvPr id="147" name="knowledge-edge">
            <a:extLst>
              <a:ext uri="{FF2B5EF4-FFF2-40B4-BE49-F238E27FC236}">
                <a16:creationId xmlns:a16="http://schemas.microsoft.com/office/drawing/2014/main" id="{2CC492FC-C9E1-46C2-BBC8-F279E81C02E8}"/>
              </a:ext>
            </a:extLst>
          </p:cNvPr>
          <p:cNvSpPr>
            <a:spLocks noGrp="1"/>
          </p:cNvSpPr>
          <p:nvPr/>
        </p:nvSpPr>
        <p:spPr>
          <a:xfrm>
            <a:off x="3934110" y="6174984"/>
            <a:ext cx="195909" cy="111095"/>
          </a:xfrm>
          <a:custGeom>
            <a:avLst/>
            <a:gdLst/>
            <a:ahLst/>
            <a:cxnLst/>
            <a:rect l="0" t="0" r="0" b="0"/>
            <a:pathLst>
              <a:path w="195909" h="111095">
                <a:moveTo>
                  <a:pt x="0" y="35658"/>
                </a:moveTo>
                <a:lnTo>
                  <a:pt x="13994" y="22962"/>
                </a:lnTo>
                <a:lnTo>
                  <a:pt x="27987" y="13048"/>
                </a:lnTo>
                <a:lnTo>
                  <a:pt x="41981" y="5917"/>
                </a:lnTo>
                <a:lnTo>
                  <a:pt x="55974" y="1567"/>
                </a:lnTo>
                <a:lnTo>
                  <a:pt x="69968" y="0"/>
                </a:lnTo>
                <a:lnTo>
                  <a:pt x="83961" y="1215"/>
                </a:lnTo>
                <a:lnTo>
                  <a:pt x="97955" y="5212"/>
                </a:lnTo>
                <a:lnTo>
                  <a:pt x="111948" y="11992"/>
                </a:lnTo>
                <a:lnTo>
                  <a:pt x="125942" y="21553"/>
                </a:lnTo>
                <a:lnTo>
                  <a:pt x="139935" y="33897"/>
                </a:lnTo>
                <a:lnTo>
                  <a:pt x="153929" y="49023"/>
                </a:lnTo>
                <a:lnTo>
                  <a:pt x="167922" y="66932"/>
                </a:lnTo>
                <a:lnTo>
                  <a:pt x="181916" y="87622"/>
                </a:lnTo>
                <a:lnTo>
                  <a:pt x="195909" y="111095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48" name="knowledge-edge">
            <a:extLst>
              <a:ext uri="{FF2B5EF4-FFF2-40B4-BE49-F238E27FC236}">
                <a16:creationId xmlns:a16="http://schemas.microsoft.com/office/drawing/2014/main" id="{0EBC27D9-C2BB-4B04-AC0D-585D611D6563}"/>
              </a:ext>
            </a:extLst>
          </p:cNvPr>
          <p:cNvSpPr>
            <a:spLocks noGrp="1"/>
          </p:cNvSpPr>
          <p:nvPr/>
        </p:nvSpPr>
        <p:spPr>
          <a:xfrm>
            <a:off x="3972044" y="6594141"/>
            <a:ext cx="421290" cy="81420"/>
          </a:xfrm>
          <a:custGeom>
            <a:avLst/>
            <a:gdLst/>
            <a:ahLst/>
            <a:cxnLst/>
            <a:rect l="0" t="0" r="0" b="0"/>
            <a:pathLst>
              <a:path w="421290" h="81420">
                <a:moveTo>
                  <a:pt x="0" y="0"/>
                </a:moveTo>
                <a:lnTo>
                  <a:pt x="30092" y="7252"/>
                </a:lnTo>
                <a:lnTo>
                  <a:pt x="60184" y="14282"/>
                </a:lnTo>
                <a:lnTo>
                  <a:pt x="90277" y="21092"/>
                </a:lnTo>
                <a:lnTo>
                  <a:pt x="120369" y="27681"/>
                </a:lnTo>
                <a:lnTo>
                  <a:pt x="150461" y="34049"/>
                </a:lnTo>
                <a:lnTo>
                  <a:pt x="180553" y="40196"/>
                </a:lnTo>
                <a:lnTo>
                  <a:pt x="210645" y="46123"/>
                </a:lnTo>
                <a:lnTo>
                  <a:pt x="240737" y="51828"/>
                </a:lnTo>
                <a:lnTo>
                  <a:pt x="270830" y="57312"/>
                </a:lnTo>
                <a:lnTo>
                  <a:pt x="300922" y="62576"/>
                </a:lnTo>
                <a:lnTo>
                  <a:pt x="331014" y="67618"/>
                </a:lnTo>
                <a:lnTo>
                  <a:pt x="361106" y="72440"/>
                </a:lnTo>
                <a:lnTo>
                  <a:pt x="391198" y="77041"/>
                </a:lnTo>
                <a:lnTo>
                  <a:pt x="421290" y="81420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49" name="knowledge-cross-edge">
            <a:extLst>
              <a:ext uri="{FF2B5EF4-FFF2-40B4-BE49-F238E27FC236}">
                <a16:creationId xmlns:a16="http://schemas.microsoft.com/office/drawing/2014/main" id="{54A4E7AB-D467-4516-994E-EADEBF2D148F}"/>
              </a:ext>
            </a:extLst>
          </p:cNvPr>
          <p:cNvSpPr>
            <a:spLocks noGrp="1"/>
          </p:cNvSpPr>
          <p:nvPr/>
        </p:nvSpPr>
        <p:spPr>
          <a:xfrm>
            <a:off x="3972044" y="6582617"/>
            <a:ext cx="454595" cy="444017"/>
          </a:xfrm>
          <a:custGeom>
            <a:avLst/>
            <a:gdLst/>
            <a:ahLst/>
            <a:cxnLst/>
            <a:rect l="0" t="0" r="0" b="0"/>
            <a:pathLst>
              <a:path w="454595" h="444017">
                <a:moveTo>
                  <a:pt x="0" y="11524"/>
                </a:moveTo>
                <a:lnTo>
                  <a:pt x="52435" y="1582"/>
                </a:lnTo>
                <a:lnTo>
                  <a:pt x="102224" y="0"/>
                </a:lnTo>
                <a:lnTo>
                  <a:pt x="149367" y="6779"/>
                </a:lnTo>
                <a:lnTo>
                  <a:pt x="193865" y="21919"/>
                </a:lnTo>
                <a:lnTo>
                  <a:pt x="235717" y="45419"/>
                </a:lnTo>
                <a:lnTo>
                  <a:pt x="274922" y="77280"/>
                </a:lnTo>
                <a:lnTo>
                  <a:pt x="311482" y="117501"/>
                </a:lnTo>
                <a:lnTo>
                  <a:pt x="345397" y="166083"/>
                </a:lnTo>
                <a:lnTo>
                  <a:pt x="376665" y="223026"/>
                </a:lnTo>
                <a:lnTo>
                  <a:pt x="405287" y="288329"/>
                </a:lnTo>
                <a:lnTo>
                  <a:pt x="431264" y="361993"/>
                </a:lnTo>
                <a:lnTo>
                  <a:pt x="454595" y="444017"/>
                </a:lnTo>
              </a:path>
            </a:pathLst>
          </a:custGeom>
          <a:noFill/>
          <a:ln w="5334">
            <a:solidFill>
              <a:srgbClr val="823D79">
                <a:alpha val="13000"/>
              </a:srgbClr>
            </a:solidFill>
            <a:prstDash val="solid"/>
          </a:ln>
        </p:spPr>
      </p:sp>
      <p:sp>
        <p:nvSpPr>
          <p:cNvPr id="150" name="knowledge-edge">
            <a:extLst>
              <a:ext uri="{FF2B5EF4-FFF2-40B4-BE49-F238E27FC236}">
                <a16:creationId xmlns:a16="http://schemas.microsoft.com/office/drawing/2014/main" id="{4C165ABC-9D31-477F-8ED0-F024D615BD11}"/>
              </a:ext>
            </a:extLst>
          </p:cNvPr>
          <p:cNvSpPr>
            <a:spLocks noGrp="1"/>
          </p:cNvSpPr>
          <p:nvPr/>
        </p:nvSpPr>
        <p:spPr>
          <a:xfrm>
            <a:off x="3959892" y="6951693"/>
            <a:ext cx="466747" cy="74941"/>
          </a:xfrm>
          <a:custGeom>
            <a:avLst/>
            <a:gdLst/>
            <a:ahLst/>
            <a:cxnLst/>
            <a:rect l="0" t="0" r="0" b="0"/>
            <a:pathLst>
              <a:path w="466747" h="74941">
                <a:moveTo>
                  <a:pt x="0" y="0"/>
                </a:moveTo>
                <a:lnTo>
                  <a:pt x="33339" y="8050"/>
                </a:lnTo>
                <a:lnTo>
                  <a:pt x="66678" y="15686"/>
                </a:lnTo>
                <a:lnTo>
                  <a:pt x="100017" y="22906"/>
                </a:lnTo>
                <a:lnTo>
                  <a:pt x="133356" y="29712"/>
                </a:lnTo>
                <a:lnTo>
                  <a:pt x="166695" y="36102"/>
                </a:lnTo>
                <a:lnTo>
                  <a:pt x="200034" y="42078"/>
                </a:lnTo>
                <a:lnTo>
                  <a:pt x="233373" y="47638"/>
                </a:lnTo>
                <a:lnTo>
                  <a:pt x="266712" y="52784"/>
                </a:lnTo>
                <a:lnTo>
                  <a:pt x="300052" y="57514"/>
                </a:lnTo>
                <a:lnTo>
                  <a:pt x="333391" y="61830"/>
                </a:lnTo>
                <a:lnTo>
                  <a:pt x="366730" y="65730"/>
                </a:lnTo>
                <a:lnTo>
                  <a:pt x="400069" y="69216"/>
                </a:lnTo>
                <a:lnTo>
                  <a:pt x="433408" y="72286"/>
                </a:lnTo>
                <a:lnTo>
                  <a:pt x="466747" y="74941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51" name="knowledge-cross-edge">
            <a:extLst>
              <a:ext uri="{FF2B5EF4-FFF2-40B4-BE49-F238E27FC236}">
                <a16:creationId xmlns:a16="http://schemas.microsoft.com/office/drawing/2014/main" id="{C636811D-9FB1-4F5B-80DF-675A760B6250}"/>
              </a:ext>
            </a:extLst>
          </p:cNvPr>
          <p:cNvSpPr>
            <a:spLocks noGrp="1"/>
          </p:cNvSpPr>
          <p:nvPr/>
        </p:nvSpPr>
        <p:spPr>
          <a:xfrm>
            <a:off x="3959892" y="6951693"/>
            <a:ext cx="398950" cy="283556"/>
          </a:xfrm>
          <a:custGeom>
            <a:avLst/>
            <a:gdLst/>
            <a:ahLst/>
            <a:cxnLst/>
            <a:rect l="0" t="0" r="0" b="0"/>
            <a:pathLst>
              <a:path w="398950" h="283556">
                <a:moveTo>
                  <a:pt x="0" y="0"/>
                </a:moveTo>
                <a:lnTo>
                  <a:pt x="47798" y="12023"/>
                </a:lnTo>
                <a:lnTo>
                  <a:pt x="92950" y="26157"/>
                </a:lnTo>
                <a:lnTo>
                  <a:pt x="135456" y="42400"/>
                </a:lnTo>
                <a:lnTo>
                  <a:pt x="175317" y="60754"/>
                </a:lnTo>
                <a:lnTo>
                  <a:pt x="212531" y="81219"/>
                </a:lnTo>
                <a:lnTo>
                  <a:pt x="247100" y="103793"/>
                </a:lnTo>
                <a:lnTo>
                  <a:pt x="279023" y="128478"/>
                </a:lnTo>
                <a:lnTo>
                  <a:pt x="308300" y="155273"/>
                </a:lnTo>
                <a:lnTo>
                  <a:pt x="334932" y="184178"/>
                </a:lnTo>
                <a:lnTo>
                  <a:pt x="358917" y="215194"/>
                </a:lnTo>
                <a:lnTo>
                  <a:pt x="380257" y="248320"/>
                </a:lnTo>
                <a:lnTo>
                  <a:pt x="398950" y="283556"/>
                </a:lnTo>
              </a:path>
            </a:pathLst>
          </a:custGeom>
          <a:noFill/>
          <a:ln w="5334">
            <a:solidFill>
              <a:srgbClr val="823D79">
                <a:alpha val="13000"/>
              </a:srgbClr>
            </a:solidFill>
            <a:prstDash val="solid"/>
          </a:ln>
        </p:spPr>
      </p:sp>
      <p:sp>
        <p:nvSpPr>
          <p:cNvPr id="152" name="knowledge-edge">
            <a:extLst>
              <a:ext uri="{FF2B5EF4-FFF2-40B4-BE49-F238E27FC236}">
                <a16:creationId xmlns:a16="http://schemas.microsoft.com/office/drawing/2014/main" id="{D2A553AE-C23F-4D48-A167-4787B490061A}"/>
              </a:ext>
            </a:extLst>
          </p:cNvPr>
          <p:cNvSpPr>
            <a:spLocks noGrp="1"/>
          </p:cNvSpPr>
          <p:nvPr/>
        </p:nvSpPr>
        <p:spPr>
          <a:xfrm>
            <a:off x="3689618" y="7219730"/>
            <a:ext cx="669225" cy="77123"/>
          </a:xfrm>
          <a:custGeom>
            <a:avLst/>
            <a:gdLst/>
            <a:ahLst/>
            <a:cxnLst/>
            <a:rect l="0" t="0" r="0" b="0"/>
            <a:pathLst>
              <a:path w="669225" h="77123">
                <a:moveTo>
                  <a:pt x="0" y="0"/>
                </a:moveTo>
                <a:lnTo>
                  <a:pt x="47802" y="19511"/>
                </a:lnTo>
                <a:lnTo>
                  <a:pt x="95604" y="36191"/>
                </a:lnTo>
                <a:lnTo>
                  <a:pt x="143405" y="50040"/>
                </a:lnTo>
                <a:lnTo>
                  <a:pt x="191207" y="61057"/>
                </a:lnTo>
                <a:lnTo>
                  <a:pt x="239009" y="69243"/>
                </a:lnTo>
                <a:lnTo>
                  <a:pt x="286811" y="74599"/>
                </a:lnTo>
                <a:lnTo>
                  <a:pt x="334612" y="77123"/>
                </a:lnTo>
                <a:lnTo>
                  <a:pt x="382414" y="76816"/>
                </a:lnTo>
                <a:lnTo>
                  <a:pt x="430216" y="73678"/>
                </a:lnTo>
                <a:lnTo>
                  <a:pt x="478018" y="67708"/>
                </a:lnTo>
                <a:lnTo>
                  <a:pt x="525820" y="58908"/>
                </a:lnTo>
                <a:lnTo>
                  <a:pt x="573621" y="47276"/>
                </a:lnTo>
                <a:lnTo>
                  <a:pt x="621423" y="32813"/>
                </a:lnTo>
                <a:lnTo>
                  <a:pt x="669225" y="15519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53" name="knowledge-cross-edge">
            <a:extLst>
              <a:ext uri="{FF2B5EF4-FFF2-40B4-BE49-F238E27FC236}">
                <a16:creationId xmlns:a16="http://schemas.microsoft.com/office/drawing/2014/main" id="{7B80EB6F-4216-4803-B7B6-C8AA714F7250}"/>
              </a:ext>
            </a:extLst>
          </p:cNvPr>
          <p:cNvSpPr>
            <a:spLocks noGrp="1"/>
          </p:cNvSpPr>
          <p:nvPr/>
        </p:nvSpPr>
        <p:spPr>
          <a:xfrm>
            <a:off x="3689618" y="7219730"/>
            <a:ext cx="531816" cy="62813"/>
          </a:xfrm>
          <a:custGeom>
            <a:avLst/>
            <a:gdLst/>
            <a:ahLst/>
            <a:cxnLst/>
            <a:rect l="0" t="0" r="0" b="0"/>
            <a:pathLst>
              <a:path w="531816" h="62813">
                <a:moveTo>
                  <a:pt x="0" y="0"/>
                </a:moveTo>
                <a:lnTo>
                  <a:pt x="58870" y="12757"/>
                </a:lnTo>
                <a:lnTo>
                  <a:pt x="115094" y="24070"/>
                </a:lnTo>
                <a:lnTo>
                  <a:pt x="168673" y="33938"/>
                </a:lnTo>
                <a:lnTo>
                  <a:pt x="219605" y="42361"/>
                </a:lnTo>
                <a:lnTo>
                  <a:pt x="267892" y="49341"/>
                </a:lnTo>
                <a:lnTo>
                  <a:pt x="313533" y="54875"/>
                </a:lnTo>
                <a:lnTo>
                  <a:pt x="356528" y="58966"/>
                </a:lnTo>
                <a:lnTo>
                  <a:pt x="396877" y="61612"/>
                </a:lnTo>
                <a:lnTo>
                  <a:pt x="434580" y="62813"/>
                </a:lnTo>
                <a:lnTo>
                  <a:pt x="469638" y="62570"/>
                </a:lnTo>
                <a:lnTo>
                  <a:pt x="502050" y="60883"/>
                </a:lnTo>
                <a:lnTo>
                  <a:pt x="531816" y="57751"/>
                </a:lnTo>
              </a:path>
            </a:pathLst>
          </a:custGeom>
          <a:noFill/>
          <a:ln w="5334">
            <a:solidFill>
              <a:srgbClr val="823D79">
                <a:alpha val="13000"/>
              </a:srgbClr>
            </a:solidFill>
            <a:prstDash val="solid"/>
          </a:ln>
        </p:spPr>
      </p:sp>
      <p:sp>
        <p:nvSpPr>
          <p:cNvPr id="154" name="knowledge-edge">
            <a:extLst>
              <a:ext uri="{FF2B5EF4-FFF2-40B4-BE49-F238E27FC236}">
                <a16:creationId xmlns:a16="http://schemas.microsoft.com/office/drawing/2014/main" id="{F8613095-4A37-46C4-BB8C-29F61FCA13B1}"/>
              </a:ext>
            </a:extLst>
          </p:cNvPr>
          <p:cNvSpPr>
            <a:spLocks noGrp="1"/>
          </p:cNvSpPr>
          <p:nvPr/>
        </p:nvSpPr>
        <p:spPr>
          <a:xfrm>
            <a:off x="3903657" y="7228563"/>
            <a:ext cx="317776" cy="59435"/>
          </a:xfrm>
          <a:custGeom>
            <a:avLst/>
            <a:gdLst/>
            <a:ahLst/>
            <a:cxnLst/>
            <a:rect l="0" t="0" r="0" b="0"/>
            <a:pathLst>
              <a:path w="317776" h="59435">
                <a:moveTo>
                  <a:pt x="0" y="0"/>
                </a:moveTo>
                <a:lnTo>
                  <a:pt x="22698" y="11455"/>
                </a:lnTo>
                <a:lnTo>
                  <a:pt x="45397" y="21685"/>
                </a:lnTo>
                <a:lnTo>
                  <a:pt x="68095" y="30690"/>
                </a:lnTo>
                <a:lnTo>
                  <a:pt x="90793" y="38470"/>
                </a:lnTo>
                <a:lnTo>
                  <a:pt x="113491" y="45026"/>
                </a:lnTo>
                <a:lnTo>
                  <a:pt x="136190" y="50357"/>
                </a:lnTo>
                <a:lnTo>
                  <a:pt x="158888" y="54464"/>
                </a:lnTo>
                <a:lnTo>
                  <a:pt x="181586" y="57345"/>
                </a:lnTo>
                <a:lnTo>
                  <a:pt x="204284" y="59003"/>
                </a:lnTo>
                <a:lnTo>
                  <a:pt x="226983" y="59435"/>
                </a:lnTo>
                <a:lnTo>
                  <a:pt x="249681" y="58643"/>
                </a:lnTo>
                <a:lnTo>
                  <a:pt x="272379" y="56625"/>
                </a:lnTo>
                <a:lnTo>
                  <a:pt x="295078" y="53384"/>
                </a:lnTo>
                <a:lnTo>
                  <a:pt x="317776" y="48917"/>
                </a:lnTo>
              </a:path>
            </a:pathLst>
          </a:custGeom>
          <a:noFill/>
          <a:ln w="6477">
            <a:solidFill>
              <a:srgbClr val="823D79">
                <a:alpha val="17000"/>
              </a:srgbClr>
            </a:solidFill>
            <a:prstDash val="solid"/>
          </a:ln>
        </p:spPr>
      </p:sp>
      <p:sp>
        <p:nvSpPr>
          <p:cNvPr id="155" name="knowledge-edge">
            <a:extLst>
              <a:ext uri="{FF2B5EF4-FFF2-40B4-BE49-F238E27FC236}">
                <a16:creationId xmlns:a16="http://schemas.microsoft.com/office/drawing/2014/main" id="{22EC4EED-0AD9-48AC-A731-7CDCDF67DF00}"/>
              </a:ext>
            </a:extLst>
          </p:cNvPr>
          <p:cNvSpPr>
            <a:spLocks noGrp="1"/>
          </p:cNvSpPr>
          <p:nvPr/>
        </p:nvSpPr>
        <p:spPr>
          <a:xfrm>
            <a:off x="4388699" y="5902095"/>
            <a:ext cx="258946" cy="98698"/>
          </a:xfrm>
          <a:custGeom>
            <a:avLst/>
            <a:gdLst/>
            <a:ahLst/>
            <a:cxnLst/>
            <a:rect l="0" t="0" r="0" b="0"/>
            <a:pathLst>
              <a:path w="258946" h="98698">
                <a:moveTo>
                  <a:pt x="0" y="49172"/>
                </a:moveTo>
                <a:lnTo>
                  <a:pt x="18496" y="64781"/>
                </a:lnTo>
                <a:lnTo>
                  <a:pt x="36992" y="77447"/>
                </a:lnTo>
                <a:lnTo>
                  <a:pt x="55488" y="87172"/>
                </a:lnTo>
                <a:lnTo>
                  <a:pt x="73985" y="93956"/>
                </a:lnTo>
                <a:lnTo>
                  <a:pt x="92481" y="97798"/>
                </a:lnTo>
                <a:lnTo>
                  <a:pt x="110977" y="98698"/>
                </a:lnTo>
                <a:lnTo>
                  <a:pt x="129473" y="96656"/>
                </a:lnTo>
                <a:lnTo>
                  <a:pt x="147969" y="91673"/>
                </a:lnTo>
                <a:lnTo>
                  <a:pt x="166465" y="83748"/>
                </a:lnTo>
                <a:lnTo>
                  <a:pt x="184961" y="72882"/>
                </a:lnTo>
                <a:lnTo>
                  <a:pt x="203458" y="59074"/>
                </a:lnTo>
                <a:lnTo>
                  <a:pt x="221954" y="42324"/>
                </a:lnTo>
                <a:lnTo>
                  <a:pt x="240450" y="22633"/>
                </a:lnTo>
                <a:lnTo>
                  <a:pt x="258946" y="0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56" name="knowledge-edge">
            <a:extLst>
              <a:ext uri="{FF2B5EF4-FFF2-40B4-BE49-F238E27FC236}">
                <a16:creationId xmlns:a16="http://schemas.microsoft.com/office/drawing/2014/main" id="{364E524E-789D-463F-BD06-D79DE435336F}"/>
              </a:ext>
            </a:extLst>
          </p:cNvPr>
          <p:cNvSpPr>
            <a:spLocks noGrp="1"/>
          </p:cNvSpPr>
          <p:nvPr/>
        </p:nvSpPr>
        <p:spPr>
          <a:xfrm>
            <a:off x="4293151" y="6036817"/>
            <a:ext cx="430917" cy="169658"/>
          </a:xfrm>
          <a:custGeom>
            <a:avLst/>
            <a:gdLst/>
            <a:ahLst/>
            <a:cxnLst/>
            <a:rect l="0" t="0" r="0" b="0"/>
            <a:pathLst>
              <a:path w="430917" h="169658">
                <a:moveTo>
                  <a:pt x="0" y="13009"/>
                </a:moveTo>
                <a:lnTo>
                  <a:pt x="30780" y="5850"/>
                </a:lnTo>
                <a:lnTo>
                  <a:pt x="61560" y="1514"/>
                </a:lnTo>
                <a:lnTo>
                  <a:pt x="92339" y="0"/>
                </a:lnTo>
                <a:lnTo>
                  <a:pt x="123119" y="1309"/>
                </a:lnTo>
                <a:lnTo>
                  <a:pt x="153899" y="5441"/>
                </a:lnTo>
                <a:lnTo>
                  <a:pt x="184679" y="12396"/>
                </a:lnTo>
                <a:lnTo>
                  <a:pt x="215459" y="22174"/>
                </a:lnTo>
                <a:lnTo>
                  <a:pt x="246239" y="34775"/>
                </a:lnTo>
                <a:lnTo>
                  <a:pt x="277018" y="50198"/>
                </a:lnTo>
                <a:lnTo>
                  <a:pt x="307798" y="68444"/>
                </a:lnTo>
                <a:lnTo>
                  <a:pt x="338578" y="89514"/>
                </a:lnTo>
                <a:lnTo>
                  <a:pt x="369358" y="113406"/>
                </a:lnTo>
                <a:lnTo>
                  <a:pt x="400138" y="140120"/>
                </a:lnTo>
                <a:lnTo>
                  <a:pt x="430917" y="169658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57" name="knowledge-cross-edge">
            <a:extLst>
              <a:ext uri="{FF2B5EF4-FFF2-40B4-BE49-F238E27FC236}">
                <a16:creationId xmlns:a16="http://schemas.microsoft.com/office/drawing/2014/main" id="{164C2577-87C3-4A21-9412-FEB584FC73F4}"/>
              </a:ext>
            </a:extLst>
          </p:cNvPr>
          <p:cNvSpPr>
            <a:spLocks noGrp="1"/>
          </p:cNvSpPr>
          <p:nvPr/>
        </p:nvSpPr>
        <p:spPr>
          <a:xfrm>
            <a:off x="4293151" y="6025235"/>
            <a:ext cx="507188" cy="341698"/>
          </a:xfrm>
          <a:custGeom>
            <a:avLst/>
            <a:gdLst/>
            <a:ahLst/>
            <a:cxnLst/>
            <a:rect l="0" t="0" r="0" b="0"/>
            <a:pathLst>
              <a:path w="507188" h="341698">
                <a:moveTo>
                  <a:pt x="0" y="24591"/>
                </a:moveTo>
                <a:lnTo>
                  <a:pt x="56818" y="8700"/>
                </a:lnTo>
                <a:lnTo>
                  <a:pt x="110990" y="503"/>
                </a:lnTo>
                <a:lnTo>
                  <a:pt x="162516" y="0"/>
                </a:lnTo>
                <a:lnTo>
                  <a:pt x="211396" y="7191"/>
                </a:lnTo>
                <a:lnTo>
                  <a:pt x="257630" y="22075"/>
                </a:lnTo>
                <a:lnTo>
                  <a:pt x="301219" y="44654"/>
                </a:lnTo>
                <a:lnTo>
                  <a:pt x="342162" y="74927"/>
                </a:lnTo>
                <a:lnTo>
                  <a:pt x="380459" y="112893"/>
                </a:lnTo>
                <a:lnTo>
                  <a:pt x="416110" y="158553"/>
                </a:lnTo>
                <a:lnTo>
                  <a:pt x="449115" y="211908"/>
                </a:lnTo>
                <a:lnTo>
                  <a:pt x="479475" y="272956"/>
                </a:lnTo>
                <a:lnTo>
                  <a:pt x="507188" y="341698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58" name="knowledge-edge">
            <a:extLst>
              <a:ext uri="{FF2B5EF4-FFF2-40B4-BE49-F238E27FC236}">
                <a16:creationId xmlns:a16="http://schemas.microsoft.com/office/drawing/2014/main" id="{E405E973-C789-4AD3-BB30-A158A972F605}"/>
              </a:ext>
            </a:extLst>
          </p:cNvPr>
          <p:cNvSpPr>
            <a:spLocks noGrp="1"/>
          </p:cNvSpPr>
          <p:nvPr/>
        </p:nvSpPr>
        <p:spPr>
          <a:xfrm>
            <a:off x="4130020" y="6286078"/>
            <a:ext cx="670320" cy="85106"/>
          </a:xfrm>
          <a:custGeom>
            <a:avLst/>
            <a:gdLst/>
            <a:ahLst/>
            <a:cxnLst/>
            <a:rect l="0" t="0" r="0" b="0"/>
            <a:pathLst>
              <a:path w="670320" h="85106">
                <a:moveTo>
                  <a:pt x="0" y="0"/>
                </a:moveTo>
                <a:lnTo>
                  <a:pt x="47880" y="14275"/>
                </a:lnTo>
                <a:lnTo>
                  <a:pt x="95760" y="27243"/>
                </a:lnTo>
                <a:lnTo>
                  <a:pt x="143640" y="38903"/>
                </a:lnTo>
                <a:lnTo>
                  <a:pt x="191520" y="49256"/>
                </a:lnTo>
                <a:lnTo>
                  <a:pt x="239400" y="58300"/>
                </a:lnTo>
                <a:lnTo>
                  <a:pt x="287280" y="66037"/>
                </a:lnTo>
                <a:lnTo>
                  <a:pt x="335160" y="72466"/>
                </a:lnTo>
                <a:lnTo>
                  <a:pt x="383040" y="77588"/>
                </a:lnTo>
                <a:lnTo>
                  <a:pt x="430920" y="81401"/>
                </a:lnTo>
                <a:lnTo>
                  <a:pt x="478800" y="83908"/>
                </a:lnTo>
                <a:lnTo>
                  <a:pt x="526680" y="85106"/>
                </a:lnTo>
                <a:lnTo>
                  <a:pt x="574560" y="84996"/>
                </a:lnTo>
                <a:lnTo>
                  <a:pt x="622440" y="83579"/>
                </a:lnTo>
                <a:lnTo>
                  <a:pt x="670320" y="80855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59" name="knowledge-cross-edge">
            <a:extLst>
              <a:ext uri="{FF2B5EF4-FFF2-40B4-BE49-F238E27FC236}">
                <a16:creationId xmlns:a16="http://schemas.microsoft.com/office/drawing/2014/main" id="{2888901F-166B-4630-A2DB-49DD177412FE}"/>
              </a:ext>
            </a:extLst>
          </p:cNvPr>
          <p:cNvSpPr>
            <a:spLocks noGrp="1"/>
          </p:cNvSpPr>
          <p:nvPr/>
        </p:nvSpPr>
        <p:spPr>
          <a:xfrm>
            <a:off x="4130020" y="6285948"/>
            <a:ext cx="702278" cy="478689"/>
          </a:xfrm>
          <a:custGeom>
            <a:avLst/>
            <a:gdLst/>
            <a:ahLst/>
            <a:cxnLst/>
            <a:rect l="0" t="0" r="0" b="0"/>
            <a:pathLst>
              <a:path w="702278" h="478689">
                <a:moveTo>
                  <a:pt x="0" y="131"/>
                </a:moveTo>
                <a:lnTo>
                  <a:pt x="73075" y="0"/>
                </a:lnTo>
                <a:lnTo>
                  <a:pt x="143505" y="7144"/>
                </a:lnTo>
                <a:lnTo>
                  <a:pt x="211288" y="21562"/>
                </a:lnTo>
                <a:lnTo>
                  <a:pt x="276426" y="43256"/>
                </a:lnTo>
                <a:lnTo>
                  <a:pt x="338918" y="72223"/>
                </a:lnTo>
                <a:lnTo>
                  <a:pt x="398764" y="108466"/>
                </a:lnTo>
                <a:lnTo>
                  <a:pt x="455964" y="151983"/>
                </a:lnTo>
                <a:lnTo>
                  <a:pt x="510519" y="202775"/>
                </a:lnTo>
                <a:lnTo>
                  <a:pt x="562427" y="260841"/>
                </a:lnTo>
                <a:lnTo>
                  <a:pt x="611690" y="326182"/>
                </a:lnTo>
                <a:lnTo>
                  <a:pt x="658307" y="398798"/>
                </a:lnTo>
                <a:lnTo>
                  <a:pt x="702278" y="478689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60" name="knowledge-long-edge">
            <a:extLst>
              <a:ext uri="{FF2B5EF4-FFF2-40B4-BE49-F238E27FC236}">
                <a16:creationId xmlns:a16="http://schemas.microsoft.com/office/drawing/2014/main" id="{8788C34C-AE1B-47BC-8D63-AA9D5F5AE115}"/>
              </a:ext>
            </a:extLst>
          </p:cNvPr>
          <p:cNvSpPr>
            <a:spLocks noGrp="1"/>
          </p:cNvSpPr>
          <p:nvPr/>
        </p:nvSpPr>
        <p:spPr>
          <a:xfrm>
            <a:off x="4130020" y="5873737"/>
            <a:ext cx="1043771" cy="412342"/>
          </a:xfrm>
          <a:custGeom>
            <a:avLst/>
            <a:gdLst/>
            <a:ahLst/>
            <a:cxnLst/>
            <a:rect l="0" t="0" r="0" b="0"/>
            <a:pathLst>
              <a:path w="1043771" h="412342">
                <a:moveTo>
                  <a:pt x="0" y="412342"/>
                </a:moveTo>
                <a:lnTo>
                  <a:pt x="65236" y="323274"/>
                </a:lnTo>
                <a:lnTo>
                  <a:pt x="130471" y="245019"/>
                </a:lnTo>
                <a:lnTo>
                  <a:pt x="195707" y="177577"/>
                </a:lnTo>
                <a:lnTo>
                  <a:pt x="260943" y="120949"/>
                </a:lnTo>
                <a:lnTo>
                  <a:pt x="326178" y="75133"/>
                </a:lnTo>
                <a:lnTo>
                  <a:pt x="391414" y="40130"/>
                </a:lnTo>
                <a:lnTo>
                  <a:pt x="456650" y="15940"/>
                </a:lnTo>
                <a:lnTo>
                  <a:pt x="521885" y="2564"/>
                </a:lnTo>
                <a:lnTo>
                  <a:pt x="587121" y="0"/>
                </a:lnTo>
                <a:lnTo>
                  <a:pt x="652357" y="8249"/>
                </a:lnTo>
                <a:lnTo>
                  <a:pt x="717592" y="27312"/>
                </a:lnTo>
                <a:lnTo>
                  <a:pt x="782828" y="57187"/>
                </a:lnTo>
                <a:lnTo>
                  <a:pt x="848064" y="97875"/>
                </a:lnTo>
                <a:lnTo>
                  <a:pt x="913299" y="149376"/>
                </a:lnTo>
                <a:lnTo>
                  <a:pt x="978535" y="211691"/>
                </a:lnTo>
                <a:lnTo>
                  <a:pt x="1043771" y="284818"/>
                </a:lnTo>
              </a:path>
            </a:pathLst>
          </a:custGeom>
          <a:noFill/>
          <a:ln w="4286">
            <a:solidFill>
              <a:srgbClr val="953E6D">
                <a:alpha val="9000"/>
              </a:srgbClr>
            </a:solidFill>
            <a:prstDash val="solid"/>
          </a:ln>
        </p:spPr>
      </p:sp>
      <p:sp>
        <p:nvSpPr>
          <p:cNvPr id="161" name="knowledge-edge">
            <a:extLst>
              <a:ext uri="{FF2B5EF4-FFF2-40B4-BE49-F238E27FC236}">
                <a16:creationId xmlns:a16="http://schemas.microsoft.com/office/drawing/2014/main" id="{FFF83660-EE80-49CD-B9A7-CA3C4786932D}"/>
              </a:ext>
            </a:extLst>
          </p:cNvPr>
          <p:cNvSpPr>
            <a:spLocks noGrp="1"/>
          </p:cNvSpPr>
          <p:nvPr/>
        </p:nvSpPr>
        <p:spPr>
          <a:xfrm>
            <a:off x="4393335" y="6675561"/>
            <a:ext cx="438963" cy="89075"/>
          </a:xfrm>
          <a:custGeom>
            <a:avLst/>
            <a:gdLst/>
            <a:ahLst/>
            <a:cxnLst/>
            <a:rect l="0" t="0" r="0" b="0"/>
            <a:pathLst>
              <a:path w="438963" h="89075">
                <a:moveTo>
                  <a:pt x="0" y="0"/>
                </a:moveTo>
                <a:lnTo>
                  <a:pt x="31355" y="10753"/>
                </a:lnTo>
                <a:lnTo>
                  <a:pt x="62709" y="20831"/>
                </a:lnTo>
                <a:lnTo>
                  <a:pt x="94064" y="30234"/>
                </a:lnTo>
                <a:lnTo>
                  <a:pt x="125418" y="38961"/>
                </a:lnTo>
                <a:lnTo>
                  <a:pt x="156773" y="47012"/>
                </a:lnTo>
                <a:lnTo>
                  <a:pt x="188127" y="54388"/>
                </a:lnTo>
                <a:lnTo>
                  <a:pt x="219482" y="61088"/>
                </a:lnTo>
                <a:lnTo>
                  <a:pt x="250836" y="67113"/>
                </a:lnTo>
                <a:lnTo>
                  <a:pt x="282191" y="72462"/>
                </a:lnTo>
                <a:lnTo>
                  <a:pt x="313545" y="77136"/>
                </a:lnTo>
                <a:lnTo>
                  <a:pt x="344900" y="81134"/>
                </a:lnTo>
                <a:lnTo>
                  <a:pt x="376254" y="84456"/>
                </a:lnTo>
                <a:lnTo>
                  <a:pt x="407609" y="87103"/>
                </a:lnTo>
                <a:lnTo>
                  <a:pt x="438963" y="89075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62" name="knowledge-cross-edge">
            <a:extLst>
              <a:ext uri="{FF2B5EF4-FFF2-40B4-BE49-F238E27FC236}">
                <a16:creationId xmlns:a16="http://schemas.microsoft.com/office/drawing/2014/main" id="{22DC1E26-C321-41E0-A0FA-FFAF1637CF9A}"/>
              </a:ext>
            </a:extLst>
          </p:cNvPr>
          <p:cNvSpPr>
            <a:spLocks noGrp="1"/>
          </p:cNvSpPr>
          <p:nvPr/>
        </p:nvSpPr>
        <p:spPr>
          <a:xfrm>
            <a:off x="4393335" y="6663717"/>
            <a:ext cx="188407" cy="321398"/>
          </a:xfrm>
          <a:custGeom>
            <a:avLst/>
            <a:gdLst/>
            <a:ahLst/>
            <a:cxnLst/>
            <a:rect l="0" t="0" r="0" b="0"/>
            <a:pathLst>
              <a:path w="188407" h="321398">
                <a:moveTo>
                  <a:pt x="0" y="11845"/>
                </a:moveTo>
                <a:lnTo>
                  <a:pt x="30253" y="2751"/>
                </a:lnTo>
                <a:lnTo>
                  <a:pt x="57860" y="0"/>
                </a:lnTo>
                <a:lnTo>
                  <a:pt x="82821" y="3593"/>
                </a:lnTo>
                <a:lnTo>
                  <a:pt x="105136" y="13530"/>
                </a:lnTo>
                <a:lnTo>
                  <a:pt x="124805" y="29811"/>
                </a:lnTo>
                <a:lnTo>
                  <a:pt x="141829" y="52435"/>
                </a:lnTo>
                <a:lnTo>
                  <a:pt x="156206" y="81403"/>
                </a:lnTo>
                <a:lnTo>
                  <a:pt x="167938" y="116715"/>
                </a:lnTo>
                <a:lnTo>
                  <a:pt x="177024" y="158370"/>
                </a:lnTo>
                <a:lnTo>
                  <a:pt x="183465" y="206369"/>
                </a:lnTo>
                <a:lnTo>
                  <a:pt x="187259" y="260712"/>
                </a:lnTo>
                <a:lnTo>
                  <a:pt x="188407" y="321398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63" name="knowledge-cross-edge">
            <a:extLst>
              <a:ext uri="{FF2B5EF4-FFF2-40B4-BE49-F238E27FC236}">
                <a16:creationId xmlns:a16="http://schemas.microsoft.com/office/drawing/2014/main" id="{B1870AC5-1E75-4F84-BAD4-904915C50D9C}"/>
              </a:ext>
            </a:extLst>
          </p:cNvPr>
          <p:cNvSpPr>
            <a:spLocks noGrp="1"/>
          </p:cNvSpPr>
          <p:nvPr/>
        </p:nvSpPr>
        <p:spPr>
          <a:xfrm>
            <a:off x="4393335" y="6366933"/>
            <a:ext cx="407004" cy="308628"/>
          </a:xfrm>
          <a:custGeom>
            <a:avLst/>
            <a:gdLst/>
            <a:ahLst/>
            <a:cxnLst/>
            <a:rect l="0" t="0" r="0" b="0"/>
            <a:pathLst>
              <a:path w="407004" h="308628">
                <a:moveTo>
                  <a:pt x="0" y="308628"/>
                </a:moveTo>
                <a:lnTo>
                  <a:pt x="19365" y="261922"/>
                </a:lnTo>
                <a:lnTo>
                  <a:pt x="41376" y="219032"/>
                </a:lnTo>
                <a:lnTo>
                  <a:pt x="66032" y="179958"/>
                </a:lnTo>
                <a:lnTo>
                  <a:pt x="93335" y="144700"/>
                </a:lnTo>
                <a:lnTo>
                  <a:pt x="123283" y="113257"/>
                </a:lnTo>
                <a:lnTo>
                  <a:pt x="155877" y="85630"/>
                </a:lnTo>
                <a:lnTo>
                  <a:pt x="191117" y="61819"/>
                </a:lnTo>
                <a:lnTo>
                  <a:pt x="229003" y="41823"/>
                </a:lnTo>
                <a:lnTo>
                  <a:pt x="269535" y="25644"/>
                </a:lnTo>
                <a:lnTo>
                  <a:pt x="312712" y="13280"/>
                </a:lnTo>
                <a:lnTo>
                  <a:pt x="358535" y="4732"/>
                </a:lnTo>
                <a:lnTo>
                  <a:pt x="407004" y="0"/>
                </a:lnTo>
              </a:path>
            </a:pathLst>
          </a:custGeom>
          <a:noFill/>
          <a:ln w="4953">
            <a:solidFill>
              <a:srgbClr val="953E6D">
                <a:alpha val="12000"/>
              </a:srgbClr>
            </a:solidFill>
            <a:prstDash val="solid"/>
          </a:ln>
        </p:spPr>
      </p:sp>
      <p:sp>
        <p:nvSpPr>
          <p:cNvPr id="164" name="knowledge-edge">
            <a:extLst>
              <a:ext uri="{FF2B5EF4-FFF2-40B4-BE49-F238E27FC236}">
                <a16:creationId xmlns:a16="http://schemas.microsoft.com/office/drawing/2014/main" id="{D8CE2CEC-0581-4344-91FA-B546D748621D}"/>
              </a:ext>
            </a:extLst>
          </p:cNvPr>
          <p:cNvSpPr>
            <a:spLocks noGrp="1"/>
          </p:cNvSpPr>
          <p:nvPr/>
        </p:nvSpPr>
        <p:spPr>
          <a:xfrm>
            <a:off x="4426639" y="6937651"/>
            <a:ext cx="155103" cy="88983"/>
          </a:xfrm>
          <a:custGeom>
            <a:avLst/>
            <a:gdLst/>
            <a:ahLst/>
            <a:cxnLst/>
            <a:rect l="0" t="0" r="0" b="0"/>
            <a:pathLst>
              <a:path w="155103" h="88983">
                <a:moveTo>
                  <a:pt x="0" y="88983"/>
                </a:moveTo>
                <a:lnTo>
                  <a:pt x="11079" y="68343"/>
                </a:lnTo>
                <a:lnTo>
                  <a:pt x="22158" y="50423"/>
                </a:lnTo>
                <a:lnTo>
                  <a:pt x="33236" y="35221"/>
                </a:lnTo>
                <a:lnTo>
                  <a:pt x="44315" y="22739"/>
                </a:lnTo>
                <a:lnTo>
                  <a:pt x="55394" y="12976"/>
                </a:lnTo>
                <a:lnTo>
                  <a:pt x="66473" y="5931"/>
                </a:lnTo>
                <a:lnTo>
                  <a:pt x="77552" y="1606"/>
                </a:lnTo>
                <a:lnTo>
                  <a:pt x="88630" y="0"/>
                </a:lnTo>
                <a:lnTo>
                  <a:pt x="99709" y="1113"/>
                </a:lnTo>
                <a:lnTo>
                  <a:pt x="110788" y="4945"/>
                </a:lnTo>
                <a:lnTo>
                  <a:pt x="121867" y="11496"/>
                </a:lnTo>
                <a:lnTo>
                  <a:pt x="132945" y="20766"/>
                </a:lnTo>
                <a:lnTo>
                  <a:pt x="144024" y="32755"/>
                </a:lnTo>
                <a:lnTo>
                  <a:pt x="155103" y="47463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65" name="knowledge-cross-edge">
            <a:extLst>
              <a:ext uri="{FF2B5EF4-FFF2-40B4-BE49-F238E27FC236}">
                <a16:creationId xmlns:a16="http://schemas.microsoft.com/office/drawing/2014/main" id="{FB99FD92-1635-4132-A9E0-1379947A41D4}"/>
              </a:ext>
            </a:extLst>
          </p:cNvPr>
          <p:cNvSpPr>
            <a:spLocks noGrp="1"/>
          </p:cNvSpPr>
          <p:nvPr/>
        </p:nvSpPr>
        <p:spPr>
          <a:xfrm>
            <a:off x="4426639" y="6974226"/>
            <a:ext cx="277705" cy="182792"/>
          </a:xfrm>
          <a:custGeom>
            <a:avLst/>
            <a:gdLst/>
            <a:ahLst/>
            <a:cxnLst/>
            <a:rect l="0" t="0" r="0" b="0"/>
            <a:pathLst>
              <a:path w="277705" h="182792">
                <a:moveTo>
                  <a:pt x="0" y="52408"/>
                </a:moveTo>
                <a:lnTo>
                  <a:pt x="37694" y="30319"/>
                </a:lnTo>
                <a:lnTo>
                  <a:pt x="72743" y="14221"/>
                </a:lnTo>
                <a:lnTo>
                  <a:pt x="105145" y="4114"/>
                </a:lnTo>
                <a:lnTo>
                  <a:pt x="134902" y="0"/>
                </a:lnTo>
                <a:lnTo>
                  <a:pt x="162013" y="1878"/>
                </a:lnTo>
                <a:lnTo>
                  <a:pt x="186478" y="9747"/>
                </a:lnTo>
                <a:lnTo>
                  <a:pt x="208297" y="23608"/>
                </a:lnTo>
                <a:lnTo>
                  <a:pt x="227470" y="43461"/>
                </a:lnTo>
                <a:lnTo>
                  <a:pt x="243998" y="69306"/>
                </a:lnTo>
                <a:lnTo>
                  <a:pt x="257879" y="101143"/>
                </a:lnTo>
                <a:lnTo>
                  <a:pt x="269115" y="138971"/>
                </a:lnTo>
                <a:lnTo>
                  <a:pt x="277705" y="182792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66" name="knowledge-edge">
            <a:extLst>
              <a:ext uri="{FF2B5EF4-FFF2-40B4-BE49-F238E27FC236}">
                <a16:creationId xmlns:a16="http://schemas.microsoft.com/office/drawing/2014/main" id="{1ACF5C68-358B-499B-96B6-63B722B138A8}"/>
              </a:ext>
            </a:extLst>
          </p:cNvPr>
          <p:cNvSpPr>
            <a:spLocks noGrp="1"/>
          </p:cNvSpPr>
          <p:nvPr/>
        </p:nvSpPr>
        <p:spPr>
          <a:xfrm>
            <a:off x="4358843" y="7157018"/>
            <a:ext cx="345502" cy="80600"/>
          </a:xfrm>
          <a:custGeom>
            <a:avLst/>
            <a:gdLst/>
            <a:ahLst/>
            <a:cxnLst/>
            <a:rect l="0" t="0" r="0" b="0"/>
            <a:pathLst>
              <a:path w="345502" h="80600">
                <a:moveTo>
                  <a:pt x="0" y="78231"/>
                </a:moveTo>
                <a:lnTo>
                  <a:pt x="24679" y="79980"/>
                </a:lnTo>
                <a:lnTo>
                  <a:pt x="49357" y="80600"/>
                </a:lnTo>
                <a:lnTo>
                  <a:pt x="74036" y="80091"/>
                </a:lnTo>
                <a:lnTo>
                  <a:pt x="98715" y="78454"/>
                </a:lnTo>
                <a:lnTo>
                  <a:pt x="123393" y="75688"/>
                </a:lnTo>
                <a:lnTo>
                  <a:pt x="148072" y="71793"/>
                </a:lnTo>
                <a:lnTo>
                  <a:pt x="172751" y="66769"/>
                </a:lnTo>
                <a:lnTo>
                  <a:pt x="197430" y="60617"/>
                </a:lnTo>
                <a:lnTo>
                  <a:pt x="222108" y="53336"/>
                </a:lnTo>
                <a:lnTo>
                  <a:pt x="246787" y="44926"/>
                </a:lnTo>
                <a:lnTo>
                  <a:pt x="271466" y="35388"/>
                </a:lnTo>
                <a:lnTo>
                  <a:pt x="296144" y="24721"/>
                </a:lnTo>
                <a:lnTo>
                  <a:pt x="320823" y="12925"/>
                </a:lnTo>
                <a:lnTo>
                  <a:pt x="345502" y="0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67" name="knowledge-cross-edge">
            <a:extLst>
              <a:ext uri="{FF2B5EF4-FFF2-40B4-BE49-F238E27FC236}">
                <a16:creationId xmlns:a16="http://schemas.microsoft.com/office/drawing/2014/main" id="{F8DB0C31-8599-474B-9315-07673B8F75A0}"/>
              </a:ext>
            </a:extLst>
          </p:cNvPr>
          <p:cNvSpPr>
            <a:spLocks noGrp="1"/>
          </p:cNvSpPr>
          <p:nvPr/>
        </p:nvSpPr>
        <p:spPr>
          <a:xfrm>
            <a:off x="4358843" y="7082683"/>
            <a:ext cx="483179" cy="152566"/>
          </a:xfrm>
          <a:custGeom>
            <a:avLst/>
            <a:gdLst/>
            <a:ahLst/>
            <a:cxnLst/>
            <a:rect l="0" t="0" r="0" b="0"/>
            <a:pathLst>
              <a:path w="483179" h="152566">
                <a:moveTo>
                  <a:pt x="0" y="152566"/>
                </a:moveTo>
                <a:lnTo>
                  <a:pt x="54817" y="127535"/>
                </a:lnTo>
                <a:lnTo>
                  <a:pt x="106988" y="104743"/>
                </a:lnTo>
                <a:lnTo>
                  <a:pt x="156513" y="84191"/>
                </a:lnTo>
                <a:lnTo>
                  <a:pt x="203393" y="65879"/>
                </a:lnTo>
                <a:lnTo>
                  <a:pt x="247626" y="49806"/>
                </a:lnTo>
                <a:lnTo>
                  <a:pt x="289214" y="35972"/>
                </a:lnTo>
                <a:lnTo>
                  <a:pt x="328156" y="24378"/>
                </a:lnTo>
                <a:lnTo>
                  <a:pt x="364452" y="15023"/>
                </a:lnTo>
                <a:lnTo>
                  <a:pt x="398103" y="7908"/>
                </a:lnTo>
                <a:lnTo>
                  <a:pt x="429107" y="3033"/>
                </a:lnTo>
                <a:lnTo>
                  <a:pt x="457466" y="397"/>
                </a:lnTo>
                <a:lnTo>
                  <a:pt x="483179" y="0"/>
                </a:lnTo>
              </a:path>
            </a:pathLst>
          </a:custGeom>
          <a:noFill/>
          <a:ln w="5334">
            <a:solidFill>
              <a:srgbClr val="953E6D">
                <a:alpha val="13000"/>
              </a:srgbClr>
            </a:solidFill>
            <a:prstDash val="solid"/>
          </a:ln>
        </p:spPr>
      </p:sp>
      <p:sp>
        <p:nvSpPr>
          <p:cNvPr id="168" name="knowledge-long-edge">
            <a:extLst>
              <a:ext uri="{FF2B5EF4-FFF2-40B4-BE49-F238E27FC236}">
                <a16:creationId xmlns:a16="http://schemas.microsoft.com/office/drawing/2014/main" id="{C5D92F85-4E1B-4F7C-9C72-7CBDC981EF12}"/>
              </a:ext>
            </a:extLst>
          </p:cNvPr>
          <p:cNvSpPr>
            <a:spLocks noGrp="1"/>
          </p:cNvSpPr>
          <p:nvPr/>
        </p:nvSpPr>
        <p:spPr>
          <a:xfrm>
            <a:off x="4358843" y="6698497"/>
            <a:ext cx="664550" cy="536752"/>
          </a:xfrm>
          <a:custGeom>
            <a:avLst/>
            <a:gdLst/>
            <a:ahLst/>
            <a:cxnLst/>
            <a:rect l="0" t="0" r="0" b="0"/>
            <a:pathLst>
              <a:path w="664550" h="536752">
                <a:moveTo>
                  <a:pt x="0" y="536752"/>
                </a:moveTo>
                <a:lnTo>
                  <a:pt x="41534" y="432946"/>
                </a:lnTo>
                <a:lnTo>
                  <a:pt x="83069" y="340281"/>
                </a:lnTo>
                <a:lnTo>
                  <a:pt x="124603" y="258755"/>
                </a:lnTo>
                <a:lnTo>
                  <a:pt x="166137" y="188370"/>
                </a:lnTo>
                <a:lnTo>
                  <a:pt x="207672" y="129124"/>
                </a:lnTo>
                <a:lnTo>
                  <a:pt x="249206" y="81019"/>
                </a:lnTo>
                <a:lnTo>
                  <a:pt x="290741" y="44054"/>
                </a:lnTo>
                <a:lnTo>
                  <a:pt x="332275" y="18229"/>
                </a:lnTo>
                <a:lnTo>
                  <a:pt x="373809" y="3545"/>
                </a:lnTo>
                <a:lnTo>
                  <a:pt x="415344" y="0"/>
                </a:lnTo>
                <a:lnTo>
                  <a:pt x="456878" y="7595"/>
                </a:lnTo>
                <a:lnTo>
                  <a:pt x="498412" y="26331"/>
                </a:lnTo>
                <a:lnTo>
                  <a:pt x="539947" y="56207"/>
                </a:lnTo>
                <a:lnTo>
                  <a:pt x="581481" y="97223"/>
                </a:lnTo>
                <a:lnTo>
                  <a:pt x="623015" y="149379"/>
                </a:lnTo>
                <a:lnTo>
                  <a:pt x="664550" y="212675"/>
                </a:lnTo>
              </a:path>
            </a:pathLst>
          </a:custGeom>
          <a:noFill/>
          <a:ln w="4286">
            <a:solidFill>
              <a:srgbClr val="953E6D">
                <a:alpha val="9000"/>
              </a:srgbClr>
            </a:solidFill>
            <a:prstDash val="solid"/>
          </a:ln>
        </p:spPr>
      </p:sp>
      <p:sp>
        <p:nvSpPr>
          <p:cNvPr id="169" name="knowledge-edge">
            <a:extLst>
              <a:ext uri="{FF2B5EF4-FFF2-40B4-BE49-F238E27FC236}">
                <a16:creationId xmlns:a16="http://schemas.microsoft.com/office/drawing/2014/main" id="{F06E31B8-613B-412A-A515-1DA6E006917C}"/>
              </a:ext>
            </a:extLst>
          </p:cNvPr>
          <p:cNvSpPr>
            <a:spLocks noGrp="1"/>
          </p:cNvSpPr>
          <p:nvPr/>
        </p:nvSpPr>
        <p:spPr>
          <a:xfrm>
            <a:off x="4221433" y="7082683"/>
            <a:ext cx="620588" cy="197057"/>
          </a:xfrm>
          <a:custGeom>
            <a:avLst/>
            <a:gdLst/>
            <a:ahLst/>
            <a:cxnLst/>
            <a:rect l="0" t="0" r="0" b="0"/>
            <a:pathLst>
              <a:path w="620588" h="197057">
                <a:moveTo>
                  <a:pt x="0" y="194797"/>
                </a:moveTo>
                <a:lnTo>
                  <a:pt x="44328" y="197057"/>
                </a:lnTo>
                <a:lnTo>
                  <a:pt x="88655" y="196829"/>
                </a:lnTo>
                <a:lnTo>
                  <a:pt x="132983" y="194112"/>
                </a:lnTo>
                <a:lnTo>
                  <a:pt x="177311" y="188907"/>
                </a:lnTo>
                <a:lnTo>
                  <a:pt x="221639" y="181214"/>
                </a:lnTo>
                <a:lnTo>
                  <a:pt x="265966" y="171033"/>
                </a:lnTo>
                <a:lnTo>
                  <a:pt x="310294" y="158363"/>
                </a:lnTo>
                <a:lnTo>
                  <a:pt x="354622" y="143204"/>
                </a:lnTo>
                <a:lnTo>
                  <a:pt x="398949" y="125558"/>
                </a:lnTo>
                <a:lnTo>
                  <a:pt x="443277" y="105423"/>
                </a:lnTo>
                <a:lnTo>
                  <a:pt x="487605" y="82800"/>
                </a:lnTo>
                <a:lnTo>
                  <a:pt x="531933" y="57688"/>
                </a:lnTo>
                <a:lnTo>
                  <a:pt x="576260" y="30088"/>
                </a:lnTo>
                <a:lnTo>
                  <a:pt x="620588" y="0"/>
                </a:lnTo>
              </a:path>
            </a:pathLst>
          </a:custGeom>
          <a:noFill/>
          <a:ln w="6477">
            <a:solidFill>
              <a:srgbClr val="953E6D">
                <a:alpha val="17000"/>
              </a:srgbClr>
            </a:solidFill>
            <a:prstDash val="solid"/>
          </a:ln>
        </p:spPr>
      </p:sp>
      <p:sp>
        <p:nvSpPr>
          <p:cNvPr id="170" name="knowledge-edge">
            <a:extLst>
              <a:ext uri="{FF2B5EF4-FFF2-40B4-BE49-F238E27FC236}">
                <a16:creationId xmlns:a16="http://schemas.microsoft.com/office/drawing/2014/main" id="{03A439F0-948B-4536-AD75-08E79BA00234}"/>
              </a:ext>
            </a:extLst>
          </p:cNvPr>
          <p:cNvSpPr>
            <a:spLocks noGrp="1"/>
          </p:cNvSpPr>
          <p:nvPr/>
        </p:nvSpPr>
        <p:spPr>
          <a:xfrm>
            <a:off x="4647645" y="5805782"/>
            <a:ext cx="356895" cy="96313"/>
          </a:xfrm>
          <a:custGeom>
            <a:avLst/>
            <a:gdLst/>
            <a:ahLst/>
            <a:cxnLst/>
            <a:rect l="0" t="0" r="0" b="0"/>
            <a:pathLst>
              <a:path w="356895" h="96313">
                <a:moveTo>
                  <a:pt x="0" y="96313"/>
                </a:moveTo>
                <a:lnTo>
                  <a:pt x="25492" y="77721"/>
                </a:lnTo>
                <a:lnTo>
                  <a:pt x="50985" y="61120"/>
                </a:lnTo>
                <a:lnTo>
                  <a:pt x="76477" y="46511"/>
                </a:lnTo>
                <a:lnTo>
                  <a:pt x="101970" y="33893"/>
                </a:lnTo>
                <a:lnTo>
                  <a:pt x="127462" y="23266"/>
                </a:lnTo>
                <a:lnTo>
                  <a:pt x="152955" y="14630"/>
                </a:lnTo>
                <a:lnTo>
                  <a:pt x="178447" y="7986"/>
                </a:lnTo>
                <a:lnTo>
                  <a:pt x="203940" y="3332"/>
                </a:lnTo>
                <a:lnTo>
                  <a:pt x="229432" y="671"/>
                </a:lnTo>
                <a:lnTo>
                  <a:pt x="254925" y="0"/>
                </a:lnTo>
                <a:lnTo>
                  <a:pt x="280417" y="1321"/>
                </a:lnTo>
                <a:lnTo>
                  <a:pt x="305910" y="4633"/>
                </a:lnTo>
                <a:lnTo>
                  <a:pt x="331402" y="9936"/>
                </a:lnTo>
                <a:lnTo>
                  <a:pt x="356895" y="17230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1" name="knowledge-cross-edge">
            <a:extLst>
              <a:ext uri="{FF2B5EF4-FFF2-40B4-BE49-F238E27FC236}">
                <a16:creationId xmlns:a16="http://schemas.microsoft.com/office/drawing/2014/main" id="{101EBCC0-F4F7-452D-B53B-B0538847B40E}"/>
              </a:ext>
            </a:extLst>
          </p:cNvPr>
          <p:cNvSpPr>
            <a:spLocks noGrp="1"/>
          </p:cNvSpPr>
          <p:nvPr/>
        </p:nvSpPr>
        <p:spPr>
          <a:xfrm>
            <a:off x="4647645" y="5889587"/>
            <a:ext cx="526146" cy="268967"/>
          </a:xfrm>
          <a:custGeom>
            <a:avLst/>
            <a:gdLst/>
            <a:ahLst/>
            <a:cxnLst/>
            <a:rect l="0" t="0" r="0" b="0"/>
            <a:pathLst>
              <a:path w="526146" h="268967">
                <a:moveTo>
                  <a:pt x="0" y="12508"/>
                </a:moveTo>
                <a:lnTo>
                  <a:pt x="58398" y="3491"/>
                </a:lnTo>
                <a:lnTo>
                  <a:pt x="114149" y="0"/>
                </a:lnTo>
                <a:lnTo>
                  <a:pt x="167255" y="2034"/>
                </a:lnTo>
                <a:lnTo>
                  <a:pt x="217715" y="9593"/>
                </a:lnTo>
                <a:lnTo>
                  <a:pt x="265529" y="22677"/>
                </a:lnTo>
                <a:lnTo>
                  <a:pt x="310698" y="41286"/>
                </a:lnTo>
                <a:lnTo>
                  <a:pt x="353220" y="65420"/>
                </a:lnTo>
                <a:lnTo>
                  <a:pt x="393097" y="95079"/>
                </a:lnTo>
                <a:lnTo>
                  <a:pt x="430328" y="130264"/>
                </a:lnTo>
                <a:lnTo>
                  <a:pt x="464913" y="170973"/>
                </a:lnTo>
                <a:lnTo>
                  <a:pt x="496852" y="217207"/>
                </a:lnTo>
                <a:lnTo>
                  <a:pt x="526146" y="268967"/>
                </a:lnTo>
              </a:path>
            </a:pathLst>
          </a:custGeom>
          <a:noFill/>
          <a:ln w="5334">
            <a:solidFill>
              <a:srgbClr val="A83F60">
                <a:alpha val="13000"/>
              </a:srgbClr>
            </a:solidFill>
            <a:prstDash val="solid"/>
          </a:ln>
        </p:spPr>
      </p:sp>
      <p:sp>
        <p:nvSpPr>
          <p:cNvPr id="172" name="knowledge-edge">
            <a:extLst>
              <a:ext uri="{FF2B5EF4-FFF2-40B4-BE49-F238E27FC236}">
                <a16:creationId xmlns:a16="http://schemas.microsoft.com/office/drawing/2014/main" id="{B2D22AB9-D803-4729-968F-0422DC9E6AE2}"/>
              </a:ext>
            </a:extLst>
          </p:cNvPr>
          <p:cNvSpPr>
            <a:spLocks noGrp="1"/>
          </p:cNvSpPr>
          <p:nvPr/>
        </p:nvSpPr>
        <p:spPr>
          <a:xfrm>
            <a:off x="4724068" y="6158555"/>
            <a:ext cx="449722" cy="83383"/>
          </a:xfrm>
          <a:custGeom>
            <a:avLst/>
            <a:gdLst/>
            <a:ahLst/>
            <a:cxnLst/>
            <a:rect l="0" t="0" r="0" b="0"/>
            <a:pathLst>
              <a:path w="449722" h="83383">
                <a:moveTo>
                  <a:pt x="0" y="47920"/>
                </a:moveTo>
                <a:lnTo>
                  <a:pt x="32123" y="59664"/>
                </a:lnTo>
                <a:lnTo>
                  <a:pt x="64246" y="69075"/>
                </a:lnTo>
                <a:lnTo>
                  <a:pt x="96369" y="76152"/>
                </a:lnTo>
                <a:lnTo>
                  <a:pt x="128492" y="80896"/>
                </a:lnTo>
                <a:lnTo>
                  <a:pt x="160615" y="83306"/>
                </a:lnTo>
                <a:lnTo>
                  <a:pt x="192738" y="83383"/>
                </a:lnTo>
                <a:lnTo>
                  <a:pt x="224861" y="81127"/>
                </a:lnTo>
                <a:lnTo>
                  <a:pt x="256984" y="76537"/>
                </a:lnTo>
                <a:lnTo>
                  <a:pt x="289107" y="69614"/>
                </a:lnTo>
                <a:lnTo>
                  <a:pt x="321230" y="60358"/>
                </a:lnTo>
                <a:lnTo>
                  <a:pt x="353353" y="48769"/>
                </a:lnTo>
                <a:lnTo>
                  <a:pt x="385476" y="34846"/>
                </a:lnTo>
                <a:lnTo>
                  <a:pt x="417599" y="18590"/>
                </a:lnTo>
                <a:lnTo>
                  <a:pt x="449722" y="0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3" name="knowledge-cross-edge">
            <a:extLst>
              <a:ext uri="{FF2B5EF4-FFF2-40B4-BE49-F238E27FC236}">
                <a16:creationId xmlns:a16="http://schemas.microsoft.com/office/drawing/2014/main" id="{E6268AFE-6676-4311-A918-24D73D341AE8}"/>
              </a:ext>
            </a:extLst>
          </p:cNvPr>
          <p:cNvSpPr>
            <a:spLocks noGrp="1"/>
          </p:cNvSpPr>
          <p:nvPr/>
        </p:nvSpPr>
        <p:spPr>
          <a:xfrm>
            <a:off x="4724068" y="6206475"/>
            <a:ext cx="516975" cy="325741"/>
          </a:xfrm>
          <a:custGeom>
            <a:avLst/>
            <a:gdLst/>
            <a:ahLst/>
            <a:cxnLst/>
            <a:rect l="0" t="0" r="0" b="0"/>
            <a:pathLst>
              <a:path w="516975" h="325741">
                <a:moveTo>
                  <a:pt x="0" y="0"/>
                </a:moveTo>
                <a:lnTo>
                  <a:pt x="57633" y="9914"/>
                </a:lnTo>
                <a:lnTo>
                  <a:pt x="112621" y="22961"/>
                </a:lnTo>
                <a:lnTo>
                  <a:pt x="164963" y="39141"/>
                </a:lnTo>
                <a:lnTo>
                  <a:pt x="214658" y="58453"/>
                </a:lnTo>
                <a:lnTo>
                  <a:pt x="261708" y="80899"/>
                </a:lnTo>
                <a:lnTo>
                  <a:pt x="306113" y="106478"/>
                </a:lnTo>
                <a:lnTo>
                  <a:pt x="347871" y="135189"/>
                </a:lnTo>
                <a:lnTo>
                  <a:pt x="386983" y="167034"/>
                </a:lnTo>
                <a:lnTo>
                  <a:pt x="423450" y="202011"/>
                </a:lnTo>
                <a:lnTo>
                  <a:pt x="457271" y="240121"/>
                </a:lnTo>
                <a:lnTo>
                  <a:pt x="488446" y="281365"/>
                </a:lnTo>
                <a:lnTo>
                  <a:pt x="516975" y="325741"/>
                </a:lnTo>
              </a:path>
            </a:pathLst>
          </a:custGeom>
          <a:noFill/>
          <a:ln w="5334">
            <a:solidFill>
              <a:srgbClr val="A83F60">
                <a:alpha val="13000"/>
              </a:srgbClr>
            </a:solidFill>
            <a:prstDash val="solid"/>
          </a:ln>
        </p:spPr>
      </p:sp>
      <p:sp>
        <p:nvSpPr>
          <p:cNvPr id="174" name="knowledge-long-edge">
            <a:extLst>
              <a:ext uri="{FF2B5EF4-FFF2-40B4-BE49-F238E27FC236}">
                <a16:creationId xmlns:a16="http://schemas.microsoft.com/office/drawing/2014/main" id="{742E6CD4-3FFA-49AE-9862-1564A92390A4}"/>
              </a:ext>
            </a:extLst>
          </p:cNvPr>
          <p:cNvSpPr>
            <a:spLocks noGrp="1"/>
          </p:cNvSpPr>
          <p:nvPr/>
        </p:nvSpPr>
        <p:spPr>
          <a:xfrm>
            <a:off x="4724068" y="6024751"/>
            <a:ext cx="927085" cy="535349"/>
          </a:xfrm>
          <a:custGeom>
            <a:avLst/>
            <a:gdLst/>
            <a:ahLst/>
            <a:cxnLst/>
            <a:rect l="0" t="0" r="0" b="0"/>
            <a:pathLst>
              <a:path w="927085" h="535349">
                <a:moveTo>
                  <a:pt x="0" y="181724"/>
                </a:moveTo>
                <a:lnTo>
                  <a:pt x="57943" y="125242"/>
                </a:lnTo>
                <a:lnTo>
                  <a:pt x="115886" y="79238"/>
                </a:lnTo>
                <a:lnTo>
                  <a:pt x="173828" y="43712"/>
                </a:lnTo>
                <a:lnTo>
                  <a:pt x="231771" y="18663"/>
                </a:lnTo>
                <a:lnTo>
                  <a:pt x="289714" y="4093"/>
                </a:lnTo>
                <a:lnTo>
                  <a:pt x="347657" y="0"/>
                </a:lnTo>
                <a:lnTo>
                  <a:pt x="405600" y="6385"/>
                </a:lnTo>
                <a:lnTo>
                  <a:pt x="463542" y="23248"/>
                </a:lnTo>
                <a:lnTo>
                  <a:pt x="521485" y="50588"/>
                </a:lnTo>
                <a:lnTo>
                  <a:pt x="579428" y="88406"/>
                </a:lnTo>
                <a:lnTo>
                  <a:pt x="637371" y="136702"/>
                </a:lnTo>
                <a:lnTo>
                  <a:pt x="695313" y="195476"/>
                </a:lnTo>
                <a:lnTo>
                  <a:pt x="753256" y="264728"/>
                </a:lnTo>
                <a:lnTo>
                  <a:pt x="811199" y="344457"/>
                </a:lnTo>
                <a:lnTo>
                  <a:pt x="869142" y="434664"/>
                </a:lnTo>
                <a:lnTo>
                  <a:pt x="927085" y="535349"/>
                </a:lnTo>
              </a:path>
            </a:pathLst>
          </a:custGeom>
          <a:noFill/>
          <a:ln w="4286">
            <a:solidFill>
              <a:srgbClr val="A83F60">
                <a:alpha val="9000"/>
              </a:srgbClr>
            </a:solidFill>
            <a:prstDash val="solid"/>
          </a:ln>
        </p:spPr>
      </p:sp>
      <p:sp>
        <p:nvSpPr>
          <p:cNvPr id="175" name="knowledge-edge">
            <a:extLst>
              <a:ext uri="{FF2B5EF4-FFF2-40B4-BE49-F238E27FC236}">
                <a16:creationId xmlns:a16="http://schemas.microsoft.com/office/drawing/2014/main" id="{EE8E322D-FC7E-4174-A84C-3C3286B77FCB}"/>
              </a:ext>
            </a:extLst>
          </p:cNvPr>
          <p:cNvSpPr>
            <a:spLocks noGrp="1"/>
          </p:cNvSpPr>
          <p:nvPr/>
        </p:nvSpPr>
        <p:spPr>
          <a:xfrm>
            <a:off x="4800339" y="6366933"/>
            <a:ext cx="440704" cy="165283"/>
          </a:xfrm>
          <a:custGeom>
            <a:avLst/>
            <a:gdLst/>
            <a:ahLst/>
            <a:cxnLst/>
            <a:rect l="0" t="0" r="0" b="0"/>
            <a:pathLst>
              <a:path w="440704" h="165283">
                <a:moveTo>
                  <a:pt x="0" y="0"/>
                </a:moveTo>
                <a:lnTo>
                  <a:pt x="31479" y="5773"/>
                </a:lnTo>
                <a:lnTo>
                  <a:pt x="62958" y="12474"/>
                </a:lnTo>
                <a:lnTo>
                  <a:pt x="94437" y="20103"/>
                </a:lnTo>
                <a:lnTo>
                  <a:pt x="125916" y="28660"/>
                </a:lnTo>
                <a:lnTo>
                  <a:pt x="157394" y="38145"/>
                </a:lnTo>
                <a:lnTo>
                  <a:pt x="188873" y="48559"/>
                </a:lnTo>
                <a:lnTo>
                  <a:pt x="220352" y="59901"/>
                </a:lnTo>
                <a:lnTo>
                  <a:pt x="251831" y="72171"/>
                </a:lnTo>
                <a:lnTo>
                  <a:pt x="283310" y="85369"/>
                </a:lnTo>
                <a:lnTo>
                  <a:pt x="314789" y="99496"/>
                </a:lnTo>
                <a:lnTo>
                  <a:pt x="346268" y="114550"/>
                </a:lnTo>
                <a:lnTo>
                  <a:pt x="377747" y="130533"/>
                </a:lnTo>
                <a:lnTo>
                  <a:pt x="409225" y="147444"/>
                </a:lnTo>
                <a:lnTo>
                  <a:pt x="440704" y="165283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6" name="knowledge-cross-edge">
            <a:extLst>
              <a:ext uri="{FF2B5EF4-FFF2-40B4-BE49-F238E27FC236}">
                <a16:creationId xmlns:a16="http://schemas.microsoft.com/office/drawing/2014/main" id="{0D8B80E6-96C5-408E-ADFE-679B1CC5F59F}"/>
              </a:ext>
            </a:extLst>
          </p:cNvPr>
          <p:cNvSpPr>
            <a:spLocks noGrp="1"/>
          </p:cNvSpPr>
          <p:nvPr/>
        </p:nvSpPr>
        <p:spPr>
          <a:xfrm>
            <a:off x="4800339" y="6366933"/>
            <a:ext cx="311086" cy="322129"/>
          </a:xfrm>
          <a:custGeom>
            <a:avLst/>
            <a:gdLst/>
            <a:ahLst/>
            <a:cxnLst/>
            <a:rect l="0" t="0" r="0" b="0"/>
            <a:pathLst>
              <a:path w="311086" h="322129">
                <a:moveTo>
                  <a:pt x="0" y="0"/>
                </a:moveTo>
                <a:lnTo>
                  <a:pt x="40476" y="1595"/>
                </a:lnTo>
                <a:lnTo>
                  <a:pt x="78306" y="7781"/>
                </a:lnTo>
                <a:lnTo>
                  <a:pt x="113490" y="18558"/>
                </a:lnTo>
                <a:lnTo>
                  <a:pt x="146029" y="33925"/>
                </a:lnTo>
                <a:lnTo>
                  <a:pt x="175921" y="53883"/>
                </a:lnTo>
                <a:lnTo>
                  <a:pt x="203168" y="78432"/>
                </a:lnTo>
                <a:lnTo>
                  <a:pt x="227769" y="107571"/>
                </a:lnTo>
                <a:lnTo>
                  <a:pt x="249724" y="141301"/>
                </a:lnTo>
                <a:lnTo>
                  <a:pt x="269034" y="179622"/>
                </a:lnTo>
                <a:lnTo>
                  <a:pt x="285697" y="222534"/>
                </a:lnTo>
                <a:lnTo>
                  <a:pt x="299715" y="270036"/>
                </a:lnTo>
                <a:lnTo>
                  <a:pt x="311086" y="322129"/>
                </a:lnTo>
              </a:path>
            </a:pathLst>
          </a:custGeom>
          <a:noFill/>
          <a:ln w="5334">
            <a:solidFill>
              <a:srgbClr val="A83F60">
                <a:alpha val="13000"/>
              </a:srgbClr>
            </a:solidFill>
            <a:prstDash val="solid"/>
          </a:ln>
        </p:spPr>
      </p:sp>
      <p:sp>
        <p:nvSpPr>
          <p:cNvPr id="177" name="knowledge-edge">
            <a:extLst>
              <a:ext uri="{FF2B5EF4-FFF2-40B4-BE49-F238E27FC236}">
                <a16:creationId xmlns:a16="http://schemas.microsoft.com/office/drawing/2014/main" id="{DCDCC3B2-1637-435C-8354-699F0DCBAE1E}"/>
              </a:ext>
            </a:extLst>
          </p:cNvPr>
          <p:cNvSpPr>
            <a:spLocks noGrp="1"/>
          </p:cNvSpPr>
          <p:nvPr/>
        </p:nvSpPr>
        <p:spPr>
          <a:xfrm>
            <a:off x="4832298" y="6689062"/>
            <a:ext cx="279128" cy="78306"/>
          </a:xfrm>
          <a:custGeom>
            <a:avLst/>
            <a:gdLst/>
            <a:ahLst/>
            <a:cxnLst/>
            <a:rect l="0" t="0" r="0" b="0"/>
            <a:pathLst>
              <a:path w="279128" h="78306">
                <a:moveTo>
                  <a:pt x="0" y="75574"/>
                </a:moveTo>
                <a:lnTo>
                  <a:pt x="19938" y="77504"/>
                </a:lnTo>
                <a:lnTo>
                  <a:pt x="39875" y="78306"/>
                </a:lnTo>
                <a:lnTo>
                  <a:pt x="59813" y="77980"/>
                </a:lnTo>
                <a:lnTo>
                  <a:pt x="79751" y="76528"/>
                </a:lnTo>
                <a:lnTo>
                  <a:pt x="99689" y="73948"/>
                </a:lnTo>
                <a:lnTo>
                  <a:pt x="119626" y="70240"/>
                </a:lnTo>
                <a:lnTo>
                  <a:pt x="139564" y="65406"/>
                </a:lnTo>
                <a:lnTo>
                  <a:pt x="159502" y="59444"/>
                </a:lnTo>
                <a:lnTo>
                  <a:pt x="179439" y="52355"/>
                </a:lnTo>
                <a:lnTo>
                  <a:pt x="199377" y="44138"/>
                </a:lnTo>
                <a:lnTo>
                  <a:pt x="219315" y="34795"/>
                </a:lnTo>
                <a:lnTo>
                  <a:pt x="239252" y="24324"/>
                </a:lnTo>
                <a:lnTo>
                  <a:pt x="259190" y="12726"/>
                </a:lnTo>
                <a:lnTo>
                  <a:pt x="279128" y="0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78" name="knowledge-cross-edge">
            <a:extLst>
              <a:ext uri="{FF2B5EF4-FFF2-40B4-BE49-F238E27FC236}">
                <a16:creationId xmlns:a16="http://schemas.microsoft.com/office/drawing/2014/main" id="{FC156902-28CB-4F57-A066-63C99E05E280}"/>
              </a:ext>
            </a:extLst>
          </p:cNvPr>
          <p:cNvSpPr>
            <a:spLocks noGrp="1"/>
          </p:cNvSpPr>
          <p:nvPr/>
        </p:nvSpPr>
        <p:spPr>
          <a:xfrm>
            <a:off x="4832298" y="6732199"/>
            <a:ext cx="191095" cy="178973"/>
          </a:xfrm>
          <a:custGeom>
            <a:avLst/>
            <a:gdLst/>
            <a:ahLst/>
            <a:cxnLst/>
            <a:rect l="0" t="0" r="0" b="0"/>
            <a:pathLst>
              <a:path w="191095" h="178973">
                <a:moveTo>
                  <a:pt x="0" y="32438"/>
                </a:moveTo>
                <a:lnTo>
                  <a:pt x="30477" y="16708"/>
                </a:lnTo>
                <a:lnTo>
                  <a:pt x="58307" y="6058"/>
                </a:lnTo>
                <a:lnTo>
                  <a:pt x="83492" y="489"/>
                </a:lnTo>
                <a:lnTo>
                  <a:pt x="106032" y="0"/>
                </a:lnTo>
                <a:lnTo>
                  <a:pt x="125925" y="4591"/>
                </a:lnTo>
                <a:lnTo>
                  <a:pt x="143172" y="14262"/>
                </a:lnTo>
                <a:lnTo>
                  <a:pt x="157774" y="29014"/>
                </a:lnTo>
                <a:lnTo>
                  <a:pt x="169730" y="48845"/>
                </a:lnTo>
                <a:lnTo>
                  <a:pt x="179040" y="73757"/>
                </a:lnTo>
                <a:lnTo>
                  <a:pt x="185704" y="103749"/>
                </a:lnTo>
                <a:lnTo>
                  <a:pt x="189722" y="138821"/>
                </a:lnTo>
                <a:lnTo>
                  <a:pt x="191095" y="178973"/>
                </a:lnTo>
              </a:path>
            </a:pathLst>
          </a:custGeom>
          <a:noFill/>
          <a:ln w="5334">
            <a:solidFill>
              <a:srgbClr val="A83F60">
                <a:alpha val="13000"/>
              </a:srgbClr>
            </a:solidFill>
            <a:prstDash val="solid"/>
          </a:ln>
        </p:spPr>
      </p:sp>
      <p:sp>
        <p:nvSpPr>
          <p:cNvPr id="179" name="knowledge-long-edge">
            <a:extLst>
              <a:ext uri="{FF2B5EF4-FFF2-40B4-BE49-F238E27FC236}">
                <a16:creationId xmlns:a16="http://schemas.microsoft.com/office/drawing/2014/main" id="{13B82891-47EF-47B3-9871-AA9B906CABBE}"/>
              </a:ext>
            </a:extLst>
          </p:cNvPr>
          <p:cNvSpPr>
            <a:spLocks noGrp="1"/>
          </p:cNvSpPr>
          <p:nvPr/>
        </p:nvSpPr>
        <p:spPr>
          <a:xfrm>
            <a:off x="4832298" y="6576706"/>
            <a:ext cx="643491" cy="318595"/>
          </a:xfrm>
          <a:custGeom>
            <a:avLst/>
            <a:gdLst/>
            <a:ahLst/>
            <a:cxnLst/>
            <a:rect l="0" t="0" r="0" b="0"/>
            <a:pathLst>
              <a:path w="643491" h="318595">
                <a:moveTo>
                  <a:pt x="0" y="187930"/>
                </a:moveTo>
                <a:lnTo>
                  <a:pt x="40218" y="137741"/>
                </a:lnTo>
                <a:lnTo>
                  <a:pt x="80436" y="95332"/>
                </a:lnTo>
                <a:lnTo>
                  <a:pt x="120655" y="60704"/>
                </a:lnTo>
                <a:lnTo>
                  <a:pt x="160873" y="33857"/>
                </a:lnTo>
                <a:lnTo>
                  <a:pt x="201091" y="14790"/>
                </a:lnTo>
                <a:lnTo>
                  <a:pt x="241309" y="3505"/>
                </a:lnTo>
                <a:lnTo>
                  <a:pt x="281528" y="0"/>
                </a:lnTo>
                <a:lnTo>
                  <a:pt x="321746" y="4276"/>
                </a:lnTo>
                <a:lnTo>
                  <a:pt x="361964" y="16333"/>
                </a:lnTo>
                <a:lnTo>
                  <a:pt x="402182" y="36171"/>
                </a:lnTo>
                <a:lnTo>
                  <a:pt x="442400" y="63790"/>
                </a:lnTo>
                <a:lnTo>
                  <a:pt x="482619" y="99189"/>
                </a:lnTo>
                <a:lnTo>
                  <a:pt x="522837" y="142369"/>
                </a:lnTo>
                <a:lnTo>
                  <a:pt x="563055" y="193330"/>
                </a:lnTo>
                <a:lnTo>
                  <a:pt x="603273" y="252072"/>
                </a:lnTo>
                <a:lnTo>
                  <a:pt x="643491" y="318595"/>
                </a:lnTo>
              </a:path>
            </a:pathLst>
          </a:custGeom>
          <a:noFill/>
          <a:ln w="4286">
            <a:solidFill>
              <a:srgbClr val="A83F60">
                <a:alpha val="9000"/>
              </a:srgbClr>
            </a:solidFill>
            <a:prstDash val="solid"/>
          </a:ln>
        </p:spPr>
      </p:sp>
      <p:sp>
        <p:nvSpPr>
          <p:cNvPr id="180" name="knowledge-edge">
            <a:extLst>
              <a:ext uri="{FF2B5EF4-FFF2-40B4-BE49-F238E27FC236}">
                <a16:creationId xmlns:a16="http://schemas.microsoft.com/office/drawing/2014/main" id="{ED7E163E-D048-44B3-803F-8E3486D85EED}"/>
              </a:ext>
            </a:extLst>
          </p:cNvPr>
          <p:cNvSpPr>
            <a:spLocks noGrp="1"/>
          </p:cNvSpPr>
          <p:nvPr/>
        </p:nvSpPr>
        <p:spPr>
          <a:xfrm>
            <a:off x="4581742" y="6911172"/>
            <a:ext cx="441650" cy="73943"/>
          </a:xfrm>
          <a:custGeom>
            <a:avLst/>
            <a:gdLst/>
            <a:ahLst/>
            <a:cxnLst/>
            <a:rect l="0" t="0" r="0" b="0"/>
            <a:pathLst>
              <a:path w="441650" h="73943">
                <a:moveTo>
                  <a:pt x="0" y="73943"/>
                </a:moveTo>
                <a:lnTo>
                  <a:pt x="31546" y="72144"/>
                </a:lnTo>
                <a:lnTo>
                  <a:pt x="63093" y="69809"/>
                </a:lnTo>
                <a:lnTo>
                  <a:pt x="94639" y="66938"/>
                </a:lnTo>
                <a:lnTo>
                  <a:pt x="126186" y="63532"/>
                </a:lnTo>
                <a:lnTo>
                  <a:pt x="157732" y="59589"/>
                </a:lnTo>
                <a:lnTo>
                  <a:pt x="189279" y="55111"/>
                </a:lnTo>
                <a:lnTo>
                  <a:pt x="220825" y="50098"/>
                </a:lnTo>
                <a:lnTo>
                  <a:pt x="252372" y="44548"/>
                </a:lnTo>
                <a:lnTo>
                  <a:pt x="283918" y="38463"/>
                </a:lnTo>
                <a:lnTo>
                  <a:pt x="315465" y="31842"/>
                </a:lnTo>
                <a:lnTo>
                  <a:pt x="347011" y="24685"/>
                </a:lnTo>
                <a:lnTo>
                  <a:pt x="378557" y="16992"/>
                </a:lnTo>
                <a:lnTo>
                  <a:pt x="410104" y="8764"/>
                </a:lnTo>
                <a:lnTo>
                  <a:pt x="441650" y="0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81" name="knowledge-cross-edge">
            <a:extLst>
              <a:ext uri="{FF2B5EF4-FFF2-40B4-BE49-F238E27FC236}">
                <a16:creationId xmlns:a16="http://schemas.microsoft.com/office/drawing/2014/main" id="{76435366-E1B1-46C7-B690-34145358CEAD}"/>
              </a:ext>
            </a:extLst>
          </p:cNvPr>
          <p:cNvSpPr>
            <a:spLocks noGrp="1"/>
          </p:cNvSpPr>
          <p:nvPr/>
        </p:nvSpPr>
        <p:spPr>
          <a:xfrm>
            <a:off x="4581742" y="6969222"/>
            <a:ext cx="570424" cy="101270"/>
          </a:xfrm>
          <a:custGeom>
            <a:avLst/>
            <a:gdLst/>
            <a:ahLst/>
            <a:cxnLst/>
            <a:rect l="0" t="0" r="0" b="0"/>
            <a:pathLst>
              <a:path w="570424" h="101270">
                <a:moveTo>
                  <a:pt x="0" y="15893"/>
                </a:moveTo>
                <a:lnTo>
                  <a:pt x="62087" y="7837"/>
                </a:lnTo>
                <a:lnTo>
                  <a:pt x="121529" y="2539"/>
                </a:lnTo>
                <a:lnTo>
                  <a:pt x="178325" y="0"/>
                </a:lnTo>
                <a:lnTo>
                  <a:pt x="232475" y="219"/>
                </a:lnTo>
                <a:lnTo>
                  <a:pt x="283979" y="3196"/>
                </a:lnTo>
                <a:lnTo>
                  <a:pt x="332837" y="8932"/>
                </a:lnTo>
                <a:lnTo>
                  <a:pt x="379049" y="17426"/>
                </a:lnTo>
                <a:lnTo>
                  <a:pt x="422616" y="28678"/>
                </a:lnTo>
                <a:lnTo>
                  <a:pt x="463537" y="42689"/>
                </a:lnTo>
                <a:lnTo>
                  <a:pt x="501812" y="59458"/>
                </a:lnTo>
                <a:lnTo>
                  <a:pt x="537441" y="78985"/>
                </a:lnTo>
                <a:lnTo>
                  <a:pt x="570424" y="101270"/>
                </a:lnTo>
              </a:path>
            </a:pathLst>
          </a:custGeom>
          <a:noFill/>
          <a:ln w="5334">
            <a:solidFill>
              <a:srgbClr val="A83F60">
                <a:alpha val="13000"/>
              </a:srgbClr>
            </a:solidFill>
            <a:prstDash val="solid"/>
          </a:ln>
        </p:spPr>
      </p:sp>
      <p:sp>
        <p:nvSpPr>
          <p:cNvPr id="182" name="knowledge-edge">
            <a:extLst>
              <a:ext uri="{FF2B5EF4-FFF2-40B4-BE49-F238E27FC236}">
                <a16:creationId xmlns:a16="http://schemas.microsoft.com/office/drawing/2014/main" id="{62A75A81-00DA-4C62-9A9A-0C0868E6A195}"/>
              </a:ext>
            </a:extLst>
          </p:cNvPr>
          <p:cNvSpPr>
            <a:spLocks noGrp="1"/>
          </p:cNvSpPr>
          <p:nvPr/>
        </p:nvSpPr>
        <p:spPr>
          <a:xfrm>
            <a:off x="4704344" y="7070492"/>
            <a:ext cx="447822" cy="106142"/>
          </a:xfrm>
          <a:custGeom>
            <a:avLst/>
            <a:gdLst/>
            <a:ahLst/>
            <a:cxnLst/>
            <a:rect l="0" t="0" r="0" b="0"/>
            <a:pathLst>
              <a:path w="447822" h="106142">
                <a:moveTo>
                  <a:pt x="0" y="86526"/>
                </a:moveTo>
                <a:lnTo>
                  <a:pt x="31987" y="94755"/>
                </a:lnTo>
                <a:lnTo>
                  <a:pt x="63975" y="100768"/>
                </a:lnTo>
                <a:lnTo>
                  <a:pt x="95962" y="104564"/>
                </a:lnTo>
                <a:lnTo>
                  <a:pt x="127949" y="106142"/>
                </a:lnTo>
                <a:lnTo>
                  <a:pt x="159936" y="105504"/>
                </a:lnTo>
                <a:lnTo>
                  <a:pt x="191924" y="102649"/>
                </a:lnTo>
                <a:lnTo>
                  <a:pt x="223911" y="97577"/>
                </a:lnTo>
                <a:lnTo>
                  <a:pt x="255898" y="90288"/>
                </a:lnTo>
                <a:lnTo>
                  <a:pt x="287885" y="80783"/>
                </a:lnTo>
                <a:lnTo>
                  <a:pt x="319873" y="69060"/>
                </a:lnTo>
                <a:lnTo>
                  <a:pt x="351860" y="55120"/>
                </a:lnTo>
                <a:lnTo>
                  <a:pt x="383847" y="38964"/>
                </a:lnTo>
                <a:lnTo>
                  <a:pt x="415834" y="20590"/>
                </a:lnTo>
                <a:lnTo>
                  <a:pt x="447822" y="0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83" name="knowledge-cross-edge">
            <a:extLst>
              <a:ext uri="{FF2B5EF4-FFF2-40B4-BE49-F238E27FC236}">
                <a16:creationId xmlns:a16="http://schemas.microsoft.com/office/drawing/2014/main" id="{DCBFBB15-A7A7-4063-982E-85E4CE50E9E2}"/>
              </a:ext>
            </a:extLst>
          </p:cNvPr>
          <p:cNvSpPr>
            <a:spLocks noGrp="1"/>
          </p:cNvSpPr>
          <p:nvPr/>
        </p:nvSpPr>
        <p:spPr>
          <a:xfrm>
            <a:off x="4704344" y="7157018"/>
            <a:ext cx="292659" cy="56561"/>
          </a:xfrm>
          <a:custGeom>
            <a:avLst/>
            <a:gdLst/>
            <a:ahLst/>
            <a:cxnLst/>
            <a:rect l="0" t="0" r="0" b="0"/>
            <a:pathLst>
              <a:path w="292659" h="56561">
                <a:moveTo>
                  <a:pt x="0" y="0"/>
                </a:moveTo>
                <a:lnTo>
                  <a:pt x="38940" y="12294"/>
                </a:lnTo>
                <a:lnTo>
                  <a:pt x="75235" y="23085"/>
                </a:lnTo>
                <a:lnTo>
                  <a:pt x="108884" y="32375"/>
                </a:lnTo>
                <a:lnTo>
                  <a:pt x="139886" y="40162"/>
                </a:lnTo>
                <a:lnTo>
                  <a:pt x="168243" y="46446"/>
                </a:lnTo>
                <a:lnTo>
                  <a:pt x="193955" y="51228"/>
                </a:lnTo>
                <a:lnTo>
                  <a:pt x="217020" y="54508"/>
                </a:lnTo>
                <a:lnTo>
                  <a:pt x="237439" y="56286"/>
                </a:lnTo>
                <a:lnTo>
                  <a:pt x="255213" y="56561"/>
                </a:lnTo>
                <a:lnTo>
                  <a:pt x="270341" y="55334"/>
                </a:lnTo>
                <a:lnTo>
                  <a:pt x="282823" y="52605"/>
                </a:lnTo>
                <a:lnTo>
                  <a:pt x="292659" y="48373"/>
                </a:lnTo>
              </a:path>
            </a:pathLst>
          </a:custGeom>
          <a:noFill/>
          <a:ln w="5334">
            <a:solidFill>
              <a:srgbClr val="A83F60">
                <a:alpha val="13000"/>
              </a:srgbClr>
            </a:solidFill>
            <a:prstDash val="solid"/>
          </a:ln>
        </p:spPr>
      </p:sp>
      <p:sp>
        <p:nvSpPr>
          <p:cNvPr id="184" name="knowledge-edge">
            <a:extLst>
              <a:ext uri="{FF2B5EF4-FFF2-40B4-BE49-F238E27FC236}">
                <a16:creationId xmlns:a16="http://schemas.microsoft.com/office/drawing/2014/main" id="{E9E86908-808F-4FE9-B069-185161E601A0}"/>
              </a:ext>
            </a:extLst>
          </p:cNvPr>
          <p:cNvSpPr>
            <a:spLocks noGrp="1"/>
          </p:cNvSpPr>
          <p:nvPr/>
        </p:nvSpPr>
        <p:spPr>
          <a:xfrm>
            <a:off x="4842021" y="7082683"/>
            <a:ext cx="154982" cy="125285"/>
          </a:xfrm>
          <a:custGeom>
            <a:avLst/>
            <a:gdLst/>
            <a:ahLst/>
            <a:cxnLst/>
            <a:rect l="0" t="0" r="0" b="0"/>
            <a:pathLst>
              <a:path w="154982" h="125285">
                <a:moveTo>
                  <a:pt x="0" y="0"/>
                </a:moveTo>
                <a:lnTo>
                  <a:pt x="11070" y="19656"/>
                </a:lnTo>
                <a:lnTo>
                  <a:pt x="22140" y="37637"/>
                </a:lnTo>
                <a:lnTo>
                  <a:pt x="33210" y="53942"/>
                </a:lnTo>
                <a:lnTo>
                  <a:pt x="44281" y="68571"/>
                </a:lnTo>
                <a:lnTo>
                  <a:pt x="55351" y="81525"/>
                </a:lnTo>
                <a:lnTo>
                  <a:pt x="66421" y="92803"/>
                </a:lnTo>
                <a:lnTo>
                  <a:pt x="77491" y="102406"/>
                </a:lnTo>
                <a:lnTo>
                  <a:pt x="88561" y="110333"/>
                </a:lnTo>
                <a:lnTo>
                  <a:pt x="99631" y="116584"/>
                </a:lnTo>
                <a:lnTo>
                  <a:pt x="110702" y="121160"/>
                </a:lnTo>
                <a:lnTo>
                  <a:pt x="121772" y="124060"/>
                </a:lnTo>
                <a:lnTo>
                  <a:pt x="132842" y="125285"/>
                </a:lnTo>
                <a:lnTo>
                  <a:pt x="143912" y="124834"/>
                </a:lnTo>
                <a:lnTo>
                  <a:pt x="154982" y="122707"/>
                </a:lnTo>
              </a:path>
            </a:pathLst>
          </a:custGeom>
          <a:noFill/>
          <a:ln w="6477">
            <a:solidFill>
              <a:srgbClr val="A83F60">
                <a:alpha val="17000"/>
              </a:srgbClr>
            </a:solidFill>
            <a:prstDash val="solid"/>
          </a:ln>
        </p:spPr>
      </p:sp>
      <p:sp>
        <p:nvSpPr>
          <p:cNvPr id="185" name="knowledge-edge">
            <a:extLst>
              <a:ext uri="{FF2B5EF4-FFF2-40B4-BE49-F238E27FC236}">
                <a16:creationId xmlns:a16="http://schemas.microsoft.com/office/drawing/2014/main" id="{39A9A14A-EC55-4E1E-9718-A795C996FCC7}"/>
              </a:ext>
            </a:extLst>
          </p:cNvPr>
          <p:cNvSpPr>
            <a:spLocks noGrp="1"/>
          </p:cNvSpPr>
          <p:nvPr/>
        </p:nvSpPr>
        <p:spPr>
          <a:xfrm>
            <a:off x="5004540" y="5823012"/>
            <a:ext cx="493467" cy="128981"/>
          </a:xfrm>
          <a:custGeom>
            <a:avLst/>
            <a:gdLst/>
            <a:ahLst/>
            <a:cxnLst/>
            <a:rect l="0" t="0" r="0" b="0"/>
            <a:pathLst>
              <a:path w="493467" h="128981">
                <a:moveTo>
                  <a:pt x="0" y="0"/>
                </a:moveTo>
                <a:lnTo>
                  <a:pt x="35248" y="24591"/>
                </a:lnTo>
                <a:lnTo>
                  <a:pt x="70495" y="46584"/>
                </a:lnTo>
                <a:lnTo>
                  <a:pt x="105743" y="65978"/>
                </a:lnTo>
                <a:lnTo>
                  <a:pt x="140990" y="82774"/>
                </a:lnTo>
                <a:lnTo>
                  <a:pt x="176238" y="96971"/>
                </a:lnTo>
                <a:lnTo>
                  <a:pt x="211486" y="108570"/>
                </a:lnTo>
                <a:lnTo>
                  <a:pt x="246733" y="117570"/>
                </a:lnTo>
                <a:lnTo>
                  <a:pt x="281981" y="123972"/>
                </a:lnTo>
                <a:lnTo>
                  <a:pt x="317229" y="127776"/>
                </a:lnTo>
                <a:lnTo>
                  <a:pt x="352476" y="128981"/>
                </a:lnTo>
                <a:lnTo>
                  <a:pt x="387724" y="127588"/>
                </a:lnTo>
                <a:lnTo>
                  <a:pt x="422971" y="123596"/>
                </a:lnTo>
                <a:lnTo>
                  <a:pt x="458219" y="117006"/>
                </a:lnTo>
                <a:lnTo>
                  <a:pt x="493467" y="107818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86" name="knowledge-edge">
            <a:extLst>
              <a:ext uri="{FF2B5EF4-FFF2-40B4-BE49-F238E27FC236}">
                <a16:creationId xmlns:a16="http://schemas.microsoft.com/office/drawing/2014/main" id="{2C423663-E0CF-4EA9-A0CD-EBED3910C97D}"/>
              </a:ext>
            </a:extLst>
          </p:cNvPr>
          <p:cNvSpPr>
            <a:spLocks noGrp="1"/>
          </p:cNvSpPr>
          <p:nvPr/>
        </p:nvSpPr>
        <p:spPr>
          <a:xfrm>
            <a:off x="5173790" y="6158555"/>
            <a:ext cx="501564" cy="103222"/>
          </a:xfrm>
          <a:custGeom>
            <a:avLst/>
            <a:gdLst/>
            <a:ahLst/>
            <a:cxnLst/>
            <a:rect l="0" t="0" r="0" b="0"/>
            <a:pathLst>
              <a:path w="501564" h="103222">
                <a:moveTo>
                  <a:pt x="0" y="0"/>
                </a:moveTo>
                <a:lnTo>
                  <a:pt x="35826" y="8069"/>
                </a:lnTo>
                <a:lnTo>
                  <a:pt x="71652" y="16032"/>
                </a:lnTo>
                <a:lnTo>
                  <a:pt x="107478" y="23887"/>
                </a:lnTo>
                <a:lnTo>
                  <a:pt x="143304" y="31635"/>
                </a:lnTo>
                <a:lnTo>
                  <a:pt x="179130" y="39276"/>
                </a:lnTo>
                <a:lnTo>
                  <a:pt x="214956" y="46809"/>
                </a:lnTo>
                <a:lnTo>
                  <a:pt x="250782" y="54236"/>
                </a:lnTo>
                <a:lnTo>
                  <a:pt x="286608" y="61555"/>
                </a:lnTo>
                <a:lnTo>
                  <a:pt x="322434" y="68768"/>
                </a:lnTo>
                <a:lnTo>
                  <a:pt x="358260" y="75873"/>
                </a:lnTo>
                <a:lnTo>
                  <a:pt x="394086" y="82871"/>
                </a:lnTo>
                <a:lnTo>
                  <a:pt x="429912" y="89762"/>
                </a:lnTo>
                <a:lnTo>
                  <a:pt x="465738" y="96545"/>
                </a:lnTo>
                <a:lnTo>
                  <a:pt x="501564" y="103222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87" name="knowledge-cross-edge">
            <a:extLst>
              <a:ext uri="{FF2B5EF4-FFF2-40B4-BE49-F238E27FC236}">
                <a16:creationId xmlns:a16="http://schemas.microsoft.com/office/drawing/2014/main" id="{A9F4223F-7EFD-4601-80F6-819609EF2BC3}"/>
              </a:ext>
            </a:extLst>
          </p:cNvPr>
          <p:cNvSpPr>
            <a:spLocks noGrp="1"/>
          </p:cNvSpPr>
          <p:nvPr/>
        </p:nvSpPr>
        <p:spPr>
          <a:xfrm>
            <a:off x="5173790" y="5928046"/>
            <a:ext cx="324216" cy="230509"/>
          </a:xfrm>
          <a:custGeom>
            <a:avLst/>
            <a:gdLst/>
            <a:ahLst/>
            <a:cxnLst/>
            <a:rect l="0" t="0" r="0" b="0"/>
            <a:pathLst>
              <a:path w="324216" h="230509">
                <a:moveTo>
                  <a:pt x="0" y="230509"/>
                </a:moveTo>
                <a:lnTo>
                  <a:pt x="12466" y="189770"/>
                </a:lnTo>
                <a:lnTo>
                  <a:pt x="27578" y="152989"/>
                </a:lnTo>
                <a:lnTo>
                  <a:pt x="45335" y="120163"/>
                </a:lnTo>
                <a:lnTo>
                  <a:pt x="65739" y="91295"/>
                </a:lnTo>
                <a:lnTo>
                  <a:pt x="88788" y="66383"/>
                </a:lnTo>
                <a:lnTo>
                  <a:pt x="114483" y="45428"/>
                </a:lnTo>
                <a:lnTo>
                  <a:pt x="142824" y="28429"/>
                </a:lnTo>
                <a:lnTo>
                  <a:pt x="173811" y="15387"/>
                </a:lnTo>
                <a:lnTo>
                  <a:pt x="207443" y="6301"/>
                </a:lnTo>
                <a:lnTo>
                  <a:pt x="243722" y="1172"/>
                </a:lnTo>
                <a:lnTo>
                  <a:pt x="282646" y="0"/>
                </a:lnTo>
                <a:lnTo>
                  <a:pt x="324216" y="2784"/>
                </a:lnTo>
              </a:path>
            </a:pathLst>
          </a:custGeom>
          <a:noFill/>
          <a:ln w="4953">
            <a:solidFill>
              <a:srgbClr val="BB4054">
                <a:alpha val="12000"/>
              </a:srgbClr>
            </a:solidFill>
            <a:prstDash val="solid"/>
          </a:ln>
        </p:spPr>
      </p:sp>
      <p:sp>
        <p:nvSpPr>
          <p:cNvPr id="188" name="knowledge-edge">
            <a:extLst>
              <a:ext uri="{FF2B5EF4-FFF2-40B4-BE49-F238E27FC236}">
                <a16:creationId xmlns:a16="http://schemas.microsoft.com/office/drawing/2014/main" id="{689D1C6E-A873-4223-9263-C9517A9F72D4}"/>
              </a:ext>
            </a:extLst>
          </p:cNvPr>
          <p:cNvSpPr>
            <a:spLocks noGrp="1"/>
          </p:cNvSpPr>
          <p:nvPr/>
        </p:nvSpPr>
        <p:spPr>
          <a:xfrm>
            <a:off x="5241043" y="6532216"/>
            <a:ext cx="410110" cy="27884"/>
          </a:xfrm>
          <a:custGeom>
            <a:avLst/>
            <a:gdLst/>
            <a:ahLst/>
            <a:cxnLst/>
            <a:rect l="0" t="0" r="0" b="0"/>
            <a:pathLst>
              <a:path w="410110" h="27884">
                <a:moveTo>
                  <a:pt x="0" y="0"/>
                </a:moveTo>
                <a:lnTo>
                  <a:pt x="29294" y="747"/>
                </a:lnTo>
                <a:lnTo>
                  <a:pt x="58587" y="1685"/>
                </a:lnTo>
                <a:lnTo>
                  <a:pt x="87881" y="2815"/>
                </a:lnTo>
                <a:lnTo>
                  <a:pt x="117174" y="4136"/>
                </a:lnTo>
                <a:lnTo>
                  <a:pt x="146468" y="5649"/>
                </a:lnTo>
                <a:lnTo>
                  <a:pt x="175761" y="7353"/>
                </a:lnTo>
                <a:lnTo>
                  <a:pt x="205055" y="9249"/>
                </a:lnTo>
                <a:lnTo>
                  <a:pt x="234348" y="11337"/>
                </a:lnTo>
                <a:lnTo>
                  <a:pt x="263642" y="13616"/>
                </a:lnTo>
                <a:lnTo>
                  <a:pt x="292935" y="16086"/>
                </a:lnTo>
                <a:lnTo>
                  <a:pt x="322229" y="18749"/>
                </a:lnTo>
                <a:lnTo>
                  <a:pt x="351522" y="21602"/>
                </a:lnTo>
                <a:lnTo>
                  <a:pt x="380816" y="24647"/>
                </a:lnTo>
                <a:lnTo>
                  <a:pt x="410110" y="27884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89" name="knowledge-edge">
            <a:extLst>
              <a:ext uri="{FF2B5EF4-FFF2-40B4-BE49-F238E27FC236}">
                <a16:creationId xmlns:a16="http://schemas.microsoft.com/office/drawing/2014/main" id="{0F6A51B5-E5BF-4054-886F-0DEA27515440}"/>
              </a:ext>
            </a:extLst>
          </p:cNvPr>
          <p:cNvSpPr>
            <a:spLocks noGrp="1"/>
          </p:cNvSpPr>
          <p:nvPr/>
        </p:nvSpPr>
        <p:spPr>
          <a:xfrm>
            <a:off x="5111426" y="6689062"/>
            <a:ext cx="262595" cy="150207"/>
          </a:xfrm>
          <a:custGeom>
            <a:avLst/>
            <a:gdLst/>
            <a:ahLst/>
            <a:cxnLst/>
            <a:rect l="0" t="0" r="0" b="0"/>
            <a:pathLst>
              <a:path w="262595" h="150207">
                <a:moveTo>
                  <a:pt x="0" y="0"/>
                </a:moveTo>
                <a:lnTo>
                  <a:pt x="18757" y="23167"/>
                </a:lnTo>
                <a:lnTo>
                  <a:pt x="37514" y="44397"/>
                </a:lnTo>
                <a:lnTo>
                  <a:pt x="56270" y="63691"/>
                </a:lnTo>
                <a:lnTo>
                  <a:pt x="75027" y="81049"/>
                </a:lnTo>
                <a:lnTo>
                  <a:pt x="93784" y="96471"/>
                </a:lnTo>
                <a:lnTo>
                  <a:pt x="112541" y="109956"/>
                </a:lnTo>
                <a:lnTo>
                  <a:pt x="131297" y="121505"/>
                </a:lnTo>
                <a:lnTo>
                  <a:pt x="150054" y="131118"/>
                </a:lnTo>
                <a:lnTo>
                  <a:pt x="168811" y="138795"/>
                </a:lnTo>
                <a:lnTo>
                  <a:pt x="187568" y="144535"/>
                </a:lnTo>
                <a:lnTo>
                  <a:pt x="206324" y="148339"/>
                </a:lnTo>
                <a:lnTo>
                  <a:pt x="225081" y="150207"/>
                </a:lnTo>
                <a:lnTo>
                  <a:pt x="243838" y="150138"/>
                </a:lnTo>
                <a:lnTo>
                  <a:pt x="262595" y="148133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90" name="knowledge-cross-edge">
            <a:extLst>
              <a:ext uri="{FF2B5EF4-FFF2-40B4-BE49-F238E27FC236}">
                <a16:creationId xmlns:a16="http://schemas.microsoft.com/office/drawing/2014/main" id="{A6C46F2C-CB7B-4102-A600-FA6E4BFD2041}"/>
              </a:ext>
            </a:extLst>
          </p:cNvPr>
          <p:cNvSpPr>
            <a:spLocks noGrp="1"/>
          </p:cNvSpPr>
          <p:nvPr/>
        </p:nvSpPr>
        <p:spPr>
          <a:xfrm>
            <a:off x="5111426" y="6689062"/>
            <a:ext cx="364364" cy="206239"/>
          </a:xfrm>
          <a:custGeom>
            <a:avLst/>
            <a:gdLst/>
            <a:ahLst/>
            <a:cxnLst/>
            <a:rect l="0" t="0" r="0" b="0"/>
            <a:pathLst>
              <a:path w="364364" h="206239">
                <a:moveTo>
                  <a:pt x="0" y="0"/>
                </a:moveTo>
                <a:lnTo>
                  <a:pt x="44916" y="2898"/>
                </a:lnTo>
                <a:lnTo>
                  <a:pt x="87186" y="8395"/>
                </a:lnTo>
                <a:lnTo>
                  <a:pt x="126810" y="16489"/>
                </a:lnTo>
                <a:lnTo>
                  <a:pt x="163788" y="27181"/>
                </a:lnTo>
                <a:lnTo>
                  <a:pt x="198120" y="40470"/>
                </a:lnTo>
                <a:lnTo>
                  <a:pt x="229807" y="56358"/>
                </a:lnTo>
                <a:lnTo>
                  <a:pt x="258848" y="74844"/>
                </a:lnTo>
                <a:lnTo>
                  <a:pt x="285242" y="95927"/>
                </a:lnTo>
                <a:lnTo>
                  <a:pt x="308992" y="119608"/>
                </a:lnTo>
                <a:lnTo>
                  <a:pt x="330095" y="145887"/>
                </a:lnTo>
                <a:lnTo>
                  <a:pt x="348552" y="174764"/>
                </a:lnTo>
                <a:lnTo>
                  <a:pt x="364364" y="206239"/>
                </a:lnTo>
              </a:path>
            </a:pathLst>
          </a:custGeom>
          <a:noFill/>
          <a:ln w="5334">
            <a:solidFill>
              <a:srgbClr val="BB4054">
                <a:alpha val="13000"/>
              </a:srgbClr>
            </a:solidFill>
            <a:prstDash val="solid"/>
          </a:ln>
        </p:spPr>
      </p:sp>
      <p:sp>
        <p:nvSpPr>
          <p:cNvPr id="191" name="knowledge-cross-edge">
            <a:extLst>
              <a:ext uri="{FF2B5EF4-FFF2-40B4-BE49-F238E27FC236}">
                <a16:creationId xmlns:a16="http://schemas.microsoft.com/office/drawing/2014/main" id="{A1AD254C-5B98-433D-ACF6-67CFA439F797}"/>
              </a:ext>
            </a:extLst>
          </p:cNvPr>
          <p:cNvSpPr>
            <a:spLocks noGrp="1"/>
          </p:cNvSpPr>
          <p:nvPr/>
        </p:nvSpPr>
        <p:spPr>
          <a:xfrm>
            <a:off x="5111426" y="6558375"/>
            <a:ext cx="539727" cy="130687"/>
          </a:xfrm>
          <a:custGeom>
            <a:avLst/>
            <a:gdLst/>
            <a:ahLst/>
            <a:cxnLst/>
            <a:rect l="0" t="0" r="0" b="0"/>
            <a:pathLst>
              <a:path w="539727" h="130687">
                <a:moveTo>
                  <a:pt x="0" y="130687"/>
                </a:moveTo>
                <a:lnTo>
                  <a:pt x="30425" y="107468"/>
                </a:lnTo>
                <a:lnTo>
                  <a:pt x="63496" y="86516"/>
                </a:lnTo>
                <a:lnTo>
                  <a:pt x="99213" y="67833"/>
                </a:lnTo>
                <a:lnTo>
                  <a:pt x="137576" y="51417"/>
                </a:lnTo>
                <a:lnTo>
                  <a:pt x="178584" y="37269"/>
                </a:lnTo>
                <a:lnTo>
                  <a:pt x="222239" y="25388"/>
                </a:lnTo>
                <a:lnTo>
                  <a:pt x="268539" y="15775"/>
                </a:lnTo>
                <a:lnTo>
                  <a:pt x="317485" y="8430"/>
                </a:lnTo>
                <a:lnTo>
                  <a:pt x="369077" y="3352"/>
                </a:lnTo>
                <a:lnTo>
                  <a:pt x="423315" y="542"/>
                </a:lnTo>
                <a:lnTo>
                  <a:pt x="480198" y="0"/>
                </a:lnTo>
                <a:lnTo>
                  <a:pt x="539727" y="1725"/>
                </a:lnTo>
              </a:path>
            </a:pathLst>
          </a:custGeom>
          <a:noFill/>
          <a:ln w="4953">
            <a:solidFill>
              <a:srgbClr val="BB4054">
                <a:alpha val="12000"/>
              </a:srgbClr>
            </a:solidFill>
            <a:prstDash val="solid"/>
          </a:ln>
        </p:spPr>
      </p:sp>
      <p:sp>
        <p:nvSpPr>
          <p:cNvPr id="192" name="knowledge-edge">
            <a:extLst>
              <a:ext uri="{FF2B5EF4-FFF2-40B4-BE49-F238E27FC236}">
                <a16:creationId xmlns:a16="http://schemas.microsoft.com/office/drawing/2014/main" id="{C50588EC-24B6-47FD-91A6-6185EB77A91C}"/>
              </a:ext>
            </a:extLst>
          </p:cNvPr>
          <p:cNvSpPr>
            <a:spLocks noGrp="1"/>
          </p:cNvSpPr>
          <p:nvPr/>
        </p:nvSpPr>
        <p:spPr>
          <a:xfrm>
            <a:off x="5023392" y="6892672"/>
            <a:ext cx="452397" cy="18500"/>
          </a:xfrm>
          <a:custGeom>
            <a:avLst/>
            <a:gdLst/>
            <a:ahLst/>
            <a:cxnLst/>
            <a:rect l="0" t="0" r="0" b="0"/>
            <a:pathLst>
              <a:path w="452397" h="18500">
                <a:moveTo>
                  <a:pt x="0" y="18500"/>
                </a:moveTo>
                <a:lnTo>
                  <a:pt x="32314" y="15038"/>
                </a:lnTo>
                <a:lnTo>
                  <a:pt x="64628" y="11934"/>
                </a:lnTo>
                <a:lnTo>
                  <a:pt x="96942" y="9189"/>
                </a:lnTo>
                <a:lnTo>
                  <a:pt x="129256" y="6802"/>
                </a:lnTo>
                <a:lnTo>
                  <a:pt x="161570" y="4773"/>
                </a:lnTo>
                <a:lnTo>
                  <a:pt x="193884" y="3102"/>
                </a:lnTo>
                <a:lnTo>
                  <a:pt x="226198" y="1789"/>
                </a:lnTo>
                <a:lnTo>
                  <a:pt x="258512" y="835"/>
                </a:lnTo>
                <a:lnTo>
                  <a:pt x="290826" y="238"/>
                </a:lnTo>
                <a:lnTo>
                  <a:pt x="323141" y="0"/>
                </a:lnTo>
                <a:lnTo>
                  <a:pt x="355455" y="120"/>
                </a:lnTo>
                <a:lnTo>
                  <a:pt x="387769" y="598"/>
                </a:lnTo>
                <a:lnTo>
                  <a:pt x="420083" y="1434"/>
                </a:lnTo>
                <a:lnTo>
                  <a:pt x="452397" y="2629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93" name="knowledge-cross-edge">
            <a:extLst>
              <a:ext uri="{FF2B5EF4-FFF2-40B4-BE49-F238E27FC236}">
                <a16:creationId xmlns:a16="http://schemas.microsoft.com/office/drawing/2014/main" id="{1DF950DD-2F4A-46C5-9D6B-69A985B08154}"/>
              </a:ext>
            </a:extLst>
          </p:cNvPr>
          <p:cNvSpPr>
            <a:spLocks noGrp="1"/>
          </p:cNvSpPr>
          <p:nvPr/>
        </p:nvSpPr>
        <p:spPr>
          <a:xfrm>
            <a:off x="5023392" y="6909812"/>
            <a:ext cx="409390" cy="50415"/>
          </a:xfrm>
          <a:custGeom>
            <a:avLst/>
            <a:gdLst/>
            <a:ahLst/>
            <a:cxnLst/>
            <a:rect l="0" t="0" r="0" b="0"/>
            <a:pathLst>
              <a:path w="409390" h="50415">
                <a:moveTo>
                  <a:pt x="0" y="1360"/>
                </a:moveTo>
                <a:lnTo>
                  <a:pt x="48668" y="203"/>
                </a:lnTo>
                <a:lnTo>
                  <a:pt x="94690" y="0"/>
                </a:lnTo>
                <a:lnTo>
                  <a:pt x="138066" y="750"/>
                </a:lnTo>
                <a:lnTo>
                  <a:pt x="178797" y="2454"/>
                </a:lnTo>
                <a:lnTo>
                  <a:pt x="216881" y="5112"/>
                </a:lnTo>
                <a:lnTo>
                  <a:pt x="252320" y="8723"/>
                </a:lnTo>
                <a:lnTo>
                  <a:pt x="285113" y="13288"/>
                </a:lnTo>
                <a:lnTo>
                  <a:pt x="315260" y="18806"/>
                </a:lnTo>
                <a:lnTo>
                  <a:pt x="342761" y="25278"/>
                </a:lnTo>
                <a:lnTo>
                  <a:pt x="367616" y="32703"/>
                </a:lnTo>
                <a:lnTo>
                  <a:pt x="389826" y="41083"/>
                </a:lnTo>
                <a:lnTo>
                  <a:pt x="409390" y="50415"/>
                </a:lnTo>
              </a:path>
            </a:pathLst>
          </a:custGeom>
          <a:noFill/>
          <a:ln w="5334">
            <a:solidFill>
              <a:srgbClr val="BB4054">
                <a:alpha val="13000"/>
              </a:srgbClr>
            </a:solidFill>
            <a:prstDash val="solid"/>
          </a:ln>
        </p:spPr>
      </p:sp>
      <p:sp>
        <p:nvSpPr>
          <p:cNvPr id="194" name="knowledge-cross-edge">
            <a:extLst>
              <a:ext uri="{FF2B5EF4-FFF2-40B4-BE49-F238E27FC236}">
                <a16:creationId xmlns:a16="http://schemas.microsoft.com/office/drawing/2014/main" id="{37EDA229-D9D4-4B6C-88EC-B0E4F6441593}"/>
              </a:ext>
            </a:extLst>
          </p:cNvPr>
          <p:cNvSpPr>
            <a:spLocks noGrp="1"/>
          </p:cNvSpPr>
          <p:nvPr/>
        </p:nvSpPr>
        <p:spPr>
          <a:xfrm>
            <a:off x="5023392" y="6786819"/>
            <a:ext cx="350628" cy="124353"/>
          </a:xfrm>
          <a:custGeom>
            <a:avLst/>
            <a:gdLst/>
            <a:ahLst/>
            <a:cxnLst/>
            <a:rect l="0" t="0" r="0" b="0"/>
            <a:pathLst>
              <a:path w="350628" h="124353">
                <a:moveTo>
                  <a:pt x="0" y="124353"/>
                </a:moveTo>
                <a:lnTo>
                  <a:pt x="14667" y="92668"/>
                </a:lnTo>
                <a:lnTo>
                  <a:pt x="31980" y="65624"/>
                </a:lnTo>
                <a:lnTo>
                  <a:pt x="51938" y="43219"/>
                </a:lnTo>
                <a:lnTo>
                  <a:pt x="74543" y="25454"/>
                </a:lnTo>
                <a:lnTo>
                  <a:pt x="99793" y="12329"/>
                </a:lnTo>
                <a:lnTo>
                  <a:pt x="127689" y="3845"/>
                </a:lnTo>
                <a:lnTo>
                  <a:pt x="158231" y="0"/>
                </a:lnTo>
                <a:lnTo>
                  <a:pt x="191419" y="795"/>
                </a:lnTo>
                <a:lnTo>
                  <a:pt x="227252" y="6230"/>
                </a:lnTo>
                <a:lnTo>
                  <a:pt x="265732" y="16306"/>
                </a:lnTo>
                <a:lnTo>
                  <a:pt x="306857" y="31021"/>
                </a:lnTo>
                <a:lnTo>
                  <a:pt x="350628" y="50376"/>
                </a:lnTo>
              </a:path>
            </a:pathLst>
          </a:custGeom>
          <a:noFill/>
          <a:ln w="4953">
            <a:solidFill>
              <a:srgbClr val="BB4054">
                <a:alpha val="12000"/>
              </a:srgbClr>
            </a:solidFill>
            <a:prstDash val="solid"/>
          </a:ln>
        </p:spPr>
      </p:sp>
      <p:sp>
        <p:nvSpPr>
          <p:cNvPr id="195" name="knowledge-edge">
            <a:extLst>
              <a:ext uri="{FF2B5EF4-FFF2-40B4-BE49-F238E27FC236}">
                <a16:creationId xmlns:a16="http://schemas.microsoft.com/office/drawing/2014/main" id="{21941810-B589-477B-AB6A-465C566C4142}"/>
              </a:ext>
            </a:extLst>
          </p:cNvPr>
          <p:cNvSpPr>
            <a:spLocks noGrp="1"/>
          </p:cNvSpPr>
          <p:nvPr/>
        </p:nvSpPr>
        <p:spPr>
          <a:xfrm>
            <a:off x="5152166" y="6959395"/>
            <a:ext cx="280616" cy="111098"/>
          </a:xfrm>
          <a:custGeom>
            <a:avLst/>
            <a:gdLst/>
            <a:ahLst/>
            <a:cxnLst/>
            <a:rect l="0" t="0" r="0" b="0"/>
            <a:pathLst>
              <a:path w="280616" h="111098">
                <a:moveTo>
                  <a:pt x="0" y="111098"/>
                </a:moveTo>
                <a:lnTo>
                  <a:pt x="20044" y="94513"/>
                </a:lnTo>
                <a:lnTo>
                  <a:pt x="40088" y="79268"/>
                </a:lnTo>
                <a:lnTo>
                  <a:pt x="60132" y="65363"/>
                </a:lnTo>
                <a:lnTo>
                  <a:pt x="80176" y="52798"/>
                </a:lnTo>
                <a:lnTo>
                  <a:pt x="100220" y="41572"/>
                </a:lnTo>
                <a:lnTo>
                  <a:pt x="120264" y="31687"/>
                </a:lnTo>
                <a:lnTo>
                  <a:pt x="140308" y="23141"/>
                </a:lnTo>
                <a:lnTo>
                  <a:pt x="160352" y="15935"/>
                </a:lnTo>
                <a:lnTo>
                  <a:pt x="180396" y="10068"/>
                </a:lnTo>
                <a:lnTo>
                  <a:pt x="200440" y="5541"/>
                </a:lnTo>
                <a:lnTo>
                  <a:pt x="220484" y="2355"/>
                </a:lnTo>
                <a:lnTo>
                  <a:pt x="240528" y="507"/>
                </a:lnTo>
                <a:lnTo>
                  <a:pt x="260572" y="0"/>
                </a:lnTo>
                <a:lnTo>
                  <a:pt x="280616" y="832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96" name="knowledge-cross-edge">
            <a:extLst>
              <a:ext uri="{FF2B5EF4-FFF2-40B4-BE49-F238E27FC236}">
                <a16:creationId xmlns:a16="http://schemas.microsoft.com/office/drawing/2014/main" id="{DB15CFA2-620E-415C-8F1D-F4AFD64DEFA9}"/>
              </a:ext>
            </a:extLst>
          </p:cNvPr>
          <p:cNvSpPr>
            <a:spLocks noGrp="1"/>
          </p:cNvSpPr>
          <p:nvPr/>
        </p:nvSpPr>
        <p:spPr>
          <a:xfrm>
            <a:off x="5152166" y="7026542"/>
            <a:ext cx="344274" cy="44847"/>
          </a:xfrm>
          <a:custGeom>
            <a:avLst/>
            <a:gdLst/>
            <a:ahLst/>
            <a:cxnLst/>
            <a:rect l="0" t="0" r="0" b="0"/>
            <a:pathLst>
              <a:path w="344274" h="44847">
                <a:moveTo>
                  <a:pt x="0" y="43950"/>
                </a:moveTo>
                <a:lnTo>
                  <a:pt x="43242" y="30459"/>
                </a:lnTo>
                <a:lnTo>
                  <a:pt x="83837" y="19434"/>
                </a:lnTo>
                <a:lnTo>
                  <a:pt x="121787" y="10875"/>
                </a:lnTo>
                <a:lnTo>
                  <a:pt x="157091" y="4784"/>
                </a:lnTo>
                <a:lnTo>
                  <a:pt x="189750" y="1159"/>
                </a:lnTo>
                <a:lnTo>
                  <a:pt x="219762" y="0"/>
                </a:lnTo>
                <a:lnTo>
                  <a:pt x="247129" y="1308"/>
                </a:lnTo>
                <a:lnTo>
                  <a:pt x="271849" y="5083"/>
                </a:lnTo>
                <a:lnTo>
                  <a:pt x="293924" y="11324"/>
                </a:lnTo>
                <a:lnTo>
                  <a:pt x="313353" y="20032"/>
                </a:lnTo>
                <a:lnTo>
                  <a:pt x="330137" y="31206"/>
                </a:lnTo>
                <a:lnTo>
                  <a:pt x="344274" y="44847"/>
                </a:lnTo>
              </a:path>
            </a:pathLst>
          </a:custGeom>
          <a:noFill/>
          <a:ln w="5334">
            <a:solidFill>
              <a:srgbClr val="BB4054">
                <a:alpha val="13000"/>
              </a:srgbClr>
            </a:solidFill>
            <a:prstDash val="solid"/>
          </a:ln>
        </p:spPr>
      </p:sp>
      <p:sp>
        <p:nvSpPr>
          <p:cNvPr id="197" name="knowledge-long-edge">
            <a:extLst>
              <a:ext uri="{FF2B5EF4-FFF2-40B4-BE49-F238E27FC236}">
                <a16:creationId xmlns:a16="http://schemas.microsoft.com/office/drawing/2014/main" id="{DE1AF000-FF9C-4BF2-AFCA-6F22E408EA7C}"/>
              </a:ext>
            </a:extLst>
          </p:cNvPr>
          <p:cNvSpPr>
            <a:spLocks noGrp="1"/>
          </p:cNvSpPr>
          <p:nvPr/>
        </p:nvSpPr>
        <p:spPr>
          <a:xfrm>
            <a:off x="5152166" y="6698897"/>
            <a:ext cx="675227" cy="371595"/>
          </a:xfrm>
          <a:custGeom>
            <a:avLst/>
            <a:gdLst/>
            <a:ahLst/>
            <a:cxnLst/>
            <a:rect l="0" t="0" r="0" b="0"/>
            <a:pathLst>
              <a:path w="675227" h="371595">
                <a:moveTo>
                  <a:pt x="0" y="371595"/>
                </a:moveTo>
                <a:lnTo>
                  <a:pt x="42202" y="292395"/>
                </a:lnTo>
                <a:lnTo>
                  <a:pt x="84403" y="222673"/>
                </a:lnTo>
                <a:lnTo>
                  <a:pt x="126605" y="162429"/>
                </a:lnTo>
                <a:lnTo>
                  <a:pt x="168807" y="111663"/>
                </a:lnTo>
                <a:lnTo>
                  <a:pt x="211009" y="70375"/>
                </a:lnTo>
                <a:lnTo>
                  <a:pt x="253210" y="38564"/>
                </a:lnTo>
                <a:lnTo>
                  <a:pt x="295412" y="16232"/>
                </a:lnTo>
                <a:lnTo>
                  <a:pt x="337614" y="3377"/>
                </a:lnTo>
                <a:lnTo>
                  <a:pt x="379815" y="0"/>
                </a:lnTo>
                <a:lnTo>
                  <a:pt x="422017" y="6101"/>
                </a:lnTo>
                <a:lnTo>
                  <a:pt x="464219" y="21679"/>
                </a:lnTo>
                <a:lnTo>
                  <a:pt x="506421" y="46736"/>
                </a:lnTo>
                <a:lnTo>
                  <a:pt x="548622" y="81270"/>
                </a:lnTo>
                <a:lnTo>
                  <a:pt x="590824" y="125282"/>
                </a:lnTo>
                <a:lnTo>
                  <a:pt x="633026" y="178772"/>
                </a:lnTo>
                <a:lnTo>
                  <a:pt x="675227" y="241740"/>
                </a:lnTo>
              </a:path>
            </a:pathLst>
          </a:custGeom>
          <a:noFill/>
          <a:ln w="4286">
            <a:solidFill>
              <a:srgbClr val="BB4054">
                <a:alpha val="9000"/>
              </a:srgbClr>
            </a:solidFill>
            <a:prstDash val="solid"/>
          </a:ln>
        </p:spPr>
      </p:sp>
      <p:sp>
        <p:nvSpPr>
          <p:cNvPr id="198" name="knowledge-edge">
            <a:extLst>
              <a:ext uri="{FF2B5EF4-FFF2-40B4-BE49-F238E27FC236}">
                <a16:creationId xmlns:a16="http://schemas.microsoft.com/office/drawing/2014/main" id="{9A27004D-63C2-43C0-9133-0B186BE753C7}"/>
              </a:ext>
            </a:extLst>
          </p:cNvPr>
          <p:cNvSpPr>
            <a:spLocks noGrp="1"/>
          </p:cNvSpPr>
          <p:nvPr/>
        </p:nvSpPr>
        <p:spPr>
          <a:xfrm>
            <a:off x="4997003" y="7063579"/>
            <a:ext cx="499437" cy="141812"/>
          </a:xfrm>
          <a:custGeom>
            <a:avLst/>
            <a:gdLst/>
            <a:ahLst/>
            <a:cxnLst/>
            <a:rect l="0" t="0" r="0" b="0"/>
            <a:pathLst>
              <a:path w="499437" h="141812">
                <a:moveTo>
                  <a:pt x="0" y="141812"/>
                </a:moveTo>
                <a:lnTo>
                  <a:pt x="35674" y="117852"/>
                </a:lnTo>
                <a:lnTo>
                  <a:pt x="71348" y="96105"/>
                </a:lnTo>
                <a:lnTo>
                  <a:pt x="107022" y="76572"/>
                </a:lnTo>
                <a:lnTo>
                  <a:pt x="142696" y="59253"/>
                </a:lnTo>
                <a:lnTo>
                  <a:pt x="178370" y="44147"/>
                </a:lnTo>
                <a:lnTo>
                  <a:pt x="214044" y="31255"/>
                </a:lnTo>
                <a:lnTo>
                  <a:pt x="249718" y="20577"/>
                </a:lnTo>
                <a:lnTo>
                  <a:pt x="285392" y="12112"/>
                </a:lnTo>
                <a:lnTo>
                  <a:pt x="321066" y="5861"/>
                </a:lnTo>
                <a:lnTo>
                  <a:pt x="356740" y="1824"/>
                </a:lnTo>
                <a:lnTo>
                  <a:pt x="392415" y="0"/>
                </a:lnTo>
                <a:lnTo>
                  <a:pt x="428089" y="390"/>
                </a:lnTo>
                <a:lnTo>
                  <a:pt x="463763" y="2993"/>
                </a:lnTo>
                <a:lnTo>
                  <a:pt x="499437" y="7810"/>
                </a:lnTo>
              </a:path>
            </a:pathLst>
          </a:custGeom>
          <a:noFill/>
          <a:ln w="6477">
            <a:solidFill>
              <a:srgbClr val="BB4054">
                <a:alpha val="17000"/>
              </a:srgbClr>
            </a:solidFill>
            <a:prstDash val="solid"/>
          </a:ln>
        </p:spPr>
      </p:sp>
      <p:sp>
        <p:nvSpPr>
          <p:cNvPr id="199" name="knowledge-long-edge">
            <a:extLst>
              <a:ext uri="{FF2B5EF4-FFF2-40B4-BE49-F238E27FC236}">
                <a16:creationId xmlns:a16="http://schemas.microsoft.com/office/drawing/2014/main" id="{8AE21D09-878C-411B-81EE-7617A2D904B3}"/>
              </a:ext>
            </a:extLst>
          </p:cNvPr>
          <p:cNvSpPr>
            <a:spLocks noGrp="1"/>
          </p:cNvSpPr>
          <p:nvPr/>
        </p:nvSpPr>
        <p:spPr>
          <a:xfrm>
            <a:off x="4997003" y="6712902"/>
            <a:ext cx="810167" cy="492488"/>
          </a:xfrm>
          <a:custGeom>
            <a:avLst/>
            <a:gdLst/>
            <a:ahLst/>
            <a:cxnLst/>
            <a:rect l="0" t="0" r="0" b="0"/>
            <a:pathLst>
              <a:path w="810167" h="492488">
                <a:moveTo>
                  <a:pt x="0" y="492488"/>
                </a:moveTo>
                <a:lnTo>
                  <a:pt x="50635" y="394036"/>
                </a:lnTo>
                <a:lnTo>
                  <a:pt x="101271" y="306518"/>
                </a:lnTo>
                <a:lnTo>
                  <a:pt x="151906" y="229934"/>
                </a:lnTo>
                <a:lnTo>
                  <a:pt x="202542" y="164284"/>
                </a:lnTo>
                <a:lnTo>
                  <a:pt x="253177" y="109568"/>
                </a:lnTo>
                <a:lnTo>
                  <a:pt x="303813" y="65786"/>
                </a:lnTo>
                <a:lnTo>
                  <a:pt x="354448" y="32939"/>
                </a:lnTo>
                <a:lnTo>
                  <a:pt x="405084" y="11025"/>
                </a:lnTo>
                <a:lnTo>
                  <a:pt x="455719" y="46"/>
                </a:lnTo>
                <a:lnTo>
                  <a:pt x="506355" y="0"/>
                </a:lnTo>
                <a:lnTo>
                  <a:pt x="556990" y="10889"/>
                </a:lnTo>
                <a:lnTo>
                  <a:pt x="607626" y="32711"/>
                </a:lnTo>
                <a:lnTo>
                  <a:pt x="658261" y="65468"/>
                </a:lnTo>
                <a:lnTo>
                  <a:pt x="708896" y="109159"/>
                </a:lnTo>
                <a:lnTo>
                  <a:pt x="759532" y="163783"/>
                </a:lnTo>
                <a:lnTo>
                  <a:pt x="810167" y="229342"/>
                </a:lnTo>
              </a:path>
            </a:pathLst>
          </a:custGeom>
          <a:noFill/>
          <a:ln w="4286">
            <a:solidFill>
              <a:srgbClr val="BB4054">
                <a:alpha val="9000"/>
              </a:srgbClr>
            </a:solidFill>
            <a:prstDash val="solid"/>
          </a:ln>
        </p:spPr>
      </p:sp>
      <p:sp>
        <p:nvSpPr>
          <p:cNvPr id="200" name="knowledge-edge">
            <a:extLst>
              <a:ext uri="{FF2B5EF4-FFF2-40B4-BE49-F238E27FC236}">
                <a16:creationId xmlns:a16="http://schemas.microsoft.com/office/drawing/2014/main" id="{A70A9CEC-AA01-4396-8525-DA2F56FA3924}"/>
              </a:ext>
            </a:extLst>
          </p:cNvPr>
          <p:cNvSpPr>
            <a:spLocks noGrp="1"/>
          </p:cNvSpPr>
          <p:nvPr/>
        </p:nvSpPr>
        <p:spPr>
          <a:xfrm>
            <a:off x="5498006" y="5930830"/>
            <a:ext cx="275418" cy="74077"/>
          </a:xfrm>
          <a:custGeom>
            <a:avLst/>
            <a:gdLst/>
            <a:ahLst/>
            <a:cxnLst/>
            <a:rect l="0" t="0" r="0" b="0"/>
            <a:pathLst>
              <a:path w="275418" h="74077">
                <a:moveTo>
                  <a:pt x="0" y="0"/>
                </a:moveTo>
                <a:lnTo>
                  <a:pt x="19673" y="16264"/>
                </a:lnTo>
                <a:lnTo>
                  <a:pt x="39345" y="30520"/>
                </a:lnTo>
                <a:lnTo>
                  <a:pt x="59018" y="42767"/>
                </a:lnTo>
                <a:lnTo>
                  <a:pt x="78691" y="53006"/>
                </a:lnTo>
                <a:lnTo>
                  <a:pt x="98364" y="61237"/>
                </a:lnTo>
                <a:lnTo>
                  <a:pt x="118036" y="67459"/>
                </a:lnTo>
                <a:lnTo>
                  <a:pt x="137709" y="71674"/>
                </a:lnTo>
                <a:lnTo>
                  <a:pt x="157382" y="73880"/>
                </a:lnTo>
                <a:lnTo>
                  <a:pt x="177055" y="74077"/>
                </a:lnTo>
                <a:lnTo>
                  <a:pt x="196727" y="72267"/>
                </a:lnTo>
                <a:lnTo>
                  <a:pt x="216400" y="68448"/>
                </a:lnTo>
                <a:lnTo>
                  <a:pt x="236073" y="62620"/>
                </a:lnTo>
                <a:lnTo>
                  <a:pt x="255746" y="54785"/>
                </a:lnTo>
                <a:lnTo>
                  <a:pt x="275418" y="44941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1" name="knowledge-cross-edge">
            <a:extLst>
              <a:ext uri="{FF2B5EF4-FFF2-40B4-BE49-F238E27FC236}">
                <a16:creationId xmlns:a16="http://schemas.microsoft.com/office/drawing/2014/main" id="{9D9C6BC3-3FB4-4924-B60F-FD7E1C6BDA0F}"/>
              </a:ext>
            </a:extLst>
          </p:cNvPr>
          <p:cNvSpPr>
            <a:spLocks noGrp="1"/>
          </p:cNvSpPr>
          <p:nvPr/>
        </p:nvSpPr>
        <p:spPr>
          <a:xfrm>
            <a:off x="5498006" y="5930830"/>
            <a:ext cx="574738" cy="217465"/>
          </a:xfrm>
          <a:custGeom>
            <a:avLst/>
            <a:gdLst/>
            <a:ahLst/>
            <a:cxnLst/>
            <a:rect l="0" t="0" r="0" b="0"/>
            <a:pathLst>
              <a:path w="574738" h="217465">
                <a:moveTo>
                  <a:pt x="0" y="0"/>
                </a:moveTo>
                <a:lnTo>
                  <a:pt x="62447" y="11747"/>
                </a:lnTo>
                <a:lnTo>
                  <a:pt x="122248" y="24654"/>
                </a:lnTo>
                <a:lnTo>
                  <a:pt x="179403" y="38719"/>
                </a:lnTo>
                <a:lnTo>
                  <a:pt x="233913" y="53944"/>
                </a:lnTo>
                <a:lnTo>
                  <a:pt x="285776" y="70327"/>
                </a:lnTo>
                <a:lnTo>
                  <a:pt x="334994" y="87870"/>
                </a:lnTo>
                <a:lnTo>
                  <a:pt x="381566" y="106571"/>
                </a:lnTo>
                <a:lnTo>
                  <a:pt x="425492" y="126432"/>
                </a:lnTo>
                <a:lnTo>
                  <a:pt x="466773" y="147452"/>
                </a:lnTo>
                <a:lnTo>
                  <a:pt x="505407" y="169631"/>
                </a:lnTo>
                <a:lnTo>
                  <a:pt x="541396" y="192969"/>
                </a:lnTo>
                <a:lnTo>
                  <a:pt x="574738" y="217465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202" name="knowledge-edge">
            <a:extLst>
              <a:ext uri="{FF2B5EF4-FFF2-40B4-BE49-F238E27FC236}">
                <a16:creationId xmlns:a16="http://schemas.microsoft.com/office/drawing/2014/main" id="{11346087-65E1-49EE-BC0A-6DF2BA279B9F}"/>
              </a:ext>
            </a:extLst>
          </p:cNvPr>
          <p:cNvSpPr>
            <a:spLocks noGrp="1"/>
          </p:cNvSpPr>
          <p:nvPr/>
        </p:nvSpPr>
        <p:spPr>
          <a:xfrm>
            <a:off x="5675355" y="6148295"/>
            <a:ext cx="397390" cy="113481"/>
          </a:xfrm>
          <a:custGeom>
            <a:avLst/>
            <a:gdLst/>
            <a:ahLst/>
            <a:cxnLst/>
            <a:rect l="0" t="0" r="0" b="0"/>
            <a:pathLst>
              <a:path w="397390" h="113481">
                <a:moveTo>
                  <a:pt x="0" y="113481"/>
                </a:moveTo>
                <a:lnTo>
                  <a:pt x="28385" y="106300"/>
                </a:lnTo>
                <a:lnTo>
                  <a:pt x="56770" y="98976"/>
                </a:lnTo>
                <a:lnTo>
                  <a:pt x="85155" y="91510"/>
                </a:lnTo>
                <a:lnTo>
                  <a:pt x="113540" y="83902"/>
                </a:lnTo>
                <a:lnTo>
                  <a:pt x="141925" y="76152"/>
                </a:lnTo>
                <a:lnTo>
                  <a:pt x="170310" y="68260"/>
                </a:lnTo>
                <a:lnTo>
                  <a:pt x="198695" y="60225"/>
                </a:lnTo>
                <a:lnTo>
                  <a:pt x="227080" y="52048"/>
                </a:lnTo>
                <a:lnTo>
                  <a:pt x="255465" y="43729"/>
                </a:lnTo>
                <a:lnTo>
                  <a:pt x="283850" y="35268"/>
                </a:lnTo>
                <a:lnTo>
                  <a:pt x="312235" y="26664"/>
                </a:lnTo>
                <a:lnTo>
                  <a:pt x="340620" y="17918"/>
                </a:lnTo>
                <a:lnTo>
                  <a:pt x="369005" y="9030"/>
                </a:lnTo>
                <a:lnTo>
                  <a:pt x="397390" y="0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3" name="knowledge-cross-edge">
            <a:extLst>
              <a:ext uri="{FF2B5EF4-FFF2-40B4-BE49-F238E27FC236}">
                <a16:creationId xmlns:a16="http://schemas.microsoft.com/office/drawing/2014/main" id="{C1E9A550-6F62-41DB-80C1-3AB5502E7A8D}"/>
              </a:ext>
            </a:extLst>
          </p:cNvPr>
          <p:cNvSpPr>
            <a:spLocks noGrp="1"/>
          </p:cNvSpPr>
          <p:nvPr/>
        </p:nvSpPr>
        <p:spPr>
          <a:xfrm>
            <a:off x="5664153" y="5972472"/>
            <a:ext cx="109271" cy="289305"/>
          </a:xfrm>
          <a:custGeom>
            <a:avLst/>
            <a:gdLst/>
            <a:ahLst/>
            <a:cxnLst/>
            <a:rect l="0" t="0" r="0" b="0"/>
            <a:pathLst>
              <a:path w="109271" h="289305">
                <a:moveTo>
                  <a:pt x="11201" y="289305"/>
                </a:moveTo>
                <a:lnTo>
                  <a:pt x="4822" y="238338"/>
                </a:lnTo>
                <a:lnTo>
                  <a:pt x="1088" y="192304"/>
                </a:lnTo>
                <a:lnTo>
                  <a:pt x="0" y="151203"/>
                </a:lnTo>
                <a:lnTo>
                  <a:pt x="1558" y="115036"/>
                </a:lnTo>
                <a:lnTo>
                  <a:pt x="5762" y="83803"/>
                </a:lnTo>
                <a:lnTo>
                  <a:pt x="12611" y="57502"/>
                </a:lnTo>
                <a:lnTo>
                  <a:pt x="22107" y="36135"/>
                </a:lnTo>
                <a:lnTo>
                  <a:pt x="34248" y="19701"/>
                </a:lnTo>
                <a:lnTo>
                  <a:pt x="49035" y="8201"/>
                </a:lnTo>
                <a:lnTo>
                  <a:pt x="66468" y="1634"/>
                </a:lnTo>
                <a:lnTo>
                  <a:pt x="86547" y="0"/>
                </a:lnTo>
                <a:lnTo>
                  <a:pt x="109271" y="3299"/>
                </a:lnTo>
              </a:path>
            </a:pathLst>
          </a:custGeom>
          <a:noFill/>
          <a:ln w="4953">
            <a:solidFill>
              <a:srgbClr val="CE4148">
                <a:alpha val="12000"/>
              </a:srgbClr>
            </a:solidFill>
            <a:prstDash val="solid"/>
          </a:ln>
        </p:spPr>
      </p:sp>
      <p:sp>
        <p:nvSpPr>
          <p:cNvPr id="204" name="knowledge-edge">
            <a:extLst>
              <a:ext uri="{FF2B5EF4-FFF2-40B4-BE49-F238E27FC236}">
                <a16:creationId xmlns:a16="http://schemas.microsoft.com/office/drawing/2014/main" id="{AC91F3B9-F4AE-404A-8C7C-6490C9931452}"/>
              </a:ext>
            </a:extLst>
          </p:cNvPr>
          <p:cNvSpPr>
            <a:spLocks noGrp="1"/>
          </p:cNvSpPr>
          <p:nvPr/>
        </p:nvSpPr>
        <p:spPr>
          <a:xfrm>
            <a:off x="5651153" y="6557764"/>
            <a:ext cx="416348" cy="58349"/>
          </a:xfrm>
          <a:custGeom>
            <a:avLst/>
            <a:gdLst/>
            <a:ahLst/>
            <a:cxnLst/>
            <a:rect l="0" t="0" r="0" b="0"/>
            <a:pathLst>
              <a:path w="416348" h="58349">
                <a:moveTo>
                  <a:pt x="0" y="2336"/>
                </a:moveTo>
                <a:lnTo>
                  <a:pt x="29739" y="17340"/>
                </a:lnTo>
                <a:lnTo>
                  <a:pt x="59478" y="30010"/>
                </a:lnTo>
                <a:lnTo>
                  <a:pt x="89217" y="40345"/>
                </a:lnTo>
                <a:lnTo>
                  <a:pt x="118957" y="48347"/>
                </a:lnTo>
                <a:lnTo>
                  <a:pt x="148696" y="54015"/>
                </a:lnTo>
                <a:lnTo>
                  <a:pt x="178435" y="57349"/>
                </a:lnTo>
                <a:lnTo>
                  <a:pt x="208174" y="58349"/>
                </a:lnTo>
                <a:lnTo>
                  <a:pt x="237913" y="57015"/>
                </a:lnTo>
                <a:lnTo>
                  <a:pt x="267652" y="53348"/>
                </a:lnTo>
                <a:lnTo>
                  <a:pt x="297391" y="47346"/>
                </a:lnTo>
                <a:lnTo>
                  <a:pt x="327131" y="39010"/>
                </a:lnTo>
                <a:lnTo>
                  <a:pt x="356870" y="28341"/>
                </a:lnTo>
                <a:lnTo>
                  <a:pt x="386609" y="15337"/>
                </a:lnTo>
                <a:lnTo>
                  <a:pt x="416348" y="0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5" name="knowledge-cross-edge">
            <a:extLst>
              <a:ext uri="{FF2B5EF4-FFF2-40B4-BE49-F238E27FC236}">
                <a16:creationId xmlns:a16="http://schemas.microsoft.com/office/drawing/2014/main" id="{9B9FAD15-BDF6-4F30-9A83-80D3E1BB5076}"/>
              </a:ext>
            </a:extLst>
          </p:cNvPr>
          <p:cNvSpPr>
            <a:spLocks noGrp="1"/>
          </p:cNvSpPr>
          <p:nvPr/>
        </p:nvSpPr>
        <p:spPr>
          <a:xfrm>
            <a:off x="5651153" y="6519619"/>
            <a:ext cx="139430" cy="235010"/>
          </a:xfrm>
          <a:custGeom>
            <a:avLst/>
            <a:gdLst/>
            <a:ahLst/>
            <a:cxnLst/>
            <a:rect l="0" t="0" r="0" b="0"/>
            <a:pathLst>
              <a:path w="139430" h="235010">
                <a:moveTo>
                  <a:pt x="0" y="40481"/>
                </a:moveTo>
                <a:lnTo>
                  <a:pt x="25849" y="20487"/>
                </a:lnTo>
                <a:lnTo>
                  <a:pt x="49053" y="7075"/>
                </a:lnTo>
                <a:lnTo>
                  <a:pt x="69610" y="246"/>
                </a:lnTo>
                <a:lnTo>
                  <a:pt x="87522" y="0"/>
                </a:lnTo>
                <a:lnTo>
                  <a:pt x="102788" y="6337"/>
                </a:lnTo>
                <a:lnTo>
                  <a:pt x="115408" y="19256"/>
                </a:lnTo>
                <a:lnTo>
                  <a:pt x="125382" y="38758"/>
                </a:lnTo>
                <a:lnTo>
                  <a:pt x="132710" y="64843"/>
                </a:lnTo>
                <a:lnTo>
                  <a:pt x="137393" y="97511"/>
                </a:lnTo>
                <a:lnTo>
                  <a:pt x="139430" y="136761"/>
                </a:lnTo>
                <a:lnTo>
                  <a:pt x="138821" y="182594"/>
                </a:lnTo>
                <a:lnTo>
                  <a:pt x="135566" y="235010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206" name="knowledge-long-edge">
            <a:extLst>
              <a:ext uri="{FF2B5EF4-FFF2-40B4-BE49-F238E27FC236}">
                <a16:creationId xmlns:a16="http://schemas.microsoft.com/office/drawing/2014/main" id="{235C059C-ACF3-4F1F-9E26-4D18CEBECF01}"/>
              </a:ext>
            </a:extLst>
          </p:cNvPr>
          <p:cNvSpPr>
            <a:spLocks noGrp="1"/>
          </p:cNvSpPr>
          <p:nvPr/>
        </p:nvSpPr>
        <p:spPr>
          <a:xfrm>
            <a:off x="5651153" y="6361577"/>
            <a:ext cx="714324" cy="247471"/>
          </a:xfrm>
          <a:custGeom>
            <a:avLst/>
            <a:gdLst/>
            <a:ahLst/>
            <a:cxnLst/>
            <a:rect l="0" t="0" r="0" b="0"/>
            <a:pathLst>
              <a:path w="714324" h="247471">
                <a:moveTo>
                  <a:pt x="0" y="198524"/>
                </a:moveTo>
                <a:lnTo>
                  <a:pt x="44645" y="149318"/>
                </a:lnTo>
                <a:lnTo>
                  <a:pt x="89290" y="107081"/>
                </a:lnTo>
                <a:lnTo>
                  <a:pt x="133936" y="71812"/>
                </a:lnTo>
                <a:lnTo>
                  <a:pt x="178581" y="43512"/>
                </a:lnTo>
                <a:lnTo>
                  <a:pt x="223226" y="22181"/>
                </a:lnTo>
                <a:lnTo>
                  <a:pt x="267871" y="7819"/>
                </a:lnTo>
                <a:lnTo>
                  <a:pt x="312517" y="425"/>
                </a:lnTo>
                <a:lnTo>
                  <a:pt x="357162" y="0"/>
                </a:lnTo>
                <a:lnTo>
                  <a:pt x="401807" y="6544"/>
                </a:lnTo>
                <a:lnTo>
                  <a:pt x="446452" y="20056"/>
                </a:lnTo>
                <a:lnTo>
                  <a:pt x="491098" y="40537"/>
                </a:lnTo>
                <a:lnTo>
                  <a:pt x="535743" y="67986"/>
                </a:lnTo>
                <a:lnTo>
                  <a:pt x="580388" y="102405"/>
                </a:lnTo>
                <a:lnTo>
                  <a:pt x="625033" y="143792"/>
                </a:lnTo>
                <a:lnTo>
                  <a:pt x="669678" y="192147"/>
                </a:lnTo>
                <a:lnTo>
                  <a:pt x="714324" y="247471"/>
                </a:lnTo>
              </a:path>
            </a:pathLst>
          </a:custGeom>
          <a:noFill/>
          <a:ln w="4286">
            <a:solidFill>
              <a:srgbClr val="CE4148">
                <a:alpha val="9000"/>
              </a:srgbClr>
            </a:solidFill>
            <a:prstDash val="solid"/>
          </a:ln>
        </p:spPr>
      </p:sp>
      <p:sp>
        <p:nvSpPr>
          <p:cNvPr id="207" name="knowledge-edge">
            <a:extLst>
              <a:ext uri="{FF2B5EF4-FFF2-40B4-BE49-F238E27FC236}">
                <a16:creationId xmlns:a16="http://schemas.microsoft.com/office/drawing/2014/main" id="{3D4821AA-94DD-4EB9-8025-15C7D95C6530}"/>
              </a:ext>
            </a:extLst>
          </p:cNvPr>
          <p:cNvSpPr>
            <a:spLocks noGrp="1"/>
          </p:cNvSpPr>
          <p:nvPr/>
        </p:nvSpPr>
        <p:spPr>
          <a:xfrm>
            <a:off x="5374020" y="6754629"/>
            <a:ext cx="412698" cy="89211"/>
          </a:xfrm>
          <a:custGeom>
            <a:avLst/>
            <a:gdLst/>
            <a:ahLst/>
            <a:cxnLst/>
            <a:rect l="0" t="0" r="0" b="0"/>
            <a:pathLst>
              <a:path w="412698" h="89211">
                <a:moveTo>
                  <a:pt x="0" y="82565"/>
                </a:moveTo>
                <a:lnTo>
                  <a:pt x="29478" y="86256"/>
                </a:lnTo>
                <a:lnTo>
                  <a:pt x="58957" y="88471"/>
                </a:lnTo>
                <a:lnTo>
                  <a:pt x="88435" y="89211"/>
                </a:lnTo>
                <a:lnTo>
                  <a:pt x="117914" y="88476"/>
                </a:lnTo>
                <a:lnTo>
                  <a:pt x="147392" y="86266"/>
                </a:lnTo>
                <a:lnTo>
                  <a:pt x="176871" y="82581"/>
                </a:lnTo>
                <a:lnTo>
                  <a:pt x="206349" y="77421"/>
                </a:lnTo>
                <a:lnTo>
                  <a:pt x="235828" y="70786"/>
                </a:lnTo>
                <a:lnTo>
                  <a:pt x="265306" y="62676"/>
                </a:lnTo>
                <a:lnTo>
                  <a:pt x="294785" y="53091"/>
                </a:lnTo>
                <a:lnTo>
                  <a:pt x="324263" y="42031"/>
                </a:lnTo>
                <a:lnTo>
                  <a:pt x="353741" y="29495"/>
                </a:lnTo>
                <a:lnTo>
                  <a:pt x="383220" y="15485"/>
                </a:lnTo>
                <a:lnTo>
                  <a:pt x="412698" y="0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8" name="knowledge-edge">
            <a:extLst>
              <a:ext uri="{FF2B5EF4-FFF2-40B4-BE49-F238E27FC236}">
                <a16:creationId xmlns:a16="http://schemas.microsoft.com/office/drawing/2014/main" id="{028B67AD-2040-4BF1-B1D0-294159D85A9F}"/>
              </a:ext>
            </a:extLst>
          </p:cNvPr>
          <p:cNvSpPr>
            <a:spLocks noGrp="1"/>
          </p:cNvSpPr>
          <p:nvPr/>
        </p:nvSpPr>
        <p:spPr>
          <a:xfrm>
            <a:off x="5475789" y="6895301"/>
            <a:ext cx="351604" cy="45337"/>
          </a:xfrm>
          <a:custGeom>
            <a:avLst/>
            <a:gdLst/>
            <a:ahLst/>
            <a:cxnLst/>
            <a:rect l="0" t="0" r="0" b="0"/>
            <a:pathLst>
              <a:path w="351604" h="45337">
                <a:moveTo>
                  <a:pt x="0" y="0"/>
                </a:moveTo>
                <a:lnTo>
                  <a:pt x="25115" y="1179"/>
                </a:lnTo>
                <a:lnTo>
                  <a:pt x="50229" y="2675"/>
                </a:lnTo>
                <a:lnTo>
                  <a:pt x="75344" y="4488"/>
                </a:lnTo>
                <a:lnTo>
                  <a:pt x="100458" y="6618"/>
                </a:lnTo>
                <a:lnTo>
                  <a:pt x="125573" y="9064"/>
                </a:lnTo>
                <a:lnTo>
                  <a:pt x="150688" y="11827"/>
                </a:lnTo>
                <a:lnTo>
                  <a:pt x="175802" y="14907"/>
                </a:lnTo>
                <a:lnTo>
                  <a:pt x="200917" y="18304"/>
                </a:lnTo>
                <a:lnTo>
                  <a:pt x="226031" y="22017"/>
                </a:lnTo>
                <a:lnTo>
                  <a:pt x="251146" y="26048"/>
                </a:lnTo>
                <a:lnTo>
                  <a:pt x="276260" y="30395"/>
                </a:lnTo>
                <a:lnTo>
                  <a:pt x="301375" y="35059"/>
                </a:lnTo>
                <a:lnTo>
                  <a:pt x="326490" y="40039"/>
                </a:lnTo>
                <a:lnTo>
                  <a:pt x="351604" y="45337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09" name="knowledge-cross-edge">
            <a:extLst>
              <a:ext uri="{FF2B5EF4-FFF2-40B4-BE49-F238E27FC236}">
                <a16:creationId xmlns:a16="http://schemas.microsoft.com/office/drawing/2014/main" id="{A4A5D173-ACE4-459E-8B4D-A014B4A92A3A}"/>
              </a:ext>
            </a:extLst>
          </p:cNvPr>
          <p:cNvSpPr>
            <a:spLocks noGrp="1"/>
          </p:cNvSpPr>
          <p:nvPr/>
        </p:nvSpPr>
        <p:spPr>
          <a:xfrm>
            <a:off x="5475789" y="6846458"/>
            <a:ext cx="591012" cy="111373"/>
          </a:xfrm>
          <a:custGeom>
            <a:avLst/>
            <a:gdLst/>
            <a:ahLst/>
            <a:cxnLst/>
            <a:rect l="0" t="0" r="0" b="0"/>
            <a:pathLst>
              <a:path w="591012" h="111373">
                <a:moveTo>
                  <a:pt x="0" y="48843"/>
                </a:moveTo>
                <a:lnTo>
                  <a:pt x="63803" y="30515"/>
                </a:lnTo>
                <a:lnTo>
                  <a:pt x="124960" y="16466"/>
                </a:lnTo>
                <a:lnTo>
                  <a:pt x="183472" y="6698"/>
                </a:lnTo>
                <a:lnTo>
                  <a:pt x="239337" y="1209"/>
                </a:lnTo>
                <a:lnTo>
                  <a:pt x="292557" y="0"/>
                </a:lnTo>
                <a:lnTo>
                  <a:pt x="343131" y="3071"/>
                </a:lnTo>
                <a:lnTo>
                  <a:pt x="391059" y="10422"/>
                </a:lnTo>
                <a:lnTo>
                  <a:pt x="436341" y="22052"/>
                </a:lnTo>
                <a:lnTo>
                  <a:pt x="478977" y="37963"/>
                </a:lnTo>
                <a:lnTo>
                  <a:pt x="518968" y="58153"/>
                </a:lnTo>
                <a:lnTo>
                  <a:pt x="556313" y="82623"/>
                </a:lnTo>
                <a:lnTo>
                  <a:pt x="591012" y="111373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210" name="knowledge-edge">
            <a:extLst>
              <a:ext uri="{FF2B5EF4-FFF2-40B4-BE49-F238E27FC236}">
                <a16:creationId xmlns:a16="http://schemas.microsoft.com/office/drawing/2014/main" id="{E83845F8-A6BE-463D-8125-F3B3B93F4335}"/>
              </a:ext>
            </a:extLst>
          </p:cNvPr>
          <p:cNvSpPr>
            <a:spLocks noGrp="1"/>
          </p:cNvSpPr>
          <p:nvPr/>
        </p:nvSpPr>
        <p:spPr>
          <a:xfrm>
            <a:off x="5432782" y="6957831"/>
            <a:ext cx="634019" cy="64758"/>
          </a:xfrm>
          <a:custGeom>
            <a:avLst/>
            <a:gdLst/>
            <a:ahLst/>
            <a:cxnLst/>
            <a:rect l="0" t="0" r="0" b="0"/>
            <a:pathLst>
              <a:path w="634019" h="64758">
                <a:moveTo>
                  <a:pt x="0" y="2396"/>
                </a:moveTo>
                <a:lnTo>
                  <a:pt x="45287" y="19087"/>
                </a:lnTo>
                <a:lnTo>
                  <a:pt x="90574" y="33185"/>
                </a:lnTo>
                <a:lnTo>
                  <a:pt x="135861" y="44688"/>
                </a:lnTo>
                <a:lnTo>
                  <a:pt x="181148" y="53597"/>
                </a:lnTo>
                <a:lnTo>
                  <a:pt x="226435" y="59912"/>
                </a:lnTo>
                <a:lnTo>
                  <a:pt x="271722" y="63632"/>
                </a:lnTo>
                <a:lnTo>
                  <a:pt x="317009" y="64758"/>
                </a:lnTo>
                <a:lnTo>
                  <a:pt x="362296" y="63290"/>
                </a:lnTo>
                <a:lnTo>
                  <a:pt x="407583" y="59227"/>
                </a:lnTo>
                <a:lnTo>
                  <a:pt x="452870" y="52570"/>
                </a:lnTo>
                <a:lnTo>
                  <a:pt x="498158" y="43319"/>
                </a:lnTo>
                <a:lnTo>
                  <a:pt x="543445" y="31474"/>
                </a:lnTo>
                <a:lnTo>
                  <a:pt x="588732" y="17034"/>
                </a:lnTo>
                <a:lnTo>
                  <a:pt x="634019" y="0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11" name="knowledge-cross-edge">
            <a:extLst>
              <a:ext uri="{FF2B5EF4-FFF2-40B4-BE49-F238E27FC236}">
                <a16:creationId xmlns:a16="http://schemas.microsoft.com/office/drawing/2014/main" id="{7D89E8F2-B3E4-4D1E-B0E2-8F34D1DCD7F9}"/>
              </a:ext>
            </a:extLst>
          </p:cNvPr>
          <p:cNvSpPr>
            <a:spLocks noGrp="1"/>
          </p:cNvSpPr>
          <p:nvPr/>
        </p:nvSpPr>
        <p:spPr>
          <a:xfrm>
            <a:off x="5432782" y="6942245"/>
            <a:ext cx="374389" cy="19858"/>
          </a:xfrm>
          <a:custGeom>
            <a:avLst/>
            <a:gdLst/>
            <a:ahLst/>
            <a:cxnLst/>
            <a:rect l="0" t="0" r="0" b="0"/>
            <a:pathLst>
              <a:path w="374389" h="19858">
                <a:moveTo>
                  <a:pt x="0" y="17982"/>
                </a:moveTo>
                <a:lnTo>
                  <a:pt x="45751" y="19079"/>
                </a:lnTo>
                <a:lnTo>
                  <a:pt x="88856" y="19705"/>
                </a:lnTo>
                <a:lnTo>
                  <a:pt x="129316" y="19858"/>
                </a:lnTo>
                <a:lnTo>
                  <a:pt x="167130" y="19539"/>
                </a:lnTo>
                <a:lnTo>
                  <a:pt x="202297" y="18748"/>
                </a:lnTo>
                <a:lnTo>
                  <a:pt x="234819" y="17486"/>
                </a:lnTo>
                <a:lnTo>
                  <a:pt x="264695" y="15751"/>
                </a:lnTo>
                <a:lnTo>
                  <a:pt x="291926" y="13545"/>
                </a:lnTo>
                <a:lnTo>
                  <a:pt x="316510" y="10867"/>
                </a:lnTo>
                <a:lnTo>
                  <a:pt x="338449" y="7716"/>
                </a:lnTo>
                <a:lnTo>
                  <a:pt x="357742" y="4094"/>
                </a:lnTo>
                <a:lnTo>
                  <a:pt x="374389" y="0"/>
                </a:lnTo>
              </a:path>
            </a:pathLst>
          </a:custGeom>
          <a:noFill/>
          <a:ln w="5334">
            <a:solidFill>
              <a:srgbClr val="CE4148">
                <a:alpha val="13000"/>
              </a:srgbClr>
            </a:solidFill>
            <a:prstDash val="solid"/>
          </a:ln>
        </p:spPr>
      </p:sp>
      <p:sp>
        <p:nvSpPr>
          <p:cNvPr id="212" name="knowledge-cross-edge">
            <a:extLst>
              <a:ext uri="{FF2B5EF4-FFF2-40B4-BE49-F238E27FC236}">
                <a16:creationId xmlns:a16="http://schemas.microsoft.com/office/drawing/2014/main" id="{7F4A2CE8-6B67-48A9-891E-BA6EA3069E4C}"/>
              </a:ext>
            </a:extLst>
          </p:cNvPr>
          <p:cNvSpPr>
            <a:spLocks noGrp="1"/>
          </p:cNvSpPr>
          <p:nvPr/>
        </p:nvSpPr>
        <p:spPr>
          <a:xfrm>
            <a:off x="5432782" y="6937142"/>
            <a:ext cx="394611" cy="23085"/>
          </a:xfrm>
          <a:custGeom>
            <a:avLst/>
            <a:gdLst/>
            <a:ahLst/>
            <a:cxnLst/>
            <a:rect l="0" t="0" r="0" b="0"/>
            <a:pathLst>
              <a:path w="394611" h="23085">
                <a:moveTo>
                  <a:pt x="0" y="23085"/>
                </a:moveTo>
                <a:lnTo>
                  <a:pt x="18332" y="18033"/>
                </a:lnTo>
                <a:lnTo>
                  <a:pt x="39310" y="13603"/>
                </a:lnTo>
                <a:lnTo>
                  <a:pt x="62934" y="9795"/>
                </a:lnTo>
                <a:lnTo>
                  <a:pt x="89204" y="6608"/>
                </a:lnTo>
                <a:lnTo>
                  <a:pt x="118119" y="4043"/>
                </a:lnTo>
                <a:lnTo>
                  <a:pt x="149681" y="2100"/>
                </a:lnTo>
                <a:lnTo>
                  <a:pt x="183888" y="778"/>
                </a:lnTo>
                <a:lnTo>
                  <a:pt x="220741" y="78"/>
                </a:lnTo>
                <a:lnTo>
                  <a:pt x="260240" y="0"/>
                </a:lnTo>
                <a:lnTo>
                  <a:pt x="302384" y="544"/>
                </a:lnTo>
                <a:lnTo>
                  <a:pt x="347175" y="1709"/>
                </a:lnTo>
                <a:lnTo>
                  <a:pt x="394611" y="3496"/>
                </a:lnTo>
              </a:path>
            </a:pathLst>
          </a:custGeom>
          <a:noFill/>
          <a:ln w="4953">
            <a:solidFill>
              <a:srgbClr val="CE4148">
                <a:alpha val="12000"/>
              </a:srgbClr>
            </a:solidFill>
            <a:prstDash val="solid"/>
          </a:ln>
        </p:spPr>
      </p:sp>
      <p:sp>
        <p:nvSpPr>
          <p:cNvPr id="213" name="knowledge-edge">
            <a:extLst>
              <a:ext uri="{FF2B5EF4-FFF2-40B4-BE49-F238E27FC236}">
                <a16:creationId xmlns:a16="http://schemas.microsoft.com/office/drawing/2014/main" id="{8F58508E-69C5-4524-ADB6-ADE9F47C5308}"/>
              </a:ext>
            </a:extLst>
          </p:cNvPr>
          <p:cNvSpPr>
            <a:spLocks noGrp="1"/>
          </p:cNvSpPr>
          <p:nvPr/>
        </p:nvSpPr>
        <p:spPr>
          <a:xfrm>
            <a:off x="5496440" y="6922167"/>
            <a:ext cx="310731" cy="149223"/>
          </a:xfrm>
          <a:custGeom>
            <a:avLst/>
            <a:gdLst/>
            <a:ahLst/>
            <a:cxnLst/>
            <a:rect l="0" t="0" r="0" b="0"/>
            <a:pathLst>
              <a:path w="310731" h="149223">
                <a:moveTo>
                  <a:pt x="0" y="149223"/>
                </a:moveTo>
                <a:lnTo>
                  <a:pt x="22195" y="121481"/>
                </a:lnTo>
                <a:lnTo>
                  <a:pt x="44390" y="96588"/>
                </a:lnTo>
                <a:lnTo>
                  <a:pt x="66585" y="74543"/>
                </a:lnTo>
                <a:lnTo>
                  <a:pt x="88780" y="55348"/>
                </a:lnTo>
                <a:lnTo>
                  <a:pt x="110975" y="39001"/>
                </a:lnTo>
                <a:lnTo>
                  <a:pt x="133170" y="25503"/>
                </a:lnTo>
                <a:lnTo>
                  <a:pt x="155365" y="14854"/>
                </a:lnTo>
                <a:lnTo>
                  <a:pt x="177560" y="7054"/>
                </a:lnTo>
                <a:lnTo>
                  <a:pt x="199755" y="2103"/>
                </a:lnTo>
                <a:lnTo>
                  <a:pt x="221951" y="0"/>
                </a:lnTo>
                <a:lnTo>
                  <a:pt x="244146" y="746"/>
                </a:lnTo>
                <a:lnTo>
                  <a:pt x="266341" y="4341"/>
                </a:lnTo>
                <a:lnTo>
                  <a:pt x="288536" y="10785"/>
                </a:lnTo>
                <a:lnTo>
                  <a:pt x="310731" y="20078"/>
                </a:lnTo>
              </a:path>
            </a:pathLst>
          </a:custGeom>
          <a:noFill/>
          <a:ln w="6477">
            <a:solidFill>
              <a:srgbClr val="CE4148">
                <a:alpha val="17000"/>
              </a:srgbClr>
            </a:solidFill>
            <a:prstDash val="solid"/>
          </a:ln>
        </p:spPr>
      </p:sp>
      <p:sp>
        <p:nvSpPr>
          <p:cNvPr id="214" name="knowledge-edge">
            <a:extLst>
              <a:ext uri="{FF2B5EF4-FFF2-40B4-BE49-F238E27FC236}">
                <a16:creationId xmlns:a16="http://schemas.microsoft.com/office/drawing/2014/main" id="{FAF52B7A-C128-4D1F-9146-104EAEE20FF0}"/>
              </a:ext>
            </a:extLst>
          </p:cNvPr>
          <p:cNvSpPr>
            <a:spLocks noGrp="1"/>
          </p:cNvSpPr>
          <p:nvPr/>
        </p:nvSpPr>
        <p:spPr>
          <a:xfrm>
            <a:off x="5773425" y="5962633"/>
            <a:ext cx="513096" cy="34335"/>
          </a:xfrm>
          <a:custGeom>
            <a:avLst/>
            <a:gdLst/>
            <a:ahLst/>
            <a:cxnLst/>
            <a:rect l="0" t="0" r="0" b="0"/>
            <a:pathLst>
              <a:path w="513096" h="34335">
                <a:moveTo>
                  <a:pt x="0" y="13138"/>
                </a:moveTo>
                <a:lnTo>
                  <a:pt x="36650" y="19466"/>
                </a:lnTo>
                <a:lnTo>
                  <a:pt x="73299" y="24675"/>
                </a:lnTo>
                <a:lnTo>
                  <a:pt x="109949" y="28767"/>
                </a:lnTo>
                <a:lnTo>
                  <a:pt x="146599" y="31741"/>
                </a:lnTo>
                <a:lnTo>
                  <a:pt x="183249" y="33597"/>
                </a:lnTo>
                <a:lnTo>
                  <a:pt x="219898" y="34335"/>
                </a:lnTo>
                <a:lnTo>
                  <a:pt x="256548" y="33956"/>
                </a:lnTo>
                <a:lnTo>
                  <a:pt x="293198" y="32458"/>
                </a:lnTo>
                <a:lnTo>
                  <a:pt x="329848" y="29843"/>
                </a:lnTo>
                <a:lnTo>
                  <a:pt x="366497" y="26110"/>
                </a:lnTo>
                <a:lnTo>
                  <a:pt x="403147" y="21259"/>
                </a:lnTo>
                <a:lnTo>
                  <a:pt x="439797" y="15291"/>
                </a:lnTo>
                <a:lnTo>
                  <a:pt x="476447" y="8204"/>
                </a:lnTo>
                <a:lnTo>
                  <a:pt x="513096" y="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5" name="knowledge-long-edge">
            <a:extLst>
              <a:ext uri="{FF2B5EF4-FFF2-40B4-BE49-F238E27FC236}">
                <a16:creationId xmlns:a16="http://schemas.microsoft.com/office/drawing/2014/main" id="{4AE7AD3C-76D6-42D1-AA60-64978B467B14}"/>
              </a:ext>
            </a:extLst>
          </p:cNvPr>
          <p:cNvSpPr>
            <a:spLocks noGrp="1"/>
          </p:cNvSpPr>
          <p:nvPr/>
        </p:nvSpPr>
        <p:spPr>
          <a:xfrm>
            <a:off x="5773425" y="5671850"/>
            <a:ext cx="872659" cy="303921"/>
          </a:xfrm>
          <a:custGeom>
            <a:avLst/>
            <a:gdLst/>
            <a:ahLst/>
            <a:cxnLst/>
            <a:rect l="0" t="0" r="0" b="0"/>
            <a:pathLst>
              <a:path w="872659" h="303921">
                <a:moveTo>
                  <a:pt x="0" y="303921"/>
                </a:moveTo>
                <a:lnTo>
                  <a:pt x="54541" y="234859"/>
                </a:lnTo>
                <a:lnTo>
                  <a:pt x="109082" y="174675"/>
                </a:lnTo>
                <a:lnTo>
                  <a:pt x="163624" y="123368"/>
                </a:lnTo>
                <a:lnTo>
                  <a:pt x="218165" y="80939"/>
                </a:lnTo>
                <a:lnTo>
                  <a:pt x="272706" y="47387"/>
                </a:lnTo>
                <a:lnTo>
                  <a:pt x="327247" y="22714"/>
                </a:lnTo>
                <a:lnTo>
                  <a:pt x="381788" y="6918"/>
                </a:lnTo>
                <a:lnTo>
                  <a:pt x="436329" y="0"/>
                </a:lnTo>
                <a:lnTo>
                  <a:pt x="490871" y="1960"/>
                </a:lnTo>
                <a:lnTo>
                  <a:pt x="545412" y="12797"/>
                </a:lnTo>
                <a:lnTo>
                  <a:pt x="599953" y="32512"/>
                </a:lnTo>
                <a:lnTo>
                  <a:pt x="654494" y="61105"/>
                </a:lnTo>
                <a:lnTo>
                  <a:pt x="709035" y="98576"/>
                </a:lnTo>
                <a:lnTo>
                  <a:pt x="763576" y="144924"/>
                </a:lnTo>
                <a:lnTo>
                  <a:pt x="818118" y="200150"/>
                </a:lnTo>
                <a:lnTo>
                  <a:pt x="872659" y="264254"/>
                </a:lnTo>
              </a:path>
            </a:pathLst>
          </a:custGeom>
          <a:noFill/>
          <a:ln w="4286">
            <a:solidFill>
              <a:srgbClr val="E1423B">
                <a:alpha val="9000"/>
              </a:srgbClr>
            </a:solidFill>
            <a:prstDash val="solid"/>
          </a:ln>
        </p:spPr>
      </p:sp>
      <p:sp>
        <p:nvSpPr>
          <p:cNvPr id="216" name="knowledge-edge">
            <a:extLst>
              <a:ext uri="{FF2B5EF4-FFF2-40B4-BE49-F238E27FC236}">
                <a16:creationId xmlns:a16="http://schemas.microsoft.com/office/drawing/2014/main" id="{F9DCA445-73A5-4C0F-817A-C0FFEEB2C8A7}"/>
              </a:ext>
            </a:extLst>
          </p:cNvPr>
          <p:cNvSpPr>
            <a:spLocks noGrp="1"/>
          </p:cNvSpPr>
          <p:nvPr/>
        </p:nvSpPr>
        <p:spPr>
          <a:xfrm>
            <a:off x="6072745" y="6146137"/>
            <a:ext cx="283961" cy="174117"/>
          </a:xfrm>
          <a:custGeom>
            <a:avLst/>
            <a:gdLst/>
            <a:ahLst/>
            <a:cxnLst/>
            <a:rect l="0" t="0" r="0" b="0"/>
            <a:pathLst>
              <a:path w="283961" h="174117">
                <a:moveTo>
                  <a:pt x="0" y="2159"/>
                </a:moveTo>
                <a:lnTo>
                  <a:pt x="20283" y="0"/>
                </a:lnTo>
                <a:lnTo>
                  <a:pt x="40566" y="63"/>
                </a:lnTo>
                <a:lnTo>
                  <a:pt x="60849" y="2348"/>
                </a:lnTo>
                <a:lnTo>
                  <a:pt x="81132" y="6854"/>
                </a:lnTo>
                <a:lnTo>
                  <a:pt x="101415" y="13583"/>
                </a:lnTo>
                <a:lnTo>
                  <a:pt x="121698" y="22533"/>
                </a:lnTo>
                <a:lnTo>
                  <a:pt x="141981" y="33704"/>
                </a:lnTo>
                <a:lnTo>
                  <a:pt x="162264" y="47098"/>
                </a:lnTo>
                <a:lnTo>
                  <a:pt x="182547" y="62713"/>
                </a:lnTo>
                <a:lnTo>
                  <a:pt x="202830" y="80551"/>
                </a:lnTo>
                <a:lnTo>
                  <a:pt x="223113" y="100610"/>
                </a:lnTo>
                <a:lnTo>
                  <a:pt x="243395" y="122890"/>
                </a:lnTo>
                <a:lnTo>
                  <a:pt x="263678" y="147393"/>
                </a:lnTo>
                <a:lnTo>
                  <a:pt x="283961" y="174117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7" name="knowledge-long-edge">
            <a:extLst>
              <a:ext uri="{FF2B5EF4-FFF2-40B4-BE49-F238E27FC236}">
                <a16:creationId xmlns:a16="http://schemas.microsoft.com/office/drawing/2014/main" id="{C8734195-1DFC-4100-8305-63B88BA57CC4}"/>
              </a:ext>
            </a:extLst>
          </p:cNvPr>
          <p:cNvSpPr>
            <a:spLocks noGrp="1"/>
          </p:cNvSpPr>
          <p:nvPr/>
        </p:nvSpPr>
        <p:spPr>
          <a:xfrm>
            <a:off x="6072745" y="5748223"/>
            <a:ext cx="573339" cy="400073"/>
          </a:xfrm>
          <a:custGeom>
            <a:avLst/>
            <a:gdLst/>
            <a:ahLst/>
            <a:cxnLst/>
            <a:rect l="0" t="0" r="0" b="0"/>
            <a:pathLst>
              <a:path w="573339" h="400073">
                <a:moveTo>
                  <a:pt x="0" y="400073"/>
                </a:moveTo>
                <a:lnTo>
                  <a:pt x="35834" y="319974"/>
                </a:lnTo>
                <a:lnTo>
                  <a:pt x="71667" y="248787"/>
                </a:lnTo>
                <a:lnTo>
                  <a:pt x="107501" y="186511"/>
                </a:lnTo>
                <a:lnTo>
                  <a:pt x="143335" y="133147"/>
                </a:lnTo>
                <a:lnTo>
                  <a:pt x="179168" y="88694"/>
                </a:lnTo>
                <a:lnTo>
                  <a:pt x="215002" y="53153"/>
                </a:lnTo>
                <a:lnTo>
                  <a:pt x="250836" y="26524"/>
                </a:lnTo>
                <a:lnTo>
                  <a:pt x="286669" y="8806"/>
                </a:lnTo>
                <a:lnTo>
                  <a:pt x="322503" y="0"/>
                </a:lnTo>
                <a:lnTo>
                  <a:pt x="358337" y="105"/>
                </a:lnTo>
                <a:lnTo>
                  <a:pt x="394170" y="9122"/>
                </a:lnTo>
                <a:lnTo>
                  <a:pt x="430004" y="27051"/>
                </a:lnTo>
                <a:lnTo>
                  <a:pt x="465838" y="53891"/>
                </a:lnTo>
                <a:lnTo>
                  <a:pt x="501671" y="89643"/>
                </a:lnTo>
                <a:lnTo>
                  <a:pt x="537505" y="134306"/>
                </a:lnTo>
                <a:lnTo>
                  <a:pt x="573339" y="187881"/>
                </a:lnTo>
              </a:path>
            </a:pathLst>
          </a:custGeom>
          <a:noFill/>
          <a:ln w="4286">
            <a:solidFill>
              <a:srgbClr val="E1423B">
                <a:alpha val="9000"/>
              </a:srgbClr>
            </a:solidFill>
            <a:prstDash val="solid"/>
          </a:ln>
        </p:spPr>
      </p:sp>
      <p:sp>
        <p:nvSpPr>
          <p:cNvPr id="218" name="knowledge-edge">
            <a:extLst>
              <a:ext uri="{FF2B5EF4-FFF2-40B4-BE49-F238E27FC236}">
                <a16:creationId xmlns:a16="http://schemas.microsoft.com/office/drawing/2014/main" id="{F88DFCBD-DC52-4EF4-8F38-CD0DCCE2701A}"/>
              </a:ext>
            </a:extLst>
          </p:cNvPr>
          <p:cNvSpPr>
            <a:spLocks noGrp="1"/>
          </p:cNvSpPr>
          <p:nvPr/>
        </p:nvSpPr>
        <p:spPr>
          <a:xfrm>
            <a:off x="6067501" y="6457841"/>
            <a:ext cx="336398" cy="99923"/>
          </a:xfrm>
          <a:custGeom>
            <a:avLst/>
            <a:gdLst/>
            <a:ahLst/>
            <a:cxnLst/>
            <a:rect l="0" t="0" r="0" b="0"/>
            <a:pathLst>
              <a:path w="336398" h="99923">
                <a:moveTo>
                  <a:pt x="0" y="99923"/>
                </a:moveTo>
                <a:lnTo>
                  <a:pt x="24028" y="81286"/>
                </a:lnTo>
                <a:lnTo>
                  <a:pt x="48057" y="64570"/>
                </a:lnTo>
                <a:lnTo>
                  <a:pt x="72085" y="49775"/>
                </a:lnTo>
                <a:lnTo>
                  <a:pt x="96114" y="36901"/>
                </a:lnTo>
                <a:lnTo>
                  <a:pt x="120142" y="25949"/>
                </a:lnTo>
                <a:lnTo>
                  <a:pt x="144171" y="16917"/>
                </a:lnTo>
                <a:lnTo>
                  <a:pt x="168199" y="9806"/>
                </a:lnTo>
                <a:lnTo>
                  <a:pt x="192228" y="4616"/>
                </a:lnTo>
                <a:lnTo>
                  <a:pt x="216256" y="1348"/>
                </a:lnTo>
                <a:lnTo>
                  <a:pt x="240285" y="0"/>
                </a:lnTo>
                <a:lnTo>
                  <a:pt x="264313" y="573"/>
                </a:lnTo>
                <a:lnTo>
                  <a:pt x="288341" y="3068"/>
                </a:lnTo>
                <a:lnTo>
                  <a:pt x="312370" y="7483"/>
                </a:lnTo>
                <a:lnTo>
                  <a:pt x="336398" y="1382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19" name="knowledge-cross-edge">
            <a:extLst>
              <a:ext uri="{FF2B5EF4-FFF2-40B4-BE49-F238E27FC236}">
                <a16:creationId xmlns:a16="http://schemas.microsoft.com/office/drawing/2014/main" id="{60582A78-7474-4275-9EBB-58721DB0C360}"/>
              </a:ext>
            </a:extLst>
          </p:cNvPr>
          <p:cNvSpPr>
            <a:spLocks noGrp="1"/>
          </p:cNvSpPr>
          <p:nvPr/>
        </p:nvSpPr>
        <p:spPr>
          <a:xfrm>
            <a:off x="6067501" y="6538405"/>
            <a:ext cx="297976" cy="70643"/>
          </a:xfrm>
          <a:custGeom>
            <a:avLst/>
            <a:gdLst/>
            <a:ahLst/>
            <a:cxnLst/>
            <a:rect l="0" t="0" r="0" b="0"/>
            <a:pathLst>
              <a:path w="297976" h="70643">
                <a:moveTo>
                  <a:pt x="0" y="19359"/>
                </a:moveTo>
                <a:lnTo>
                  <a:pt x="39383" y="11102"/>
                </a:lnTo>
                <a:lnTo>
                  <a:pt x="76121" y="5123"/>
                </a:lnTo>
                <a:lnTo>
                  <a:pt x="110213" y="1422"/>
                </a:lnTo>
                <a:lnTo>
                  <a:pt x="141659" y="0"/>
                </a:lnTo>
                <a:lnTo>
                  <a:pt x="170459" y="856"/>
                </a:lnTo>
                <a:lnTo>
                  <a:pt x="196613" y="3991"/>
                </a:lnTo>
                <a:lnTo>
                  <a:pt x="220121" y="9403"/>
                </a:lnTo>
                <a:lnTo>
                  <a:pt x="240984" y="17095"/>
                </a:lnTo>
                <a:lnTo>
                  <a:pt x="259201" y="27064"/>
                </a:lnTo>
                <a:lnTo>
                  <a:pt x="274772" y="39312"/>
                </a:lnTo>
                <a:lnTo>
                  <a:pt x="287697" y="53838"/>
                </a:lnTo>
                <a:lnTo>
                  <a:pt x="297976" y="70643"/>
                </a:lnTo>
              </a:path>
            </a:pathLst>
          </a:custGeom>
          <a:noFill/>
          <a:ln w="5334">
            <a:solidFill>
              <a:srgbClr val="E1423B">
                <a:alpha val="13000"/>
              </a:srgbClr>
            </a:solidFill>
            <a:prstDash val="solid"/>
          </a:ln>
        </p:spPr>
      </p:sp>
      <p:sp>
        <p:nvSpPr>
          <p:cNvPr id="220" name="knowledge-edge">
            <a:extLst>
              <a:ext uri="{FF2B5EF4-FFF2-40B4-BE49-F238E27FC236}">
                <a16:creationId xmlns:a16="http://schemas.microsoft.com/office/drawing/2014/main" id="{27DE47B3-8B52-4E17-8878-1ADD46A0C3E1}"/>
              </a:ext>
            </a:extLst>
          </p:cNvPr>
          <p:cNvSpPr>
            <a:spLocks noGrp="1"/>
          </p:cNvSpPr>
          <p:nvPr/>
        </p:nvSpPr>
        <p:spPr>
          <a:xfrm>
            <a:off x="5786719" y="6609048"/>
            <a:ext cx="578758" cy="145581"/>
          </a:xfrm>
          <a:custGeom>
            <a:avLst/>
            <a:gdLst/>
            <a:ahLst/>
            <a:cxnLst/>
            <a:rect l="0" t="0" r="0" b="0"/>
            <a:pathLst>
              <a:path w="578758" h="145581">
                <a:moveTo>
                  <a:pt x="0" y="145581"/>
                </a:moveTo>
                <a:lnTo>
                  <a:pt x="41340" y="124946"/>
                </a:lnTo>
                <a:lnTo>
                  <a:pt x="82680" y="105885"/>
                </a:lnTo>
                <a:lnTo>
                  <a:pt x="124020" y="88400"/>
                </a:lnTo>
                <a:lnTo>
                  <a:pt x="165359" y="72489"/>
                </a:lnTo>
                <a:lnTo>
                  <a:pt x="206699" y="58153"/>
                </a:lnTo>
                <a:lnTo>
                  <a:pt x="248039" y="45392"/>
                </a:lnTo>
                <a:lnTo>
                  <a:pt x="289379" y="34206"/>
                </a:lnTo>
                <a:lnTo>
                  <a:pt x="330719" y="24595"/>
                </a:lnTo>
                <a:lnTo>
                  <a:pt x="372059" y="16558"/>
                </a:lnTo>
                <a:lnTo>
                  <a:pt x="413399" y="10097"/>
                </a:lnTo>
                <a:lnTo>
                  <a:pt x="454739" y="5210"/>
                </a:lnTo>
                <a:lnTo>
                  <a:pt x="496078" y="1899"/>
                </a:lnTo>
                <a:lnTo>
                  <a:pt x="537418" y="162"/>
                </a:lnTo>
                <a:lnTo>
                  <a:pt x="578758" y="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21" name="knowledge-cross-edge">
            <a:extLst>
              <a:ext uri="{FF2B5EF4-FFF2-40B4-BE49-F238E27FC236}">
                <a16:creationId xmlns:a16="http://schemas.microsoft.com/office/drawing/2014/main" id="{05BB92AA-DACF-4D87-A25D-32C8A749410A}"/>
              </a:ext>
            </a:extLst>
          </p:cNvPr>
          <p:cNvSpPr>
            <a:spLocks noGrp="1"/>
          </p:cNvSpPr>
          <p:nvPr/>
        </p:nvSpPr>
        <p:spPr>
          <a:xfrm>
            <a:off x="5786719" y="6754629"/>
            <a:ext cx="519552" cy="28609"/>
          </a:xfrm>
          <a:custGeom>
            <a:avLst/>
            <a:gdLst/>
            <a:ahLst/>
            <a:cxnLst/>
            <a:rect l="0" t="0" r="0" b="0"/>
            <a:pathLst>
              <a:path w="519552" h="28609">
                <a:moveTo>
                  <a:pt x="0" y="0"/>
                </a:moveTo>
                <a:lnTo>
                  <a:pt x="57848" y="1139"/>
                </a:lnTo>
                <a:lnTo>
                  <a:pt x="113050" y="2505"/>
                </a:lnTo>
                <a:lnTo>
                  <a:pt x="165607" y="4096"/>
                </a:lnTo>
                <a:lnTo>
                  <a:pt x="215517" y="5915"/>
                </a:lnTo>
                <a:lnTo>
                  <a:pt x="262782" y="7959"/>
                </a:lnTo>
                <a:lnTo>
                  <a:pt x="307401" y="10230"/>
                </a:lnTo>
                <a:lnTo>
                  <a:pt x="349374" y="12727"/>
                </a:lnTo>
                <a:lnTo>
                  <a:pt x="388701" y="15451"/>
                </a:lnTo>
                <a:lnTo>
                  <a:pt x="425383" y="18401"/>
                </a:lnTo>
                <a:lnTo>
                  <a:pt x="459418" y="21577"/>
                </a:lnTo>
                <a:lnTo>
                  <a:pt x="490808" y="24980"/>
                </a:lnTo>
                <a:lnTo>
                  <a:pt x="519552" y="28609"/>
                </a:lnTo>
              </a:path>
            </a:pathLst>
          </a:custGeom>
          <a:noFill/>
          <a:ln w="5334">
            <a:solidFill>
              <a:srgbClr val="E1423B">
                <a:alpha val="13000"/>
              </a:srgbClr>
            </a:solidFill>
            <a:prstDash val="solid"/>
          </a:ln>
        </p:spPr>
      </p:sp>
      <p:sp>
        <p:nvSpPr>
          <p:cNvPr id="222" name="knowledge-edge">
            <a:extLst>
              <a:ext uri="{FF2B5EF4-FFF2-40B4-BE49-F238E27FC236}">
                <a16:creationId xmlns:a16="http://schemas.microsoft.com/office/drawing/2014/main" id="{5DA2612C-7094-44F3-A10C-E14DB91F3ABB}"/>
              </a:ext>
            </a:extLst>
          </p:cNvPr>
          <p:cNvSpPr>
            <a:spLocks noGrp="1"/>
          </p:cNvSpPr>
          <p:nvPr/>
        </p:nvSpPr>
        <p:spPr>
          <a:xfrm>
            <a:off x="5827393" y="6783238"/>
            <a:ext cx="478877" cy="157399"/>
          </a:xfrm>
          <a:custGeom>
            <a:avLst/>
            <a:gdLst/>
            <a:ahLst/>
            <a:cxnLst/>
            <a:rect l="0" t="0" r="0" b="0"/>
            <a:pathLst>
              <a:path w="478877" h="157399">
                <a:moveTo>
                  <a:pt x="0" y="157399"/>
                </a:moveTo>
                <a:lnTo>
                  <a:pt x="34206" y="153424"/>
                </a:lnTo>
                <a:lnTo>
                  <a:pt x="68411" y="148331"/>
                </a:lnTo>
                <a:lnTo>
                  <a:pt x="102617" y="142120"/>
                </a:lnTo>
                <a:lnTo>
                  <a:pt x="136822" y="134790"/>
                </a:lnTo>
                <a:lnTo>
                  <a:pt x="171028" y="126343"/>
                </a:lnTo>
                <a:lnTo>
                  <a:pt x="205233" y="116777"/>
                </a:lnTo>
                <a:lnTo>
                  <a:pt x="239439" y="106093"/>
                </a:lnTo>
                <a:lnTo>
                  <a:pt x="273644" y="94292"/>
                </a:lnTo>
                <a:lnTo>
                  <a:pt x="307850" y="81372"/>
                </a:lnTo>
                <a:lnTo>
                  <a:pt x="342055" y="67334"/>
                </a:lnTo>
                <a:lnTo>
                  <a:pt x="376261" y="52177"/>
                </a:lnTo>
                <a:lnTo>
                  <a:pt x="410466" y="35903"/>
                </a:lnTo>
                <a:lnTo>
                  <a:pt x="444672" y="18511"/>
                </a:lnTo>
                <a:lnTo>
                  <a:pt x="478877" y="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23" name="knowledge-cross-edge">
            <a:extLst>
              <a:ext uri="{FF2B5EF4-FFF2-40B4-BE49-F238E27FC236}">
                <a16:creationId xmlns:a16="http://schemas.microsoft.com/office/drawing/2014/main" id="{36EE621A-A66C-4D97-8B7B-79390A6D626D}"/>
              </a:ext>
            </a:extLst>
          </p:cNvPr>
          <p:cNvSpPr>
            <a:spLocks noGrp="1"/>
          </p:cNvSpPr>
          <p:nvPr/>
        </p:nvSpPr>
        <p:spPr>
          <a:xfrm>
            <a:off x="5827393" y="6823521"/>
            <a:ext cx="369161" cy="117117"/>
          </a:xfrm>
          <a:custGeom>
            <a:avLst/>
            <a:gdLst/>
            <a:ahLst/>
            <a:cxnLst/>
            <a:rect l="0" t="0" r="0" b="0"/>
            <a:pathLst>
              <a:path w="369161" h="117117">
                <a:moveTo>
                  <a:pt x="0" y="117117"/>
                </a:moveTo>
                <a:lnTo>
                  <a:pt x="45316" y="103349"/>
                </a:lnTo>
                <a:lnTo>
                  <a:pt x="87985" y="90310"/>
                </a:lnTo>
                <a:lnTo>
                  <a:pt x="128009" y="78000"/>
                </a:lnTo>
                <a:lnTo>
                  <a:pt x="165387" y="66418"/>
                </a:lnTo>
                <a:lnTo>
                  <a:pt x="200119" y="55565"/>
                </a:lnTo>
                <a:lnTo>
                  <a:pt x="232206" y="45441"/>
                </a:lnTo>
                <a:lnTo>
                  <a:pt x="261646" y="36046"/>
                </a:lnTo>
                <a:lnTo>
                  <a:pt x="288441" y="27379"/>
                </a:lnTo>
                <a:lnTo>
                  <a:pt x="312590" y="19441"/>
                </a:lnTo>
                <a:lnTo>
                  <a:pt x="334093" y="12232"/>
                </a:lnTo>
                <a:lnTo>
                  <a:pt x="352950" y="5752"/>
                </a:lnTo>
                <a:lnTo>
                  <a:pt x="369161" y="0"/>
                </a:lnTo>
              </a:path>
            </a:pathLst>
          </a:custGeom>
          <a:noFill/>
          <a:ln w="5334">
            <a:solidFill>
              <a:srgbClr val="E1423B">
                <a:alpha val="13000"/>
              </a:srgbClr>
            </a:solidFill>
            <a:prstDash val="solid"/>
          </a:ln>
        </p:spPr>
      </p:sp>
      <p:sp>
        <p:nvSpPr>
          <p:cNvPr id="224" name="knowledge-edge">
            <a:extLst>
              <a:ext uri="{FF2B5EF4-FFF2-40B4-BE49-F238E27FC236}">
                <a16:creationId xmlns:a16="http://schemas.microsoft.com/office/drawing/2014/main" id="{895C9C4F-E7D6-4FFC-A28D-77E6C805F4F0}"/>
              </a:ext>
            </a:extLst>
          </p:cNvPr>
          <p:cNvSpPr>
            <a:spLocks noGrp="1"/>
          </p:cNvSpPr>
          <p:nvPr/>
        </p:nvSpPr>
        <p:spPr>
          <a:xfrm>
            <a:off x="6066801" y="6823521"/>
            <a:ext cx="129754" cy="141827"/>
          </a:xfrm>
          <a:custGeom>
            <a:avLst/>
            <a:gdLst/>
            <a:ahLst/>
            <a:cxnLst/>
            <a:rect l="0" t="0" r="0" b="0"/>
            <a:pathLst>
              <a:path w="129754" h="141827">
                <a:moveTo>
                  <a:pt x="0" y="134310"/>
                </a:moveTo>
                <a:lnTo>
                  <a:pt x="9268" y="139016"/>
                </a:lnTo>
                <a:lnTo>
                  <a:pt x="18536" y="141522"/>
                </a:lnTo>
                <a:lnTo>
                  <a:pt x="27804" y="141827"/>
                </a:lnTo>
                <a:lnTo>
                  <a:pt x="37073" y="139933"/>
                </a:lnTo>
                <a:lnTo>
                  <a:pt x="46341" y="135839"/>
                </a:lnTo>
                <a:lnTo>
                  <a:pt x="55609" y="129545"/>
                </a:lnTo>
                <a:lnTo>
                  <a:pt x="64877" y="121052"/>
                </a:lnTo>
                <a:lnTo>
                  <a:pt x="74145" y="110358"/>
                </a:lnTo>
                <a:lnTo>
                  <a:pt x="83413" y="97465"/>
                </a:lnTo>
                <a:lnTo>
                  <a:pt x="92681" y="82372"/>
                </a:lnTo>
                <a:lnTo>
                  <a:pt x="101950" y="65079"/>
                </a:lnTo>
                <a:lnTo>
                  <a:pt x="111218" y="45586"/>
                </a:lnTo>
                <a:lnTo>
                  <a:pt x="120486" y="23893"/>
                </a:lnTo>
                <a:lnTo>
                  <a:pt x="129754" y="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25" name="knowledge-cross-edge">
            <a:extLst>
              <a:ext uri="{FF2B5EF4-FFF2-40B4-BE49-F238E27FC236}">
                <a16:creationId xmlns:a16="http://schemas.microsoft.com/office/drawing/2014/main" id="{D6692744-95EF-4576-8301-2D3A00C66284}"/>
              </a:ext>
            </a:extLst>
          </p:cNvPr>
          <p:cNvSpPr>
            <a:spLocks noGrp="1"/>
          </p:cNvSpPr>
          <p:nvPr/>
        </p:nvSpPr>
        <p:spPr>
          <a:xfrm>
            <a:off x="6066801" y="6893834"/>
            <a:ext cx="286684" cy="130901"/>
          </a:xfrm>
          <a:custGeom>
            <a:avLst/>
            <a:gdLst/>
            <a:ahLst/>
            <a:cxnLst/>
            <a:rect l="0" t="0" r="0" b="0"/>
            <a:pathLst>
              <a:path w="286684" h="130901">
                <a:moveTo>
                  <a:pt x="0" y="63998"/>
                </a:moveTo>
                <a:lnTo>
                  <a:pt x="38442" y="40698"/>
                </a:lnTo>
                <a:lnTo>
                  <a:pt x="74239" y="22649"/>
                </a:lnTo>
                <a:lnTo>
                  <a:pt x="107390" y="9849"/>
                </a:lnTo>
                <a:lnTo>
                  <a:pt x="137895" y="2300"/>
                </a:lnTo>
                <a:lnTo>
                  <a:pt x="165754" y="0"/>
                </a:lnTo>
                <a:lnTo>
                  <a:pt x="190967" y="2950"/>
                </a:lnTo>
                <a:lnTo>
                  <a:pt x="213534" y="11151"/>
                </a:lnTo>
                <a:lnTo>
                  <a:pt x="233456" y="24601"/>
                </a:lnTo>
                <a:lnTo>
                  <a:pt x="250732" y="43301"/>
                </a:lnTo>
                <a:lnTo>
                  <a:pt x="265361" y="67251"/>
                </a:lnTo>
                <a:lnTo>
                  <a:pt x="277345" y="96451"/>
                </a:lnTo>
                <a:lnTo>
                  <a:pt x="286684" y="130901"/>
                </a:lnTo>
              </a:path>
            </a:pathLst>
          </a:custGeom>
          <a:noFill/>
          <a:ln w="5334">
            <a:solidFill>
              <a:srgbClr val="E1423B">
                <a:alpha val="13000"/>
              </a:srgbClr>
            </a:solidFill>
            <a:prstDash val="solid"/>
          </a:ln>
        </p:spPr>
      </p:sp>
      <p:sp>
        <p:nvSpPr>
          <p:cNvPr id="226" name="knowledge-edge">
            <a:extLst>
              <a:ext uri="{FF2B5EF4-FFF2-40B4-BE49-F238E27FC236}">
                <a16:creationId xmlns:a16="http://schemas.microsoft.com/office/drawing/2014/main" id="{D3EB179B-9681-4105-9F9B-49C6EF5E162B}"/>
              </a:ext>
            </a:extLst>
          </p:cNvPr>
          <p:cNvSpPr>
            <a:spLocks noGrp="1"/>
          </p:cNvSpPr>
          <p:nvPr/>
        </p:nvSpPr>
        <p:spPr>
          <a:xfrm>
            <a:off x="5807171" y="6942245"/>
            <a:ext cx="546314" cy="82490"/>
          </a:xfrm>
          <a:custGeom>
            <a:avLst/>
            <a:gdLst/>
            <a:ahLst/>
            <a:cxnLst/>
            <a:rect l="0" t="0" r="0" b="0"/>
            <a:pathLst>
              <a:path w="546314" h="82490">
                <a:moveTo>
                  <a:pt x="0" y="0"/>
                </a:moveTo>
                <a:lnTo>
                  <a:pt x="39022" y="5439"/>
                </a:lnTo>
                <a:lnTo>
                  <a:pt x="78045" y="10949"/>
                </a:lnTo>
                <a:lnTo>
                  <a:pt x="117067" y="16527"/>
                </a:lnTo>
                <a:lnTo>
                  <a:pt x="156090" y="22176"/>
                </a:lnTo>
                <a:lnTo>
                  <a:pt x="195112" y="27894"/>
                </a:lnTo>
                <a:lnTo>
                  <a:pt x="234134" y="33682"/>
                </a:lnTo>
                <a:lnTo>
                  <a:pt x="273157" y="39539"/>
                </a:lnTo>
                <a:lnTo>
                  <a:pt x="312179" y="45466"/>
                </a:lnTo>
                <a:lnTo>
                  <a:pt x="351202" y="51463"/>
                </a:lnTo>
                <a:lnTo>
                  <a:pt x="390224" y="57529"/>
                </a:lnTo>
                <a:lnTo>
                  <a:pt x="429246" y="63665"/>
                </a:lnTo>
                <a:lnTo>
                  <a:pt x="468269" y="69870"/>
                </a:lnTo>
                <a:lnTo>
                  <a:pt x="507291" y="76146"/>
                </a:lnTo>
                <a:lnTo>
                  <a:pt x="546314" y="82490"/>
                </a:lnTo>
              </a:path>
            </a:pathLst>
          </a:custGeom>
          <a:noFill/>
          <a:ln w="6477">
            <a:solidFill>
              <a:srgbClr val="E1423B">
                <a:alpha val="17000"/>
              </a:srgbClr>
            </a:solidFill>
            <a:prstDash val="solid"/>
          </a:ln>
        </p:spPr>
      </p:sp>
      <p:sp>
        <p:nvSpPr>
          <p:cNvPr id="227" name="knowledge-cross-edge">
            <a:extLst>
              <a:ext uri="{FF2B5EF4-FFF2-40B4-BE49-F238E27FC236}">
                <a16:creationId xmlns:a16="http://schemas.microsoft.com/office/drawing/2014/main" id="{F1C824E9-AABA-48BC-BB7C-8EA6CB310857}"/>
              </a:ext>
            </a:extLst>
          </p:cNvPr>
          <p:cNvSpPr>
            <a:spLocks noGrp="1"/>
          </p:cNvSpPr>
          <p:nvPr/>
        </p:nvSpPr>
        <p:spPr>
          <a:xfrm>
            <a:off x="5807171" y="6816164"/>
            <a:ext cx="389384" cy="126081"/>
          </a:xfrm>
          <a:custGeom>
            <a:avLst/>
            <a:gdLst/>
            <a:ahLst/>
            <a:cxnLst/>
            <a:rect l="0" t="0" r="0" b="0"/>
            <a:pathLst>
              <a:path w="389384" h="126081">
                <a:moveTo>
                  <a:pt x="0" y="126081"/>
                </a:moveTo>
                <a:lnTo>
                  <a:pt x="17897" y="101258"/>
                </a:lnTo>
                <a:lnTo>
                  <a:pt x="38439" y="79149"/>
                </a:lnTo>
                <a:lnTo>
                  <a:pt x="61627" y="59755"/>
                </a:lnTo>
                <a:lnTo>
                  <a:pt x="87461" y="43075"/>
                </a:lnTo>
                <a:lnTo>
                  <a:pt x="115941" y="29110"/>
                </a:lnTo>
                <a:lnTo>
                  <a:pt x="147067" y="17859"/>
                </a:lnTo>
                <a:lnTo>
                  <a:pt x="180839" y="9323"/>
                </a:lnTo>
                <a:lnTo>
                  <a:pt x="217256" y="3501"/>
                </a:lnTo>
                <a:lnTo>
                  <a:pt x="256319" y="393"/>
                </a:lnTo>
                <a:lnTo>
                  <a:pt x="298028" y="0"/>
                </a:lnTo>
                <a:lnTo>
                  <a:pt x="342383" y="2321"/>
                </a:lnTo>
                <a:lnTo>
                  <a:pt x="389384" y="7357"/>
                </a:lnTo>
              </a:path>
            </a:pathLst>
          </a:custGeom>
          <a:noFill/>
          <a:ln w="4953">
            <a:solidFill>
              <a:srgbClr val="E1423B">
                <a:alpha val="12000"/>
              </a:srgbClr>
            </a:solidFill>
            <a:prstDash val="solid"/>
          </a:ln>
        </p:spPr>
      </p:sp>
      <p:sp>
        <p:nvSpPr>
          <p:cNvPr id="228" name="knowledge-edge">
            <a:extLst>
              <a:ext uri="{FF2B5EF4-FFF2-40B4-BE49-F238E27FC236}">
                <a16:creationId xmlns:a16="http://schemas.microsoft.com/office/drawing/2014/main" id="{2D0ED6F1-E975-4070-9923-D4CDD22CA5BB}"/>
              </a:ext>
            </a:extLst>
          </p:cNvPr>
          <p:cNvSpPr>
            <a:spLocks noGrp="1"/>
          </p:cNvSpPr>
          <p:nvPr/>
        </p:nvSpPr>
        <p:spPr>
          <a:xfrm>
            <a:off x="6286521" y="5936104"/>
            <a:ext cx="359562" cy="78110"/>
          </a:xfrm>
          <a:custGeom>
            <a:avLst/>
            <a:gdLst/>
            <a:ahLst/>
            <a:cxnLst/>
            <a:rect l="0" t="0" r="0" b="0"/>
            <a:pathLst>
              <a:path w="359562" h="78110">
                <a:moveTo>
                  <a:pt x="0" y="26529"/>
                </a:moveTo>
                <a:lnTo>
                  <a:pt x="25683" y="41683"/>
                </a:lnTo>
                <a:lnTo>
                  <a:pt x="51366" y="54215"/>
                </a:lnTo>
                <a:lnTo>
                  <a:pt x="77049" y="64123"/>
                </a:lnTo>
                <a:lnTo>
                  <a:pt x="102732" y="71408"/>
                </a:lnTo>
                <a:lnTo>
                  <a:pt x="128415" y="76071"/>
                </a:lnTo>
                <a:lnTo>
                  <a:pt x="154098" y="78110"/>
                </a:lnTo>
                <a:lnTo>
                  <a:pt x="179781" y="77527"/>
                </a:lnTo>
                <a:lnTo>
                  <a:pt x="205464" y="74320"/>
                </a:lnTo>
                <a:lnTo>
                  <a:pt x="231147" y="68491"/>
                </a:lnTo>
                <a:lnTo>
                  <a:pt x="256830" y="60039"/>
                </a:lnTo>
                <a:lnTo>
                  <a:pt x="282513" y="48963"/>
                </a:lnTo>
                <a:lnTo>
                  <a:pt x="308196" y="35265"/>
                </a:lnTo>
                <a:lnTo>
                  <a:pt x="333879" y="18944"/>
                </a:lnTo>
                <a:lnTo>
                  <a:pt x="359562" y="0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29" name="knowledge-cross-edge">
            <a:extLst>
              <a:ext uri="{FF2B5EF4-FFF2-40B4-BE49-F238E27FC236}">
                <a16:creationId xmlns:a16="http://schemas.microsoft.com/office/drawing/2014/main" id="{B276EABE-3A90-4F9A-A855-AD9E6940085D}"/>
              </a:ext>
            </a:extLst>
          </p:cNvPr>
          <p:cNvSpPr>
            <a:spLocks noGrp="1"/>
          </p:cNvSpPr>
          <p:nvPr/>
        </p:nvSpPr>
        <p:spPr>
          <a:xfrm>
            <a:off x="6286521" y="5949876"/>
            <a:ext cx="640230" cy="315601"/>
          </a:xfrm>
          <a:custGeom>
            <a:avLst/>
            <a:gdLst/>
            <a:ahLst/>
            <a:cxnLst/>
            <a:rect l="0" t="0" r="0" b="0"/>
            <a:pathLst>
              <a:path w="640230" h="315601">
                <a:moveTo>
                  <a:pt x="0" y="12757"/>
                </a:moveTo>
                <a:lnTo>
                  <a:pt x="67905" y="3217"/>
                </a:lnTo>
                <a:lnTo>
                  <a:pt x="133163" y="0"/>
                </a:lnTo>
                <a:lnTo>
                  <a:pt x="195776" y="3106"/>
                </a:lnTo>
                <a:lnTo>
                  <a:pt x="255743" y="12535"/>
                </a:lnTo>
                <a:lnTo>
                  <a:pt x="313065" y="28288"/>
                </a:lnTo>
                <a:lnTo>
                  <a:pt x="367740" y="50363"/>
                </a:lnTo>
                <a:lnTo>
                  <a:pt x="419770" y="78762"/>
                </a:lnTo>
                <a:lnTo>
                  <a:pt x="469154" y="113483"/>
                </a:lnTo>
                <a:lnTo>
                  <a:pt x="515892" y="154528"/>
                </a:lnTo>
                <a:lnTo>
                  <a:pt x="559984" y="201896"/>
                </a:lnTo>
                <a:lnTo>
                  <a:pt x="601430" y="255587"/>
                </a:lnTo>
                <a:lnTo>
                  <a:pt x="640230" y="315601"/>
                </a:lnTo>
              </a:path>
            </a:pathLst>
          </a:custGeom>
          <a:noFill/>
          <a:ln w="5334">
            <a:solidFill>
              <a:srgbClr val="EB4B32">
                <a:alpha val="13000"/>
              </a:srgbClr>
            </a:solidFill>
            <a:prstDash val="solid"/>
          </a:ln>
        </p:spPr>
      </p:sp>
      <p:sp>
        <p:nvSpPr>
          <p:cNvPr id="230" name="knowledge-edge">
            <a:extLst>
              <a:ext uri="{FF2B5EF4-FFF2-40B4-BE49-F238E27FC236}">
                <a16:creationId xmlns:a16="http://schemas.microsoft.com/office/drawing/2014/main" id="{E8448F73-8EC3-4125-AA98-093E8EF28ABD}"/>
              </a:ext>
            </a:extLst>
          </p:cNvPr>
          <p:cNvSpPr>
            <a:spLocks noGrp="1"/>
          </p:cNvSpPr>
          <p:nvPr/>
        </p:nvSpPr>
        <p:spPr>
          <a:xfrm>
            <a:off x="6356706" y="6265477"/>
            <a:ext cx="570046" cy="80219"/>
          </a:xfrm>
          <a:custGeom>
            <a:avLst/>
            <a:gdLst/>
            <a:ahLst/>
            <a:cxnLst/>
            <a:rect l="0" t="0" r="0" b="0"/>
            <a:pathLst>
              <a:path w="570046" h="80219">
                <a:moveTo>
                  <a:pt x="0" y="54777"/>
                </a:moveTo>
                <a:lnTo>
                  <a:pt x="40718" y="63866"/>
                </a:lnTo>
                <a:lnTo>
                  <a:pt x="81435" y="70954"/>
                </a:lnTo>
                <a:lnTo>
                  <a:pt x="122153" y="76042"/>
                </a:lnTo>
                <a:lnTo>
                  <a:pt x="162870" y="79131"/>
                </a:lnTo>
                <a:lnTo>
                  <a:pt x="203588" y="80219"/>
                </a:lnTo>
                <a:lnTo>
                  <a:pt x="244305" y="79306"/>
                </a:lnTo>
                <a:lnTo>
                  <a:pt x="285023" y="76394"/>
                </a:lnTo>
                <a:lnTo>
                  <a:pt x="325740" y="71481"/>
                </a:lnTo>
                <a:lnTo>
                  <a:pt x="366458" y="64568"/>
                </a:lnTo>
                <a:lnTo>
                  <a:pt x="407175" y="55655"/>
                </a:lnTo>
                <a:lnTo>
                  <a:pt x="447893" y="44741"/>
                </a:lnTo>
                <a:lnTo>
                  <a:pt x="488610" y="31828"/>
                </a:lnTo>
                <a:lnTo>
                  <a:pt x="529328" y="16914"/>
                </a:lnTo>
                <a:lnTo>
                  <a:pt x="570046" y="0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31" name="knowledge-long-edge">
            <a:extLst>
              <a:ext uri="{FF2B5EF4-FFF2-40B4-BE49-F238E27FC236}">
                <a16:creationId xmlns:a16="http://schemas.microsoft.com/office/drawing/2014/main" id="{9710FC64-F81E-48B2-B939-9DE447850CCA}"/>
              </a:ext>
            </a:extLst>
          </p:cNvPr>
          <p:cNvSpPr>
            <a:spLocks noGrp="1"/>
          </p:cNvSpPr>
          <p:nvPr/>
        </p:nvSpPr>
        <p:spPr>
          <a:xfrm>
            <a:off x="6356706" y="5764855"/>
            <a:ext cx="799631" cy="555399"/>
          </a:xfrm>
          <a:custGeom>
            <a:avLst/>
            <a:gdLst/>
            <a:ahLst/>
            <a:cxnLst/>
            <a:rect l="0" t="0" r="0" b="0"/>
            <a:pathLst>
              <a:path w="799631" h="555399">
                <a:moveTo>
                  <a:pt x="0" y="555399"/>
                </a:moveTo>
                <a:lnTo>
                  <a:pt x="49977" y="445867"/>
                </a:lnTo>
                <a:lnTo>
                  <a:pt x="99954" y="348333"/>
                </a:lnTo>
                <a:lnTo>
                  <a:pt x="149931" y="262797"/>
                </a:lnTo>
                <a:lnTo>
                  <a:pt x="199908" y="189260"/>
                </a:lnTo>
                <a:lnTo>
                  <a:pt x="249885" y="127721"/>
                </a:lnTo>
                <a:lnTo>
                  <a:pt x="299862" y="78180"/>
                </a:lnTo>
                <a:lnTo>
                  <a:pt x="349839" y="40638"/>
                </a:lnTo>
                <a:lnTo>
                  <a:pt x="399816" y="15093"/>
                </a:lnTo>
                <a:lnTo>
                  <a:pt x="449793" y="1548"/>
                </a:lnTo>
                <a:lnTo>
                  <a:pt x="499770" y="0"/>
                </a:lnTo>
                <a:lnTo>
                  <a:pt x="549747" y="10451"/>
                </a:lnTo>
                <a:lnTo>
                  <a:pt x="599724" y="32900"/>
                </a:lnTo>
                <a:lnTo>
                  <a:pt x="649701" y="67347"/>
                </a:lnTo>
                <a:lnTo>
                  <a:pt x="699677" y="113793"/>
                </a:lnTo>
                <a:lnTo>
                  <a:pt x="749654" y="172236"/>
                </a:lnTo>
                <a:lnTo>
                  <a:pt x="799631" y="242679"/>
                </a:lnTo>
              </a:path>
            </a:pathLst>
          </a:custGeom>
          <a:noFill/>
          <a:ln w="4286">
            <a:solidFill>
              <a:srgbClr val="EB4B32">
                <a:alpha val="9000"/>
              </a:srgbClr>
            </a:solidFill>
            <a:prstDash val="solid"/>
          </a:ln>
        </p:spPr>
      </p:sp>
      <p:sp>
        <p:nvSpPr>
          <p:cNvPr id="232" name="knowledge-edge">
            <a:extLst>
              <a:ext uri="{FF2B5EF4-FFF2-40B4-BE49-F238E27FC236}">
                <a16:creationId xmlns:a16="http://schemas.microsoft.com/office/drawing/2014/main" id="{BE15D278-C85E-41D4-ADD5-3DA77DA83434}"/>
              </a:ext>
            </a:extLst>
          </p:cNvPr>
          <p:cNvSpPr>
            <a:spLocks noGrp="1"/>
          </p:cNvSpPr>
          <p:nvPr/>
        </p:nvSpPr>
        <p:spPr>
          <a:xfrm>
            <a:off x="6403899" y="6466681"/>
            <a:ext cx="298078" cy="168111"/>
          </a:xfrm>
          <a:custGeom>
            <a:avLst/>
            <a:gdLst/>
            <a:ahLst/>
            <a:cxnLst/>
            <a:rect l="0" t="0" r="0" b="0"/>
            <a:pathLst>
              <a:path w="298078" h="168111">
                <a:moveTo>
                  <a:pt x="0" y="4980"/>
                </a:moveTo>
                <a:lnTo>
                  <a:pt x="21291" y="1311"/>
                </a:lnTo>
                <a:lnTo>
                  <a:pt x="42583" y="0"/>
                </a:lnTo>
                <a:lnTo>
                  <a:pt x="63874" y="1046"/>
                </a:lnTo>
                <a:lnTo>
                  <a:pt x="85165" y="4448"/>
                </a:lnTo>
                <a:lnTo>
                  <a:pt x="106456" y="10208"/>
                </a:lnTo>
                <a:lnTo>
                  <a:pt x="127748" y="18325"/>
                </a:lnTo>
                <a:lnTo>
                  <a:pt x="149039" y="28798"/>
                </a:lnTo>
                <a:lnTo>
                  <a:pt x="170330" y="41629"/>
                </a:lnTo>
                <a:lnTo>
                  <a:pt x="191622" y="56817"/>
                </a:lnTo>
                <a:lnTo>
                  <a:pt x="212913" y="74362"/>
                </a:lnTo>
                <a:lnTo>
                  <a:pt x="234204" y="94263"/>
                </a:lnTo>
                <a:lnTo>
                  <a:pt x="255496" y="116522"/>
                </a:lnTo>
                <a:lnTo>
                  <a:pt x="276787" y="141138"/>
                </a:lnTo>
                <a:lnTo>
                  <a:pt x="298078" y="168111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33" name="knowledge-cross-edge">
            <a:extLst>
              <a:ext uri="{FF2B5EF4-FFF2-40B4-BE49-F238E27FC236}">
                <a16:creationId xmlns:a16="http://schemas.microsoft.com/office/drawing/2014/main" id="{B99D1078-400E-4109-9E3D-59F166527AF2}"/>
              </a:ext>
            </a:extLst>
          </p:cNvPr>
          <p:cNvSpPr>
            <a:spLocks noGrp="1"/>
          </p:cNvSpPr>
          <p:nvPr/>
        </p:nvSpPr>
        <p:spPr>
          <a:xfrm>
            <a:off x="6403899" y="6241787"/>
            <a:ext cx="522852" cy="229873"/>
          </a:xfrm>
          <a:custGeom>
            <a:avLst/>
            <a:gdLst/>
            <a:ahLst/>
            <a:cxnLst/>
            <a:rect l="0" t="0" r="0" b="0"/>
            <a:pathLst>
              <a:path w="522852" h="229873">
                <a:moveTo>
                  <a:pt x="0" y="229873"/>
                </a:moveTo>
                <a:lnTo>
                  <a:pt x="29019" y="182040"/>
                </a:lnTo>
                <a:lnTo>
                  <a:pt x="60684" y="139779"/>
                </a:lnTo>
                <a:lnTo>
                  <a:pt x="94994" y="103092"/>
                </a:lnTo>
                <a:lnTo>
                  <a:pt x="131951" y="71977"/>
                </a:lnTo>
                <a:lnTo>
                  <a:pt x="171553" y="46436"/>
                </a:lnTo>
                <a:lnTo>
                  <a:pt x="213801" y="26467"/>
                </a:lnTo>
                <a:lnTo>
                  <a:pt x="258695" y="12072"/>
                </a:lnTo>
                <a:lnTo>
                  <a:pt x="306235" y="3249"/>
                </a:lnTo>
                <a:lnTo>
                  <a:pt x="356420" y="0"/>
                </a:lnTo>
                <a:lnTo>
                  <a:pt x="409252" y="2324"/>
                </a:lnTo>
                <a:lnTo>
                  <a:pt x="464729" y="10220"/>
                </a:lnTo>
                <a:lnTo>
                  <a:pt x="522852" y="23690"/>
                </a:lnTo>
              </a:path>
            </a:pathLst>
          </a:custGeom>
          <a:noFill/>
          <a:ln w="4953">
            <a:solidFill>
              <a:srgbClr val="EB4B32">
                <a:alpha val="12000"/>
              </a:srgbClr>
            </a:solidFill>
            <a:prstDash val="solid"/>
          </a:ln>
        </p:spPr>
      </p:sp>
      <p:sp>
        <p:nvSpPr>
          <p:cNvPr id="234" name="knowledge-long-edge">
            <a:extLst>
              <a:ext uri="{FF2B5EF4-FFF2-40B4-BE49-F238E27FC236}">
                <a16:creationId xmlns:a16="http://schemas.microsoft.com/office/drawing/2014/main" id="{944B61D7-8EE8-4629-9987-80904E488EBD}"/>
              </a:ext>
            </a:extLst>
          </p:cNvPr>
          <p:cNvSpPr>
            <a:spLocks noGrp="1"/>
          </p:cNvSpPr>
          <p:nvPr/>
        </p:nvSpPr>
        <p:spPr>
          <a:xfrm>
            <a:off x="6403899" y="6280313"/>
            <a:ext cx="805579" cy="379657"/>
          </a:xfrm>
          <a:custGeom>
            <a:avLst/>
            <a:gdLst/>
            <a:ahLst/>
            <a:cxnLst/>
            <a:rect l="0" t="0" r="0" b="0"/>
            <a:pathLst>
              <a:path w="805579" h="379657">
                <a:moveTo>
                  <a:pt x="0" y="191348"/>
                </a:moveTo>
                <a:lnTo>
                  <a:pt x="50349" y="137943"/>
                </a:lnTo>
                <a:lnTo>
                  <a:pt x="100697" y="93227"/>
                </a:lnTo>
                <a:lnTo>
                  <a:pt x="151046" y="57202"/>
                </a:lnTo>
                <a:lnTo>
                  <a:pt x="201395" y="29867"/>
                </a:lnTo>
                <a:lnTo>
                  <a:pt x="251743" y="11221"/>
                </a:lnTo>
                <a:lnTo>
                  <a:pt x="302092" y="1266"/>
                </a:lnTo>
                <a:lnTo>
                  <a:pt x="352441" y="0"/>
                </a:lnTo>
                <a:lnTo>
                  <a:pt x="402790" y="7424"/>
                </a:lnTo>
                <a:lnTo>
                  <a:pt x="453138" y="23539"/>
                </a:lnTo>
                <a:lnTo>
                  <a:pt x="503487" y="48343"/>
                </a:lnTo>
                <a:lnTo>
                  <a:pt x="553836" y="81837"/>
                </a:lnTo>
                <a:lnTo>
                  <a:pt x="604184" y="124021"/>
                </a:lnTo>
                <a:lnTo>
                  <a:pt x="654533" y="174895"/>
                </a:lnTo>
                <a:lnTo>
                  <a:pt x="704882" y="234459"/>
                </a:lnTo>
                <a:lnTo>
                  <a:pt x="755230" y="302713"/>
                </a:lnTo>
                <a:lnTo>
                  <a:pt x="805579" y="379657"/>
                </a:lnTo>
              </a:path>
            </a:pathLst>
          </a:custGeom>
          <a:noFill/>
          <a:ln w="4286">
            <a:solidFill>
              <a:srgbClr val="EB4B32">
                <a:alpha val="9000"/>
              </a:srgbClr>
            </a:solidFill>
            <a:prstDash val="solid"/>
          </a:ln>
        </p:spPr>
      </p:sp>
      <p:sp>
        <p:nvSpPr>
          <p:cNvPr id="235" name="knowledge-edge">
            <a:extLst>
              <a:ext uri="{FF2B5EF4-FFF2-40B4-BE49-F238E27FC236}">
                <a16:creationId xmlns:a16="http://schemas.microsoft.com/office/drawing/2014/main" id="{821B6776-9EBB-467F-AE66-FFD8373F9C3E}"/>
              </a:ext>
            </a:extLst>
          </p:cNvPr>
          <p:cNvSpPr>
            <a:spLocks noGrp="1"/>
          </p:cNvSpPr>
          <p:nvPr/>
        </p:nvSpPr>
        <p:spPr>
          <a:xfrm>
            <a:off x="6365477" y="6602797"/>
            <a:ext cx="243448" cy="40628"/>
          </a:xfrm>
          <a:custGeom>
            <a:avLst/>
            <a:gdLst/>
            <a:ahLst/>
            <a:cxnLst/>
            <a:rect l="0" t="0" r="0" b="0"/>
            <a:pathLst>
              <a:path w="243448" h="40628">
                <a:moveTo>
                  <a:pt x="0" y="6251"/>
                </a:moveTo>
                <a:lnTo>
                  <a:pt x="17389" y="3483"/>
                </a:lnTo>
                <a:lnTo>
                  <a:pt x="34778" y="1518"/>
                </a:lnTo>
                <a:lnTo>
                  <a:pt x="52167" y="357"/>
                </a:lnTo>
                <a:lnTo>
                  <a:pt x="69557" y="0"/>
                </a:lnTo>
                <a:lnTo>
                  <a:pt x="86946" y="446"/>
                </a:lnTo>
                <a:lnTo>
                  <a:pt x="104335" y="1696"/>
                </a:lnTo>
                <a:lnTo>
                  <a:pt x="121724" y="3750"/>
                </a:lnTo>
                <a:lnTo>
                  <a:pt x="139113" y="6607"/>
                </a:lnTo>
                <a:lnTo>
                  <a:pt x="156502" y="10268"/>
                </a:lnTo>
                <a:lnTo>
                  <a:pt x="173892" y="14733"/>
                </a:lnTo>
                <a:lnTo>
                  <a:pt x="191281" y="20001"/>
                </a:lnTo>
                <a:lnTo>
                  <a:pt x="208670" y="26073"/>
                </a:lnTo>
                <a:lnTo>
                  <a:pt x="226059" y="32949"/>
                </a:lnTo>
                <a:lnTo>
                  <a:pt x="243448" y="40628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36" name="knowledge-cross-edge">
            <a:extLst>
              <a:ext uri="{FF2B5EF4-FFF2-40B4-BE49-F238E27FC236}">
                <a16:creationId xmlns:a16="http://schemas.microsoft.com/office/drawing/2014/main" id="{B4E8E225-B77F-4D32-8E33-F05AC57B4689}"/>
              </a:ext>
            </a:extLst>
          </p:cNvPr>
          <p:cNvSpPr>
            <a:spLocks noGrp="1"/>
          </p:cNvSpPr>
          <p:nvPr/>
        </p:nvSpPr>
        <p:spPr>
          <a:xfrm>
            <a:off x="6365477" y="6552963"/>
            <a:ext cx="433898" cy="79347"/>
          </a:xfrm>
          <a:custGeom>
            <a:avLst/>
            <a:gdLst/>
            <a:ahLst/>
            <a:cxnLst/>
            <a:rect l="0" t="0" r="0" b="0"/>
            <a:pathLst>
              <a:path w="433898" h="79347">
                <a:moveTo>
                  <a:pt x="0" y="56085"/>
                </a:moveTo>
                <a:lnTo>
                  <a:pt x="50710" y="37350"/>
                </a:lnTo>
                <a:lnTo>
                  <a:pt x="98775" y="22375"/>
                </a:lnTo>
                <a:lnTo>
                  <a:pt x="144193" y="11158"/>
                </a:lnTo>
                <a:lnTo>
                  <a:pt x="186966" y="3700"/>
                </a:lnTo>
                <a:lnTo>
                  <a:pt x="227093" y="0"/>
                </a:lnTo>
                <a:lnTo>
                  <a:pt x="264574" y="59"/>
                </a:lnTo>
                <a:lnTo>
                  <a:pt x="299409" y="3877"/>
                </a:lnTo>
                <a:lnTo>
                  <a:pt x="331599" y="11454"/>
                </a:lnTo>
                <a:lnTo>
                  <a:pt x="361142" y="22789"/>
                </a:lnTo>
                <a:lnTo>
                  <a:pt x="388040" y="37883"/>
                </a:lnTo>
                <a:lnTo>
                  <a:pt x="412292" y="56736"/>
                </a:lnTo>
                <a:lnTo>
                  <a:pt x="433898" y="79347"/>
                </a:lnTo>
              </a:path>
            </a:pathLst>
          </a:custGeom>
          <a:noFill/>
          <a:ln w="5334">
            <a:solidFill>
              <a:srgbClr val="EB4B32">
                <a:alpha val="13000"/>
              </a:srgbClr>
            </a:solidFill>
            <a:prstDash val="solid"/>
          </a:ln>
        </p:spPr>
      </p:sp>
      <p:sp>
        <p:nvSpPr>
          <p:cNvPr id="237" name="knowledge-cross-edge">
            <a:extLst>
              <a:ext uri="{FF2B5EF4-FFF2-40B4-BE49-F238E27FC236}">
                <a16:creationId xmlns:a16="http://schemas.microsoft.com/office/drawing/2014/main" id="{9CBAA565-B70A-45B0-A126-A45D1BCFD19B}"/>
              </a:ext>
            </a:extLst>
          </p:cNvPr>
          <p:cNvSpPr>
            <a:spLocks noGrp="1"/>
          </p:cNvSpPr>
          <p:nvPr/>
        </p:nvSpPr>
        <p:spPr>
          <a:xfrm>
            <a:off x="6365477" y="6568118"/>
            <a:ext cx="336501" cy="66674"/>
          </a:xfrm>
          <a:custGeom>
            <a:avLst/>
            <a:gdLst/>
            <a:ahLst/>
            <a:cxnLst/>
            <a:rect l="0" t="0" r="0" b="0"/>
            <a:pathLst>
              <a:path w="336501" h="66674">
                <a:moveTo>
                  <a:pt x="0" y="40930"/>
                </a:moveTo>
                <a:lnTo>
                  <a:pt x="13490" y="26841"/>
                </a:lnTo>
                <a:lnTo>
                  <a:pt x="29625" y="15703"/>
                </a:lnTo>
                <a:lnTo>
                  <a:pt x="48406" y="7517"/>
                </a:lnTo>
                <a:lnTo>
                  <a:pt x="69834" y="2282"/>
                </a:lnTo>
                <a:lnTo>
                  <a:pt x="93907" y="0"/>
                </a:lnTo>
                <a:lnTo>
                  <a:pt x="120625" y="669"/>
                </a:lnTo>
                <a:lnTo>
                  <a:pt x="149990" y="4291"/>
                </a:lnTo>
                <a:lnTo>
                  <a:pt x="182000" y="10864"/>
                </a:lnTo>
                <a:lnTo>
                  <a:pt x="216657" y="20388"/>
                </a:lnTo>
                <a:lnTo>
                  <a:pt x="253959" y="32865"/>
                </a:lnTo>
                <a:lnTo>
                  <a:pt x="293907" y="48294"/>
                </a:lnTo>
                <a:lnTo>
                  <a:pt x="336501" y="66674"/>
                </a:lnTo>
              </a:path>
            </a:pathLst>
          </a:custGeom>
          <a:noFill/>
          <a:ln w="4953">
            <a:solidFill>
              <a:srgbClr val="EB4B32">
                <a:alpha val="12000"/>
              </a:srgbClr>
            </a:solidFill>
            <a:prstDash val="solid"/>
          </a:ln>
        </p:spPr>
      </p:sp>
      <p:sp>
        <p:nvSpPr>
          <p:cNvPr id="238" name="knowledge-long-edge">
            <a:extLst>
              <a:ext uri="{FF2B5EF4-FFF2-40B4-BE49-F238E27FC236}">
                <a16:creationId xmlns:a16="http://schemas.microsoft.com/office/drawing/2014/main" id="{5648BA0A-96D0-4F3C-8D67-0C13E25A2CCF}"/>
              </a:ext>
            </a:extLst>
          </p:cNvPr>
          <p:cNvSpPr>
            <a:spLocks noGrp="1"/>
          </p:cNvSpPr>
          <p:nvPr/>
        </p:nvSpPr>
        <p:spPr>
          <a:xfrm>
            <a:off x="6365477" y="6236988"/>
            <a:ext cx="832859" cy="372060"/>
          </a:xfrm>
          <a:custGeom>
            <a:avLst/>
            <a:gdLst/>
            <a:ahLst/>
            <a:cxnLst/>
            <a:rect l="0" t="0" r="0" b="0"/>
            <a:pathLst>
              <a:path w="832859" h="372060">
                <a:moveTo>
                  <a:pt x="0" y="372060"/>
                </a:moveTo>
                <a:lnTo>
                  <a:pt x="52054" y="290865"/>
                </a:lnTo>
                <a:lnTo>
                  <a:pt x="104107" y="219634"/>
                </a:lnTo>
                <a:lnTo>
                  <a:pt x="156161" y="158367"/>
                </a:lnTo>
                <a:lnTo>
                  <a:pt x="208215" y="107063"/>
                </a:lnTo>
                <a:lnTo>
                  <a:pt x="260268" y="65723"/>
                </a:lnTo>
                <a:lnTo>
                  <a:pt x="312322" y="34347"/>
                </a:lnTo>
                <a:lnTo>
                  <a:pt x="364376" y="12934"/>
                </a:lnTo>
                <a:lnTo>
                  <a:pt x="416430" y="1485"/>
                </a:lnTo>
                <a:lnTo>
                  <a:pt x="468483" y="0"/>
                </a:lnTo>
                <a:lnTo>
                  <a:pt x="520537" y="8478"/>
                </a:lnTo>
                <a:lnTo>
                  <a:pt x="572591" y="26920"/>
                </a:lnTo>
                <a:lnTo>
                  <a:pt x="624644" y="55326"/>
                </a:lnTo>
                <a:lnTo>
                  <a:pt x="676698" y="93695"/>
                </a:lnTo>
                <a:lnTo>
                  <a:pt x="728752" y="142028"/>
                </a:lnTo>
                <a:lnTo>
                  <a:pt x="780805" y="200325"/>
                </a:lnTo>
                <a:lnTo>
                  <a:pt x="832859" y="268585"/>
                </a:lnTo>
              </a:path>
            </a:pathLst>
          </a:custGeom>
          <a:noFill/>
          <a:ln w="4286">
            <a:solidFill>
              <a:srgbClr val="EB4B32">
                <a:alpha val="9000"/>
              </a:srgbClr>
            </a:solidFill>
            <a:prstDash val="solid"/>
          </a:ln>
        </p:spPr>
      </p:sp>
      <p:sp>
        <p:nvSpPr>
          <p:cNvPr id="239" name="knowledge-edge">
            <a:extLst>
              <a:ext uri="{FF2B5EF4-FFF2-40B4-BE49-F238E27FC236}">
                <a16:creationId xmlns:a16="http://schemas.microsoft.com/office/drawing/2014/main" id="{6CF228CB-19ED-4B7D-AD5A-454091FD28DB}"/>
              </a:ext>
            </a:extLst>
          </p:cNvPr>
          <p:cNvSpPr>
            <a:spLocks noGrp="1"/>
          </p:cNvSpPr>
          <p:nvPr/>
        </p:nvSpPr>
        <p:spPr>
          <a:xfrm>
            <a:off x="6306271" y="6632310"/>
            <a:ext cx="493104" cy="164294"/>
          </a:xfrm>
          <a:custGeom>
            <a:avLst/>
            <a:gdLst/>
            <a:ahLst/>
            <a:cxnLst/>
            <a:rect l="0" t="0" r="0" b="0"/>
            <a:pathLst>
              <a:path w="493104" h="164294">
                <a:moveTo>
                  <a:pt x="0" y="150928"/>
                </a:moveTo>
                <a:lnTo>
                  <a:pt x="35222" y="158153"/>
                </a:lnTo>
                <a:lnTo>
                  <a:pt x="70443" y="162609"/>
                </a:lnTo>
                <a:lnTo>
                  <a:pt x="105665" y="164294"/>
                </a:lnTo>
                <a:lnTo>
                  <a:pt x="140887" y="163210"/>
                </a:lnTo>
                <a:lnTo>
                  <a:pt x="176109" y="159355"/>
                </a:lnTo>
                <a:lnTo>
                  <a:pt x="211330" y="152729"/>
                </a:lnTo>
                <a:lnTo>
                  <a:pt x="246552" y="143334"/>
                </a:lnTo>
                <a:lnTo>
                  <a:pt x="281774" y="131168"/>
                </a:lnTo>
                <a:lnTo>
                  <a:pt x="316995" y="116232"/>
                </a:lnTo>
                <a:lnTo>
                  <a:pt x="352217" y="98526"/>
                </a:lnTo>
                <a:lnTo>
                  <a:pt x="387439" y="78050"/>
                </a:lnTo>
                <a:lnTo>
                  <a:pt x="422660" y="54804"/>
                </a:lnTo>
                <a:lnTo>
                  <a:pt x="457882" y="28787"/>
                </a:lnTo>
                <a:lnTo>
                  <a:pt x="493104" y="0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40" name="knowledge-cross-edge">
            <a:extLst>
              <a:ext uri="{FF2B5EF4-FFF2-40B4-BE49-F238E27FC236}">
                <a16:creationId xmlns:a16="http://schemas.microsoft.com/office/drawing/2014/main" id="{EE0344AB-7DB3-40CC-B0E6-F7762ED2A171}"/>
              </a:ext>
            </a:extLst>
          </p:cNvPr>
          <p:cNvSpPr>
            <a:spLocks noGrp="1"/>
          </p:cNvSpPr>
          <p:nvPr/>
        </p:nvSpPr>
        <p:spPr>
          <a:xfrm>
            <a:off x="6306271" y="6630378"/>
            <a:ext cx="371335" cy="152860"/>
          </a:xfrm>
          <a:custGeom>
            <a:avLst/>
            <a:gdLst/>
            <a:ahLst/>
            <a:cxnLst/>
            <a:rect l="0" t="0" r="0" b="0"/>
            <a:pathLst>
              <a:path w="371335" h="152860">
                <a:moveTo>
                  <a:pt x="0" y="152860"/>
                </a:moveTo>
                <a:lnTo>
                  <a:pt x="45497" y="114969"/>
                </a:lnTo>
                <a:lnTo>
                  <a:pt x="88348" y="82445"/>
                </a:lnTo>
                <a:lnTo>
                  <a:pt x="128553" y="55287"/>
                </a:lnTo>
                <a:lnTo>
                  <a:pt x="166112" y="33497"/>
                </a:lnTo>
                <a:lnTo>
                  <a:pt x="201025" y="17072"/>
                </a:lnTo>
                <a:lnTo>
                  <a:pt x="233293" y="6015"/>
                </a:lnTo>
                <a:lnTo>
                  <a:pt x="262914" y="324"/>
                </a:lnTo>
                <a:lnTo>
                  <a:pt x="289890" y="0"/>
                </a:lnTo>
                <a:lnTo>
                  <a:pt x="314220" y="5043"/>
                </a:lnTo>
                <a:lnTo>
                  <a:pt x="335904" y="15452"/>
                </a:lnTo>
                <a:lnTo>
                  <a:pt x="354943" y="31228"/>
                </a:lnTo>
                <a:lnTo>
                  <a:pt x="371335" y="52370"/>
                </a:lnTo>
              </a:path>
            </a:pathLst>
          </a:custGeom>
          <a:noFill/>
          <a:ln w="5334">
            <a:solidFill>
              <a:srgbClr val="EB4B32">
                <a:alpha val="13000"/>
              </a:srgbClr>
            </a:solidFill>
            <a:prstDash val="solid"/>
          </a:ln>
        </p:spPr>
      </p:sp>
      <p:sp>
        <p:nvSpPr>
          <p:cNvPr id="241" name="knowledge-cross-edge">
            <a:extLst>
              <a:ext uri="{FF2B5EF4-FFF2-40B4-BE49-F238E27FC236}">
                <a16:creationId xmlns:a16="http://schemas.microsoft.com/office/drawing/2014/main" id="{56BAFBD3-DCA3-4BDA-A7BE-46014F25C246}"/>
              </a:ext>
            </a:extLst>
          </p:cNvPr>
          <p:cNvSpPr>
            <a:spLocks noGrp="1"/>
          </p:cNvSpPr>
          <p:nvPr/>
        </p:nvSpPr>
        <p:spPr>
          <a:xfrm>
            <a:off x="6306271" y="6643425"/>
            <a:ext cx="302654" cy="139813"/>
          </a:xfrm>
          <a:custGeom>
            <a:avLst/>
            <a:gdLst/>
            <a:ahLst/>
            <a:cxnLst/>
            <a:rect l="0" t="0" r="0" b="0"/>
            <a:pathLst>
              <a:path w="302654" h="139813">
                <a:moveTo>
                  <a:pt x="0" y="139813"/>
                </a:moveTo>
                <a:lnTo>
                  <a:pt x="10669" y="124911"/>
                </a:lnTo>
                <a:lnTo>
                  <a:pt x="23984" y="110599"/>
                </a:lnTo>
                <a:lnTo>
                  <a:pt x="39945" y="96879"/>
                </a:lnTo>
                <a:lnTo>
                  <a:pt x="58551" y="83750"/>
                </a:lnTo>
                <a:lnTo>
                  <a:pt x="79804" y="71213"/>
                </a:lnTo>
                <a:lnTo>
                  <a:pt x="103702" y="59266"/>
                </a:lnTo>
                <a:lnTo>
                  <a:pt x="130246" y="47911"/>
                </a:lnTo>
                <a:lnTo>
                  <a:pt x="159436" y="37146"/>
                </a:lnTo>
                <a:lnTo>
                  <a:pt x="191272" y="26973"/>
                </a:lnTo>
                <a:lnTo>
                  <a:pt x="225754" y="17391"/>
                </a:lnTo>
                <a:lnTo>
                  <a:pt x="262881" y="8400"/>
                </a:lnTo>
                <a:lnTo>
                  <a:pt x="302654" y="0"/>
                </a:lnTo>
              </a:path>
            </a:pathLst>
          </a:custGeom>
          <a:noFill/>
          <a:ln w="4953">
            <a:solidFill>
              <a:srgbClr val="EB4B32">
                <a:alpha val="12000"/>
              </a:srgbClr>
            </a:solidFill>
            <a:prstDash val="solid"/>
          </a:ln>
        </p:spPr>
      </p:sp>
      <p:sp>
        <p:nvSpPr>
          <p:cNvPr id="242" name="knowledge-long-edge">
            <a:extLst>
              <a:ext uri="{FF2B5EF4-FFF2-40B4-BE49-F238E27FC236}">
                <a16:creationId xmlns:a16="http://schemas.microsoft.com/office/drawing/2014/main" id="{A6A753B7-2050-4F9C-AF75-109F374C42BF}"/>
              </a:ext>
            </a:extLst>
          </p:cNvPr>
          <p:cNvSpPr>
            <a:spLocks noGrp="1"/>
          </p:cNvSpPr>
          <p:nvPr/>
        </p:nvSpPr>
        <p:spPr>
          <a:xfrm>
            <a:off x="6306271" y="6401225"/>
            <a:ext cx="903208" cy="382013"/>
          </a:xfrm>
          <a:custGeom>
            <a:avLst/>
            <a:gdLst/>
            <a:ahLst/>
            <a:cxnLst/>
            <a:rect l="0" t="0" r="0" b="0"/>
            <a:pathLst>
              <a:path w="903208" h="382013">
                <a:moveTo>
                  <a:pt x="0" y="382013"/>
                </a:moveTo>
                <a:lnTo>
                  <a:pt x="56450" y="299863"/>
                </a:lnTo>
                <a:lnTo>
                  <a:pt x="112901" y="227638"/>
                </a:lnTo>
                <a:lnTo>
                  <a:pt x="169351" y="165340"/>
                </a:lnTo>
                <a:lnTo>
                  <a:pt x="225802" y="112968"/>
                </a:lnTo>
                <a:lnTo>
                  <a:pt x="282252" y="70522"/>
                </a:lnTo>
                <a:lnTo>
                  <a:pt x="338703" y="38002"/>
                </a:lnTo>
                <a:lnTo>
                  <a:pt x="395153" y="15409"/>
                </a:lnTo>
                <a:lnTo>
                  <a:pt x="451604" y="2741"/>
                </a:lnTo>
                <a:lnTo>
                  <a:pt x="508054" y="0"/>
                </a:lnTo>
                <a:lnTo>
                  <a:pt x="564505" y="7185"/>
                </a:lnTo>
                <a:lnTo>
                  <a:pt x="620955" y="24296"/>
                </a:lnTo>
                <a:lnTo>
                  <a:pt x="677406" y="51333"/>
                </a:lnTo>
                <a:lnTo>
                  <a:pt x="733856" y="88297"/>
                </a:lnTo>
                <a:lnTo>
                  <a:pt x="790307" y="135187"/>
                </a:lnTo>
                <a:lnTo>
                  <a:pt x="846757" y="192003"/>
                </a:lnTo>
                <a:lnTo>
                  <a:pt x="903208" y="258745"/>
                </a:lnTo>
              </a:path>
            </a:pathLst>
          </a:custGeom>
          <a:noFill/>
          <a:ln w="4286">
            <a:solidFill>
              <a:srgbClr val="EB4B32">
                <a:alpha val="9000"/>
              </a:srgbClr>
            </a:solidFill>
            <a:prstDash val="solid"/>
          </a:ln>
        </p:spPr>
      </p:sp>
      <p:sp>
        <p:nvSpPr>
          <p:cNvPr id="243" name="knowledge-edge">
            <a:extLst>
              <a:ext uri="{FF2B5EF4-FFF2-40B4-BE49-F238E27FC236}">
                <a16:creationId xmlns:a16="http://schemas.microsoft.com/office/drawing/2014/main" id="{797B5D31-CE76-494E-ABC5-FE5A97CE94C0}"/>
              </a:ext>
            </a:extLst>
          </p:cNvPr>
          <p:cNvSpPr>
            <a:spLocks noGrp="1"/>
          </p:cNvSpPr>
          <p:nvPr/>
        </p:nvSpPr>
        <p:spPr>
          <a:xfrm>
            <a:off x="6196555" y="6682734"/>
            <a:ext cx="481051" cy="140787"/>
          </a:xfrm>
          <a:custGeom>
            <a:avLst/>
            <a:gdLst/>
            <a:ahLst/>
            <a:cxnLst/>
            <a:rect l="0" t="0" r="0" b="0"/>
            <a:pathLst>
              <a:path w="481051" h="140787">
                <a:moveTo>
                  <a:pt x="0" y="140787"/>
                </a:moveTo>
                <a:lnTo>
                  <a:pt x="34361" y="120662"/>
                </a:lnTo>
                <a:lnTo>
                  <a:pt x="68722" y="102087"/>
                </a:lnTo>
                <a:lnTo>
                  <a:pt x="103082" y="85060"/>
                </a:lnTo>
                <a:lnTo>
                  <a:pt x="137443" y="69583"/>
                </a:lnTo>
                <a:lnTo>
                  <a:pt x="171804" y="55655"/>
                </a:lnTo>
                <a:lnTo>
                  <a:pt x="206165" y="43276"/>
                </a:lnTo>
                <a:lnTo>
                  <a:pt x="240526" y="32446"/>
                </a:lnTo>
                <a:lnTo>
                  <a:pt x="274886" y="23166"/>
                </a:lnTo>
                <a:lnTo>
                  <a:pt x="309247" y="15434"/>
                </a:lnTo>
                <a:lnTo>
                  <a:pt x="343608" y="9252"/>
                </a:lnTo>
                <a:lnTo>
                  <a:pt x="377969" y="4619"/>
                </a:lnTo>
                <a:lnTo>
                  <a:pt x="412330" y="1535"/>
                </a:lnTo>
                <a:lnTo>
                  <a:pt x="446690" y="0"/>
                </a:lnTo>
                <a:lnTo>
                  <a:pt x="481051" y="14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44" name="knowledge-edge">
            <a:extLst>
              <a:ext uri="{FF2B5EF4-FFF2-40B4-BE49-F238E27FC236}">
                <a16:creationId xmlns:a16="http://schemas.microsoft.com/office/drawing/2014/main" id="{527CE24D-5E8E-4777-9218-7C97CAE111B4}"/>
              </a:ext>
            </a:extLst>
          </p:cNvPr>
          <p:cNvSpPr>
            <a:spLocks noGrp="1"/>
          </p:cNvSpPr>
          <p:nvPr/>
        </p:nvSpPr>
        <p:spPr>
          <a:xfrm>
            <a:off x="6353484" y="7010581"/>
            <a:ext cx="479240" cy="61998"/>
          </a:xfrm>
          <a:custGeom>
            <a:avLst/>
            <a:gdLst/>
            <a:ahLst/>
            <a:cxnLst/>
            <a:rect l="0" t="0" r="0" b="0"/>
            <a:pathLst>
              <a:path w="479240" h="61998">
                <a:moveTo>
                  <a:pt x="0" y="14154"/>
                </a:moveTo>
                <a:lnTo>
                  <a:pt x="34231" y="27714"/>
                </a:lnTo>
                <a:lnTo>
                  <a:pt x="68463" y="39032"/>
                </a:lnTo>
                <a:lnTo>
                  <a:pt x="102694" y="48109"/>
                </a:lnTo>
                <a:lnTo>
                  <a:pt x="136926" y="54944"/>
                </a:lnTo>
                <a:lnTo>
                  <a:pt x="171157" y="59537"/>
                </a:lnTo>
                <a:lnTo>
                  <a:pt x="205388" y="61888"/>
                </a:lnTo>
                <a:lnTo>
                  <a:pt x="239620" y="61998"/>
                </a:lnTo>
                <a:lnTo>
                  <a:pt x="273851" y="59866"/>
                </a:lnTo>
                <a:lnTo>
                  <a:pt x="308083" y="55493"/>
                </a:lnTo>
                <a:lnTo>
                  <a:pt x="342314" y="48878"/>
                </a:lnTo>
                <a:lnTo>
                  <a:pt x="376545" y="40021"/>
                </a:lnTo>
                <a:lnTo>
                  <a:pt x="410777" y="28922"/>
                </a:lnTo>
                <a:lnTo>
                  <a:pt x="445008" y="15582"/>
                </a:lnTo>
                <a:lnTo>
                  <a:pt x="479240" y="0"/>
                </a:lnTo>
              </a:path>
            </a:pathLst>
          </a:custGeom>
          <a:noFill/>
          <a:ln w="6477">
            <a:solidFill>
              <a:srgbClr val="EB4B32">
                <a:alpha val="17000"/>
              </a:srgbClr>
            </a:solidFill>
            <a:prstDash val="solid"/>
          </a:ln>
        </p:spPr>
      </p:sp>
      <p:sp>
        <p:nvSpPr>
          <p:cNvPr id="245" name="knowledge-edge">
            <a:extLst>
              <a:ext uri="{FF2B5EF4-FFF2-40B4-BE49-F238E27FC236}">
                <a16:creationId xmlns:a16="http://schemas.microsoft.com/office/drawing/2014/main" id="{4E0AD8A3-6E62-4F8A-B349-99D162148387}"/>
              </a:ext>
            </a:extLst>
          </p:cNvPr>
          <p:cNvSpPr>
            <a:spLocks noGrp="1"/>
          </p:cNvSpPr>
          <p:nvPr/>
        </p:nvSpPr>
        <p:spPr>
          <a:xfrm>
            <a:off x="6646083" y="5936104"/>
            <a:ext cx="510254" cy="71429"/>
          </a:xfrm>
          <a:custGeom>
            <a:avLst/>
            <a:gdLst/>
            <a:ahLst/>
            <a:cxnLst/>
            <a:rect l="0" t="0" r="0" b="0"/>
            <a:pathLst>
              <a:path w="510254" h="71429">
                <a:moveTo>
                  <a:pt x="0" y="0"/>
                </a:moveTo>
                <a:lnTo>
                  <a:pt x="36447" y="3465"/>
                </a:lnTo>
                <a:lnTo>
                  <a:pt x="72893" y="7183"/>
                </a:lnTo>
                <a:lnTo>
                  <a:pt x="109340" y="11152"/>
                </a:lnTo>
                <a:lnTo>
                  <a:pt x="145787" y="15373"/>
                </a:lnTo>
                <a:lnTo>
                  <a:pt x="182234" y="19845"/>
                </a:lnTo>
                <a:lnTo>
                  <a:pt x="218680" y="24570"/>
                </a:lnTo>
                <a:lnTo>
                  <a:pt x="255127" y="29546"/>
                </a:lnTo>
                <a:lnTo>
                  <a:pt x="291574" y="34774"/>
                </a:lnTo>
                <a:lnTo>
                  <a:pt x="328020" y="40254"/>
                </a:lnTo>
                <a:lnTo>
                  <a:pt x="364467" y="45985"/>
                </a:lnTo>
                <a:lnTo>
                  <a:pt x="400914" y="51968"/>
                </a:lnTo>
                <a:lnTo>
                  <a:pt x="437361" y="58204"/>
                </a:lnTo>
                <a:lnTo>
                  <a:pt x="473807" y="64691"/>
                </a:lnTo>
                <a:lnTo>
                  <a:pt x="510254" y="71429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46" name="knowledge-cross-edge">
            <a:extLst>
              <a:ext uri="{FF2B5EF4-FFF2-40B4-BE49-F238E27FC236}">
                <a16:creationId xmlns:a16="http://schemas.microsoft.com/office/drawing/2014/main" id="{98E5BDB0-B8AA-4166-8ACD-A421C644C507}"/>
              </a:ext>
            </a:extLst>
          </p:cNvPr>
          <p:cNvSpPr>
            <a:spLocks noGrp="1"/>
          </p:cNvSpPr>
          <p:nvPr/>
        </p:nvSpPr>
        <p:spPr>
          <a:xfrm>
            <a:off x="6646083" y="5936104"/>
            <a:ext cx="640631" cy="443660"/>
          </a:xfrm>
          <a:custGeom>
            <a:avLst/>
            <a:gdLst/>
            <a:ahLst/>
            <a:cxnLst/>
            <a:rect l="0" t="0" r="0" b="0"/>
            <a:pathLst>
              <a:path w="640631" h="443660">
                <a:moveTo>
                  <a:pt x="0" y="0"/>
                </a:moveTo>
                <a:lnTo>
                  <a:pt x="67938" y="10336"/>
                </a:lnTo>
                <a:lnTo>
                  <a:pt x="133230" y="25514"/>
                </a:lnTo>
                <a:lnTo>
                  <a:pt x="195877" y="45536"/>
                </a:lnTo>
                <a:lnTo>
                  <a:pt x="255877" y="70400"/>
                </a:lnTo>
                <a:lnTo>
                  <a:pt x="313232" y="100107"/>
                </a:lnTo>
                <a:lnTo>
                  <a:pt x="367941" y="134658"/>
                </a:lnTo>
                <a:lnTo>
                  <a:pt x="420004" y="174051"/>
                </a:lnTo>
                <a:lnTo>
                  <a:pt x="469421" y="218287"/>
                </a:lnTo>
                <a:lnTo>
                  <a:pt x="516192" y="267366"/>
                </a:lnTo>
                <a:lnTo>
                  <a:pt x="560318" y="321288"/>
                </a:lnTo>
                <a:lnTo>
                  <a:pt x="601797" y="380053"/>
                </a:lnTo>
                <a:lnTo>
                  <a:pt x="640631" y="443660"/>
                </a:lnTo>
              </a:path>
            </a:pathLst>
          </a:custGeom>
          <a:noFill/>
          <a:ln w="5334">
            <a:solidFill>
              <a:srgbClr val="ED5A2C">
                <a:alpha val="13000"/>
              </a:srgbClr>
            </a:solidFill>
            <a:prstDash val="solid"/>
          </a:ln>
        </p:spPr>
      </p:sp>
      <p:sp>
        <p:nvSpPr>
          <p:cNvPr id="247" name="knowledge-long-edge">
            <a:extLst>
              <a:ext uri="{FF2B5EF4-FFF2-40B4-BE49-F238E27FC236}">
                <a16:creationId xmlns:a16="http://schemas.microsoft.com/office/drawing/2014/main" id="{327302F1-2DE0-4392-A63D-295D4B69E056}"/>
              </a:ext>
            </a:extLst>
          </p:cNvPr>
          <p:cNvSpPr>
            <a:spLocks noGrp="1"/>
          </p:cNvSpPr>
          <p:nvPr/>
        </p:nvSpPr>
        <p:spPr>
          <a:xfrm>
            <a:off x="6646083" y="5639895"/>
            <a:ext cx="1002328" cy="318941"/>
          </a:xfrm>
          <a:custGeom>
            <a:avLst/>
            <a:gdLst/>
            <a:ahLst/>
            <a:cxnLst/>
            <a:rect l="0" t="0" r="0" b="0"/>
            <a:pathLst>
              <a:path w="1002328" h="318941">
                <a:moveTo>
                  <a:pt x="0" y="296209"/>
                </a:moveTo>
                <a:lnTo>
                  <a:pt x="62645" y="225542"/>
                </a:lnTo>
                <a:lnTo>
                  <a:pt x="125291" y="164486"/>
                </a:lnTo>
                <a:lnTo>
                  <a:pt x="187936" y="113043"/>
                </a:lnTo>
                <a:lnTo>
                  <a:pt x="250582" y="71211"/>
                </a:lnTo>
                <a:lnTo>
                  <a:pt x="313227" y="38990"/>
                </a:lnTo>
                <a:lnTo>
                  <a:pt x="375873" y="16382"/>
                </a:lnTo>
                <a:lnTo>
                  <a:pt x="438518" y="3385"/>
                </a:lnTo>
                <a:lnTo>
                  <a:pt x="501164" y="0"/>
                </a:lnTo>
                <a:lnTo>
                  <a:pt x="563809" y="6227"/>
                </a:lnTo>
                <a:lnTo>
                  <a:pt x="626455" y="22065"/>
                </a:lnTo>
                <a:lnTo>
                  <a:pt x="689100" y="47515"/>
                </a:lnTo>
                <a:lnTo>
                  <a:pt x="751746" y="82577"/>
                </a:lnTo>
                <a:lnTo>
                  <a:pt x="814391" y="127250"/>
                </a:lnTo>
                <a:lnTo>
                  <a:pt x="877037" y="181535"/>
                </a:lnTo>
                <a:lnTo>
                  <a:pt x="939682" y="245432"/>
                </a:lnTo>
                <a:lnTo>
                  <a:pt x="1002328" y="318941"/>
                </a:lnTo>
              </a:path>
            </a:pathLst>
          </a:custGeom>
          <a:noFill/>
          <a:ln w="4286">
            <a:solidFill>
              <a:srgbClr val="ED5A2C">
                <a:alpha val="9000"/>
              </a:srgbClr>
            </a:solidFill>
            <a:prstDash val="solid"/>
          </a:ln>
        </p:spPr>
      </p:sp>
      <p:sp>
        <p:nvSpPr>
          <p:cNvPr id="248" name="knowledge-edge">
            <a:extLst>
              <a:ext uri="{FF2B5EF4-FFF2-40B4-BE49-F238E27FC236}">
                <a16:creationId xmlns:a16="http://schemas.microsoft.com/office/drawing/2014/main" id="{C78BDEED-33C1-4C9C-B0F9-F33890F3A96A}"/>
              </a:ext>
            </a:extLst>
          </p:cNvPr>
          <p:cNvSpPr>
            <a:spLocks noGrp="1"/>
          </p:cNvSpPr>
          <p:nvPr/>
        </p:nvSpPr>
        <p:spPr>
          <a:xfrm>
            <a:off x="6926751" y="6265477"/>
            <a:ext cx="359963" cy="129182"/>
          </a:xfrm>
          <a:custGeom>
            <a:avLst/>
            <a:gdLst/>
            <a:ahLst/>
            <a:cxnLst/>
            <a:rect l="0" t="0" r="0" b="0"/>
            <a:pathLst>
              <a:path w="359963" h="129182">
                <a:moveTo>
                  <a:pt x="0" y="0"/>
                </a:moveTo>
                <a:lnTo>
                  <a:pt x="25712" y="23617"/>
                </a:lnTo>
                <a:lnTo>
                  <a:pt x="51423" y="44856"/>
                </a:lnTo>
                <a:lnTo>
                  <a:pt x="77135" y="63718"/>
                </a:lnTo>
                <a:lnTo>
                  <a:pt x="102847" y="80202"/>
                </a:lnTo>
                <a:lnTo>
                  <a:pt x="128558" y="94309"/>
                </a:lnTo>
                <a:lnTo>
                  <a:pt x="154270" y="106039"/>
                </a:lnTo>
                <a:lnTo>
                  <a:pt x="179981" y="115391"/>
                </a:lnTo>
                <a:lnTo>
                  <a:pt x="205693" y="122365"/>
                </a:lnTo>
                <a:lnTo>
                  <a:pt x="231405" y="126963"/>
                </a:lnTo>
                <a:lnTo>
                  <a:pt x="257116" y="129182"/>
                </a:lnTo>
                <a:lnTo>
                  <a:pt x="282828" y="129025"/>
                </a:lnTo>
                <a:lnTo>
                  <a:pt x="308540" y="126490"/>
                </a:lnTo>
                <a:lnTo>
                  <a:pt x="334251" y="121577"/>
                </a:lnTo>
                <a:lnTo>
                  <a:pt x="359963" y="114287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49" name="knowledge-cross-edge">
            <a:extLst>
              <a:ext uri="{FF2B5EF4-FFF2-40B4-BE49-F238E27FC236}">
                <a16:creationId xmlns:a16="http://schemas.microsoft.com/office/drawing/2014/main" id="{A7105F44-FE87-45EE-AD77-EA4058D95888}"/>
              </a:ext>
            </a:extLst>
          </p:cNvPr>
          <p:cNvSpPr>
            <a:spLocks noGrp="1"/>
          </p:cNvSpPr>
          <p:nvPr/>
        </p:nvSpPr>
        <p:spPr>
          <a:xfrm>
            <a:off x="6926751" y="6263885"/>
            <a:ext cx="271584" cy="241689"/>
          </a:xfrm>
          <a:custGeom>
            <a:avLst/>
            <a:gdLst/>
            <a:ahLst/>
            <a:cxnLst/>
            <a:rect l="0" t="0" r="0" b="0"/>
            <a:pathLst>
              <a:path w="271584" h="241689">
                <a:moveTo>
                  <a:pt x="0" y="1592"/>
                </a:moveTo>
                <a:lnTo>
                  <a:pt x="37184" y="0"/>
                </a:lnTo>
                <a:lnTo>
                  <a:pt x="71722" y="2335"/>
                </a:lnTo>
                <a:lnTo>
                  <a:pt x="103615" y="8598"/>
                </a:lnTo>
                <a:lnTo>
                  <a:pt x="132861" y="18787"/>
                </a:lnTo>
                <a:lnTo>
                  <a:pt x="159462" y="32904"/>
                </a:lnTo>
                <a:lnTo>
                  <a:pt x="183417" y="50949"/>
                </a:lnTo>
                <a:lnTo>
                  <a:pt x="204726" y="72920"/>
                </a:lnTo>
                <a:lnTo>
                  <a:pt x="223390" y="98819"/>
                </a:lnTo>
                <a:lnTo>
                  <a:pt x="239407" y="128646"/>
                </a:lnTo>
                <a:lnTo>
                  <a:pt x="252779" y="162399"/>
                </a:lnTo>
                <a:lnTo>
                  <a:pt x="263504" y="200080"/>
                </a:lnTo>
                <a:lnTo>
                  <a:pt x="271584" y="241689"/>
                </a:lnTo>
              </a:path>
            </a:pathLst>
          </a:custGeom>
          <a:noFill/>
          <a:ln w="5334">
            <a:solidFill>
              <a:srgbClr val="ED5A2C">
                <a:alpha val="13000"/>
              </a:srgbClr>
            </a:solidFill>
            <a:prstDash val="solid"/>
          </a:ln>
        </p:spPr>
      </p:sp>
      <p:sp>
        <p:nvSpPr>
          <p:cNvPr id="250" name="knowledge-edge">
            <a:extLst>
              <a:ext uri="{FF2B5EF4-FFF2-40B4-BE49-F238E27FC236}">
                <a16:creationId xmlns:a16="http://schemas.microsoft.com/office/drawing/2014/main" id="{C80E0036-36BE-4AC1-835D-A404345023EF}"/>
              </a:ext>
            </a:extLst>
          </p:cNvPr>
          <p:cNvSpPr>
            <a:spLocks noGrp="1"/>
          </p:cNvSpPr>
          <p:nvPr/>
        </p:nvSpPr>
        <p:spPr>
          <a:xfrm>
            <a:off x="6701977" y="6505573"/>
            <a:ext cx="496358" cy="129218"/>
          </a:xfrm>
          <a:custGeom>
            <a:avLst/>
            <a:gdLst/>
            <a:ahLst/>
            <a:cxnLst/>
            <a:rect l="0" t="0" r="0" b="0"/>
            <a:pathLst>
              <a:path w="496358" h="129218">
                <a:moveTo>
                  <a:pt x="0" y="129218"/>
                </a:moveTo>
                <a:lnTo>
                  <a:pt x="35454" y="110853"/>
                </a:lnTo>
                <a:lnTo>
                  <a:pt x="70908" y="93893"/>
                </a:lnTo>
                <a:lnTo>
                  <a:pt x="106363" y="78339"/>
                </a:lnTo>
                <a:lnTo>
                  <a:pt x="141817" y="64190"/>
                </a:lnTo>
                <a:lnTo>
                  <a:pt x="177271" y="51447"/>
                </a:lnTo>
                <a:lnTo>
                  <a:pt x="212725" y="40109"/>
                </a:lnTo>
                <a:lnTo>
                  <a:pt x="248179" y="30176"/>
                </a:lnTo>
                <a:lnTo>
                  <a:pt x="283633" y="21649"/>
                </a:lnTo>
                <a:lnTo>
                  <a:pt x="319088" y="14527"/>
                </a:lnTo>
                <a:lnTo>
                  <a:pt x="354542" y="8811"/>
                </a:lnTo>
                <a:lnTo>
                  <a:pt x="389996" y="4500"/>
                </a:lnTo>
                <a:lnTo>
                  <a:pt x="425450" y="1595"/>
                </a:lnTo>
                <a:lnTo>
                  <a:pt x="460904" y="95"/>
                </a:lnTo>
                <a:lnTo>
                  <a:pt x="496358" y="0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51" name="knowledge-long-edge">
            <a:extLst>
              <a:ext uri="{FF2B5EF4-FFF2-40B4-BE49-F238E27FC236}">
                <a16:creationId xmlns:a16="http://schemas.microsoft.com/office/drawing/2014/main" id="{3770A3CF-A70E-46BF-9BD1-B24606395795}"/>
              </a:ext>
            </a:extLst>
          </p:cNvPr>
          <p:cNvSpPr>
            <a:spLocks noGrp="1"/>
          </p:cNvSpPr>
          <p:nvPr/>
        </p:nvSpPr>
        <p:spPr>
          <a:xfrm>
            <a:off x="6701977" y="6050558"/>
            <a:ext cx="776187" cy="584234"/>
          </a:xfrm>
          <a:custGeom>
            <a:avLst/>
            <a:gdLst/>
            <a:ahLst/>
            <a:cxnLst/>
            <a:rect l="0" t="0" r="0" b="0"/>
            <a:pathLst>
              <a:path w="776187" h="584234">
                <a:moveTo>
                  <a:pt x="0" y="584234"/>
                </a:moveTo>
                <a:lnTo>
                  <a:pt x="48512" y="474857"/>
                </a:lnTo>
                <a:lnTo>
                  <a:pt x="97023" y="376803"/>
                </a:lnTo>
                <a:lnTo>
                  <a:pt x="145535" y="290072"/>
                </a:lnTo>
                <a:lnTo>
                  <a:pt x="194047" y="214664"/>
                </a:lnTo>
                <a:lnTo>
                  <a:pt x="242558" y="150579"/>
                </a:lnTo>
                <a:lnTo>
                  <a:pt x="291070" y="97818"/>
                </a:lnTo>
                <a:lnTo>
                  <a:pt x="339582" y="56379"/>
                </a:lnTo>
                <a:lnTo>
                  <a:pt x="388093" y="26263"/>
                </a:lnTo>
                <a:lnTo>
                  <a:pt x="436605" y="7470"/>
                </a:lnTo>
                <a:lnTo>
                  <a:pt x="485117" y="0"/>
                </a:lnTo>
                <a:lnTo>
                  <a:pt x="533628" y="3853"/>
                </a:lnTo>
                <a:lnTo>
                  <a:pt x="582140" y="19029"/>
                </a:lnTo>
                <a:lnTo>
                  <a:pt x="630652" y="45528"/>
                </a:lnTo>
                <a:lnTo>
                  <a:pt x="679163" y="83350"/>
                </a:lnTo>
                <a:lnTo>
                  <a:pt x="727675" y="132495"/>
                </a:lnTo>
                <a:lnTo>
                  <a:pt x="776187" y="192964"/>
                </a:lnTo>
              </a:path>
            </a:pathLst>
          </a:custGeom>
          <a:noFill/>
          <a:ln w="4286">
            <a:solidFill>
              <a:srgbClr val="ED5A2C">
                <a:alpha val="9000"/>
              </a:srgbClr>
            </a:solidFill>
            <a:prstDash val="solid"/>
          </a:ln>
        </p:spPr>
      </p:sp>
      <p:sp>
        <p:nvSpPr>
          <p:cNvPr id="252" name="knowledge-edge">
            <a:extLst>
              <a:ext uri="{FF2B5EF4-FFF2-40B4-BE49-F238E27FC236}">
                <a16:creationId xmlns:a16="http://schemas.microsoft.com/office/drawing/2014/main" id="{C4816AAC-837C-4E71-848B-335F57448D0E}"/>
              </a:ext>
            </a:extLst>
          </p:cNvPr>
          <p:cNvSpPr>
            <a:spLocks noGrp="1"/>
          </p:cNvSpPr>
          <p:nvPr/>
        </p:nvSpPr>
        <p:spPr>
          <a:xfrm>
            <a:off x="6608925" y="6643425"/>
            <a:ext cx="600553" cy="51598"/>
          </a:xfrm>
          <a:custGeom>
            <a:avLst/>
            <a:gdLst/>
            <a:ahLst/>
            <a:cxnLst/>
            <a:rect l="0" t="0" r="0" b="0"/>
            <a:pathLst>
              <a:path w="600553" h="51598">
                <a:moveTo>
                  <a:pt x="0" y="0"/>
                </a:moveTo>
                <a:lnTo>
                  <a:pt x="42897" y="12596"/>
                </a:lnTo>
                <a:lnTo>
                  <a:pt x="85793" y="23436"/>
                </a:lnTo>
                <a:lnTo>
                  <a:pt x="128690" y="32519"/>
                </a:lnTo>
                <a:lnTo>
                  <a:pt x="171587" y="39847"/>
                </a:lnTo>
                <a:lnTo>
                  <a:pt x="214483" y="45419"/>
                </a:lnTo>
                <a:lnTo>
                  <a:pt x="257380" y="49235"/>
                </a:lnTo>
                <a:lnTo>
                  <a:pt x="300277" y="51294"/>
                </a:lnTo>
                <a:lnTo>
                  <a:pt x="343173" y="51598"/>
                </a:lnTo>
                <a:lnTo>
                  <a:pt x="386070" y="50146"/>
                </a:lnTo>
                <a:lnTo>
                  <a:pt x="428967" y="46937"/>
                </a:lnTo>
                <a:lnTo>
                  <a:pt x="471863" y="41973"/>
                </a:lnTo>
                <a:lnTo>
                  <a:pt x="514760" y="35253"/>
                </a:lnTo>
                <a:lnTo>
                  <a:pt x="557657" y="26777"/>
                </a:lnTo>
                <a:lnTo>
                  <a:pt x="600553" y="16544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53" name="knowledge-cross-edge">
            <a:extLst>
              <a:ext uri="{FF2B5EF4-FFF2-40B4-BE49-F238E27FC236}">
                <a16:creationId xmlns:a16="http://schemas.microsoft.com/office/drawing/2014/main" id="{B74FE34A-B529-445A-93E5-91EFD8786B5A}"/>
              </a:ext>
            </a:extLst>
          </p:cNvPr>
          <p:cNvSpPr>
            <a:spLocks noGrp="1"/>
          </p:cNvSpPr>
          <p:nvPr/>
        </p:nvSpPr>
        <p:spPr>
          <a:xfrm>
            <a:off x="6608925" y="6582585"/>
            <a:ext cx="684075" cy="99301"/>
          </a:xfrm>
          <a:custGeom>
            <a:avLst/>
            <a:gdLst/>
            <a:ahLst/>
            <a:cxnLst/>
            <a:rect l="0" t="0" r="0" b="0"/>
            <a:pathLst>
              <a:path w="684075" h="99301">
                <a:moveTo>
                  <a:pt x="0" y="60840"/>
                </a:moveTo>
                <a:lnTo>
                  <a:pt x="71558" y="39887"/>
                </a:lnTo>
                <a:lnTo>
                  <a:pt x="140471" y="23327"/>
                </a:lnTo>
                <a:lnTo>
                  <a:pt x="206738" y="11159"/>
                </a:lnTo>
                <a:lnTo>
                  <a:pt x="270358" y="3383"/>
                </a:lnTo>
                <a:lnTo>
                  <a:pt x="331333" y="0"/>
                </a:lnTo>
                <a:lnTo>
                  <a:pt x="389663" y="1009"/>
                </a:lnTo>
                <a:lnTo>
                  <a:pt x="445346" y="6410"/>
                </a:lnTo>
                <a:lnTo>
                  <a:pt x="498383" y="16204"/>
                </a:lnTo>
                <a:lnTo>
                  <a:pt x="548775" y="30390"/>
                </a:lnTo>
                <a:lnTo>
                  <a:pt x="596521" y="48968"/>
                </a:lnTo>
                <a:lnTo>
                  <a:pt x="641621" y="71938"/>
                </a:lnTo>
                <a:lnTo>
                  <a:pt x="684075" y="99301"/>
                </a:lnTo>
              </a:path>
            </a:pathLst>
          </a:custGeom>
          <a:noFill/>
          <a:ln w="5334">
            <a:solidFill>
              <a:srgbClr val="ED5A2C">
                <a:alpha val="13000"/>
              </a:srgbClr>
            </a:solidFill>
            <a:prstDash val="solid"/>
          </a:ln>
        </p:spPr>
      </p:sp>
      <p:sp>
        <p:nvSpPr>
          <p:cNvPr id="254" name="knowledge-cross-edge">
            <a:extLst>
              <a:ext uri="{FF2B5EF4-FFF2-40B4-BE49-F238E27FC236}">
                <a16:creationId xmlns:a16="http://schemas.microsoft.com/office/drawing/2014/main" id="{D4BC0150-EDD3-4E9C-A2F6-B5DB681AA572}"/>
              </a:ext>
            </a:extLst>
          </p:cNvPr>
          <p:cNvSpPr>
            <a:spLocks noGrp="1"/>
          </p:cNvSpPr>
          <p:nvPr/>
        </p:nvSpPr>
        <p:spPr>
          <a:xfrm>
            <a:off x="6608925" y="6505573"/>
            <a:ext cx="589411" cy="137852"/>
          </a:xfrm>
          <a:custGeom>
            <a:avLst/>
            <a:gdLst/>
            <a:ahLst/>
            <a:cxnLst/>
            <a:rect l="0" t="0" r="0" b="0"/>
            <a:pathLst>
              <a:path w="589411" h="137852">
                <a:moveTo>
                  <a:pt x="0" y="137852"/>
                </a:moveTo>
                <a:lnTo>
                  <a:pt x="34565" y="117133"/>
                </a:lnTo>
                <a:lnTo>
                  <a:pt x="71777" y="98092"/>
                </a:lnTo>
                <a:lnTo>
                  <a:pt x="111634" y="80730"/>
                </a:lnTo>
                <a:lnTo>
                  <a:pt x="154137" y="65047"/>
                </a:lnTo>
                <a:lnTo>
                  <a:pt x="199286" y="51041"/>
                </a:lnTo>
                <a:lnTo>
                  <a:pt x="247080" y="38714"/>
                </a:lnTo>
                <a:lnTo>
                  <a:pt x="297521" y="28066"/>
                </a:lnTo>
                <a:lnTo>
                  <a:pt x="350607" y="19096"/>
                </a:lnTo>
                <a:lnTo>
                  <a:pt x="406339" y="11804"/>
                </a:lnTo>
                <a:lnTo>
                  <a:pt x="464717" y="6191"/>
                </a:lnTo>
                <a:lnTo>
                  <a:pt x="525741" y="2256"/>
                </a:lnTo>
                <a:lnTo>
                  <a:pt x="589411" y="0"/>
                </a:lnTo>
              </a:path>
            </a:pathLst>
          </a:custGeom>
          <a:noFill/>
          <a:ln w="4953">
            <a:solidFill>
              <a:srgbClr val="ED5A2C">
                <a:alpha val="12000"/>
              </a:srgbClr>
            </a:solidFill>
            <a:prstDash val="solid"/>
          </a:ln>
        </p:spPr>
      </p:sp>
      <p:sp>
        <p:nvSpPr>
          <p:cNvPr id="255" name="knowledge-edge">
            <a:extLst>
              <a:ext uri="{FF2B5EF4-FFF2-40B4-BE49-F238E27FC236}">
                <a16:creationId xmlns:a16="http://schemas.microsoft.com/office/drawing/2014/main" id="{13965EA8-3CD2-4AAC-8CF4-D936BB00A0D3}"/>
              </a:ext>
            </a:extLst>
          </p:cNvPr>
          <p:cNvSpPr>
            <a:spLocks noGrp="1"/>
          </p:cNvSpPr>
          <p:nvPr/>
        </p:nvSpPr>
        <p:spPr>
          <a:xfrm>
            <a:off x="6799375" y="6632310"/>
            <a:ext cx="493625" cy="49576"/>
          </a:xfrm>
          <a:custGeom>
            <a:avLst/>
            <a:gdLst/>
            <a:ahLst/>
            <a:cxnLst/>
            <a:rect l="0" t="0" r="0" b="0"/>
            <a:pathLst>
              <a:path w="493625" h="49576">
                <a:moveTo>
                  <a:pt x="0" y="0"/>
                </a:moveTo>
                <a:lnTo>
                  <a:pt x="35259" y="1322"/>
                </a:lnTo>
                <a:lnTo>
                  <a:pt x="70518" y="2985"/>
                </a:lnTo>
                <a:lnTo>
                  <a:pt x="105777" y="4990"/>
                </a:lnTo>
                <a:lnTo>
                  <a:pt x="141036" y="7336"/>
                </a:lnTo>
                <a:lnTo>
                  <a:pt x="176295" y="10023"/>
                </a:lnTo>
                <a:lnTo>
                  <a:pt x="211554" y="13052"/>
                </a:lnTo>
                <a:lnTo>
                  <a:pt x="246813" y="16423"/>
                </a:lnTo>
                <a:lnTo>
                  <a:pt x="282072" y="20135"/>
                </a:lnTo>
                <a:lnTo>
                  <a:pt x="317331" y="24188"/>
                </a:lnTo>
                <a:lnTo>
                  <a:pt x="352590" y="28583"/>
                </a:lnTo>
                <a:lnTo>
                  <a:pt x="387849" y="33319"/>
                </a:lnTo>
                <a:lnTo>
                  <a:pt x="423108" y="38396"/>
                </a:lnTo>
                <a:lnTo>
                  <a:pt x="458366" y="43815"/>
                </a:lnTo>
                <a:lnTo>
                  <a:pt x="493625" y="49576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56" name="knowledge-edge">
            <a:extLst>
              <a:ext uri="{FF2B5EF4-FFF2-40B4-BE49-F238E27FC236}">
                <a16:creationId xmlns:a16="http://schemas.microsoft.com/office/drawing/2014/main" id="{A10ABA3C-9F14-4206-9C0B-60B9DD5D241A}"/>
              </a:ext>
            </a:extLst>
          </p:cNvPr>
          <p:cNvSpPr>
            <a:spLocks noGrp="1"/>
          </p:cNvSpPr>
          <p:nvPr/>
        </p:nvSpPr>
        <p:spPr>
          <a:xfrm>
            <a:off x="6677606" y="6682748"/>
            <a:ext cx="402126" cy="96342"/>
          </a:xfrm>
          <a:custGeom>
            <a:avLst/>
            <a:gdLst/>
            <a:ahLst/>
            <a:cxnLst/>
            <a:rect l="0" t="0" r="0" b="0"/>
            <a:pathLst>
              <a:path w="402126" h="96342">
                <a:moveTo>
                  <a:pt x="0" y="0"/>
                </a:moveTo>
                <a:lnTo>
                  <a:pt x="28723" y="22654"/>
                </a:lnTo>
                <a:lnTo>
                  <a:pt x="57447" y="42277"/>
                </a:lnTo>
                <a:lnTo>
                  <a:pt x="86170" y="58868"/>
                </a:lnTo>
                <a:lnTo>
                  <a:pt x="114893" y="72426"/>
                </a:lnTo>
                <a:lnTo>
                  <a:pt x="143616" y="82953"/>
                </a:lnTo>
                <a:lnTo>
                  <a:pt x="172340" y="90448"/>
                </a:lnTo>
                <a:lnTo>
                  <a:pt x="201063" y="94911"/>
                </a:lnTo>
                <a:lnTo>
                  <a:pt x="229786" y="96342"/>
                </a:lnTo>
                <a:lnTo>
                  <a:pt x="258510" y="94741"/>
                </a:lnTo>
                <a:lnTo>
                  <a:pt x="287233" y="90108"/>
                </a:lnTo>
                <a:lnTo>
                  <a:pt x="315956" y="82443"/>
                </a:lnTo>
                <a:lnTo>
                  <a:pt x="344679" y="71747"/>
                </a:lnTo>
                <a:lnTo>
                  <a:pt x="373403" y="58018"/>
                </a:lnTo>
                <a:lnTo>
                  <a:pt x="402126" y="41258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57" name="knowledge-long-edge">
            <a:extLst>
              <a:ext uri="{FF2B5EF4-FFF2-40B4-BE49-F238E27FC236}">
                <a16:creationId xmlns:a16="http://schemas.microsoft.com/office/drawing/2014/main" id="{DB836AE4-8664-4590-807B-A331A23B954F}"/>
              </a:ext>
            </a:extLst>
          </p:cNvPr>
          <p:cNvSpPr>
            <a:spLocks noGrp="1"/>
          </p:cNvSpPr>
          <p:nvPr/>
        </p:nvSpPr>
        <p:spPr>
          <a:xfrm>
            <a:off x="6677606" y="6489025"/>
            <a:ext cx="950899" cy="411618"/>
          </a:xfrm>
          <a:custGeom>
            <a:avLst/>
            <a:gdLst/>
            <a:ahLst/>
            <a:cxnLst/>
            <a:rect l="0" t="0" r="0" b="0"/>
            <a:pathLst>
              <a:path w="950899" h="411618">
                <a:moveTo>
                  <a:pt x="0" y="193723"/>
                </a:moveTo>
                <a:lnTo>
                  <a:pt x="59431" y="138520"/>
                </a:lnTo>
                <a:lnTo>
                  <a:pt x="118862" y="92492"/>
                </a:lnTo>
                <a:lnTo>
                  <a:pt x="178294" y="55641"/>
                </a:lnTo>
                <a:lnTo>
                  <a:pt x="237725" y="27967"/>
                </a:lnTo>
                <a:lnTo>
                  <a:pt x="297156" y="9468"/>
                </a:lnTo>
                <a:lnTo>
                  <a:pt x="356587" y="146"/>
                </a:lnTo>
                <a:lnTo>
                  <a:pt x="416018" y="0"/>
                </a:lnTo>
                <a:lnTo>
                  <a:pt x="475450" y="9030"/>
                </a:lnTo>
                <a:lnTo>
                  <a:pt x="534881" y="27237"/>
                </a:lnTo>
                <a:lnTo>
                  <a:pt x="594312" y="54620"/>
                </a:lnTo>
                <a:lnTo>
                  <a:pt x="653743" y="91179"/>
                </a:lnTo>
                <a:lnTo>
                  <a:pt x="713175" y="136914"/>
                </a:lnTo>
                <a:lnTo>
                  <a:pt x="772606" y="191826"/>
                </a:lnTo>
                <a:lnTo>
                  <a:pt x="832037" y="255914"/>
                </a:lnTo>
                <a:lnTo>
                  <a:pt x="891468" y="329178"/>
                </a:lnTo>
                <a:lnTo>
                  <a:pt x="950899" y="411618"/>
                </a:lnTo>
              </a:path>
            </a:pathLst>
          </a:custGeom>
          <a:noFill/>
          <a:ln w="4286">
            <a:solidFill>
              <a:srgbClr val="ED5A2C">
                <a:alpha val="9000"/>
              </a:srgbClr>
            </a:solidFill>
            <a:prstDash val="solid"/>
          </a:ln>
        </p:spPr>
      </p:sp>
      <p:sp>
        <p:nvSpPr>
          <p:cNvPr id="258" name="knowledge-edge">
            <a:extLst>
              <a:ext uri="{FF2B5EF4-FFF2-40B4-BE49-F238E27FC236}">
                <a16:creationId xmlns:a16="http://schemas.microsoft.com/office/drawing/2014/main" id="{5224AC9A-AB16-450E-B7D3-216A6D2D5680}"/>
              </a:ext>
            </a:extLst>
          </p:cNvPr>
          <p:cNvSpPr>
            <a:spLocks noGrp="1"/>
          </p:cNvSpPr>
          <p:nvPr/>
        </p:nvSpPr>
        <p:spPr>
          <a:xfrm>
            <a:off x="6832724" y="7001755"/>
            <a:ext cx="402245" cy="9525"/>
          </a:xfrm>
          <a:custGeom>
            <a:avLst/>
            <a:gdLst/>
            <a:ahLst/>
            <a:cxnLst/>
            <a:rect l="0" t="0" r="0" b="0"/>
            <a:pathLst>
              <a:path w="402245" h="9525">
                <a:moveTo>
                  <a:pt x="0" y="8826"/>
                </a:moveTo>
                <a:lnTo>
                  <a:pt x="28732" y="7141"/>
                </a:lnTo>
                <a:lnTo>
                  <a:pt x="57464" y="5634"/>
                </a:lnTo>
                <a:lnTo>
                  <a:pt x="86195" y="4306"/>
                </a:lnTo>
                <a:lnTo>
                  <a:pt x="114927" y="3156"/>
                </a:lnTo>
                <a:lnTo>
                  <a:pt x="143659" y="2184"/>
                </a:lnTo>
                <a:lnTo>
                  <a:pt x="172391" y="1391"/>
                </a:lnTo>
                <a:lnTo>
                  <a:pt x="201122" y="776"/>
                </a:lnTo>
                <a:lnTo>
                  <a:pt x="229854" y="339"/>
                </a:lnTo>
                <a:lnTo>
                  <a:pt x="258586" y="80"/>
                </a:lnTo>
                <a:lnTo>
                  <a:pt x="287318" y="0"/>
                </a:lnTo>
                <a:lnTo>
                  <a:pt x="316049" y="98"/>
                </a:lnTo>
                <a:lnTo>
                  <a:pt x="344781" y="374"/>
                </a:lnTo>
                <a:lnTo>
                  <a:pt x="373513" y="829"/>
                </a:lnTo>
                <a:lnTo>
                  <a:pt x="402245" y="1462"/>
                </a:lnTo>
              </a:path>
            </a:pathLst>
          </a:custGeom>
          <a:noFill/>
          <a:ln w="6477">
            <a:solidFill>
              <a:srgbClr val="ED5A2C">
                <a:alpha val="17000"/>
              </a:srgbClr>
            </a:solidFill>
            <a:prstDash val="solid"/>
          </a:ln>
        </p:spPr>
      </p:sp>
      <p:sp>
        <p:nvSpPr>
          <p:cNvPr id="259" name="knowledge-cross-edge">
            <a:extLst>
              <a:ext uri="{FF2B5EF4-FFF2-40B4-BE49-F238E27FC236}">
                <a16:creationId xmlns:a16="http://schemas.microsoft.com/office/drawing/2014/main" id="{35D5C36F-55EF-4634-A9A4-D72DDB7B39CB}"/>
              </a:ext>
            </a:extLst>
          </p:cNvPr>
          <p:cNvSpPr>
            <a:spLocks noGrp="1"/>
          </p:cNvSpPr>
          <p:nvPr/>
        </p:nvSpPr>
        <p:spPr>
          <a:xfrm>
            <a:off x="6832724" y="6724006"/>
            <a:ext cx="247008" cy="286575"/>
          </a:xfrm>
          <a:custGeom>
            <a:avLst/>
            <a:gdLst/>
            <a:ahLst/>
            <a:cxnLst/>
            <a:rect l="0" t="0" r="0" b="0"/>
            <a:pathLst>
              <a:path w="247008" h="286575">
                <a:moveTo>
                  <a:pt x="0" y="286575"/>
                </a:moveTo>
                <a:lnTo>
                  <a:pt x="6032" y="247657"/>
                </a:lnTo>
                <a:lnTo>
                  <a:pt x="14710" y="211474"/>
                </a:lnTo>
                <a:lnTo>
                  <a:pt x="26033" y="178024"/>
                </a:lnTo>
                <a:lnTo>
                  <a:pt x="40003" y="147308"/>
                </a:lnTo>
                <a:lnTo>
                  <a:pt x="56618" y="119326"/>
                </a:lnTo>
                <a:lnTo>
                  <a:pt x="75879" y="94078"/>
                </a:lnTo>
                <a:lnTo>
                  <a:pt x="97786" y="71564"/>
                </a:lnTo>
                <a:lnTo>
                  <a:pt x="122339" y="51783"/>
                </a:lnTo>
                <a:lnTo>
                  <a:pt x="149537" y="34737"/>
                </a:lnTo>
                <a:lnTo>
                  <a:pt x="179381" y="20424"/>
                </a:lnTo>
                <a:lnTo>
                  <a:pt x="211872" y="8845"/>
                </a:lnTo>
                <a:lnTo>
                  <a:pt x="247008" y="0"/>
                </a:lnTo>
              </a:path>
            </a:pathLst>
          </a:custGeom>
          <a:noFill/>
          <a:ln w="4953">
            <a:solidFill>
              <a:srgbClr val="ED5A2C">
                <a:alpha val="12000"/>
              </a:srgbClr>
            </a:solidFill>
            <a:prstDash val="solid"/>
          </a:ln>
        </p:spPr>
      </p:sp>
      <p:sp>
        <p:nvSpPr>
          <p:cNvPr id="260" name="knowledge-edge">
            <a:extLst>
              <a:ext uri="{FF2B5EF4-FFF2-40B4-BE49-F238E27FC236}">
                <a16:creationId xmlns:a16="http://schemas.microsoft.com/office/drawing/2014/main" id="{3DE9DD39-A3EE-4EFD-90CC-F92D687D8ABE}"/>
              </a:ext>
            </a:extLst>
          </p:cNvPr>
          <p:cNvSpPr>
            <a:spLocks noGrp="1"/>
          </p:cNvSpPr>
          <p:nvPr/>
        </p:nvSpPr>
        <p:spPr>
          <a:xfrm>
            <a:off x="7156337" y="5958836"/>
            <a:ext cx="492074" cy="49810"/>
          </a:xfrm>
          <a:custGeom>
            <a:avLst/>
            <a:gdLst/>
            <a:ahLst/>
            <a:cxnLst/>
            <a:rect l="0" t="0" r="0" b="0"/>
            <a:pathLst>
              <a:path w="492074" h="49810">
                <a:moveTo>
                  <a:pt x="0" y="48697"/>
                </a:moveTo>
                <a:lnTo>
                  <a:pt x="35148" y="49590"/>
                </a:lnTo>
                <a:lnTo>
                  <a:pt x="70296" y="49810"/>
                </a:lnTo>
                <a:lnTo>
                  <a:pt x="105444" y="49357"/>
                </a:lnTo>
                <a:lnTo>
                  <a:pt x="140592" y="48232"/>
                </a:lnTo>
                <a:lnTo>
                  <a:pt x="175741" y="46435"/>
                </a:lnTo>
                <a:lnTo>
                  <a:pt x="210889" y="43965"/>
                </a:lnTo>
                <a:lnTo>
                  <a:pt x="246037" y="40823"/>
                </a:lnTo>
                <a:lnTo>
                  <a:pt x="281185" y="37008"/>
                </a:lnTo>
                <a:lnTo>
                  <a:pt x="316333" y="32521"/>
                </a:lnTo>
                <a:lnTo>
                  <a:pt x="351481" y="27362"/>
                </a:lnTo>
                <a:lnTo>
                  <a:pt x="386629" y="21530"/>
                </a:lnTo>
                <a:lnTo>
                  <a:pt x="421777" y="15026"/>
                </a:lnTo>
                <a:lnTo>
                  <a:pt x="456926" y="7849"/>
                </a:lnTo>
                <a:lnTo>
                  <a:pt x="492074" y="0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61" name="knowledge-edge">
            <a:extLst>
              <a:ext uri="{FF2B5EF4-FFF2-40B4-BE49-F238E27FC236}">
                <a16:creationId xmlns:a16="http://schemas.microsoft.com/office/drawing/2014/main" id="{8B0942BE-7183-4E9B-81E1-74900FCC3AD2}"/>
              </a:ext>
            </a:extLst>
          </p:cNvPr>
          <p:cNvSpPr>
            <a:spLocks noGrp="1"/>
          </p:cNvSpPr>
          <p:nvPr/>
        </p:nvSpPr>
        <p:spPr>
          <a:xfrm>
            <a:off x="7286714" y="6243522"/>
            <a:ext cx="191450" cy="136243"/>
          </a:xfrm>
          <a:custGeom>
            <a:avLst/>
            <a:gdLst/>
            <a:ahLst/>
            <a:cxnLst/>
            <a:rect l="0" t="0" r="0" b="0"/>
            <a:pathLst>
              <a:path w="191450" h="136243">
                <a:moveTo>
                  <a:pt x="0" y="136243"/>
                </a:moveTo>
                <a:lnTo>
                  <a:pt x="13675" y="134750"/>
                </a:lnTo>
                <a:lnTo>
                  <a:pt x="27350" y="131990"/>
                </a:lnTo>
                <a:lnTo>
                  <a:pt x="41025" y="127962"/>
                </a:lnTo>
                <a:lnTo>
                  <a:pt x="54700" y="122667"/>
                </a:lnTo>
                <a:lnTo>
                  <a:pt x="68375" y="116104"/>
                </a:lnTo>
                <a:lnTo>
                  <a:pt x="82050" y="108274"/>
                </a:lnTo>
                <a:lnTo>
                  <a:pt x="95725" y="99176"/>
                </a:lnTo>
                <a:lnTo>
                  <a:pt x="109400" y="88811"/>
                </a:lnTo>
                <a:lnTo>
                  <a:pt x="123075" y="77178"/>
                </a:lnTo>
                <a:lnTo>
                  <a:pt x="136750" y="64277"/>
                </a:lnTo>
                <a:lnTo>
                  <a:pt x="150425" y="50109"/>
                </a:lnTo>
                <a:lnTo>
                  <a:pt x="164100" y="34674"/>
                </a:lnTo>
                <a:lnTo>
                  <a:pt x="177775" y="17971"/>
                </a:lnTo>
                <a:lnTo>
                  <a:pt x="191450" y="0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62" name="knowledge-edge">
            <a:extLst>
              <a:ext uri="{FF2B5EF4-FFF2-40B4-BE49-F238E27FC236}">
                <a16:creationId xmlns:a16="http://schemas.microsoft.com/office/drawing/2014/main" id="{D50A84BA-3722-4549-9AED-2AB518E75254}"/>
              </a:ext>
            </a:extLst>
          </p:cNvPr>
          <p:cNvSpPr>
            <a:spLocks noGrp="1"/>
          </p:cNvSpPr>
          <p:nvPr/>
        </p:nvSpPr>
        <p:spPr>
          <a:xfrm>
            <a:off x="7198336" y="6460366"/>
            <a:ext cx="542979" cy="50580"/>
          </a:xfrm>
          <a:custGeom>
            <a:avLst/>
            <a:gdLst/>
            <a:ahLst/>
            <a:cxnLst/>
            <a:rect l="0" t="0" r="0" b="0"/>
            <a:pathLst>
              <a:path w="542979" h="50580">
                <a:moveTo>
                  <a:pt x="0" y="45207"/>
                </a:moveTo>
                <a:lnTo>
                  <a:pt x="38784" y="47911"/>
                </a:lnTo>
                <a:lnTo>
                  <a:pt x="77568" y="49702"/>
                </a:lnTo>
                <a:lnTo>
                  <a:pt x="116353" y="50580"/>
                </a:lnTo>
                <a:lnTo>
                  <a:pt x="155137" y="50545"/>
                </a:lnTo>
                <a:lnTo>
                  <a:pt x="193921" y="49598"/>
                </a:lnTo>
                <a:lnTo>
                  <a:pt x="232705" y="47738"/>
                </a:lnTo>
                <a:lnTo>
                  <a:pt x="271490" y="44965"/>
                </a:lnTo>
                <a:lnTo>
                  <a:pt x="310274" y="41280"/>
                </a:lnTo>
                <a:lnTo>
                  <a:pt x="349058" y="36682"/>
                </a:lnTo>
                <a:lnTo>
                  <a:pt x="387842" y="31171"/>
                </a:lnTo>
                <a:lnTo>
                  <a:pt x="426627" y="24747"/>
                </a:lnTo>
                <a:lnTo>
                  <a:pt x="465411" y="17411"/>
                </a:lnTo>
                <a:lnTo>
                  <a:pt x="504195" y="9162"/>
                </a:lnTo>
                <a:lnTo>
                  <a:pt x="542979" y="0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63" name="knowledge-cross-edge">
            <a:extLst>
              <a:ext uri="{FF2B5EF4-FFF2-40B4-BE49-F238E27FC236}">
                <a16:creationId xmlns:a16="http://schemas.microsoft.com/office/drawing/2014/main" id="{10AEE8E3-E161-4422-8392-2320593EC586}"/>
              </a:ext>
            </a:extLst>
          </p:cNvPr>
          <p:cNvSpPr>
            <a:spLocks noGrp="1"/>
          </p:cNvSpPr>
          <p:nvPr/>
        </p:nvSpPr>
        <p:spPr>
          <a:xfrm>
            <a:off x="7198336" y="6498661"/>
            <a:ext cx="531919" cy="23292"/>
          </a:xfrm>
          <a:custGeom>
            <a:avLst/>
            <a:gdLst/>
            <a:ahLst/>
            <a:cxnLst/>
            <a:rect l="0" t="0" r="0" b="0"/>
            <a:pathLst>
              <a:path w="531919" h="23292">
                <a:moveTo>
                  <a:pt x="0" y="6912"/>
                </a:moveTo>
                <a:lnTo>
                  <a:pt x="58879" y="4024"/>
                </a:lnTo>
                <a:lnTo>
                  <a:pt x="115111" y="1910"/>
                </a:lnTo>
                <a:lnTo>
                  <a:pt x="168698" y="568"/>
                </a:lnTo>
                <a:lnTo>
                  <a:pt x="219640" y="0"/>
                </a:lnTo>
                <a:lnTo>
                  <a:pt x="267935" y="205"/>
                </a:lnTo>
                <a:lnTo>
                  <a:pt x="313584" y="1183"/>
                </a:lnTo>
                <a:lnTo>
                  <a:pt x="356588" y="2935"/>
                </a:lnTo>
                <a:lnTo>
                  <a:pt x="396946" y="5460"/>
                </a:lnTo>
                <a:lnTo>
                  <a:pt x="434658" y="8758"/>
                </a:lnTo>
                <a:lnTo>
                  <a:pt x="469724" y="12829"/>
                </a:lnTo>
                <a:lnTo>
                  <a:pt x="502144" y="17674"/>
                </a:lnTo>
                <a:lnTo>
                  <a:pt x="531919" y="23292"/>
                </a:lnTo>
              </a:path>
            </a:pathLst>
          </a:custGeom>
          <a:noFill/>
          <a:ln w="5334">
            <a:solidFill>
              <a:srgbClr val="EF6A26">
                <a:alpha val="13000"/>
              </a:srgbClr>
            </a:solidFill>
            <a:prstDash val="solid"/>
          </a:ln>
        </p:spPr>
      </p:sp>
      <p:sp>
        <p:nvSpPr>
          <p:cNvPr id="264" name="knowledge-cross-edge">
            <a:extLst>
              <a:ext uri="{FF2B5EF4-FFF2-40B4-BE49-F238E27FC236}">
                <a16:creationId xmlns:a16="http://schemas.microsoft.com/office/drawing/2014/main" id="{663522DE-40C0-4C52-8157-61928312CBCF}"/>
              </a:ext>
            </a:extLst>
          </p:cNvPr>
          <p:cNvSpPr>
            <a:spLocks noGrp="1"/>
          </p:cNvSpPr>
          <p:nvPr/>
        </p:nvSpPr>
        <p:spPr>
          <a:xfrm>
            <a:off x="7198336" y="6243522"/>
            <a:ext cx="279828" cy="262052"/>
          </a:xfrm>
          <a:custGeom>
            <a:avLst/>
            <a:gdLst/>
            <a:ahLst/>
            <a:cxnLst/>
            <a:rect l="0" t="0" r="0" b="0"/>
            <a:pathLst>
              <a:path w="279828" h="262052">
                <a:moveTo>
                  <a:pt x="0" y="262052"/>
                </a:moveTo>
                <a:lnTo>
                  <a:pt x="8767" y="228714"/>
                </a:lnTo>
                <a:lnTo>
                  <a:pt x="20180" y="197467"/>
                </a:lnTo>
                <a:lnTo>
                  <a:pt x="34238" y="168311"/>
                </a:lnTo>
                <a:lnTo>
                  <a:pt x="50943" y="141245"/>
                </a:lnTo>
                <a:lnTo>
                  <a:pt x="70293" y="116271"/>
                </a:lnTo>
                <a:lnTo>
                  <a:pt x="92289" y="93388"/>
                </a:lnTo>
                <a:lnTo>
                  <a:pt x="116931" y="72596"/>
                </a:lnTo>
                <a:lnTo>
                  <a:pt x="144219" y="53895"/>
                </a:lnTo>
                <a:lnTo>
                  <a:pt x="174153" y="37285"/>
                </a:lnTo>
                <a:lnTo>
                  <a:pt x="206732" y="22765"/>
                </a:lnTo>
                <a:lnTo>
                  <a:pt x="241957" y="10337"/>
                </a:lnTo>
                <a:lnTo>
                  <a:pt x="279828" y="0"/>
                </a:lnTo>
              </a:path>
            </a:pathLst>
          </a:custGeom>
          <a:noFill/>
          <a:ln w="4953">
            <a:solidFill>
              <a:srgbClr val="EF6A26">
                <a:alpha val="12000"/>
              </a:srgbClr>
            </a:solidFill>
            <a:prstDash val="solid"/>
          </a:ln>
        </p:spPr>
      </p:sp>
      <p:sp>
        <p:nvSpPr>
          <p:cNvPr id="265" name="knowledge-edge">
            <a:extLst>
              <a:ext uri="{FF2B5EF4-FFF2-40B4-BE49-F238E27FC236}">
                <a16:creationId xmlns:a16="http://schemas.microsoft.com/office/drawing/2014/main" id="{5D5241AE-D724-4C2D-BEF5-A97A91205562}"/>
              </a:ext>
            </a:extLst>
          </p:cNvPr>
          <p:cNvSpPr>
            <a:spLocks noGrp="1"/>
          </p:cNvSpPr>
          <p:nvPr/>
        </p:nvSpPr>
        <p:spPr>
          <a:xfrm>
            <a:off x="7209478" y="6521953"/>
            <a:ext cx="520776" cy="138016"/>
          </a:xfrm>
          <a:custGeom>
            <a:avLst/>
            <a:gdLst/>
            <a:ahLst/>
            <a:cxnLst/>
            <a:rect l="0" t="0" r="0" b="0"/>
            <a:pathLst>
              <a:path w="520776" h="138016">
                <a:moveTo>
                  <a:pt x="0" y="138016"/>
                </a:moveTo>
                <a:lnTo>
                  <a:pt x="37198" y="130065"/>
                </a:lnTo>
                <a:lnTo>
                  <a:pt x="74397" y="121820"/>
                </a:lnTo>
                <a:lnTo>
                  <a:pt x="111595" y="113282"/>
                </a:lnTo>
                <a:lnTo>
                  <a:pt x="148793" y="104450"/>
                </a:lnTo>
                <a:lnTo>
                  <a:pt x="185992" y="95325"/>
                </a:lnTo>
                <a:lnTo>
                  <a:pt x="223190" y="85907"/>
                </a:lnTo>
                <a:lnTo>
                  <a:pt x="260388" y="76195"/>
                </a:lnTo>
                <a:lnTo>
                  <a:pt x="297586" y="66190"/>
                </a:lnTo>
                <a:lnTo>
                  <a:pt x="334785" y="55892"/>
                </a:lnTo>
                <a:lnTo>
                  <a:pt x="371983" y="45300"/>
                </a:lnTo>
                <a:lnTo>
                  <a:pt x="409181" y="34415"/>
                </a:lnTo>
                <a:lnTo>
                  <a:pt x="446380" y="23237"/>
                </a:lnTo>
                <a:lnTo>
                  <a:pt x="483578" y="11765"/>
                </a:lnTo>
                <a:lnTo>
                  <a:pt x="520776" y="0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66" name="knowledge-cross-edge">
            <a:extLst>
              <a:ext uri="{FF2B5EF4-FFF2-40B4-BE49-F238E27FC236}">
                <a16:creationId xmlns:a16="http://schemas.microsoft.com/office/drawing/2014/main" id="{1E1CC30D-431E-4226-A456-61F1CE9C4281}"/>
              </a:ext>
            </a:extLst>
          </p:cNvPr>
          <p:cNvSpPr>
            <a:spLocks noGrp="1"/>
          </p:cNvSpPr>
          <p:nvPr/>
        </p:nvSpPr>
        <p:spPr>
          <a:xfrm>
            <a:off x="7209478" y="6493867"/>
            <a:ext cx="385424" cy="166102"/>
          </a:xfrm>
          <a:custGeom>
            <a:avLst/>
            <a:gdLst/>
            <a:ahLst/>
            <a:cxnLst/>
            <a:rect l="0" t="0" r="0" b="0"/>
            <a:pathLst>
              <a:path w="385424" h="166102">
                <a:moveTo>
                  <a:pt x="0" y="166102"/>
                </a:moveTo>
                <a:lnTo>
                  <a:pt x="46671" y="132180"/>
                </a:lnTo>
                <a:lnTo>
                  <a:pt x="90696" y="102124"/>
                </a:lnTo>
                <a:lnTo>
                  <a:pt x="132075" y="75935"/>
                </a:lnTo>
                <a:lnTo>
                  <a:pt x="170808" y="53613"/>
                </a:lnTo>
                <a:lnTo>
                  <a:pt x="206895" y="35157"/>
                </a:lnTo>
                <a:lnTo>
                  <a:pt x="240337" y="20568"/>
                </a:lnTo>
                <a:lnTo>
                  <a:pt x="271132" y="9845"/>
                </a:lnTo>
                <a:lnTo>
                  <a:pt x="299282" y="2989"/>
                </a:lnTo>
                <a:lnTo>
                  <a:pt x="324786" y="0"/>
                </a:lnTo>
                <a:lnTo>
                  <a:pt x="347645" y="877"/>
                </a:lnTo>
                <a:lnTo>
                  <a:pt x="367857" y="5621"/>
                </a:lnTo>
                <a:lnTo>
                  <a:pt x="385424" y="14231"/>
                </a:lnTo>
              </a:path>
            </a:pathLst>
          </a:custGeom>
          <a:noFill/>
          <a:ln w="5334">
            <a:solidFill>
              <a:srgbClr val="EF6A26">
                <a:alpha val="13000"/>
              </a:srgbClr>
            </a:solidFill>
            <a:prstDash val="solid"/>
          </a:ln>
        </p:spPr>
      </p:sp>
      <p:sp>
        <p:nvSpPr>
          <p:cNvPr id="267" name="knowledge-cross-edge">
            <a:extLst>
              <a:ext uri="{FF2B5EF4-FFF2-40B4-BE49-F238E27FC236}">
                <a16:creationId xmlns:a16="http://schemas.microsoft.com/office/drawing/2014/main" id="{D2516458-E5C2-4F86-BBCF-FD5DA7C8294C}"/>
              </a:ext>
            </a:extLst>
          </p:cNvPr>
          <p:cNvSpPr>
            <a:spLocks noGrp="1"/>
          </p:cNvSpPr>
          <p:nvPr/>
        </p:nvSpPr>
        <p:spPr>
          <a:xfrm>
            <a:off x="7209478" y="6449530"/>
            <a:ext cx="531837" cy="210440"/>
          </a:xfrm>
          <a:custGeom>
            <a:avLst/>
            <a:gdLst/>
            <a:ahLst/>
            <a:cxnLst/>
            <a:rect l="0" t="0" r="0" b="0"/>
            <a:pathLst>
              <a:path w="531837" h="210440">
                <a:moveTo>
                  <a:pt x="0" y="210440"/>
                </a:moveTo>
                <a:lnTo>
                  <a:pt x="29768" y="169549"/>
                </a:lnTo>
                <a:lnTo>
                  <a:pt x="62181" y="133069"/>
                </a:lnTo>
                <a:lnTo>
                  <a:pt x="97240" y="100999"/>
                </a:lnTo>
                <a:lnTo>
                  <a:pt x="134946" y="73339"/>
                </a:lnTo>
                <a:lnTo>
                  <a:pt x="175297" y="50090"/>
                </a:lnTo>
                <a:lnTo>
                  <a:pt x="218293" y="31252"/>
                </a:lnTo>
                <a:lnTo>
                  <a:pt x="263936" y="16823"/>
                </a:lnTo>
                <a:lnTo>
                  <a:pt x="312225" y="6805"/>
                </a:lnTo>
                <a:lnTo>
                  <a:pt x="363159" y="1197"/>
                </a:lnTo>
                <a:lnTo>
                  <a:pt x="416739" y="0"/>
                </a:lnTo>
                <a:lnTo>
                  <a:pt x="472965" y="3213"/>
                </a:lnTo>
                <a:lnTo>
                  <a:pt x="531837" y="10836"/>
                </a:lnTo>
              </a:path>
            </a:pathLst>
          </a:custGeom>
          <a:noFill/>
          <a:ln w="4953">
            <a:solidFill>
              <a:srgbClr val="EF6A26">
                <a:alpha val="12000"/>
              </a:srgbClr>
            </a:solidFill>
            <a:prstDash val="solid"/>
          </a:ln>
        </p:spPr>
      </p:sp>
      <p:sp>
        <p:nvSpPr>
          <p:cNvPr id="268" name="knowledge-edge">
            <a:extLst>
              <a:ext uri="{FF2B5EF4-FFF2-40B4-BE49-F238E27FC236}">
                <a16:creationId xmlns:a16="http://schemas.microsoft.com/office/drawing/2014/main" id="{F2848E79-BB36-4F76-923D-BDA6E46FE033}"/>
              </a:ext>
            </a:extLst>
          </p:cNvPr>
          <p:cNvSpPr>
            <a:spLocks noGrp="1"/>
          </p:cNvSpPr>
          <p:nvPr/>
        </p:nvSpPr>
        <p:spPr>
          <a:xfrm>
            <a:off x="7293000" y="6508099"/>
            <a:ext cx="301902" cy="174520"/>
          </a:xfrm>
          <a:custGeom>
            <a:avLst/>
            <a:gdLst/>
            <a:ahLst/>
            <a:cxnLst/>
            <a:rect l="0" t="0" r="0" b="0"/>
            <a:pathLst>
              <a:path w="301902" h="174520">
                <a:moveTo>
                  <a:pt x="0" y="173788"/>
                </a:moveTo>
                <a:lnTo>
                  <a:pt x="21564" y="174520"/>
                </a:lnTo>
                <a:lnTo>
                  <a:pt x="43129" y="173231"/>
                </a:lnTo>
                <a:lnTo>
                  <a:pt x="64693" y="169919"/>
                </a:lnTo>
                <a:lnTo>
                  <a:pt x="86258" y="164584"/>
                </a:lnTo>
                <a:lnTo>
                  <a:pt x="107822" y="157227"/>
                </a:lnTo>
                <a:lnTo>
                  <a:pt x="129386" y="147847"/>
                </a:lnTo>
                <a:lnTo>
                  <a:pt x="150951" y="136445"/>
                </a:lnTo>
                <a:lnTo>
                  <a:pt x="172515" y="123020"/>
                </a:lnTo>
                <a:lnTo>
                  <a:pt x="194080" y="107573"/>
                </a:lnTo>
                <a:lnTo>
                  <a:pt x="215644" y="90103"/>
                </a:lnTo>
                <a:lnTo>
                  <a:pt x="237209" y="70611"/>
                </a:lnTo>
                <a:lnTo>
                  <a:pt x="258773" y="49097"/>
                </a:lnTo>
                <a:lnTo>
                  <a:pt x="280337" y="25560"/>
                </a:lnTo>
                <a:lnTo>
                  <a:pt x="301902" y="0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69" name="knowledge-edge">
            <a:extLst>
              <a:ext uri="{FF2B5EF4-FFF2-40B4-BE49-F238E27FC236}">
                <a16:creationId xmlns:a16="http://schemas.microsoft.com/office/drawing/2014/main" id="{2FE5099D-9D1E-4C02-A34F-09EC98AD7730}"/>
              </a:ext>
            </a:extLst>
          </p:cNvPr>
          <p:cNvSpPr>
            <a:spLocks noGrp="1"/>
          </p:cNvSpPr>
          <p:nvPr/>
        </p:nvSpPr>
        <p:spPr>
          <a:xfrm>
            <a:off x="7079732" y="6636921"/>
            <a:ext cx="440015" cy="87085"/>
          </a:xfrm>
          <a:custGeom>
            <a:avLst/>
            <a:gdLst/>
            <a:ahLst/>
            <a:cxnLst/>
            <a:rect l="0" t="0" r="0" b="0"/>
            <a:pathLst>
              <a:path w="440015" h="87085">
                <a:moveTo>
                  <a:pt x="0" y="87085"/>
                </a:moveTo>
                <a:lnTo>
                  <a:pt x="31430" y="67145"/>
                </a:lnTo>
                <a:lnTo>
                  <a:pt x="62859" y="49791"/>
                </a:lnTo>
                <a:lnTo>
                  <a:pt x="94289" y="35025"/>
                </a:lnTo>
                <a:lnTo>
                  <a:pt x="125718" y="22846"/>
                </a:lnTo>
                <a:lnTo>
                  <a:pt x="157148" y="13254"/>
                </a:lnTo>
                <a:lnTo>
                  <a:pt x="188578" y="6249"/>
                </a:lnTo>
                <a:lnTo>
                  <a:pt x="220007" y="1831"/>
                </a:lnTo>
                <a:lnTo>
                  <a:pt x="251437" y="0"/>
                </a:lnTo>
                <a:lnTo>
                  <a:pt x="282867" y="756"/>
                </a:lnTo>
                <a:lnTo>
                  <a:pt x="314296" y="4100"/>
                </a:lnTo>
                <a:lnTo>
                  <a:pt x="345726" y="10031"/>
                </a:lnTo>
                <a:lnTo>
                  <a:pt x="377155" y="18549"/>
                </a:lnTo>
                <a:lnTo>
                  <a:pt x="408585" y="29653"/>
                </a:lnTo>
                <a:lnTo>
                  <a:pt x="440015" y="43346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70" name="knowledge-edge">
            <a:extLst>
              <a:ext uri="{FF2B5EF4-FFF2-40B4-BE49-F238E27FC236}">
                <a16:creationId xmlns:a16="http://schemas.microsoft.com/office/drawing/2014/main" id="{4DEDE7C8-57DB-485D-87AA-DA10583103EB}"/>
              </a:ext>
            </a:extLst>
          </p:cNvPr>
          <p:cNvSpPr>
            <a:spLocks noGrp="1"/>
          </p:cNvSpPr>
          <p:nvPr/>
        </p:nvSpPr>
        <p:spPr>
          <a:xfrm>
            <a:off x="7234969" y="6877286"/>
            <a:ext cx="393536" cy="125931"/>
          </a:xfrm>
          <a:custGeom>
            <a:avLst/>
            <a:gdLst/>
            <a:ahLst/>
            <a:cxnLst/>
            <a:rect l="0" t="0" r="0" b="0"/>
            <a:pathLst>
              <a:path w="393536" h="125931">
                <a:moveTo>
                  <a:pt x="0" y="125931"/>
                </a:moveTo>
                <a:lnTo>
                  <a:pt x="28110" y="101489"/>
                </a:lnTo>
                <a:lnTo>
                  <a:pt x="56219" y="79679"/>
                </a:lnTo>
                <a:lnTo>
                  <a:pt x="84329" y="60503"/>
                </a:lnTo>
                <a:lnTo>
                  <a:pt x="112439" y="43960"/>
                </a:lnTo>
                <a:lnTo>
                  <a:pt x="140549" y="30050"/>
                </a:lnTo>
                <a:lnTo>
                  <a:pt x="168658" y="18774"/>
                </a:lnTo>
                <a:lnTo>
                  <a:pt x="196768" y="10131"/>
                </a:lnTo>
                <a:lnTo>
                  <a:pt x="224878" y="4120"/>
                </a:lnTo>
                <a:lnTo>
                  <a:pt x="252988" y="744"/>
                </a:lnTo>
                <a:lnTo>
                  <a:pt x="281097" y="0"/>
                </a:lnTo>
                <a:lnTo>
                  <a:pt x="309207" y="1890"/>
                </a:lnTo>
                <a:lnTo>
                  <a:pt x="337317" y="6412"/>
                </a:lnTo>
                <a:lnTo>
                  <a:pt x="365427" y="13568"/>
                </a:lnTo>
                <a:lnTo>
                  <a:pt x="393536" y="23358"/>
                </a:lnTo>
              </a:path>
            </a:pathLst>
          </a:custGeom>
          <a:noFill/>
          <a:ln w="6477">
            <a:solidFill>
              <a:srgbClr val="EF6A26">
                <a:alpha val="17000"/>
              </a:srgbClr>
            </a:solidFill>
            <a:prstDash val="solid"/>
          </a:ln>
        </p:spPr>
      </p:sp>
      <p:sp>
        <p:nvSpPr>
          <p:cNvPr id="271" name="knowledge-edge">
            <a:extLst>
              <a:ext uri="{FF2B5EF4-FFF2-40B4-BE49-F238E27FC236}">
                <a16:creationId xmlns:a16="http://schemas.microsoft.com/office/drawing/2014/main" id="{71A0E6D0-8574-4409-8058-8CBE6FDC060B}"/>
              </a:ext>
            </a:extLst>
          </p:cNvPr>
          <p:cNvSpPr>
            <a:spLocks noGrp="1"/>
          </p:cNvSpPr>
          <p:nvPr/>
        </p:nvSpPr>
        <p:spPr>
          <a:xfrm>
            <a:off x="7648411" y="5958836"/>
            <a:ext cx="270446" cy="45889"/>
          </a:xfrm>
          <a:custGeom>
            <a:avLst/>
            <a:gdLst/>
            <a:ahLst/>
            <a:cxnLst/>
            <a:rect l="0" t="0" r="0" b="0"/>
            <a:pathLst>
              <a:path w="270446" h="45889">
                <a:moveTo>
                  <a:pt x="0" y="0"/>
                </a:moveTo>
                <a:lnTo>
                  <a:pt x="19318" y="11224"/>
                </a:lnTo>
                <a:lnTo>
                  <a:pt x="38635" y="20880"/>
                </a:lnTo>
                <a:lnTo>
                  <a:pt x="57953" y="28968"/>
                </a:lnTo>
                <a:lnTo>
                  <a:pt x="77270" y="35488"/>
                </a:lnTo>
                <a:lnTo>
                  <a:pt x="96588" y="40441"/>
                </a:lnTo>
                <a:lnTo>
                  <a:pt x="115905" y="43825"/>
                </a:lnTo>
                <a:lnTo>
                  <a:pt x="135223" y="45641"/>
                </a:lnTo>
                <a:lnTo>
                  <a:pt x="154541" y="45889"/>
                </a:lnTo>
                <a:lnTo>
                  <a:pt x="173858" y="44570"/>
                </a:lnTo>
                <a:lnTo>
                  <a:pt x="193176" y="41682"/>
                </a:lnTo>
                <a:lnTo>
                  <a:pt x="212493" y="37227"/>
                </a:lnTo>
                <a:lnTo>
                  <a:pt x="231811" y="31203"/>
                </a:lnTo>
                <a:lnTo>
                  <a:pt x="251128" y="23611"/>
                </a:lnTo>
                <a:lnTo>
                  <a:pt x="270446" y="14452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72" name="knowledge-edge">
            <a:extLst>
              <a:ext uri="{FF2B5EF4-FFF2-40B4-BE49-F238E27FC236}">
                <a16:creationId xmlns:a16="http://schemas.microsoft.com/office/drawing/2014/main" id="{AB68BA33-A551-4FDD-AA19-6B61BDB20602}"/>
              </a:ext>
            </a:extLst>
          </p:cNvPr>
          <p:cNvSpPr>
            <a:spLocks noGrp="1"/>
          </p:cNvSpPr>
          <p:nvPr/>
        </p:nvSpPr>
        <p:spPr>
          <a:xfrm>
            <a:off x="7478164" y="6178561"/>
            <a:ext cx="537269" cy="64960"/>
          </a:xfrm>
          <a:custGeom>
            <a:avLst/>
            <a:gdLst/>
            <a:ahLst/>
            <a:cxnLst/>
            <a:rect l="0" t="0" r="0" b="0"/>
            <a:pathLst>
              <a:path w="537269" h="64960">
                <a:moveTo>
                  <a:pt x="0" y="64960"/>
                </a:moveTo>
                <a:lnTo>
                  <a:pt x="38376" y="55394"/>
                </a:lnTo>
                <a:lnTo>
                  <a:pt x="76753" y="46590"/>
                </a:lnTo>
                <a:lnTo>
                  <a:pt x="115129" y="38547"/>
                </a:lnTo>
                <a:lnTo>
                  <a:pt x="153505" y="31266"/>
                </a:lnTo>
                <a:lnTo>
                  <a:pt x="191882" y="24746"/>
                </a:lnTo>
                <a:lnTo>
                  <a:pt x="230258" y="18987"/>
                </a:lnTo>
                <a:lnTo>
                  <a:pt x="268634" y="13991"/>
                </a:lnTo>
                <a:lnTo>
                  <a:pt x="307011" y="9755"/>
                </a:lnTo>
                <a:lnTo>
                  <a:pt x="345387" y="6281"/>
                </a:lnTo>
                <a:lnTo>
                  <a:pt x="383763" y="3569"/>
                </a:lnTo>
                <a:lnTo>
                  <a:pt x="422140" y="1618"/>
                </a:lnTo>
                <a:lnTo>
                  <a:pt x="460516" y="428"/>
                </a:lnTo>
                <a:lnTo>
                  <a:pt x="498892" y="0"/>
                </a:lnTo>
                <a:lnTo>
                  <a:pt x="537269" y="333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73" name="knowledge-cross-edge">
            <a:extLst>
              <a:ext uri="{FF2B5EF4-FFF2-40B4-BE49-F238E27FC236}">
                <a16:creationId xmlns:a16="http://schemas.microsoft.com/office/drawing/2014/main" id="{1DEC0EB8-763E-460A-B181-0613D60E5062}"/>
              </a:ext>
            </a:extLst>
          </p:cNvPr>
          <p:cNvSpPr>
            <a:spLocks noGrp="1"/>
          </p:cNvSpPr>
          <p:nvPr/>
        </p:nvSpPr>
        <p:spPr>
          <a:xfrm>
            <a:off x="7478164" y="6243522"/>
            <a:ext cx="599968" cy="111308"/>
          </a:xfrm>
          <a:custGeom>
            <a:avLst/>
            <a:gdLst/>
            <a:ahLst/>
            <a:cxnLst/>
            <a:rect l="0" t="0" r="0" b="0"/>
            <a:pathLst>
              <a:path w="599968" h="111308">
                <a:moveTo>
                  <a:pt x="0" y="0"/>
                </a:moveTo>
                <a:lnTo>
                  <a:pt x="64549" y="9817"/>
                </a:lnTo>
                <a:lnTo>
                  <a:pt x="126453" y="19535"/>
                </a:lnTo>
                <a:lnTo>
                  <a:pt x="185711" y="29155"/>
                </a:lnTo>
                <a:lnTo>
                  <a:pt x="242323" y="38676"/>
                </a:lnTo>
                <a:lnTo>
                  <a:pt x="296289" y="48099"/>
                </a:lnTo>
                <a:lnTo>
                  <a:pt x="347609" y="57424"/>
                </a:lnTo>
                <a:lnTo>
                  <a:pt x="396284" y="66651"/>
                </a:lnTo>
                <a:lnTo>
                  <a:pt x="442312" y="75779"/>
                </a:lnTo>
                <a:lnTo>
                  <a:pt x="485695" y="84809"/>
                </a:lnTo>
                <a:lnTo>
                  <a:pt x="526432" y="93740"/>
                </a:lnTo>
                <a:lnTo>
                  <a:pt x="564523" y="102573"/>
                </a:lnTo>
                <a:lnTo>
                  <a:pt x="599968" y="111308"/>
                </a:lnTo>
              </a:path>
            </a:pathLst>
          </a:custGeom>
          <a:noFill/>
          <a:ln w="5334">
            <a:solidFill>
              <a:srgbClr val="F27A1F">
                <a:alpha val="13000"/>
              </a:srgbClr>
            </a:solidFill>
            <a:prstDash val="solid"/>
          </a:ln>
        </p:spPr>
      </p:sp>
      <p:sp>
        <p:nvSpPr>
          <p:cNvPr id="274" name="knowledge-cross-edge">
            <a:extLst>
              <a:ext uri="{FF2B5EF4-FFF2-40B4-BE49-F238E27FC236}">
                <a16:creationId xmlns:a16="http://schemas.microsoft.com/office/drawing/2014/main" id="{13135A85-A88F-4B5E-81CD-F1B0925D091C}"/>
              </a:ext>
            </a:extLst>
          </p:cNvPr>
          <p:cNvSpPr>
            <a:spLocks noGrp="1"/>
          </p:cNvSpPr>
          <p:nvPr/>
        </p:nvSpPr>
        <p:spPr>
          <a:xfrm>
            <a:off x="7478164" y="5967611"/>
            <a:ext cx="440693" cy="275911"/>
          </a:xfrm>
          <a:custGeom>
            <a:avLst/>
            <a:gdLst/>
            <a:ahLst/>
            <a:cxnLst/>
            <a:rect l="0" t="0" r="0" b="0"/>
            <a:pathLst>
              <a:path w="440693" h="275911">
                <a:moveTo>
                  <a:pt x="0" y="275911"/>
                </a:moveTo>
                <a:lnTo>
                  <a:pt x="22172" y="225498"/>
                </a:lnTo>
                <a:lnTo>
                  <a:pt x="46990" y="180156"/>
                </a:lnTo>
                <a:lnTo>
                  <a:pt x="74454" y="139886"/>
                </a:lnTo>
                <a:lnTo>
                  <a:pt x="104564" y="104687"/>
                </a:lnTo>
                <a:lnTo>
                  <a:pt x="137320" y="74560"/>
                </a:lnTo>
                <a:lnTo>
                  <a:pt x="172721" y="49505"/>
                </a:lnTo>
                <a:lnTo>
                  <a:pt x="210769" y="29521"/>
                </a:lnTo>
                <a:lnTo>
                  <a:pt x="251462" y="14609"/>
                </a:lnTo>
                <a:lnTo>
                  <a:pt x="294801" y="4769"/>
                </a:lnTo>
                <a:lnTo>
                  <a:pt x="340786" y="0"/>
                </a:lnTo>
                <a:lnTo>
                  <a:pt x="389416" y="303"/>
                </a:lnTo>
                <a:lnTo>
                  <a:pt x="440693" y="5677"/>
                </a:lnTo>
              </a:path>
            </a:pathLst>
          </a:custGeom>
          <a:noFill/>
          <a:ln w="4953">
            <a:solidFill>
              <a:srgbClr val="F27A1F">
                <a:alpha val="12000"/>
              </a:srgbClr>
            </a:solidFill>
            <a:prstDash val="solid"/>
          </a:ln>
        </p:spPr>
      </p:sp>
      <p:sp>
        <p:nvSpPr>
          <p:cNvPr id="275" name="knowledge-edge">
            <a:extLst>
              <a:ext uri="{FF2B5EF4-FFF2-40B4-BE49-F238E27FC236}">
                <a16:creationId xmlns:a16="http://schemas.microsoft.com/office/drawing/2014/main" id="{B60B1E6E-442F-44E2-B7CA-9300E4652059}"/>
              </a:ext>
            </a:extLst>
          </p:cNvPr>
          <p:cNvSpPr>
            <a:spLocks noGrp="1"/>
          </p:cNvSpPr>
          <p:nvPr/>
        </p:nvSpPr>
        <p:spPr>
          <a:xfrm>
            <a:off x="7741315" y="6354830"/>
            <a:ext cx="336817" cy="105731"/>
          </a:xfrm>
          <a:custGeom>
            <a:avLst/>
            <a:gdLst/>
            <a:ahLst/>
            <a:cxnLst/>
            <a:rect l="0" t="0" r="0" b="0"/>
            <a:pathLst>
              <a:path w="336817" h="105731">
                <a:moveTo>
                  <a:pt x="0" y="105536"/>
                </a:moveTo>
                <a:lnTo>
                  <a:pt x="24058" y="105731"/>
                </a:lnTo>
                <a:lnTo>
                  <a:pt x="48117" y="104736"/>
                </a:lnTo>
                <a:lnTo>
                  <a:pt x="72175" y="102551"/>
                </a:lnTo>
                <a:lnTo>
                  <a:pt x="96233" y="99177"/>
                </a:lnTo>
                <a:lnTo>
                  <a:pt x="120292" y="94612"/>
                </a:lnTo>
                <a:lnTo>
                  <a:pt x="144350" y="88859"/>
                </a:lnTo>
                <a:lnTo>
                  <a:pt x="168409" y="81915"/>
                </a:lnTo>
                <a:lnTo>
                  <a:pt x="192467" y="73782"/>
                </a:lnTo>
                <a:lnTo>
                  <a:pt x="216525" y="64459"/>
                </a:lnTo>
                <a:lnTo>
                  <a:pt x="240584" y="53947"/>
                </a:lnTo>
                <a:lnTo>
                  <a:pt x="264642" y="42245"/>
                </a:lnTo>
                <a:lnTo>
                  <a:pt x="288700" y="29353"/>
                </a:lnTo>
                <a:lnTo>
                  <a:pt x="312759" y="15271"/>
                </a:lnTo>
                <a:lnTo>
                  <a:pt x="336817" y="0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76" name="knowledge-edge">
            <a:extLst>
              <a:ext uri="{FF2B5EF4-FFF2-40B4-BE49-F238E27FC236}">
                <a16:creationId xmlns:a16="http://schemas.microsoft.com/office/drawing/2014/main" id="{6E4D2F86-7DAC-402E-BEDE-59A327EAAE02}"/>
              </a:ext>
            </a:extLst>
          </p:cNvPr>
          <p:cNvSpPr>
            <a:spLocks noGrp="1"/>
          </p:cNvSpPr>
          <p:nvPr/>
        </p:nvSpPr>
        <p:spPr>
          <a:xfrm>
            <a:off x="7730255" y="6431694"/>
            <a:ext cx="440332" cy="119174"/>
          </a:xfrm>
          <a:custGeom>
            <a:avLst/>
            <a:gdLst/>
            <a:ahLst/>
            <a:cxnLst/>
            <a:rect l="0" t="0" r="0" b="0"/>
            <a:pathLst>
              <a:path w="440332" h="119174">
                <a:moveTo>
                  <a:pt x="0" y="90259"/>
                </a:moveTo>
                <a:lnTo>
                  <a:pt x="31452" y="101477"/>
                </a:lnTo>
                <a:lnTo>
                  <a:pt x="62905" y="109978"/>
                </a:lnTo>
                <a:lnTo>
                  <a:pt x="94357" y="115761"/>
                </a:lnTo>
                <a:lnTo>
                  <a:pt x="125809" y="118826"/>
                </a:lnTo>
                <a:lnTo>
                  <a:pt x="157261" y="119174"/>
                </a:lnTo>
                <a:lnTo>
                  <a:pt x="188714" y="116803"/>
                </a:lnTo>
                <a:lnTo>
                  <a:pt x="220166" y="111715"/>
                </a:lnTo>
                <a:lnTo>
                  <a:pt x="251618" y="103909"/>
                </a:lnTo>
                <a:lnTo>
                  <a:pt x="283071" y="93385"/>
                </a:lnTo>
                <a:lnTo>
                  <a:pt x="314523" y="80144"/>
                </a:lnTo>
                <a:lnTo>
                  <a:pt x="345975" y="64185"/>
                </a:lnTo>
                <a:lnTo>
                  <a:pt x="377427" y="45508"/>
                </a:lnTo>
                <a:lnTo>
                  <a:pt x="408880" y="24113"/>
                </a:lnTo>
                <a:lnTo>
                  <a:pt x="440332" y="0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77" name="knowledge-cross-edge">
            <a:extLst>
              <a:ext uri="{FF2B5EF4-FFF2-40B4-BE49-F238E27FC236}">
                <a16:creationId xmlns:a16="http://schemas.microsoft.com/office/drawing/2014/main" id="{C2365411-BABD-4878-B66D-321932F34D84}"/>
              </a:ext>
            </a:extLst>
          </p:cNvPr>
          <p:cNvSpPr>
            <a:spLocks noGrp="1"/>
          </p:cNvSpPr>
          <p:nvPr/>
        </p:nvSpPr>
        <p:spPr>
          <a:xfrm>
            <a:off x="7730255" y="6367410"/>
            <a:ext cx="375712" cy="154543"/>
          </a:xfrm>
          <a:custGeom>
            <a:avLst/>
            <a:gdLst/>
            <a:ahLst/>
            <a:cxnLst/>
            <a:rect l="0" t="0" r="0" b="0"/>
            <a:pathLst>
              <a:path w="375712" h="154543">
                <a:moveTo>
                  <a:pt x="0" y="154543"/>
                </a:moveTo>
                <a:lnTo>
                  <a:pt x="45861" y="121093"/>
                </a:lnTo>
                <a:lnTo>
                  <a:pt x="89077" y="91713"/>
                </a:lnTo>
                <a:lnTo>
                  <a:pt x="129647" y="66402"/>
                </a:lnTo>
                <a:lnTo>
                  <a:pt x="167571" y="45160"/>
                </a:lnTo>
                <a:lnTo>
                  <a:pt x="202849" y="27989"/>
                </a:lnTo>
                <a:lnTo>
                  <a:pt x="235481" y="14887"/>
                </a:lnTo>
                <a:lnTo>
                  <a:pt x="265468" y="5855"/>
                </a:lnTo>
                <a:lnTo>
                  <a:pt x="292808" y="893"/>
                </a:lnTo>
                <a:lnTo>
                  <a:pt x="317503" y="0"/>
                </a:lnTo>
                <a:lnTo>
                  <a:pt x="339552" y="3177"/>
                </a:lnTo>
                <a:lnTo>
                  <a:pt x="358955" y="10424"/>
                </a:lnTo>
                <a:lnTo>
                  <a:pt x="375712" y="21740"/>
                </a:lnTo>
              </a:path>
            </a:pathLst>
          </a:custGeom>
          <a:noFill/>
          <a:ln w="5334">
            <a:solidFill>
              <a:srgbClr val="F27A1F">
                <a:alpha val="13000"/>
              </a:srgbClr>
            </a:solidFill>
            <a:prstDash val="solid"/>
          </a:ln>
        </p:spPr>
      </p:sp>
      <p:sp>
        <p:nvSpPr>
          <p:cNvPr id="278" name="knowledge-edge">
            <a:extLst>
              <a:ext uri="{FF2B5EF4-FFF2-40B4-BE49-F238E27FC236}">
                <a16:creationId xmlns:a16="http://schemas.microsoft.com/office/drawing/2014/main" id="{AA731977-75F5-4FD3-B1B5-F01CE6DD7E57}"/>
              </a:ext>
            </a:extLst>
          </p:cNvPr>
          <p:cNvSpPr>
            <a:spLocks noGrp="1"/>
          </p:cNvSpPr>
          <p:nvPr/>
        </p:nvSpPr>
        <p:spPr>
          <a:xfrm>
            <a:off x="7594902" y="6383362"/>
            <a:ext cx="511065" cy="124736"/>
          </a:xfrm>
          <a:custGeom>
            <a:avLst/>
            <a:gdLst/>
            <a:ahLst/>
            <a:cxnLst/>
            <a:rect l="0" t="0" r="0" b="0"/>
            <a:pathLst>
              <a:path w="511065" h="124736">
                <a:moveTo>
                  <a:pt x="0" y="124736"/>
                </a:moveTo>
                <a:lnTo>
                  <a:pt x="36505" y="103919"/>
                </a:lnTo>
                <a:lnTo>
                  <a:pt x="73009" y="84997"/>
                </a:lnTo>
                <a:lnTo>
                  <a:pt x="109514" y="67971"/>
                </a:lnTo>
                <a:lnTo>
                  <a:pt x="146019" y="52840"/>
                </a:lnTo>
                <a:lnTo>
                  <a:pt x="182523" y="39605"/>
                </a:lnTo>
                <a:lnTo>
                  <a:pt x="219028" y="28265"/>
                </a:lnTo>
                <a:lnTo>
                  <a:pt x="255532" y="18821"/>
                </a:lnTo>
                <a:lnTo>
                  <a:pt x="292037" y="11273"/>
                </a:lnTo>
                <a:lnTo>
                  <a:pt x="328542" y="5619"/>
                </a:lnTo>
                <a:lnTo>
                  <a:pt x="365046" y="1862"/>
                </a:lnTo>
                <a:lnTo>
                  <a:pt x="401551" y="0"/>
                </a:lnTo>
                <a:lnTo>
                  <a:pt x="438056" y="34"/>
                </a:lnTo>
                <a:lnTo>
                  <a:pt x="474560" y="1963"/>
                </a:lnTo>
                <a:lnTo>
                  <a:pt x="511065" y="5787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79" name="knowledge-edge">
            <a:extLst>
              <a:ext uri="{FF2B5EF4-FFF2-40B4-BE49-F238E27FC236}">
                <a16:creationId xmlns:a16="http://schemas.microsoft.com/office/drawing/2014/main" id="{87240AB4-4CF2-468E-A2A1-6D6201BAC1B7}"/>
              </a:ext>
            </a:extLst>
          </p:cNvPr>
          <p:cNvSpPr>
            <a:spLocks noGrp="1"/>
          </p:cNvSpPr>
          <p:nvPr/>
        </p:nvSpPr>
        <p:spPr>
          <a:xfrm>
            <a:off x="7519747" y="6669522"/>
            <a:ext cx="396319" cy="30371"/>
          </a:xfrm>
          <a:custGeom>
            <a:avLst/>
            <a:gdLst/>
            <a:ahLst/>
            <a:cxnLst/>
            <a:rect l="0" t="0" r="0" b="0"/>
            <a:pathLst>
              <a:path w="396319" h="30371">
                <a:moveTo>
                  <a:pt x="0" y="10745"/>
                </a:moveTo>
                <a:lnTo>
                  <a:pt x="28308" y="16540"/>
                </a:lnTo>
                <a:lnTo>
                  <a:pt x="56617" y="21326"/>
                </a:lnTo>
                <a:lnTo>
                  <a:pt x="84925" y="25101"/>
                </a:lnTo>
                <a:lnTo>
                  <a:pt x="113234" y="27868"/>
                </a:lnTo>
                <a:lnTo>
                  <a:pt x="141542" y="29624"/>
                </a:lnTo>
                <a:lnTo>
                  <a:pt x="169851" y="30371"/>
                </a:lnTo>
                <a:lnTo>
                  <a:pt x="198159" y="30109"/>
                </a:lnTo>
                <a:lnTo>
                  <a:pt x="226468" y="28836"/>
                </a:lnTo>
                <a:lnTo>
                  <a:pt x="254776" y="26554"/>
                </a:lnTo>
                <a:lnTo>
                  <a:pt x="283085" y="23263"/>
                </a:lnTo>
                <a:lnTo>
                  <a:pt x="311393" y="18962"/>
                </a:lnTo>
                <a:lnTo>
                  <a:pt x="339702" y="13651"/>
                </a:lnTo>
                <a:lnTo>
                  <a:pt x="368010" y="7330"/>
                </a:lnTo>
                <a:lnTo>
                  <a:pt x="396319" y="0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80" name="knowledge-edge">
            <a:extLst>
              <a:ext uri="{FF2B5EF4-FFF2-40B4-BE49-F238E27FC236}">
                <a16:creationId xmlns:a16="http://schemas.microsoft.com/office/drawing/2014/main" id="{73F1C5EA-D1C0-4DF5-862C-5809FD64B3FA}"/>
              </a:ext>
            </a:extLst>
          </p:cNvPr>
          <p:cNvSpPr>
            <a:spLocks noGrp="1"/>
          </p:cNvSpPr>
          <p:nvPr/>
        </p:nvSpPr>
        <p:spPr>
          <a:xfrm>
            <a:off x="7628505" y="6891188"/>
            <a:ext cx="298226" cy="21772"/>
          </a:xfrm>
          <a:custGeom>
            <a:avLst/>
            <a:gdLst/>
            <a:ahLst/>
            <a:cxnLst/>
            <a:rect l="0" t="0" r="0" b="0"/>
            <a:pathLst>
              <a:path w="298226" h="21772">
                <a:moveTo>
                  <a:pt x="0" y="9456"/>
                </a:moveTo>
                <a:lnTo>
                  <a:pt x="21302" y="6345"/>
                </a:lnTo>
                <a:lnTo>
                  <a:pt x="42604" y="3848"/>
                </a:lnTo>
                <a:lnTo>
                  <a:pt x="63906" y="1965"/>
                </a:lnTo>
                <a:lnTo>
                  <a:pt x="85207" y="696"/>
                </a:lnTo>
                <a:lnTo>
                  <a:pt x="106509" y="41"/>
                </a:lnTo>
                <a:lnTo>
                  <a:pt x="127811" y="0"/>
                </a:lnTo>
                <a:lnTo>
                  <a:pt x="149113" y="573"/>
                </a:lnTo>
                <a:lnTo>
                  <a:pt x="170415" y="1760"/>
                </a:lnTo>
                <a:lnTo>
                  <a:pt x="191717" y="3560"/>
                </a:lnTo>
                <a:lnTo>
                  <a:pt x="213018" y="5975"/>
                </a:lnTo>
                <a:lnTo>
                  <a:pt x="234320" y="9003"/>
                </a:lnTo>
                <a:lnTo>
                  <a:pt x="255622" y="12646"/>
                </a:lnTo>
                <a:lnTo>
                  <a:pt x="276924" y="16902"/>
                </a:lnTo>
                <a:lnTo>
                  <a:pt x="298226" y="21772"/>
                </a:lnTo>
              </a:path>
            </a:pathLst>
          </a:custGeom>
          <a:noFill/>
          <a:ln w="6477">
            <a:solidFill>
              <a:srgbClr val="F27A1F">
                <a:alpha val="17000"/>
              </a:srgbClr>
            </a:solidFill>
            <a:prstDash val="solid"/>
          </a:ln>
        </p:spPr>
      </p:sp>
      <p:sp>
        <p:nvSpPr>
          <p:cNvPr id="281" name="knowledge-edge">
            <a:extLst>
              <a:ext uri="{FF2B5EF4-FFF2-40B4-BE49-F238E27FC236}">
                <a16:creationId xmlns:a16="http://schemas.microsoft.com/office/drawing/2014/main" id="{2780AE6E-377F-48FF-BC56-827540C1D68B}"/>
              </a:ext>
            </a:extLst>
          </p:cNvPr>
          <p:cNvSpPr>
            <a:spLocks noGrp="1"/>
          </p:cNvSpPr>
          <p:nvPr/>
        </p:nvSpPr>
        <p:spPr>
          <a:xfrm>
            <a:off x="7918857" y="5929646"/>
            <a:ext cx="485675" cy="43642"/>
          </a:xfrm>
          <a:custGeom>
            <a:avLst/>
            <a:gdLst/>
            <a:ahLst/>
            <a:cxnLst/>
            <a:rect l="0" t="0" r="0" b="0"/>
            <a:pathLst>
              <a:path w="485675" h="43642">
                <a:moveTo>
                  <a:pt x="0" y="43642"/>
                </a:moveTo>
                <a:lnTo>
                  <a:pt x="34691" y="32875"/>
                </a:lnTo>
                <a:lnTo>
                  <a:pt x="69382" y="23626"/>
                </a:lnTo>
                <a:lnTo>
                  <a:pt x="104073" y="15894"/>
                </a:lnTo>
                <a:lnTo>
                  <a:pt x="138764" y="9680"/>
                </a:lnTo>
                <a:lnTo>
                  <a:pt x="173456" y="4984"/>
                </a:lnTo>
                <a:lnTo>
                  <a:pt x="208147" y="1805"/>
                </a:lnTo>
                <a:lnTo>
                  <a:pt x="242838" y="144"/>
                </a:lnTo>
                <a:lnTo>
                  <a:pt x="277529" y="0"/>
                </a:lnTo>
                <a:lnTo>
                  <a:pt x="312220" y="1374"/>
                </a:lnTo>
                <a:lnTo>
                  <a:pt x="346911" y="4265"/>
                </a:lnTo>
                <a:lnTo>
                  <a:pt x="381602" y="8674"/>
                </a:lnTo>
                <a:lnTo>
                  <a:pt x="416293" y="14601"/>
                </a:lnTo>
                <a:lnTo>
                  <a:pt x="450984" y="22045"/>
                </a:lnTo>
                <a:lnTo>
                  <a:pt x="485675" y="31007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82" name="knowledge-edge">
            <a:extLst>
              <a:ext uri="{FF2B5EF4-FFF2-40B4-BE49-F238E27FC236}">
                <a16:creationId xmlns:a16="http://schemas.microsoft.com/office/drawing/2014/main" id="{A974CF00-3286-4C5A-A9DD-EA07BE720A7E}"/>
              </a:ext>
            </a:extLst>
          </p:cNvPr>
          <p:cNvSpPr>
            <a:spLocks noGrp="1"/>
          </p:cNvSpPr>
          <p:nvPr/>
        </p:nvSpPr>
        <p:spPr>
          <a:xfrm>
            <a:off x="8015433" y="6123880"/>
            <a:ext cx="365947" cy="55015"/>
          </a:xfrm>
          <a:custGeom>
            <a:avLst/>
            <a:gdLst/>
            <a:ahLst/>
            <a:cxnLst/>
            <a:rect l="0" t="0" r="0" b="0"/>
            <a:pathLst>
              <a:path w="365947" h="55015">
                <a:moveTo>
                  <a:pt x="0" y="55015"/>
                </a:moveTo>
                <a:lnTo>
                  <a:pt x="26139" y="40716"/>
                </a:lnTo>
                <a:lnTo>
                  <a:pt x="52278" y="28564"/>
                </a:lnTo>
                <a:lnTo>
                  <a:pt x="78417" y="18559"/>
                </a:lnTo>
                <a:lnTo>
                  <a:pt x="104556" y="10699"/>
                </a:lnTo>
                <a:lnTo>
                  <a:pt x="130695" y="4987"/>
                </a:lnTo>
                <a:lnTo>
                  <a:pt x="156834" y="1420"/>
                </a:lnTo>
                <a:lnTo>
                  <a:pt x="182973" y="0"/>
                </a:lnTo>
                <a:lnTo>
                  <a:pt x="209112" y="726"/>
                </a:lnTo>
                <a:lnTo>
                  <a:pt x="235251" y="3599"/>
                </a:lnTo>
                <a:lnTo>
                  <a:pt x="261390" y="8618"/>
                </a:lnTo>
                <a:lnTo>
                  <a:pt x="287529" y="15783"/>
                </a:lnTo>
                <a:lnTo>
                  <a:pt x="313668" y="25095"/>
                </a:lnTo>
                <a:lnTo>
                  <a:pt x="339807" y="36553"/>
                </a:lnTo>
                <a:lnTo>
                  <a:pt x="365947" y="50158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83" name="knowledge-cross-edge">
            <a:extLst>
              <a:ext uri="{FF2B5EF4-FFF2-40B4-BE49-F238E27FC236}">
                <a16:creationId xmlns:a16="http://schemas.microsoft.com/office/drawing/2014/main" id="{7C00F8A2-FE34-410F-B72C-488783148F96}"/>
              </a:ext>
            </a:extLst>
          </p:cNvPr>
          <p:cNvSpPr>
            <a:spLocks noGrp="1"/>
          </p:cNvSpPr>
          <p:nvPr/>
        </p:nvSpPr>
        <p:spPr>
          <a:xfrm>
            <a:off x="8015433" y="6058150"/>
            <a:ext cx="321968" cy="120744"/>
          </a:xfrm>
          <a:custGeom>
            <a:avLst/>
            <a:gdLst/>
            <a:ahLst/>
            <a:cxnLst/>
            <a:rect l="0" t="0" r="0" b="0"/>
            <a:pathLst>
              <a:path w="321968" h="120744">
                <a:moveTo>
                  <a:pt x="0" y="120744"/>
                </a:moveTo>
                <a:lnTo>
                  <a:pt x="41383" y="88815"/>
                </a:lnTo>
                <a:lnTo>
                  <a:pt x="80120" y="61780"/>
                </a:lnTo>
                <a:lnTo>
                  <a:pt x="116211" y="39637"/>
                </a:lnTo>
                <a:lnTo>
                  <a:pt x="149656" y="22388"/>
                </a:lnTo>
                <a:lnTo>
                  <a:pt x="180456" y="10032"/>
                </a:lnTo>
                <a:lnTo>
                  <a:pt x="208609" y="2569"/>
                </a:lnTo>
                <a:lnTo>
                  <a:pt x="234117" y="0"/>
                </a:lnTo>
                <a:lnTo>
                  <a:pt x="256979" y="2324"/>
                </a:lnTo>
                <a:lnTo>
                  <a:pt x="277195" y="9541"/>
                </a:lnTo>
                <a:lnTo>
                  <a:pt x="294765" y="21652"/>
                </a:lnTo>
                <a:lnTo>
                  <a:pt x="309690" y="38656"/>
                </a:lnTo>
                <a:lnTo>
                  <a:pt x="321968" y="60553"/>
                </a:lnTo>
              </a:path>
            </a:pathLst>
          </a:custGeom>
          <a:noFill/>
          <a:ln w="5334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284" name="knowledge-edge">
            <a:extLst>
              <a:ext uri="{FF2B5EF4-FFF2-40B4-BE49-F238E27FC236}">
                <a16:creationId xmlns:a16="http://schemas.microsoft.com/office/drawing/2014/main" id="{5A906F3B-761E-4F70-B7E6-60B6B319F6A4}"/>
              </a:ext>
            </a:extLst>
          </p:cNvPr>
          <p:cNvSpPr>
            <a:spLocks noGrp="1"/>
          </p:cNvSpPr>
          <p:nvPr/>
        </p:nvSpPr>
        <p:spPr>
          <a:xfrm>
            <a:off x="8078132" y="6118703"/>
            <a:ext cx="259269" cy="236126"/>
          </a:xfrm>
          <a:custGeom>
            <a:avLst/>
            <a:gdLst/>
            <a:ahLst/>
            <a:cxnLst/>
            <a:rect l="0" t="0" r="0" b="0"/>
            <a:pathLst>
              <a:path w="259269" h="236126">
                <a:moveTo>
                  <a:pt x="0" y="236126"/>
                </a:moveTo>
                <a:lnTo>
                  <a:pt x="18519" y="215321"/>
                </a:lnTo>
                <a:lnTo>
                  <a:pt x="37038" y="195121"/>
                </a:lnTo>
                <a:lnTo>
                  <a:pt x="55558" y="175528"/>
                </a:lnTo>
                <a:lnTo>
                  <a:pt x="74077" y="156541"/>
                </a:lnTo>
                <a:lnTo>
                  <a:pt x="92596" y="138159"/>
                </a:lnTo>
                <a:lnTo>
                  <a:pt x="111115" y="120384"/>
                </a:lnTo>
                <a:lnTo>
                  <a:pt x="129634" y="103215"/>
                </a:lnTo>
                <a:lnTo>
                  <a:pt x="148154" y="86652"/>
                </a:lnTo>
                <a:lnTo>
                  <a:pt x="166673" y="70695"/>
                </a:lnTo>
                <a:lnTo>
                  <a:pt x="185192" y="55344"/>
                </a:lnTo>
                <a:lnTo>
                  <a:pt x="203711" y="40599"/>
                </a:lnTo>
                <a:lnTo>
                  <a:pt x="222231" y="26460"/>
                </a:lnTo>
                <a:lnTo>
                  <a:pt x="240750" y="12927"/>
                </a:lnTo>
                <a:lnTo>
                  <a:pt x="259269" y="0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85" name="knowledge-cross-edge">
            <a:extLst>
              <a:ext uri="{FF2B5EF4-FFF2-40B4-BE49-F238E27FC236}">
                <a16:creationId xmlns:a16="http://schemas.microsoft.com/office/drawing/2014/main" id="{1CA24440-248D-4B05-A7AC-617A6FD014AC}"/>
              </a:ext>
            </a:extLst>
          </p:cNvPr>
          <p:cNvSpPr>
            <a:spLocks noGrp="1"/>
          </p:cNvSpPr>
          <p:nvPr/>
        </p:nvSpPr>
        <p:spPr>
          <a:xfrm>
            <a:off x="8078132" y="6235104"/>
            <a:ext cx="335024" cy="119725"/>
          </a:xfrm>
          <a:custGeom>
            <a:avLst/>
            <a:gdLst/>
            <a:ahLst/>
            <a:cxnLst/>
            <a:rect l="0" t="0" r="0" b="0"/>
            <a:pathLst>
              <a:path w="335024" h="119725">
                <a:moveTo>
                  <a:pt x="0" y="119725"/>
                </a:moveTo>
                <a:lnTo>
                  <a:pt x="42471" y="109531"/>
                </a:lnTo>
                <a:lnTo>
                  <a:pt x="82296" y="99377"/>
                </a:lnTo>
                <a:lnTo>
                  <a:pt x="119475" y="89262"/>
                </a:lnTo>
                <a:lnTo>
                  <a:pt x="154008" y="79186"/>
                </a:lnTo>
                <a:lnTo>
                  <a:pt x="185895" y="69150"/>
                </a:lnTo>
                <a:lnTo>
                  <a:pt x="215137" y="59153"/>
                </a:lnTo>
                <a:lnTo>
                  <a:pt x="241733" y="49196"/>
                </a:lnTo>
                <a:lnTo>
                  <a:pt x="265683" y="39278"/>
                </a:lnTo>
                <a:lnTo>
                  <a:pt x="286987" y="29399"/>
                </a:lnTo>
                <a:lnTo>
                  <a:pt x="305645" y="19560"/>
                </a:lnTo>
                <a:lnTo>
                  <a:pt x="321658" y="9760"/>
                </a:lnTo>
                <a:lnTo>
                  <a:pt x="335024" y="0"/>
                </a:lnTo>
              </a:path>
            </a:pathLst>
          </a:custGeom>
          <a:noFill/>
          <a:ln w="5334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286" name="knowledge-cross-edge">
            <a:extLst>
              <a:ext uri="{FF2B5EF4-FFF2-40B4-BE49-F238E27FC236}">
                <a16:creationId xmlns:a16="http://schemas.microsoft.com/office/drawing/2014/main" id="{6D22D412-4C3D-4573-A0F7-D1CEC273EAAA}"/>
              </a:ext>
            </a:extLst>
          </p:cNvPr>
          <p:cNvSpPr>
            <a:spLocks noGrp="1"/>
          </p:cNvSpPr>
          <p:nvPr/>
        </p:nvSpPr>
        <p:spPr>
          <a:xfrm>
            <a:off x="8078132" y="6174038"/>
            <a:ext cx="303247" cy="180792"/>
          </a:xfrm>
          <a:custGeom>
            <a:avLst/>
            <a:gdLst/>
            <a:ahLst/>
            <a:cxnLst/>
            <a:rect l="0" t="0" r="0" b="0"/>
            <a:pathLst>
              <a:path w="303247" h="180792">
                <a:moveTo>
                  <a:pt x="0" y="180792"/>
                </a:moveTo>
                <a:lnTo>
                  <a:pt x="10719" y="164483"/>
                </a:lnTo>
                <a:lnTo>
                  <a:pt x="24083" y="148401"/>
                </a:lnTo>
                <a:lnTo>
                  <a:pt x="40093" y="132544"/>
                </a:lnTo>
                <a:lnTo>
                  <a:pt x="58749" y="116913"/>
                </a:lnTo>
                <a:lnTo>
                  <a:pt x="80051" y="101508"/>
                </a:lnTo>
                <a:lnTo>
                  <a:pt x="103999" y="86329"/>
                </a:lnTo>
                <a:lnTo>
                  <a:pt x="130592" y="71376"/>
                </a:lnTo>
                <a:lnTo>
                  <a:pt x="159831" y="56649"/>
                </a:lnTo>
                <a:lnTo>
                  <a:pt x="191717" y="42148"/>
                </a:lnTo>
                <a:lnTo>
                  <a:pt x="226248" y="27873"/>
                </a:lnTo>
                <a:lnTo>
                  <a:pt x="263424" y="13823"/>
                </a:lnTo>
                <a:lnTo>
                  <a:pt x="303247" y="0"/>
                </a:lnTo>
              </a:path>
            </a:pathLst>
          </a:custGeom>
          <a:noFill/>
          <a:ln w="4953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287" name="knowledge-long-edge">
            <a:extLst>
              <a:ext uri="{FF2B5EF4-FFF2-40B4-BE49-F238E27FC236}">
                <a16:creationId xmlns:a16="http://schemas.microsoft.com/office/drawing/2014/main" id="{3ADED30D-2347-478D-ADA5-B2EECA7A3D37}"/>
              </a:ext>
            </a:extLst>
          </p:cNvPr>
          <p:cNvSpPr>
            <a:spLocks noGrp="1"/>
          </p:cNvSpPr>
          <p:nvPr/>
        </p:nvSpPr>
        <p:spPr>
          <a:xfrm>
            <a:off x="8078132" y="5872328"/>
            <a:ext cx="637399" cy="482502"/>
          </a:xfrm>
          <a:custGeom>
            <a:avLst/>
            <a:gdLst/>
            <a:ahLst/>
            <a:cxnLst/>
            <a:rect l="0" t="0" r="0" b="0"/>
            <a:pathLst>
              <a:path w="637399" h="482502">
                <a:moveTo>
                  <a:pt x="0" y="482502"/>
                </a:moveTo>
                <a:lnTo>
                  <a:pt x="39837" y="383452"/>
                </a:lnTo>
                <a:lnTo>
                  <a:pt x="79675" y="295762"/>
                </a:lnTo>
                <a:lnTo>
                  <a:pt x="119512" y="219431"/>
                </a:lnTo>
                <a:lnTo>
                  <a:pt x="159350" y="154460"/>
                </a:lnTo>
                <a:lnTo>
                  <a:pt x="199187" y="100849"/>
                </a:lnTo>
                <a:lnTo>
                  <a:pt x="239025" y="58597"/>
                </a:lnTo>
                <a:lnTo>
                  <a:pt x="278862" y="27705"/>
                </a:lnTo>
                <a:lnTo>
                  <a:pt x="318700" y="8173"/>
                </a:lnTo>
                <a:lnTo>
                  <a:pt x="358537" y="0"/>
                </a:lnTo>
                <a:lnTo>
                  <a:pt x="398375" y="3187"/>
                </a:lnTo>
                <a:lnTo>
                  <a:pt x="438212" y="17733"/>
                </a:lnTo>
                <a:lnTo>
                  <a:pt x="478050" y="43639"/>
                </a:lnTo>
                <a:lnTo>
                  <a:pt x="517887" y="80905"/>
                </a:lnTo>
                <a:lnTo>
                  <a:pt x="557725" y="129531"/>
                </a:lnTo>
                <a:lnTo>
                  <a:pt x="597562" y="189516"/>
                </a:lnTo>
                <a:lnTo>
                  <a:pt x="637399" y="260860"/>
                </a:lnTo>
              </a:path>
            </a:pathLst>
          </a:custGeom>
          <a:noFill/>
          <a:ln w="4286">
            <a:solidFill>
              <a:srgbClr val="F48919">
                <a:alpha val="9000"/>
              </a:srgbClr>
            </a:solidFill>
            <a:prstDash val="solid"/>
          </a:ln>
        </p:spPr>
      </p:sp>
      <p:sp>
        <p:nvSpPr>
          <p:cNvPr id="288" name="knowledge-edge">
            <a:extLst>
              <a:ext uri="{FF2B5EF4-FFF2-40B4-BE49-F238E27FC236}">
                <a16:creationId xmlns:a16="http://schemas.microsoft.com/office/drawing/2014/main" id="{185D3C68-1E36-4D42-9356-8DCB0DDFF353}"/>
              </a:ext>
            </a:extLst>
          </p:cNvPr>
          <p:cNvSpPr>
            <a:spLocks noGrp="1"/>
          </p:cNvSpPr>
          <p:nvPr/>
        </p:nvSpPr>
        <p:spPr>
          <a:xfrm>
            <a:off x="8170587" y="6235104"/>
            <a:ext cx="242570" cy="196590"/>
          </a:xfrm>
          <a:custGeom>
            <a:avLst/>
            <a:gdLst/>
            <a:ahLst/>
            <a:cxnLst/>
            <a:rect l="0" t="0" r="0" b="0"/>
            <a:pathLst>
              <a:path w="242570" h="196590">
                <a:moveTo>
                  <a:pt x="0" y="196590"/>
                </a:moveTo>
                <a:lnTo>
                  <a:pt x="17326" y="170986"/>
                </a:lnTo>
                <a:lnTo>
                  <a:pt x="34653" y="147161"/>
                </a:lnTo>
                <a:lnTo>
                  <a:pt x="51979" y="125114"/>
                </a:lnTo>
                <a:lnTo>
                  <a:pt x="69306" y="104846"/>
                </a:lnTo>
                <a:lnTo>
                  <a:pt x="86632" y="86357"/>
                </a:lnTo>
                <a:lnTo>
                  <a:pt x="103959" y="69647"/>
                </a:lnTo>
                <a:lnTo>
                  <a:pt x="121285" y="54715"/>
                </a:lnTo>
                <a:lnTo>
                  <a:pt x="138611" y="41563"/>
                </a:lnTo>
                <a:lnTo>
                  <a:pt x="155938" y="30189"/>
                </a:lnTo>
                <a:lnTo>
                  <a:pt x="173264" y="20593"/>
                </a:lnTo>
                <a:lnTo>
                  <a:pt x="190591" y="12777"/>
                </a:lnTo>
                <a:lnTo>
                  <a:pt x="207917" y="6739"/>
                </a:lnTo>
                <a:lnTo>
                  <a:pt x="225243" y="2480"/>
                </a:lnTo>
                <a:lnTo>
                  <a:pt x="242570" y="0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89" name="knowledge-cross-edge">
            <a:extLst>
              <a:ext uri="{FF2B5EF4-FFF2-40B4-BE49-F238E27FC236}">
                <a16:creationId xmlns:a16="http://schemas.microsoft.com/office/drawing/2014/main" id="{3A3AC4BA-CF1D-4F42-B573-E06122FC94C4}"/>
              </a:ext>
            </a:extLst>
          </p:cNvPr>
          <p:cNvSpPr>
            <a:spLocks noGrp="1"/>
          </p:cNvSpPr>
          <p:nvPr/>
        </p:nvSpPr>
        <p:spPr>
          <a:xfrm>
            <a:off x="8170587" y="6366415"/>
            <a:ext cx="208445" cy="95523"/>
          </a:xfrm>
          <a:custGeom>
            <a:avLst/>
            <a:gdLst/>
            <a:ahLst/>
            <a:cxnLst/>
            <a:rect l="0" t="0" r="0" b="0"/>
            <a:pathLst>
              <a:path w="208445" h="95523">
                <a:moveTo>
                  <a:pt x="0" y="65279"/>
                </a:moveTo>
                <a:lnTo>
                  <a:pt x="31922" y="43322"/>
                </a:lnTo>
                <a:lnTo>
                  <a:pt x="61199" y="25816"/>
                </a:lnTo>
                <a:lnTo>
                  <a:pt x="87830" y="12761"/>
                </a:lnTo>
                <a:lnTo>
                  <a:pt x="111815" y="4155"/>
                </a:lnTo>
                <a:lnTo>
                  <a:pt x="133154" y="0"/>
                </a:lnTo>
                <a:lnTo>
                  <a:pt x="151847" y="295"/>
                </a:lnTo>
                <a:lnTo>
                  <a:pt x="167895" y="5041"/>
                </a:lnTo>
                <a:lnTo>
                  <a:pt x="181297" y="14237"/>
                </a:lnTo>
                <a:lnTo>
                  <a:pt x="192052" y="27883"/>
                </a:lnTo>
                <a:lnTo>
                  <a:pt x="200162" y="45979"/>
                </a:lnTo>
                <a:lnTo>
                  <a:pt x="205627" y="68526"/>
                </a:lnTo>
                <a:lnTo>
                  <a:pt x="208445" y="95523"/>
                </a:lnTo>
              </a:path>
            </a:pathLst>
          </a:custGeom>
          <a:noFill/>
          <a:ln w="5334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290" name="knowledge-edge">
            <a:extLst>
              <a:ext uri="{FF2B5EF4-FFF2-40B4-BE49-F238E27FC236}">
                <a16:creationId xmlns:a16="http://schemas.microsoft.com/office/drawing/2014/main" id="{680AED41-C3EE-4298-9661-E530A1FC834C}"/>
              </a:ext>
            </a:extLst>
          </p:cNvPr>
          <p:cNvSpPr>
            <a:spLocks noGrp="1"/>
          </p:cNvSpPr>
          <p:nvPr/>
        </p:nvSpPr>
        <p:spPr>
          <a:xfrm>
            <a:off x="8105967" y="6389150"/>
            <a:ext cx="273065" cy="80090"/>
          </a:xfrm>
          <a:custGeom>
            <a:avLst/>
            <a:gdLst/>
            <a:ahLst/>
            <a:cxnLst/>
            <a:rect l="0" t="0" r="0" b="0"/>
            <a:pathLst>
              <a:path w="273065" h="80090">
                <a:moveTo>
                  <a:pt x="0" y="0"/>
                </a:moveTo>
                <a:lnTo>
                  <a:pt x="19505" y="14220"/>
                </a:lnTo>
                <a:lnTo>
                  <a:pt x="39009" y="27052"/>
                </a:lnTo>
                <a:lnTo>
                  <a:pt x="58514" y="38497"/>
                </a:lnTo>
                <a:lnTo>
                  <a:pt x="78018" y="48553"/>
                </a:lnTo>
                <a:lnTo>
                  <a:pt x="97523" y="57222"/>
                </a:lnTo>
                <a:lnTo>
                  <a:pt x="117028" y="64503"/>
                </a:lnTo>
                <a:lnTo>
                  <a:pt x="136532" y="70396"/>
                </a:lnTo>
                <a:lnTo>
                  <a:pt x="156037" y="74902"/>
                </a:lnTo>
                <a:lnTo>
                  <a:pt x="175542" y="78019"/>
                </a:lnTo>
                <a:lnTo>
                  <a:pt x="195046" y="79749"/>
                </a:lnTo>
                <a:lnTo>
                  <a:pt x="214551" y="80090"/>
                </a:lnTo>
                <a:lnTo>
                  <a:pt x="234055" y="79044"/>
                </a:lnTo>
                <a:lnTo>
                  <a:pt x="253560" y="76611"/>
                </a:lnTo>
                <a:lnTo>
                  <a:pt x="273065" y="72789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91" name="knowledge-edge">
            <a:extLst>
              <a:ext uri="{FF2B5EF4-FFF2-40B4-BE49-F238E27FC236}">
                <a16:creationId xmlns:a16="http://schemas.microsoft.com/office/drawing/2014/main" id="{C89582AC-D1B1-4000-A66F-285208E550D1}"/>
              </a:ext>
            </a:extLst>
          </p:cNvPr>
          <p:cNvSpPr>
            <a:spLocks noGrp="1"/>
          </p:cNvSpPr>
          <p:nvPr/>
        </p:nvSpPr>
        <p:spPr>
          <a:xfrm>
            <a:off x="7916065" y="6618503"/>
            <a:ext cx="467728" cy="51019"/>
          </a:xfrm>
          <a:custGeom>
            <a:avLst/>
            <a:gdLst/>
            <a:ahLst/>
            <a:cxnLst/>
            <a:rect l="0" t="0" r="0" b="0"/>
            <a:pathLst>
              <a:path w="467728" h="51019">
                <a:moveTo>
                  <a:pt x="0" y="51019"/>
                </a:moveTo>
                <a:lnTo>
                  <a:pt x="33409" y="49345"/>
                </a:lnTo>
                <a:lnTo>
                  <a:pt x="66818" y="47367"/>
                </a:lnTo>
                <a:lnTo>
                  <a:pt x="100227" y="45087"/>
                </a:lnTo>
                <a:lnTo>
                  <a:pt x="133637" y="42504"/>
                </a:lnTo>
                <a:lnTo>
                  <a:pt x="167046" y="39617"/>
                </a:lnTo>
                <a:lnTo>
                  <a:pt x="200455" y="36428"/>
                </a:lnTo>
                <a:lnTo>
                  <a:pt x="233864" y="32935"/>
                </a:lnTo>
                <a:lnTo>
                  <a:pt x="267273" y="29139"/>
                </a:lnTo>
                <a:lnTo>
                  <a:pt x="300682" y="25040"/>
                </a:lnTo>
                <a:lnTo>
                  <a:pt x="334092" y="20638"/>
                </a:lnTo>
                <a:lnTo>
                  <a:pt x="367501" y="15934"/>
                </a:lnTo>
                <a:lnTo>
                  <a:pt x="400910" y="10925"/>
                </a:lnTo>
                <a:lnTo>
                  <a:pt x="434319" y="5614"/>
                </a:lnTo>
                <a:lnTo>
                  <a:pt x="467728" y="0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92" name="knowledge-edge">
            <a:extLst>
              <a:ext uri="{FF2B5EF4-FFF2-40B4-BE49-F238E27FC236}">
                <a16:creationId xmlns:a16="http://schemas.microsoft.com/office/drawing/2014/main" id="{8CCB91B7-A426-4050-BEAA-4076A3ED994B}"/>
              </a:ext>
            </a:extLst>
          </p:cNvPr>
          <p:cNvSpPr>
            <a:spLocks noGrp="1"/>
          </p:cNvSpPr>
          <p:nvPr/>
        </p:nvSpPr>
        <p:spPr>
          <a:xfrm>
            <a:off x="7926731" y="6897160"/>
            <a:ext cx="392245" cy="116378"/>
          </a:xfrm>
          <a:custGeom>
            <a:avLst/>
            <a:gdLst/>
            <a:ahLst/>
            <a:cxnLst/>
            <a:rect l="0" t="0" r="0" b="0"/>
            <a:pathLst>
              <a:path w="392245" h="116378">
                <a:moveTo>
                  <a:pt x="0" y="15800"/>
                </a:moveTo>
                <a:lnTo>
                  <a:pt x="28018" y="8510"/>
                </a:lnTo>
                <a:lnTo>
                  <a:pt x="56035" y="3446"/>
                </a:lnTo>
                <a:lnTo>
                  <a:pt x="84053" y="610"/>
                </a:lnTo>
                <a:lnTo>
                  <a:pt x="112070" y="0"/>
                </a:lnTo>
                <a:lnTo>
                  <a:pt x="140088" y="1617"/>
                </a:lnTo>
                <a:lnTo>
                  <a:pt x="168105" y="5461"/>
                </a:lnTo>
                <a:lnTo>
                  <a:pt x="196123" y="11532"/>
                </a:lnTo>
                <a:lnTo>
                  <a:pt x="224140" y="19829"/>
                </a:lnTo>
                <a:lnTo>
                  <a:pt x="252158" y="30354"/>
                </a:lnTo>
                <a:lnTo>
                  <a:pt x="280175" y="43105"/>
                </a:lnTo>
                <a:lnTo>
                  <a:pt x="308193" y="58083"/>
                </a:lnTo>
                <a:lnTo>
                  <a:pt x="336210" y="75287"/>
                </a:lnTo>
                <a:lnTo>
                  <a:pt x="364228" y="94719"/>
                </a:lnTo>
                <a:lnTo>
                  <a:pt x="392245" y="116378"/>
                </a:lnTo>
              </a:path>
            </a:pathLst>
          </a:custGeom>
          <a:noFill/>
          <a:ln w="6477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293" name="knowledge-edge">
            <a:extLst>
              <a:ext uri="{FF2B5EF4-FFF2-40B4-BE49-F238E27FC236}">
                <a16:creationId xmlns:a16="http://schemas.microsoft.com/office/drawing/2014/main" id="{0EA1C25D-B487-4198-A6DD-F6F4A0C06991}"/>
              </a:ext>
            </a:extLst>
          </p:cNvPr>
          <p:cNvSpPr>
            <a:spLocks noGrp="1"/>
          </p:cNvSpPr>
          <p:nvPr/>
        </p:nvSpPr>
        <p:spPr>
          <a:xfrm>
            <a:off x="8404532" y="5960146"/>
            <a:ext cx="312865" cy="65955"/>
          </a:xfrm>
          <a:custGeom>
            <a:avLst/>
            <a:gdLst/>
            <a:ahLst/>
            <a:cxnLst/>
            <a:rect l="0" t="0" r="0" b="0"/>
            <a:pathLst>
              <a:path w="312865" h="65955">
                <a:moveTo>
                  <a:pt x="0" y="506"/>
                </a:moveTo>
                <a:lnTo>
                  <a:pt x="22348" y="17901"/>
                </a:lnTo>
                <a:lnTo>
                  <a:pt x="44695" y="32614"/>
                </a:lnTo>
                <a:lnTo>
                  <a:pt x="67043" y="44646"/>
                </a:lnTo>
                <a:lnTo>
                  <a:pt x="89390" y="53996"/>
                </a:lnTo>
                <a:lnTo>
                  <a:pt x="111738" y="60664"/>
                </a:lnTo>
                <a:lnTo>
                  <a:pt x="134085" y="64650"/>
                </a:lnTo>
                <a:lnTo>
                  <a:pt x="156433" y="65955"/>
                </a:lnTo>
                <a:lnTo>
                  <a:pt x="178780" y="64578"/>
                </a:lnTo>
                <a:lnTo>
                  <a:pt x="201128" y="60519"/>
                </a:lnTo>
                <a:lnTo>
                  <a:pt x="223475" y="53779"/>
                </a:lnTo>
                <a:lnTo>
                  <a:pt x="245823" y="44357"/>
                </a:lnTo>
                <a:lnTo>
                  <a:pt x="268170" y="32253"/>
                </a:lnTo>
                <a:lnTo>
                  <a:pt x="290518" y="17467"/>
                </a:lnTo>
                <a:lnTo>
                  <a:pt x="312865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94" name="knowledge-cross-edge">
            <a:extLst>
              <a:ext uri="{FF2B5EF4-FFF2-40B4-BE49-F238E27FC236}">
                <a16:creationId xmlns:a16="http://schemas.microsoft.com/office/drawing/2014/main" id="{F2430F9B-AC5E-4AFB-8734-3A915CEF5E2B}"/>
              </a:ext>
            </a:extLst>
          </p:cNvPr>
          <p:cNvSpPr>
            <a:spLocks noGrp="1"/>
          </p:cNvSpPr>
          <p:nvPr/>
        </p:nvSpPr>
        <p:spPr>
          <a:xfrm>
            <a:off x="8404532" y="5901559"/>
            <a:ext cx="313337" cy="59094"/>
          </a:xfrm>
          <a:custGeom>
            <a:avLst/>
            <a:gdLst/>
            <a:ahLst/>
            <a:cxnLst/>
            <a:rect l="0" t="0" r="0" b="0"/>
            <a:pathLst>
              <a:path w="313337" h="59094">
                <a:moveTo>
                  <a:pt x="0" y="59094"/>
                </a:moveTo>
                <a:lnTo>
                  <a:pt x="40664" y="46826"/>
                </a:lnTo>
                <a:lnTo>
                  <a:pt x="78681" y="35983"/>
                </a:lnTo>
                <a:lnTo>
                  <a:pt x="114053" y="26566"/>
                </a:lnTo>
                <a:lnTo>
                  <a:pt x="146779" y="18575"/>
                </a:lnTo>
                <a:lnTo>
                  <a:pt x="176859" y="12009"/>
                </a:lnTo>
                <a:lnTo>
                  <a:pt x="204294" y="6868"/>
                </a:lnTo>
                <a:lnTo>
                  <a:pt x="229082" y="3153"/>
                </a:lnTo>
                <a:lnTo>
                  <a:pt x="251225" y="864"/>
                </a:lnTo>
                <a:lnTo>
                  <a:pt x="270722" y="0"/>
                </a:lnTo>
                <a:lnTo>
                  <a:pt x="287573" y="562"/>
                </a:lnTo>
                <a:lnTo>
                  <a:pt x="301778" y="2549"/>
                </a:lnTo>
                <a:lnTo>
                  <a:pt x="313337" y="5961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295" name="knowledge-edge">
            <a:extLst>
              <a:ext uri="{FF2B5EF4-FFF2-40B4-BE49-F238E27FC236}">
                <a16:creationId xmlns:a16="http://schemas.microsoft.com/office/drawing/2014/main" id="{4D91A3A7-5344-4A24-BF60-99F217732786}"/>
              </a:ext>
            </a:extLst>
          </p:cNvPr>
          <p:cNvSpPr>
            <a:spLocks noGrp="1"/>
          </p:cNvSpPr>
          <p:nvPr/>
        </p:nvSpPr>
        <p:spPr>
          <a:xfrm>
            <a:off x="8381379" y="5907520"/>
            <a:ext cx="336490" cy="266518"/>
          </a:xfrm>
          <a:custGeom>
            <a:avLst/>
            <a:gdLst/>
            <a:ahLst/>
            <a:cxnLst/>
            <a:rect l="0" t="0" r="0" b="0"/>
            <a:pathLst>
              <a:path w="336490" h="266518">
                <a:moveTo>
                  <a:pt x="0" y="266518"/>
                </a:moveTo>
                <a:lnTo>
                  <a:pt x="24035" y="246969"/>
                </a:lnTo>
                <a:lnTo>
                  <a:pt x="48070" y="227499"/>
                </a:lnTo>
                <a:lnTo>
                  <a:pt x="72105" y="208108"/>
                </a:lnTo>
                <a:lnTo>
                  <a:pt x="96140" y="188795"/>
                </a:lnTo>
                <a:lnTo>
                  <a:pt x="120175" y="169561"/>
                </a:lnTo>
                <a:lnTo>
                  <a:pt x="144210" y="150406"/>
                </a:lnTo>
                <a:lnTo>
                  <a:pt x="168245" y="131330"/>
                </a:lnTo>
                <a:lnTo>
                  <a:pt x="192280" y="112332"/>
                </a:lnTo>
                <a:lnTo>
                  <a:pt x="216315" y="93413"/>
                </a:lnTo>
                <a:lnTo>
                  <a:pt x="240350" y="74573"/>
                </a:lnTo>
                <a:lnTo>
                  <a:pt x="264385" y="55812"/>
                </a:lnTo>
                <a:lnTo>
                  <a:pt x="288420" y="37129"/>
                </a:lnTo>
                <a:lnTo>
                  <a:pt x="312455" y="18525"/>
                </a:lnTo>
                <a:lnTo>
                  <a:pt x="336490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96" name="knowledge-cross-edge">
            <a:extLst>
              <a:ext uri="{FF2B5EF4-FFF2-40B4-BE49-F238E27FC236}">
                <a16:creationId xmlns:a16="http://schemas.microsoft.com/office/drawing/2014/main" id="{197B5CAB-1E64-425E-9126-A240F571164A}"/>
              </a:ext>
            </a:extLst>
          </p:cNvPr>
          <p:cNvSpPr>
            <a:spLocks noGrp="1"/>
          </p:cNvSpPr>
          <p:nvPr/>
        </p:nvSpPr>
        <p:spPr>
          <a:xfrm>
            <a:off x="8381379" y="6041701"/>
            <a:ext cx="356860" cy="132337"/>
          </a:xfrm>
          <a:custGeom>
            <a:avLst/>
            <a:gdLst/>
            <a:ahLst/>
            <a:cxnLst/>
            <a:rect l="0" t="0" r="0" b="0"/>
            <a:pathLst>
              <a:path w="356860" h="132337">
                <a:moveTo>
                  <a:pt x="0" y="132337"/>
                </a:moveTo>
                <a:lnTo>
                  <a:pt x="44290" y="97451"/>
                </a:lnTo>
                <a:lnTo>
                  <a:pt x="85935" y="67892"/>
                </a:lnTo>
                <a:lnTo>
                  <a:pt x="124934" y="43660"/>
                </a:lnTo>
                <a:lnTo>
                  <a:pt x="161287" y="24754"/>
                </a:lnTo>
                <a:lnTo>
                  <a:pt x="194994" y="11176"/>
                </a:lnTo>
                <a:lnTo>
                  <a:pt x="226055" y="2925"/>
                </a:lnTo>
                <a:lnTo>
                  <a:pt x="254470" y="0"/>
                </a:lnTo>
                <a:lnTo>
                  <a:pt x="280240" y="2402"/>
                </a:lnTo>
                <a:lnTo>
                  <a:pt x="303364" y="10132"/>
                </a:lnTo>
                <a:lnTo>
                  <a:pt x="323842" y="23188"/>
                </a:lnTo>
                <a:lnTo>
                  <a:pt x="341674" y="41571"/>
                </a:lnTo>
                <a:lnTo>
                  <a:pt x="356860" y="65281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297" name="knowledge-edge">
            <a:extLst>
              <a:ext uri="{FF2B5EF4-FFF2-40B4-BE49-F238E27FC236}">
                <a16:creationId xmlns:a16="http://schemas.microsoft.com/office/drawing/2014/main" id="{539CCAF9-0FA9-4DDA-ABA5-2DC65D0CB999}"/>
              </a:ext>
            </a:extLst>
          </p:cNvPr>
          <p:cNvSpPr>
            <a:spLocks noGrp="1"/>
          </p:cNvSpPr>
          <p:nvPr/>
        </p:nvSpPr>
        <p:spPr>
          <a:xfrm>
            <a:off x="8337401" y="6073536"/>
            <a:ext cx="400838" cy="45167"/>
          </a:xfrm>
          <a:custGeom>
            <a:avLst/>
            <a:gdLst/>
            <a:ahLst/>
            <a:cxnLst/>
            <a:rect l="0" t="0" r="0" b="0"/>
            <a:pathLst>
              <a:path w="400838" h="45167">
                <a:moveTo>
                  <a:pt x="0" y="45167"/>
                </a:moveTo>
                <a:lnTo>
                  <a:pt x="28631" y="33911"/>
                </a:lnTo>
                <a:lnTo>
                  <a:pt x="57263" y="24258"/>
                </a:lnTo>
                <a:lnTo>
                  <a:pt x="85894" y="16208"/>
                </a:lnTo>
                <a:lnTo>
                  <a:pt x="114525" y="9761"/>
                </a:lnTo>
                <a:lnTo>
                  <a:pt x="143156" y="4916"/>
                </a:lnTo>
                <a:lnTo>
                  <a:pt x="171788" y="1675"/>
                </a:lnTo>
                <a:lnTo>
                  <a:pt x="200419" y="36"/>
                </a:lnTo>
                <a:lnTo>
                  <a:pt x="229050" y="0"/>
                </a:lnTo>
                <a:lnTo>
                  <a:pt x="257682" y="1567"/>
                </a:lnTo>
                <a:lnTo>
                  <a:pt x="286313" y="4737"/>
                </a:lnTo>
                <a:lnTo>
                  <a:pt x="314944" y="9510"/>
                </a:lnTo>
                <a:lnTo>
                  <a:pt x="343575" y="15886"/>
                </a:lnTo>
                <a:lnTo>
                  <a:pt x="372207" y="23864"/>
                </a:lnTo>
                <a:lnTo>
                  <a:pt x="400838" y="33446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98" name="knowledge-edge">
            <a:extLst>
              <a:ext uri="{FF2B5EF4-FFF2-40B4-BE49-F238E27FC236}">
                <a16:creationId xmlns:a16="http://schemas.microsoft.com/office/drawing/2014/main" id="{B5AE8F25-B663-49C9-9F4A-BC78973EF4A1}"/>
              </a:ext>
            </a:extLst>
          </p:cNvPr>
          <p:cNvSpPr>
            <a:spLocks noGrp="1"/>
          </p:cNvSpPr>
          <p:nvPr/>
        </p:nvSpPr>
        <p:spPr>
          <a:xfrm>
            <a:off x="8413157" y="6115360"/>
            <a:ext cx="302375" cy="119744"/>
          </a:xfrm>
          <a:custGeom>
            <a:avLst/>
            <a:gdLst/>
            <a:ahLst/>
            <a:cxnLst/>
            <a:rect l="0" t="0" r="0" b="0"/>
            <a:pathLst>
              <a:path w="302375" h="119744">
                <a:moveTo>
                  <a:pt x="0" y="119744"/>
                </a:moveTo>
                <a:lnTo>
                  <a:pt x="21598" y="97207"/>
                </a:lnTo>
                <a:lnTo>
                  <a:pt x="43196" y="77016"/>
                </a:lnTo>
                <a:lnTo>
                  <a:pt x="64795" y="59174"/>
                </a:lnTo>
                <a:lnTo>
                  <a:pt x="86393" y="43678"/>
                </a:lnTo>
                <a:lnTo>
                  <a:pt x="107991" y="30530"/>
                </a:lnTo>
                <a:lnTo>
                  <a:pt x="129589" y="19730"/>
                </a:lnTo>
                <a:lnTo>
                  <a:pt x="151188" y="11276"/>
                </a:lnTo>
                <a:lnTo>
                  <a:pt x="172786" y="5170"/>
                </a:lnTo>
                <a:lnTo>
                  <a:pt x="194384" y="1411"/>
                </a:lnTo>
                <a:lnTo>
                  <a:pt x="215982" y="0"/>
                </a:lnTo>
                <a:lnTo>
                  <a:pt x="237581" y="936"/>
                </a:lnTo>
                <a:lnTo>
                  <a:pt x="259179" y="4219"/>
                </a:lnTo>
                <a:lnTo>
                  <a:pt x="280777" y="9850"/>
                </a:lnTo>
                <a:lnTo>
                  <a:pt x="302375" y="17828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299" name="knowledge-cross-edge">
            <a:extLst>
              <a:ext uri="{FF2B5EF4-FFF2-40B4-BE49-F238E27FC236}">
                <a16:creationId xmlns:a16="http://schemas.microsoft.com/office/drawing/2014/main" id="{DE91BDA9-4410-4EBD-A1D3-EDF2766B9EB9}"/>
              </a:ext>
            </a:extLst>
          </p:cNvPr>
          <p:cNvSpPr>
            <a:spLocks noGrp="1"/>
          </p:cNvSpPr>
          <p:nvPr/>
        </p:nvSpPr>
        <p:spPr>
          <a:xfrm>
            <a:off x="8413157" y="6235104"/>
            <a:ext cx="546449" cy="124802"/>
          </a:xfrm>
          <a:custGeom>
            <a:avLst/>
            <a:gdLst/>
            <a:ahLst/>
            <a:cxnLst/>
            <a:rect l="0" t="0" r="0" b="0"/>
            <a:pathLst>
              <a:path w="546449" h="124802">
                <a:moveTo>
                  <a:pt x="0" y="0"/>
                </a:moveTo>
                <a:lnTo>
                  <a:pt x="60090" y="3328"/>
                </a:lnTo>
                <a:lnTo>
                  <a:pt x="117533" y="7942"/>
                </a:lnTo>
                <a:lnTo>
                  <a:pt x="172331" y="13842"/>
                </a:lnTo>
                <a:lnTo>
                  <a:pt x="224483" y="21027"/>
                </a:lnTo>
                <a:lnTo>
                  <a:pt x="273989" y="29499"/>
                </a:lnTo>
                <a:lnTo>
                  <a:pt x="320850" y="39256"/>
                </a:lnTo>
                <a:lnTo>
                  <a:pt x="365064" y="50299"/>
                </a:lnTo>
                <a:lnTo>
                  <a:pt x="406633" y="62628"/>
                </a:lnTo>
                <a:lnTo>
                  <a:pt x="445556" y="76243"/>
                </a:lnTo>
                <a:lnTo>
                  <a:pt x="481833" y="91143"/>
                </a:lnTo>
                <a:lnTo>
                  <a:pt x="515464" y="107330"/>
                </a:lnTo>
                <a:lnTo>
                  <a:pt x="546449" y="124802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300" name="knowledge-cross-edge">
            <a:extLst>
              <a:ext uri="{FF2B5EF4-FFF2-40B4-BE49-F238E27FC236}">
                <a16:creationId xmlns:a16="http://schemas.microsoft.com/office/drawing/2014/main" id="{FFCFC222-D360-4AD0-9DEB-A9DFA59BC818}"/>
              </a:ext>
            </a:extLst>
          </p:cNvPr>
          <p:cNvSpPr>
            <a:spLocks noGrp="1"/>
          </p:cNvSpPr>
          <p:nvPr/>
        </p:nvSpPr>
        <p:spPr>
          <a:xfrm>
            <a:off x="8413157" y="6083136"/>
            <a:ext cx="325083" cy="151969"/>
          </a:xfrm>
          <a:custGeom>
            <a:avLst/>
            <a:gdLst/>
            <a:ahLst/>
            <a:cxnLst/>
            <a:rect l="0" t="0" r="0" b="0"/>
            <a:pathLst>
              <a:path w="325083" h="151969">
                <a:moveTo>
                  <a:pt x="0" y="151969"/>
                </a:moveTo>
                <a:lnTo>
                  <a:pt x="12538" y="118527"/>
                </a:lnTo>
                <a:lnTo>
                  <a:pt x="27722" y="89225"/>
                </a:lnTo>
                <a:lnTo>
                  <a:pt x="45552" y="64061"/>
                </a:lnTo>
                <a:lnTo>
                  <a:pt x="66028" y="43037"/>
                </a:lnTo>
                <a:lnTo>
                  <a:pt x="89149" y="26152"/>
                </a:lnTo>
                <a:lnTo>
                  <a:pt x="114916" y="13405"/>
                </a:lnTo>
                <a:lnTo>
                  <a:pt x="143330" y="4798"/>
                </a:lnTo>
                <a:lnTo>
                  <a:pt x="174389" y="329"/>
                </a:lnTo>
                <a:lnTo>
                  <a:pt x="208093" y="0"/>
                </a:lnTo>
                <a:lnTo>
                  <a:pt x="244444" y="3810"/>
                </a:lnTo>
                <a:lnTo>
                  <a:pt x="283440" y="11758"/>
                </a:lnTo>
                <a:lnTo>
                  <a:pt x="325083" y="23846"/>
                </a:lnTo>
              </a:path>
            </a:pathLst>
          </a:custGeom>
          <a:noFill/>
          <a:ln w="4953">
            <a:solidFill>
              <a:srgbClr val="F69913">
                <a:alpha val="12000"/>
              </a:srgbClr>
            </a:solidFill>
            <a:prstDash val="solid"/>
          </a:ln>
        </p:spPr>
      </p:sp>
      <p:sp>
        <p:nvSpPr>
          <p:cNvPr id="301" name="knowledge-long-edge">
            <a:extLst>
              <a:ext uri="{FF2B5EF4-FFF2-40B4-BE49-F238E27FC236}">
                <a16:creationId xmlns:a16="http://schemas.microsoft.com/office/drawing/2014/main" id="{5C4EDDCA-94BA-47AB-9F7C-67FC16D523D5}"/>
              </a:ext>
            </a:extLst>
          </p:cNvPr>
          <p:cNvSpPr>
            <a:spLocks noGrp="1"/>
          </p:cNvSpPr>
          <p:nvPr/>
        </p:nvSpPr>
        <p:spPr>
          <a:xfrm>
            <a:off x="8413157" y="5615442"/>
            <a:ext cx="774142" cy="619663"/>
          </a:xfrm>
          <a:custGeom>
            <a:avLst/>
            <a:gdLst/>
            <a:ahLst/>
            <a:cxnLst/>
            <a:rect l="0" t="0" r="0" b="0"/>
            <a:pathLst>
              <a:path w="774142" h="619663">
                <a:moveTo>
                  <a:pt x="0" y="619663"/>
                </a:moveTo>
                <a:lnTo>
                  <a:pt x="48384" y="508369"/>
                </a:lnTo>
                <a:lnTo>
                  <a:pt x="96768" y="408067"/>
                </a:lnTo>
                <a:lnTo>
                  <a:pt x="145152" y="318757"/>
                </a:lnTo>
                <a:lnTo>
                  <a:pt x="193536" y="240439"/>
                </a:lnTo>
                <a:lnTo>
                  <a:pt x="241919" y="173114"/>
                </a:lnTo>
                <a:lnTo>
                  <a:pt x="290303" y="116781"/>
                </a:lnTo>
                <a:lnTo>
                  <a:pt x="338687" y="71441"/>
                </a:lnTo>
                <a:lnTo>
                  <a:pt x="387071" y="37092"/>
                </a:lnTo>
                <a:lnTo>
                  <a:pt x="435455" y="13736"/>
                </a:lnTo>
                <a:lnTo>
                  <a:pt x="483839" y="1372"/>
                </a:lnTo>
                <a:lnTo>
                  <a:pt x="532223" y="0"/>
                </a:lnTo>
                <a:lnTo>
                  <a:pt x="580607" y="9620"/>
                </a:lnTo>
                <a:lnTo>
                  <a:pt x="628990" y="30233"/>
                </a:lnTo>
                <a:lnTo>
                  <a:pt x="677374" y="61838"/>
                </a:lnTo>
                <a:lnTo>
                  <a:pt x="725758" y="104435"/>
                </a:lnTo>
                <a:lnTo>
                  <a:pt x="774142" y="158025"/>
                </a:lnTo>
              </a:path>
            </a:pathLst>
          </a:custGeom>
          <a:noFill/>
          <a:ln w="4286">
            <a:solidFill>
              <a:srgbClr val="F69913">
                <a:alpha val="9000"/>
              </a:srgbClr>
            </a:solidFill>
            <a:prstDash val="solid"/>
          </a:ln>
        </p:spPr>
      </p:sp>
      <p:sp>
        <p:nvSpPr>
          <p:cNvPr id="302" name="knowledge-edge">
            <a:extLst>
              <a:ext uri="{FF2B5EF4-FFF2-40B4-BE49-F238E27FC236}">
                <a16:creationId xmlns:a16="http://schemas.microsoft.com/office/drawing/2014/main" id="{454ED5DE-51B5-4791-A7E1-EC46FF2606F0}"/>
              </a:ext>
            </a:extLst>
          </p:cNvPr>
          <p:cNvSpPr>
            <a:spLocks noGrp="1"/>
          </p:cNvSpPr>
          <p:nvPr/>
        </p:nvSpPr>
        <p:spPr>
          <a:xfrm>
            <a:off x="8379031" y="6359906"/>
            <a:ext cx="580574" cy="119280"/>
          </a:xfrm>
          <a:custGeom>
            <a:avLst/>
            <a:gdLst/>
            <a:ahLst/>
            <a:cxnLst/>
            <a:rect l="0" t="0" r="0" b="0"/>
            <a:pathLst>
              <a:path w="580574" h="119280">
                <a:moveTo>
                  <a:pt x="0" y="102032"/>
                </a:moveTo>
                <a:lnTo>
                  <a:pt x="41470" y="109824"/>
                </a:lnTo>
                <a:lnTo>
                  <a:pt x="82939" y="115296"/>
                </a:lnTo>
                <a:lnTo>
                  <a:pt x="124409" y="118448"/>
                </a:lnTo>
                <a:lnTo>
                  <a:pt x="165878" y="119280"/>
                </a:lnTo>
                <a:lnTo>
                  <a:pt x="207348" y="117792"/>
                </a:lnTo>
                <a:lnTo>
                  <a:pt x="248817" y="113984"/>
                </a:lnTo>
                <a:lnTo>
                  <a:pt x="290287" y="107856"/>
                </a:lnTo>
                <a:lnTo>
                  <a:pt x="331757" y="99408"/>
                </a:lnTo>
                <a:lnTo>
                  <a:pt x="373226" y="88640"/>
                </a:lnTo>
                <a:lnTo>
                  <a:pt x="414696" y="75552"/>
                </a:lnTo>
                <a:lnTo>
                  <a:pt x="456165" y="60144"/>
                </a:lnTo>
                <a:lnTo>
                  <a:pt x="497635" y="42416"/>
                </a:lnTo>
                <a:lnTo>
                  <a:pt x="539104" y="22368"/>
                </a:lnTo>
                <a:lnTo>
                  <a:pt x="580574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303" name="knowledge-cross-edge">
            <a:extLst>
              <a:ext uri="{FF2B5EF4-FFF2-40B4-BE49-F238E27FC236}">
                <a16:creationId xmlns:a16="http://schemas.microsoft.com/office/drawing/2014/main" id="{DABC97B6-3E65-4C93-87EE-0F27DF3286EC}"/>
              </a:ext>
            </a:extLst>
          </p:cNvPr>
          <p:cNvSpPr>
            <a:spLocks noGrp="1"/>
          </p:cNvSpPr>
          <p:nvPr/>
        </p:nvSpPr>
        <p:spPr>
          <a:xfrm>
            <a:off x="8379031" y="6417063"/>
            <a:ext cx="600497" cy="66362"/>
          </a:xfrm>
          <a:custGeom>
            <a:avLst/>
            <a:gdLst/>
            <a:ahLst/>
            <a:cxnLst/>
            <a:rect l="0" t="0" r="0" b="0"/>
            <a:pathLst>
              <a:path w="600497" h="66362">
                <a:moveTo>
                  <a:pt x="0" y="44875"/>
                </a:moveTo>
                <a:lnTo>
                  <a:pt x="64593" y="29749"/>
                </a:lnTo>
                <a:lnTo>
                  <a:pt x="126541" y="17698"/>
                </a:lnTo>
                <a:lnTo>
                  <a:pt x="185843" y="8722"/>
                </a:lnTo>
                <a:lnTo>
                  <a:pt x="242499" y="2823"/>
                </a:lnTo>
                <a:lnTo>
                  <a:pt x="296509" y="0"/>
                </a:lnTo>
                <a:lnTo>
                  <a:pt x="347873" y="253"/>
                </a:lnTo>
                <a:lnTo>
                  <a:pt x="396592" y="3581"/>
                </a:lnTo>
                <a:lnTo>
                  <a:pt x="442665" y="9985"/>
                </a:lnTo>
                <a:lnTo>
                  <a:pt x="486091" y="19466"/>
                </a:lnTo>
                <a:lnTo>
                  <a:pt x="526872" y="32022"/>
                </a:lnTo>
                <a:lnTo>
                  <a:pt x="565007" y="47654"/>
                </a:lnTo>
                <a:lnTo>
                  <a:pt x="600497" y="66362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304" name="knowledge-edge">
            <a:extLst>
              <a:ext uri="{FF2B5EF4-FFF2-40B4-BE49-F238E27FC236}">
                <a16:creationId xmlns:a16="http://schemas.microsoft.com/office/drawing/2014/main" id="{F8492C55-1CD0-4A2F-B83F-FEC8862AB555}"/>
              </a:ext>
            </a:extLst>
          </p:cNvPr>
          <p:cNvSpPr>
            <a:spLocks noGrp="1"/>
          </p:cNvSpPr>
          <p:nvPr/>
        </p:nvSpPr>
        <p:spPr>
          <a:xfrm>
            <a:off x="8383794" y="6483425"/>
            <a:ext cx="595735" cy="135078"/>
          </a:xfrm>
          <a:custGeom>
            <a:avLst/>
            <a:gdLst/>
            <a:ahLst/>
            <a:cxnLst/>
            <a:rect l="0" t="0" r="0" b="0"/>
            <a:pathLst>
              <a:path w="595735" h="135078">
                <a:moveTo>
                  <a:pt x="0" y="135078"/>
                </a:moveTo>
                <a:lnTo>
                  <a:pt x="42552" y="122587"/>
                </a:lnTo>
                <a:lnTo>
                  <a:pt x="85105" y="110534"/>
                </a:lnTo>
                <a:lnTo>
                  <a:pt x="127657" y="98918"/>
                </a:lnTo>
                <a:lnTo>
                  <a:pt x="170210" y="87739"/>
                </a:lnTo>
                <a:lnTo>
                  <a:pt x="212762" y="76997"/>
                </a:lnTo>
                <a:lnTo>
                  <a:pt x="255315" y="66693"/>
                </a:lnTo>
                <a:lnTo>
                  <a:pt x="297867" y="56826"/>
                </a:lnTo>
                <a:lnTo>
                  <a:pt x="340420" y="47396"/>
                </a:lnTo>
                <a:lnTo>
                  <a:pt x="382972" y="38404"/>
                </a:lnTo>
                <a:lnTo>
                  <a:pt x="425525" y="29848"/>
                </a:lnTo>
                <a:lnTo>
                  <a:pt x="468077" y="21730"/>
                </a:lnTo>
                <a:lnTo>
                  <a:pt x="510630" y="14050"/>
                </a:lnTo>
                <a:lnTo>
                  <a:pt x="553182" y="6806"/>
                </a:lnTo>
                <a:lnTo>
                  <a:pt x="595735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305" name="knowledge-cross-edge">
            <a:extLst>
              <a:ext uri="{FF2B5EF4-FFF2-40B4-BE49-F238E27FC236}">
                <a16:creationId xmlns:a16="http://schemas.microsoft.com/office/drawing/2014/main" id="{2600DE1C-5DE6-4BF9-BD9B-64E793F4C42E}"/>
              </a:ext>
            </a:extLst>
          </p:cNvPr>
          <p:cNvSpPr>
            <a:spLocks noGrp="1"/>
          </p:cNvSpPr>
          <p:nvPr/>
        </p:nvSpPr>
        <p:spPr>
          <a:xfrm>
            <a:off x="8383794" y="6608800"/>
            <a:ext cx="416154" cy="320008"/>
          </a:xfrm>
          <a:custGeom>
            <a:avLst/>
            <a:gdLst/>
            <a:ahLst/>
            <a:cxnLst/>
            <a:rect l="0" t="0" r="0" b="0"/>
            <a:pathLst>
              <a:path w="416154" h="320008">
                <a:moveTo>
                  <a:pt x="0" y="9702"/>
                </a:moveTo>
                <a:lnTo>
                  <a:pt x="49232" y="1780"/>
                </a:lnTo>
                <a:lnTo>
                  <a:pt x="95817" y="0"/>
                </a:lnTo>
                <a:lnTo>
                  <a:pt x="139757" y="4362"/>
                </a:lnTo>
                <a:lnTo>
                  <a:pt x="181051" y="14866"/>
                </a:lnTo>
                <a:lnTo>
                  <a:pt x="219699" y="31511"/>
                </a:lnTo>
                <a:lnTo>
                  <a:pt x="255702" y="54299"/>
                </a:lnTo>
                <a:lnTo>
                  <a:pt x="289058" y="83229"/>
                </a:lnTo>
                <a:lnTo>
                  <a:pt x="319769" y="118301"/>
                </a:lnTo>
                <a:lnTo>
                  <a:pt x="347834" y="159515"/>
                </a:lnTo>
                <a:lnTo>
                  <a:pt x="373253" y="206870"/>
                </a:lnTo>
                <a:lnTo>
                  <a:pt x="396026" y="260368"/>
                </a:lnTo>
                <a:lnTo>
                  <a:pt x="416154" y="320008"/>
                </a:lnTo>
              </a:path>
            </a:pathLst>
          </a:custGeom>
          <a:noFill/>
          <a:ln w="5334">
            <a:solidFill>
              <a:srgbClr val="F69913">
                <a:alpha val="13000"/>
              </a:srgbClr>
            </a:solidFill>
            <a:prstDash val="solid"/>
          </a:ln>
        </p:spPr>
      </p:sp>
      <p:sp>
        <p:nvSpPr>
          <p:cNvPr id="306" name="knowledge-edge">
            <a:extLst>
              <a:ext uri="{FF2B5EF4-FFF2-40B4-BE49-F238E27FC236}">
                <a16:creationId xmlns:a16="http://schemas.microsoft.com/office/drawing/2014/main" id="{9FD2DA27-EA38-4426-A4B6-C6E56869A3B3}"/>
              </a:ext>
            </a:extLst>
          </p:cNvPr>
          <p:cNvSpPr>
            <a:spLocks noGrp="1"/>
          </p:cNvSpPr>
          <p:nvPr/>
        </p:nvSpPr>
        <p:spPr>
          <a:xfrm>
            <a:off x="8318976" y="6928809"/>
            <a:ext cx="480971" cy="84729"/>
          </a:xfrm>
          <a:custGeom>
            <a:avLst/>
            <a:gdLst/>
            <a:ahLst/>
            <a:cxnLst/>
            <a:rect l="0" t="0" r="0" b="0"/>
            <a:pathLst>
              <a:path w="480971" h="84729">
                <a:moveTo>
                  <a:pt x="0" y="84729"/>
                </a:moveTo>
                <a:lnTo>
                  <a:pt x="34355" y="82056"/>
                </a:lnTo>
                <a:lnTo>
                  <a:pt x="68710" y="78864"/>
                </a:lnTo>
                <a:lnTo>
                  <a:pt x="103065" y="75151"/>
                </a:lnTo>
                <a:lnTo>
                  <a:pt x="137420" y="70919"/>
                </a:lnTo>
                <a:lnTo>
                  <a:pt x="171775" y="66166"/>
                </a:lnTo>
                <a:lnTo>
                  <a:pt x="206130" y="60894"/>
                </a:lnTo>
                <a:lnTo>
                  <a:pt x="240485" y="55102"/>
                </a:lnTo>
                <a:lnTo>
                  <a:pt x="274840" y="48790"/>
                </a:lnTo>
                <a:lnTo>
                  <a:pt x="309196" y="41958"/>
                </a:lnTo>
                <a:lnTo>
                  <a:pt x="343551" y="34606"/>
                </a:lnTo>
                <a:lnTo>
                  <a:pt x="377906" y="26735"/>
                </a:lnTo>
                <a:lnTo>
                  <a:pt x="412261" y="18343"/>
                </a:lnTo>
                <a:lnTo>
                  <a:pt x="446616" y="9431"/>
                </a:lnTo>
                <a:lnTo>
                  <a:pt x="480971" y="0"/>
                </a:lnTo>
              </a:path>
            </a:pathLst>
          </a:custGeom>
          <a:noFill/>
          <a:ln w="6477">
            <a:solidFill>
              <a:srgbClr val="F69913">
                <a:alpha val="17000"/>
              </a:srgbClr>
            </a:solidFill>
            <a:prstDash val="solid"/>
          </a:ln>
        </p:spPr>
      </p:sp>
      <p:sp>
        <p:nvSpPr>
          <p:cNvPr id="307" name="knowledge-edge">
            <a:extLst>
              <a:ext uri="{FF2B5EF4-FFF2-40B4-BE49-F238E27FC236}">
                <a16:creationId xmlns:a16="http://schemas.microsoft.com/office/drawing/2014/main" id="{8C80B50F-BB9A-434D-B2EF-A4475568C456}"/>
              </a:ext>
            </a:extLst>
          </p:cNvPr>
          <p:cNvSpPr>
            <a:spLocks noGrp="1"/>
          </p:cNvSpPr>
          <p:nvPr/>
        </p:nvSpPr>
        <p:spPr>
          <a:xfrm>
            <a:off x="8717398" y="5620812"/>
            <a:ext cx="657482" cy="339334"/>
          </a:xfrm>
          <a:custGeom>
            <a:avLst/>
            <a:gdLst/>
            <a:ahLst/>
            <a:cxnLst/>
            <a:rect l="0" t="0" r="0" b="0"/>
            <a:pathLst>
              <a:path w="657482" h="339334">
                <a:moveTo>
                  <a:pt x="0" y="339334"/>
                </a:moveTo>
                <a:lnTo>
                  <a:pt x="46963" y="298858"/>
                </a:lnTo>
                <a:lnTo>
                  <a:pt x="93926" y="260881"/>
                </a:lnTo>
                <a:lnTo>
                  <a:pt x="140889" y="225402"/>
                </a:lnTo>
                <a:lnTo>
                  <a:pt x="187852" y="192420"/>
                </a:lnTo>
                <a:lnTo>
                  <a:pt x="234815" y="161937"/>
                </a:lnTo>
                <a:lnTo>
                  <a:pt x="281778" y="133952"/>
                </a:lnTo>
                <a:lnTo>
                  <a:pt x="328741" y="108465"/>
                </a:lnTo>
                <a:lnTo>
                  <a:pt x="375704" y="85475"/>
                </a:lnTo>
                <a:lnTo>
                  <a:pt x="422667" y="64984"/>
                </a:lnTo>
                <a:lnTo>
                  <a:pt x="469630" y="46991"/>
                </a:lnTo>
                <a:lnTo>
                  <a:pt x="516593" y="31496"/>
                </a:lnTo>
                <a:lnTo>
                  <a:pt x="563556" y="18500"/>
                </a:lnTo>
                <a:lnTo>
                  <a:pt x="610519" y="8001"/>
                </a:lnTo>
                <a:lnTo>
                  <a:pt x="657482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08" name="knowledge-cross-edge">
            <a:extLst>
              <a:ext uri="{FF2B5EF4-FFF2-40B4-BE49-F238E27FC236}">
                <a16:creationId xmlns:a16="http://schemas.microsoft.com/office/drawing/2014/main" id="{90B15BF0-B7B3-4CD3-A893-FDF1B82000AF}"/>
              </a:ext>
            </a:extLst>
          </p:cNvPr>
          <p:cNvSpPr>
            <a:spLocks noGrp="1"/>
          </p:cNvSpPr>
          <p:nvPr/>
        </p:nvSpPr>
        <p:spPr>
          <a:xfrm>
            <a:off x="8717398" y="5697831"/>
            <a:ext cx="521784" cy="262315"/>
          </a:xfrm>
          <a:custGeom>
            <a:avLst/>
            <a:gdLst/>
            <a:ahLst/>
            <a:cxnLst/>
            <a:rect l="0" t="0" r="0" b="0"/>
            <a:pathLst>
              <a:path w="521784" h="262315">
                <a:moveTo>
                  <a:pt x="0" y="262315"/>
                </a:moveTo>
                <a:lnTo>
                  <a:pt x="58034" y="212347"/>
                </a:lnTo>
                <a:lnTo>
                  <a:pt x="113422" y="167653"/>
                </a:lnTo>
                <a:lnTo>
                  <a:pt x="166165" y="128234"/>
                </a:lnTo>
                <a:lnTo>
                  <a:pt x="216261" y="94090"/>
                </a:lnTo>
                <a:lnTo>
                  <a:pt x="263712" y="65221"/>
                </a:lnTo>
                <a:lnTo>
                  <a:pt x="308517" y="41627"/>
                </a:lnTo>
                <a:lnTo>
                  <a:pt x="350676" y="23308"/>
                </a:lnTo>
                <a:lnTo>
                  <a:pt x="390190" y="10264"/>
                </a:lnTo>
                <a:lnTo>
                  <a:pt x="427057" y="2494"/>
                </a:lnTo>
                <a:lnTo>
                  <a:pt x="461279" y="0"/>
                </a:lnTo>
                <a:lnTo>
                  <a:pt x="492854" y="2781"/>
                </a:lnTo>
                <a:lnTo>
                  <a:pt x="521784" y="10836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09" name="knowledge-edge">
            <a:extLst>
              <a:ext uri="{FF2B5EF4-FFF2-40B4-BE49-F238E27FC236}">
                <a16:creationId xmlns:a16="http://schemas.microsoft.com/office/drawing/2014/main" id="{FC3EB204-1CCA-4228-9AC4-7A6C7A2AED75}"/>
              </a:ext>
            </a:extLst>
          </p:cNvPr>
          <p:cNvSpPr>
            <a:spLocks noGrp="1"/>
          </p:cNvSpPr>
          <p:nvPr/>
        </p:nvSpPr>
        <p:spPr>
          <a:xfrm>
            <a:off x="8717869" y="5701820"/>
            <a:ext cx="521313" cy="205700"/>
          </a:xfrm>
          <a:custGeom>
            <a:avLst/>
            <a:gdLst/>
            <a:ahLst/>
            <a:cxnLst/>
            <a:rect l="0" t="0" r="0" b="0"/>
            <a:pathLst>
              <a:path w="521313" h="205700">
                <a:moveTo>
                  <a:pt x="0" y="205700"/>
                </a:moveTo>
                <a:lnTo>
                  <a:pt x="37237" y="172400"/>
                </a:lnTo>
                <a:lnTo>
                  <a:pt x="74473" y="142038"/>
                </a:lnTo>
                <a:lnTo>
                  <a:pt x="111710" y="114613"/>
                </a:lnTo>
                <a:lnTo>
                  <a:pt x="148946" y="90127"/>
                </a:lnTo>
                <a:lnTo>
                  <a:pt x="186183" y="68578"/>
                </a:lnTo>
                <a:lnTo>
                  <a:pt x="223420" y="49968"/>
                </a:lnTo>
                <a:lnTo>
                  <a:pt x="260656" y="34295"/>
                </a:lnTo>
                <a:lnTo>
                  <a:pt x="297893" y="21560"/>
                </a:lnTo>
                <a:lnTo>
                  <a:pt x="335130" y="11763"/>
                </a:lnTo>
                <a:lnTo>
                  <a:pt x="372366" y="4904"/>
                </a:lnTo>
                <a:lnTo>
                  <a:pt x="409603" y="983"/>
                </a:lnTo>
                <a:lnTo>
                  <a:pt x="446839" y="0"/>
                </a:lnTo>
                <a:lnTo>
                  <a:pt x="484076" y="1955"/>
                </a:lnTo>
                <a:lnTo>
                  <a:pt x="521313" y="6847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0" name="knowledge-edge">
            <a:extLst>
              <a:ext uri="{FF2B5EF4-FFF2-40B4-BE49-F238E27FC236}">
                <a16:creationId xmlns:a16="http://schemas.microsoft.com/office/drawing/2014/main" id="{E56125D7-7C0A-4A99-BD3E-06F456A58DF3}"/>
              </a:ext>
            </a:extLst>
          </p:cNvPr>
          <p:cNvSpPr>
            <a:spLocks noGrp="1"/>
          </p:cNvSpPr>
          <p:nvPr/>
        </p:nvSpPr>
        <p:spPr>
          <a:xfrm>
            <a:off x="8738239" y="5773466"/>
            <a:ext cx="449059" cy="333515"/>
          </a:xfrm>
          <a:custGeom>
            <a:avLst/>
            <a:gdLst/>
            <a:ahLst/>
            <a:cxnLst/>
            <a:rect l="0" t="0" r="0" b="0"/>
            <a:pathLst>
              <a:path w="449059" h="333515">
                <a:moveTo>
                  <a:pt x="0" y="333515"/>
                </a:moveTo>
                <a:lnTo>
                  <a:pt x="32076" y="329193"/>
                </a:lnTo>
                <a:lnTo>
                  <a:pt x="64151" y="321871"/>
                </a:lnTo>
                <a:lnTo>
                  <a:pt x="96227" y="311548"/>
                </a:lnTo>
                <a:lnTo>
                  <a:pt x="128303" y="298226"/>
                </a:lnTo>
                <a:lnTo>
                  <a:pt x="160378" y="281903"/>
                </a:lnTo>
                <a:lnTo>
                  <a:pt x="192454" y="262581"/>
                </a:lnTo>
                <a:lnTo>
                  <a:pt x="224530" y="240258"/>
                </a:lnTo>
                <a:lnTo>
                  <a:pt x="256605" y="214936"/>
                </a:lnTo>
                <a:lnTo>
                  <a:pt x="288681" y="186613"/>
                </a:lnTo>
                <a:lnTo>
                  <a:pt x="320757" y="155291"/>
                </a:lnTo>
                <a:lnTo>
                  <a:pt x="352832" y="120968"/>
                </a:lnTo>
                <a:lnTo>
                  <a:pt x="384908" y="83645"/>
                </a:lnTo>
                <a:lnTo>
                  <a:pt x="416984" y="43323"/>
                </a:lnTo>
                <a:lnTo>
                  <a:pt x="449059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1" name="knowledge-cross-edge">
            <a:extLst>
              <a:ext uri="{FF2B5EF4-FFF2-40B4-BE49-F238E27FC236}">
                <a16:creationId xmlns:a16="http://schemas.microsoft.com/office/drawing/2014/main" id="{10C19FBD-D02F-40E6-9AC4-D586EE13C5A0}"/>
              </a:ext>
            </a:extLst>
          </p:cNvPr>
          <p:cNvSpPr>
            <a:spLocks noGrp="1"/>
          </p:cNvSpPr>
          <p:nvPr/>
        </p:nvSpPr>
        <p:spPr>
          <a:xfrm>
            <a:off x="8738239" y="5828455"/>
            <a:ext cx="415942" cy="278526"/>
          </a:xfrm>
          <a:custGeom>
            <a:avLst/>
            <a:gdLst/>
            <a:ahLst/>
            <a:cxnLst/>
            <a:rect l="0" t="0" r="0" b="0"/>
            <a:pathLst>
              <a:path w="415942" h="278526">
                <a:moveTo>
                  <a:pt x="0" y="278526"/>
                </a:moveTo>
                <a:lnTo>
                  <a:pt x="49214" y="225620"/>
                </a:lnTo>
                <a:lnTo>
                  <a:pt x="95782" y="178281"/>
                </a:lnTo>
                <a:lnTo>
                  <a:pt x="139704" y="136510"/>
                </a:lnTo>
                <a:lnTo>
                  <a:pt x="180981" y="100306"/>
                </a:lnTo>
                <a:lnTo>
                  <a:pt x="219611" y="69670"/>
                </a:lnTo>
                <a:lnTo>
                  <a:pt x="255596" y="44601"/>
                </a:lnTo>
                <a:lnTo>
                  <a:pt x="288935" y="25099"/>
                </a:lnTo>
                <a:lnTo>
                  <a:pt x="319628" y="11165"/>
                </a:lnTo>
                <a:lnTo>
                  <a:pt x="347675" y="2799"/>
                </a:lnTo>
                <a:lnTo>
                  <a:pt x="373076" y="0"/>
                </a:lnTo>
                <a:lnTo>
                  <a:pt x="395832" y="2768"/>
                </a:lnTo>
                <a:lnTo>
                  <a:pt x="415942" y="11104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12" name="knowledge-long-edge">
            <a:extLst>
              <a:ext uri="{FF2B5EF4-FFF2-40B4-BE49-F238E27FC236}">
                <a16:creationId xmlns:a16="http://schemas.microsoft.com/office/drawing/2014/main" id="{34B73D50-5B3D-42A4-8214-38C73AE3572C}"/>
              </a:ext>
            </a:extLst>
          </p:cNvPr>
          <p:cNvSpPr>
            <a:spLocks noGrp="1"/>
          </p:cNvSpPr>
          <p:nvPr/>
        </p:nvSpPr>
        <p:spPr>
          <a:xfrm>
            <a:off x="8738239" y="5638048"/>
            <a:ext cx="866170" cy="468933"/>
          </a:xfrm>
          <a:custGeom>
            <a:avLst/>
            <a:gdLst/>
            <a:ahLst/>
            <a:cxnLst/>
            <a:rect l="0" t="0" r="0" b="0"/>
            <a:pathLst>
              <a:path w="866170" h="468933">
                <a:moveTo>
                  <a:pt x="0" y="468933"/>
                </a:moveTo>
                <a:lnTo>
                  <a:pt x="54136" y="378712"/>
                </a:lnTo>
                <a:lnTo>
                  <a:pt x="108271" y="298119"/>
                </a:lnTo>
                <a:lnTo>
                  <a:pt x="162407" y="227155"/>
                </a:lnTo>
                <a:lnTo>
                  <a:pt x="216542" y="165819"/>
                </a:lnTo>
                <a:lnTo>
                  <a:pt x="270678" y="114111"/>
                </a:lnTo>
                <a:lnTo>
                  <a:pt x="324814" y="72032"/>
                </a:lnTo>
                <a:lnTo>
                  <a:pt x="378949" y="39581"/>
                </a:lnTo>
                <a:lnTo>
                  <a:pt x="433085" y="16759"/>
                </a:lnTo>
                <a:lnTo>
                  <a:pt x="487220" y="3565"/>
                </a:lnTo>
                <a:lnTo>
                  <a:pt x="541356" y="0"/>
                </a:lnTo>
                <a:lnTo>
                  <a:pt x="595492" y="6063"/>
                </a:lnTo>
                <a:lnTo>
                  <a:pt x="649627" y="21755"/>
                </a:lnTo>
                <a:lnTo>
                  <a:pt x="703763" y="47075"/>
                </a:lnTo>
                <a:lnTo>
                  <a:pt x="757899" y="82023"/>
                </a:lnTo>
                <a:lnTo>
                  <a:pt x="812034" y="126600"/>
                </a:lnTo>
                <a:lnTo>
                  <a:pt x="866170" y="180805"/>
                </a:lnTo>
              </a:path>
            </a:pathLst>
          </a:custGeom>
          <a:noFill/>
          <a:ln w="4286">
            <a:solidFill>
              <a:srgbClr val="F8A80D">
                <a:alpha val="9000"/>
              </a:srgbClr>
            </a:solidFill>
            <a:prstDash val="solid"/>
          </a:ln>
        </p:spPr>
      </p:sp>
      <p:sp>
        <p:nvSpPr>
          <p:cNvPr id="313" name="knowledge-edge">
            <a:extLst>
              <a:ext uri="{FF2B5EF4-FFF2-40B4-BE49-F238E27FC236}">
                <a16:creationId xmlns:a16="http://schemas.microsoft.com/office/drawing/2014/main" id="{DB3C14AC-8798-4718-8263-780150F4DBF9}"/>
              </a:ext>
            </a:extLst>
          </p:cNvPr>
          <p:cNvSpPr>
            <a:spLocks noGrp="1"/>
          </p:cNvSpPr>
          <p:nvPr/>
        </p:nvSpPr>
        <p:spPr>
          <a:xfrm>
            <a:off x="8715532" y="5839560"/>
            <a:ext cx="438649" cy="293628"/>
          </a:xfrm>
          <a:custGeom>
            <a:avLst/>
            <a:gdLst/>
            <a:ahLst/>
            <a:cxnLst/>
            <a:rect l="0" t="0" r="0" b="0"/>
            <a:pathLst>
              <a:path w="438649" h="293628">
                <a:moveTo>
                  <a:pt x="0" y="293628"/>
                </a:moveTo>
                <a:lnTo>
                  <a:pt x="31332" y="272007"/>
                </a:lnTo>
                <a:lnTo>
                  <a:pt x="62664" y="250486"/>
                </a:lnTo>
                <a:lnTo>
                  <a:pt x="93996" y="229064"/>
                </a:lnTo>
                <a:lnTo>
                  <a:pt x="125328" y="207742"/>
                </a:lnTo>
                <a:lnTo>
                  <a:pt x="156660" y="186520"/>
                </a:lnTo>
                <a:lnTo>
                  <a:pt x="187992" y="165397"/>
                </a:lnTo>
                <a:lnTo>
                  <a:pt x="219325" y="144374"/>
                </a:lnTo>
                <a:lnTo>
                  <a:pt x="250657" y="123450"/>
                </a:lnTo>
                <a:lnTo>
                  <a:pt x="281989" y="102626"/>
                </a:lnTo>
                <a:lnTo>
                  <a:pt x="313321" y="81902"/>
                </a:lnTo>
                <a:lnTo>
                  <a:pt x="344653" y="61277"/>
                </a:lnTo>
                <a:lnTo>
                  <a:pt x="375985" y="40752"/>
                </a:lnTo>
                <a:lnTo>
                  <a:pt x="407317" y="20326"/>
                </a:lnTo>
                <a:lnTo>
                  <a:pt x="438649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4" name="knowledge-cross-edge">
            <a:extLst>
              <a:ext uri="{FF2B5EF4-FFF2-40B4-BE49-F238E27FC236}">
                <a16:creationId xmlns:a16="http://schemas.microsoft.com/office/drawing/2014/main" id="{57D64C7B-9B8D-4BB3-AB3B-934BC24D9FB1}"/>
              </a:ext>
            </a:extLst>
          </p:cNvPr>
          <p:cNvSpPr>
            <a:spLocks noGrp="1"/>
          </p:cNvSpPr>
          <p:nvPr/>
        </p:nvSpPr>
        <p:spPr>
          <a:xfrm>
            <a:off x="8715532" y="6111145"/>
            <a:ext cx="412356" cy="62649"/>
          </a:xfrm>
          <a:custGeom>
            <a:avLst/>
            <a:gdLst/>
            <a:ahLst/>
            <a:cxnLst/>
            <a:rect l="0" t="0" r="0" b="0"/>
            <a:pathLst>
              <a:path w="412356" h="62649">
                <a:moveTo>
                  <a:pt x="0" y="22043"/>
                </a:moveTo>
                <a:lnTo>
                  <a:pt x="48915" y="13197"/>
                </a:lnTo>
                <a:lnTo>
                  <a:pt x="95184" y="6574"/>
                </a:lnTo>
                <a:lnTo>
                  <a:pt x="138808" y="2175"/>
                </a:lnTo>
                <a:lnTo>
                  <a:pt x="179785" y="0"/>
                </a:lnTo>
                <a:lnTo>
                  <a:pt x="218117" y="48"/>
                </a:lnTo>
                <a:lnTo>
                  <a:pt x="253803" y="2320"/>
                </a:lnTo>
                <a:lnTo>
                  <a:pt x="286843" y="6816"/>
                </a:lnTo>
                <a:lnTo>
                  <a:pt x="317238" y="13535"/>
                </a:lnTo>
                <a:lnTo>
                  <a:pt x="344986" y="22478"/>
                </a:lnTo>
                <a:lnTo>
                  <a:pt x="370089" y="33645"/>
                </a:lnTo>
                <a:lnTo>
                  <a:pt x="392545" y="47035"/>
                </a:lnTo>
                <a:lnTo>
                  <a:pt x="412356" y="62649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15" name="knowledge-edge">
            <a:extLst>
              <a:ext uri="{FF2B5EF4-FFF2-40B4-BE49-F238E27FC236}">
                <a16:creationId xmlns:a16="http://schemas.microsoft.com/office/drawing/2014/main" id="{81986C48-E329-4181-8EFB-311838DD498D}"/>
              </a:ext>
            </a:extLst>
          </p:cNvPr>
          <p:cNvSpPr>
            <a:spLocks noGrp="1"/>
          </p:cNvSpPr>
          <p:nvPr/>
        </p:nvSpPr>
        <p:spPr>
          <a:xfrm>
            <a:off x="8959606" y="6171548"/>
            <a:ext cx="168283" cy="188358"/>
          </a:xfrm>
          <a:custGeom>
            <a:avLst/>
            <a:gdLst/>
            <a:ahLst/>
            <a:cxnLst/>
            <a:rect l="0" t="0" r="0" b="0"/>
            <a:pathLst>
              <a:path w="168283" h="188358">
                <a:moveTo>
                  <a:pt x="0" y="188358"/>
                </a:moveTo>
                <a:lnTo>
                  <a:pt x="12020" y="159525"/>
                </a:lnTo>
                <a:lnTo>
                  <a:pt x="24040" y="133083"/>
                </a:lnTo>
                <a:lnTo>
                  <a:pt x="36061" y="109032"/>
                </a:lnTo>
                <a:lnTo>
                  <a:pt x="48081" y="87371"/>
                </a:lnTo>
                <a:lnTo>
                  <a:pt x="60101" y="68100"/>
                </a:lnTo>
                <a:lnTo>
                  <a:pt x="72121" y="51221"/>
                </a:lnTo>
                <a:lnTo>
                  <a:pt x="84141" y="36731"/>
                </a:lnTo>
                <a:lnTo>
                  <a:pt x="96162" y="24633"/>
                </a:lnTo>
                <a:lnTo>
                  <a:pt x="108182" y="14925"/>
                </a:lnTo>
                <a:lnTo>
                  <a:pt x="120202" y="7608"/>
                </a:lnTo>
                <a:lnTo>
                  <a:pt x="132222" y="2681"/>
                </a:lnTo>
                <a:lnTo>
                  <a:pt x="144242" y="145"/>
                </a:lnTo>
                <a:lnTo>
                  <a:pt x="156262" y="0"/>
                </a:lnTo>
                <a:lnTo>
                  <a:pt x="168283" y="2245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6" name="knowledge-edge">
            <a:extLst>
              <a:ext uri="{FF2B5EF4-FFF2-40B4-BE49-F238E27FC236}">
                <a16:creationId xmlns:a16="http://schemas.microsoft.com/office/drawing/2014/main" id="{F9481180-A1E6-4BE1-B1D2-A150CA776796}"/>
              </a:ext>
            </a:extLst>
          </p:cNvPr>
          <p:cNvSpPr>
            <a:spLocks noGrp="1"/>
          </p:cNvSpPr>
          <p:nvPr/>
        </p:nvSpPr>
        <p:spPr>
          <a:xfrm>
            <a:off x="8979528" y="6457486"/>
            <a:ext cx="263793" cy="41430"/>
          </a:xfrm>
          <a:custGeom>
            <a:avLst/>
            <a:gdLst/>
            <a:ahLst/>
            <a:cxnLst/>
            <a:rect l="0" t="0" r="0" b="0"/>
            <a:pathLst>
              <a:path w="263793" h="41430">
                <a:moveTo>
                  <a:pt x="0" y="25938"/>
                </a:moveTo>
                <a:lnTo>
                  <a:pt x="18842" y="31237"/>
                </a:lnTo>
                <a:lnTo>
                  <a:pt x="37685" y="35436"/>
                </a:lnTo>
                <a:lnTo>
                  <a:pt x="56527" y="38534"/>
                </a:lnTo>
                <a:lnTo>
                  <a:pt x="75369" y="40533"/>
                </a:lnTo>
                <a:lnTo>
                  <a:pt x="94212" y="41430"/>
                </a:lnTo>
                <a:lnTo>
                  <a:pt x="113054" y="41228"/>
                </a:lnTo>
                <a:lnTo>
                  <a:pt x="131897" y="39926"/>
                </a:lnTo>
                <a:lnTo>
                  <a:pt x="150739" y="37523"/>
                </a:lnTo>
                <a:lnTo>
                  <a:pt x="169581" y="34020"/>
                </a:lnTo>
                <a:lnTo>
                  <a:pt x="188424" y="29416"/>
                </a:lnTo>
                <a:lnTo>
                  <a:pt x="207266" y="23712"/>
                </a:lnTo>
                <a:lnTo>
                  <a:pt x="226108" y="16909"/>
                </a:lnTo>
                <a:lnTo>
                  <a:pt x="244951" y="9004"/>
                </a:lnTo>
                <a:lnTo>
                  <a:pt x="263793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7" name="knowledge-cross-edge">
            <a:extLst>
              <a:ext uri="{FF2B5EF4-FFF2-40B4-BE49-F238E27FC236}">
                <a16:creationId xmlns:a16="http://schemas.microsoft.com/office/drawing/2014/main" id="{142E3242-7C35-40FA-A69C-90D23E6A6126}"/>
              </a:ext>
            </a:extLst>
          </p:cNvPr>
          <p:cNvSpPr>
            <a:spLocks noGrp="1"/>
          </p:cNvSpPr>
          <p:nvPr/>
        </p:nvSpPr>
        <p:spPr>
          <a:xfrm>
            <a:off x="8979528" y="6477316"/>
            <a:ext cx="138016" cy="372834"/>
          </a:xfrm>
          <a:custGeom>
            <a:avLst/>
            <a:gdLst/>
            <a:ahLst/>
            <a:cxnLst/>
            <a:rect l="0" t="0" r="0" b="0"/>
            <a:pathLst>
              <a:path w="138016" h="372834">
                <a:moveTo>
                  <a:pt x="0" y="6109"/>
                </a:moveTo>
                <a:lnTo>
                  <a:pt x="25708" y="0"/>
                </a:lnTo>
                <a:lnTo>
                  <a:pt x="48770" y="558"/>
                </a:lnTo>
                <a:lnTo>
                  <a:pt x="69186" y="7784"/>
                </a:lnTo>
                <a:lnTo>
                  <a:pt x="86956" y="21676"/>
                </a:lnTo>
                <a:lnTo>
                  <a:pt x="102081" y="42236"/>
                </a:lnTo>
                <a:lnTo>
                  <a:pt x="114560" y="69463"/>
                </a:lnTo>
                <a:lnTo>
                  <a:pt x="124392" y="103357"/>
                </a:lnTo>
                <a:lnTo>
                  <a:pt x="131579" y="143918"/>
                </a:lnTo>
                <a:lnTo>
                  <a:pt x="136121" y="191146"/>
                </a:lnTo>
                <a:lnTo>
                  <a:pt x="138016" y="245042"/>
                </a:lnTo>
                <a:lnTo>
                  <a:pt x="137266" y="305604"/>
                </a:lnTo>
                <a:lnTo>
                  <a:pt x="133869" y="372834"/>
                </a:lnTo>
              </a:path>
            </a:pathLst>
          </a:custGeom>
          <a:noFill/>
          <a:ln w="5334">
            <a:solidFill>
              <a:srgbClr val="F8A80D">
                <a:alpha val="13000"/>
              </a:srgbClr>
            </a:solidFill>
            <a:prstDash val="solid"/>
          </a:ln>
        </p:spPr>
      </p:sp>
      <p:sp>
        <p:nvSpPr>
          <p:cNvPr id="318" name="knowledge-edge">
            <a:extLst>
              <a:ext uri="{FF2B5EF4-FFF2-40B4-BE49-F238E27FC236}">
                <a16:creationId xmlns:a16="http://schemas.microsoft.com/office/drawing/2014/main" id="{2989F08D-00CA-4CD3-9F8A-9BDF35D7CF7B}"/>
              </a:ext>
            </a:extLst>
          </p:cNvPr>
          <p:cNvSpPr>
            <a:spLocks noGrp="1"/>
          </p:cNvSpPr>
          <p:nvPr/>
        </p:nvSpPr>
        <p:spPr>
          <a:xfrm>
            <a:off x="8799947" y="6850150"/>
            <a:ext cx="313450" cy="107871"/>
          </a:xfrm>
          <a:custGeom>
            <a:avLst/>
            <a:gdLst/>
            <a:ahLst/>
            <a:cxnLst/>
            <a:rect l="0" t="0" r="0" b="0"/>
            <a:pathLst>
              <a:path w="313450" h="107871">
                <a:moveTo>
                  <a:pt x="0" y="78658"/>
                </a:moveTo>
                <a:lnTo>
                  <a:pt x="22389" y="89595"/>
                </a:lnTo>
                <a:lnTo>
                  <a:pt x="44779" y="97984"/>
                </a:lnTo>
                <a:lnTo>
                  <a:pt x="67168" y="103826"/>
                </a:lnTo>
                <a:lnTo>
                  <a:pt x="89557" y="107122"/>
                </a:lnTo>
                <a:lnTo>
                  <a:pt x="111946" y="107871"/>
                </a:lnTo>
                <a:lnTo>
                  <a:pt x="134336" y="106072"/>
                </a:lnTo>
                <a:lnTo>
                  <a:pt x="156725" y="101727"/>
                </a:lnTo>
                <a:lnTo>
                  <a:pt x="179114" y="94835"/>
                </a:lnTo>
                <a:lnTo>
                  <a:pt x="201504" y="85397"/>
                </a:lnTo>
                <a:lnTo>
                  <a:pt x="223893" y="73411"/>
                </a:lnTo>
                <a:lnTo>
                  <a:pt x="246282" y="58879"/>
                </a:lnTo>
                <a:lnTo>
                  <a:pt x="268672" y="41799"/>
                </a:lnTo>
                <a:lnTo>
                  <a:pt x="291061" y="22173"/>
                </a:lnTo>
                <a:lnTo>
                  <a:pt x="313450" y="0"/>
                </a:lnTo>
              </a:path>
            </a:pathLst>
          </a:custGeom>
          <a:noFill/>
          <a:ln w="6477">
            <a:solidFill>
              <a:srgbClr val="F8A80D">
                <a:alpha val="17000"/>
              </a:srgbClr>
            </a:solidFill>
            <a:prstDash val="solid"/>
          </a:ln>
        </p:spPr>
      </p:sp>
      <p:sp>
        <p:nvSpPr>
          <p:cNvPr id="319" name="knowledge-cross-edge">
            <a:extLst>
              <a:ext uri="{FF2B5EF4-FFF2-40B4-BE49-F238E27FC236}">
                <a16:creationId xmlns:a16="http://schemas.microsoft.com/office/drawing/2014/main" id="{060568AD-B153-4AB8-9AD3-68225AF19492}"/>
              </a:ext>
            </a:extLst>
          </p:cNvPr>
          <p:cNvSpPr>
            <a:spLocks noGrp="1"/>
          </p:cNvSpPr>
          <p:nvPr/>
        </p:nvSpPr>
        <p:spPr>
          <a:xfrm>
            <a:off x="8799947" y="6457486"/>
            <a:ext cx="443374" cy="471322"/>
          </a:xfrm>
          <a:custGeom>
            <a:avLst/>
            <a:gdLst/>
            <a:ahLst/>
            <a:cxnLst/>
            <a:rect l="0" t="0" r="0" b="0"/>
            <a:pathLst>
              <a:path w="443374" h="471322">
                <a:moveTo>
                  <a:pt x="0" y="471322"/>
                </a:moveTo>
                <a:lnTo>
                  <a:pt x="22396" y="396857"/>
                </a:lnTo>
                <a:lnTo>
                  <a:pt x="47437" y="328790"/>
                </a:lnTo>
                <a:lnTo>
                  <a:pt x="75125" y="267121"/>
                </a:lnTo>
                <a:lnTo>
                  <a:pt x="105458" y="211849"/>
                </a:lnTo>
                <a:lnTo>
                  <a:pt x="138437" y="162976"/>
                </a:lnTo>
                <a:lnTo>
                  <a:pt x="174062" y="120500"/>
                </a:lnTo>
                <a:lnTo>
                  <a:pt x="212333" y="84422"/>
                </a:lnTo>
                <a:lnTo>
                  <a:pt x="253249" y="54742"/>
                </a:lnTo>
                <a:lnTo>
                  <a:pt x="296812" y="31460"/>
                </a:lnTo>
                <a:lnTo>
                  <a:pt x="343020" y="14575"/>
                </a:lnTo>
                <a:lnTo>
                  <a:pt x="391874" y="4089"/>
                </a:lnTo>
                <a:lnTo>
                  <a:pt x="443374" y="0"/>
                </a:lnTo>
              </a:path>
            </a:pathLst>
          </a:custGeom>
          <a:noFill/>
          <a:ln w="4953">
            <a:solidFill>
              <a:srgbClr val="F8A80D">
                <a:alpha val="12000"/>
              </a:srgbClr>
            </a:solidFill>
            <a:prstDash val="solid"/>
          </a:ln>
        </p:spPr>
      </p:sp>
      <p:sp>
        <p:nvSpPr>
          <p:cNvPr id="320" name="knowledge-long-edge">
            <a:extLst>
              <a:ext uri="{FF2B5EF4-FFF2-40B4-BE49-F238E27FC236}">
                <a16:creationId xmlns:a16="http://schemas.microsoft.com/office/drawing/2014/main" id="{B2E0A532-E545-4C2D-938A-377E8E24138C}"/>
              </a:ext>
            </a:extLst>
          </p:cNvPr>
          <p:cNvSpPr>
            <a:spLocks noGrp="1"/>
          </p:cNvSpPr>
          <p:nvPr/>
        </p:nvSpPr>
        <p:spPr>
          <a:xfrm>
            <a:off x="8799947" y="6503609"/>
            <a:ext cx="888448" cy="425200"/>
          </a:xfrm>
          <a:custGeom>
            <a:avLst/>
            <a:gdLst/>
            <a:ahLst/>
            <a:cxnLst/>
            <a:rect l="0" t="0" r="0" b="0"/>
            <a:pathLst>
              <a:path w="888448" h="425200">
                <a:moveTo>
                  <a:pt x="0" y="425200"/>
                </a:moveTo>
                <a:lnTo>
                  <a:pt x="55528" y="337510"/>
                </a:lnTo>
                <a:lnTo>
                  <a:pt x="111056" y="259932"/>
                </a:lnTo>
                <a:lnTo>
                  <a:pt x="166584" y="192465"/>
                </a:lnTo>
                <a:lnTo>
                  <a:pt x="222112" y="135109"/>
                </a:lnTo>
                <a:lnTo>
                  <a:pt x="277640" y="87864"/>
                </a:lnTo>
                <a:lnTo>
                  <a:pt x="333168" y="50731"/>
                </a:lnTo>
                <a:lnTo>
                  <a:pt x="388696" y="23710"/>
                </a:lnTo>
                <a:lnTo>
                  <a:pt x="444224" y="6799"/>
                </a:lnTo>
                <a:lnTo>
                  <a:pt x="499752" y="0"/>
                </a:lnTo>
                <a:lnTo>
                  <a:pt x="555280" y="3312"/>
                </a:lnTo>
                <a:lnTo>
                  <a:pt x="610808" y="16736"/>
                </a:lnTo>
                <a:lnTo>
                  <a:pt x="666336" y="40271"/>
                </a:lnTo>
                <a:lnTo>
                  <a:pt x="721864" y="73917"/>
                </a:lnTo>
                <a:lnTo>
                  <a:pt x="777392" y="117675"/>
                </a:lnTo>
                <a:lnTo>
                  <a:pt x="832920" y="171544"/>
                </a:lnTo>
                <a:lnTo>
                  <a:pt x="888448" y="235524"/>
                </a:lnTo>
              </a:path>
            </a:pathLst>
          </a:custGeom>
          <a:noFill/>
          <a:ln w="4286">
            <a:solidFill>
              <a:srgbClr val="F8A80D">
                <a:alpha val="9000"/>
              </a:srgbClr>
            </a:solidFill>
            <a:prstDash val="solid"/>
          </a:ln>
        </p:spPr>
      </p:sp>
      <p:sp>
        <p:nvSpPr>
          <p:cNvPr id="321" name="knowledge-edge">
            <a:extLst>
              <a:ext uri="{FF2B5EF4-FFF2-40B4-BE49-F238E27FC236}">
                <a16:creationId xmlns:a16="http://schemas.microsoft.com/office/drawing/2014/main" id="{33F2507D-8C6C-4C39-80DF-E4D6FC78C624}"/>
              </a:ext>
            </a:extLst>
          </p:cNvPr>
          <p:cNvSpPr>
            <a:spLocks noGrp="1"/>
          </p:cNvSpPr>
          <p:nvPr/>
        </p:nvSpPr>
        <p:spPr>
          <a:xfrm>
            <a:off x="9374880" y="5550513"/>
            <a:ext cx="253277" cy="70299"/>
          </a:xfrm>
          <a:custGeom>
            <a:avLst/>
            <a:gdLst/>
            <a:ahLst/>
            <a:cxnLst/>
            <a:rect l="0" t="0" r="0" b="0"/>
            <a:pathLst>
              <a:path w="253277" h="70299">
                <a:moveTo>
                  <a:pt x="0" y="70299"/>
                </a:moveTo>
                <a:lnTo>
                  <a:pt x="18091" y="60062"/>
                </a:lnTo>
                <a:lnTo>
                  <a:pt x="36182" y="50629"/>
                </a:lnTo>
                <a:lnTo>
                  <a:pt x="54274" y="42002"/>
                </a:lnTo>
                <a:lnTo>
                  <a:pt x="72365" y="34180"/>
                </a:lnTo>
                <a:lnTo>
                  <a:pt x="90456" y="27162"/>
                </a:lnTo>
                <a:lnTo>
                  <a:pt x="108547" y="20949"/>
                </a:lnTo>
                <a:lnTo>
                  <a:pt x="126639" y="15542"/>
                </a:lnTo>
                <a:lnTo>
                  <a:pt x="144730" y="10939"/>
                </a:lnTo>
                <a:lnTo>
                  <a:pt x="162821" y="7141"/>
                </a:lnTo>
                <a:lnTo>
                  <a:pt x="180912" y="4149"/>
                </a:lnTo>
                <a:lnTo>
                  <a:pt x="199003" y="1961"/>
                </a:lnTo>
                <a:lnTo>
                  <a:pt x="217095" y="578"/>
                </a:lnTo>
                <a:lnTo>
                  <a:pt x="235186" y="0"/>
                </a:lnTo>
                <a:lnTo>
                  <a:pt x="253277" y="227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22" name="knowledge-cross-edge">
            <a:extLst>
              <a:ext uri="{FF2B5EF4-FFF2-40B4-BE49-F238E27FC236}">
                <a16:creationId xmlns:a16="http://schemas.microsoft.com/office/drawing/2014/main" id="{AEE201C2-DFBD-4A3D-9FCD-95D6CA9F30F3}"/>
              </a:ext>
            </a:extLst>
          </p:cNvPr>
          <p:cNvSpPr>
            <a:spLocks noGrp="1"/>
          </p:cNvSpPr>
          <p:nvPr/>
        </p:nvSpPr>
        <p:spPr>
          <a:xfrm>
            <a:off x="9374880" y="5570048"/>
            <a:ext cx="214057" cy="50764"/>
          </a:xfrm>
          <a:custGeom>
            <a:avLst/>
            <a:gdLst/>
            <a:ahLst/>
            <a:cxnLst/>
            <a:rect l="0" t="0" r="0" b="0"/>
            <a:pathLst>
              <a:path w="214057" h="50764">
                <a:moveTo>
                  <a:pt x="0" y="50764"/>
                </a:moveTo>
                <a:lnTo>
                  <a:pt x="32390" y="37738"/>
                </a:lnTo>
                <a:lnTo>
                  <a:pt x="62134" y="26636"/>
                </a:lnTo>
                <a:lnTo>
                  <a:pt x="89233" y="17459"/>
                </a:lnTo>
                <a:lnTo>
                  <a:pt x="113686" y="10207"/>
                </a:lnTo>
                <a:lnTo>
                  <a:pt x="135492" y="4880"/>
                </a:lnTo>
                <a:lnTo>
                  <a:pt x="154653" y="1478"/>
                </a:lnTo>
                <a:lnTo>
                  <a:pt x="171169" y="0"/>
                </a:lnTo>
                <a:lnTo>
                  <a:pt x="185038" y="447"/>
                </a:lnTo>
                <a:lnTo>
                  <a:pt x="196261" y="2819"/>
                </a:lnTo>
                <a:lnTo>
                  <a:pt x="204839" y="7116"/>
                </a:lnTo>
                <a:lnTo>
                  <a:pt x="210771" y="13338"/>
                </a:lnTo>
                <a:lnTo>
                  <a:pt x="214057" y="21485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23" name="knowledge-edge">
            <a:extLst>
              <a:ext uri="{FF2B5EF4-FFF2-40B4-BE49-F238E27FC236}">
                <a16:creationId xmlns:a16="http://schemas.microsoft.com/office/drawing/2014/main" id="{05E4E6D9-7C9A-4B72-8EA5-F6BB60690A73}"/>
              </a:ext>
            </a:extLst>
          </p:cNvPr>
          <p:cNvSpPr>
            <a:spLocks noGrp="1"/>
          </p:cNvSpPr>
          <p:nvPr/>
        </p:nvSpPr>
        <p:spPr>
          <a:xfrm>
            <a:off x="9239182" y="5585092"/>
            <a:ext cx="349755" cy="123576"/>
          </a:xfrm>
          <a:custGeom>
            <a:avLst/>
            <a:gdLst/>
            <a:ahLst/>
            <a:cxnLst/>
            <a:rect l="0" t="0" r="0" b="0"/>
            <a:pathLst>
              <a:path w="349755" h="123576">
                <a:moveTo>
                  <a:pt x="0" y="123576"/>
                </a:moveTo>
                <a:lnTo>
                  <a:pt x="24982" y="102783"/>
                </a:lnTo>
                <a:lnTo>
                  <a:pt x="49965" y="83903"/>
                </a:lnTo>
                <a:lnTo>
                  <a:pt x="74947" y="66934"/>
                </a:lnTo>
                <a:lnTo>
                  <a:pt x="99930" y="51877"/>
                </a:lnTo>
                <a:lnTo>
                  <a:pt x="124912" y="38731"/>
                </a:lnTo>
                <a:lnTo>
                  <a:pt x="149895" y="27497"/>
                </a:lnTo>
                <a:lnTo>
                  <a:pt x="174877" y="18174"/>
                </a:lnTo>
                <a:lnTo>
                  <a:pt x="199860" y="10763"/>
                </a:lnTo>
                <a:lnTo>
                  <a:pt x="224842" y="5264"/>
                </a:lnTo>
                <a:lnTo>
                  <a:pt x="249825" y="1676"/>
                </a:lnTo>
                <a:lnTo>
                  <a:pt x="274807" y="0"/>
                </a:lnTo>
                <a:lnTo>
                  <a:pt x="299790" y="235"/>
                </a:lnTo>
                <a:lnTo>
                  <a:pt x="324772" y="2382"/>
                </a:lnTo>
                <a:lnTo>
                  <a:pt x="349755" y="6441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24" name="knowledge-long-edge">
            <a:extLst>
              <a:ext uri="{FF2B5EF4-FFF2-40B4-BE49-F238E27FC236}">
                <a16:creationId xmlns:a16="http://schemas.microsoft.com/office/drawing/2014/main" id="{1E5AAC8F-8B68-4E92-8165-2A1C63C7CDD7}"/>
              </a:ext>
            </a:extLst>
          </p:cNvPr>
          <p:cNvSpPr>
            <a:spLocks noGrp="1"/>
          </p:cNvSpPr>
          <p:nvPr/>
        </p:nvSpPr>
        <p:spPr>
          <a:xfrm>
            <a:off x="9239182" y="5323326"/>
            <a:ext cx="935679" cy="385341"/>
          </a:xfrm>
          <a:custGeom>
            <a:avLst/>
            <a:gdLst/>
            <a:ahLst/>
            <a:cxnLst/>
            <a:rect l="0" t="0" r="0" b="0"/>
            <a:pathLst>
              <a:path w="935679" h="385341">
                <a:moveTo>
                  <a:pt x="0" y="385341"/>
                </a:moveTo>
                <a:lnTo>
                  <a:pt x="58480" y="307547"/>
                </a:lnTo>
                <a:lnTo>
                  <a:pt x="116960" y="238497"/>
                </a:lnTo>
                <a:lnTo>
                  <a:pt x="175440" y="178193"/>
                </a:lnTo>
                <a:lnTo>
                  <a:pt x="233920" y="126632"/>
                </a:lnTo>
                <a:lnTo>
                  <a:pt x="292400" y="83817"/>
                </a:lnTo>
                <a:lnTo>
                  <a:pt x="350879" y="49745"/>
                </a:lnTo>
                <a:lnTo>
                  <a:pt x="409359" y="24419"/>
                </a:lnTo>
                <a:lnTo>
                  <a:pt x="467839" y="7837"/>
                </a:lnTo>
                <a:lnTo>
                  <a:pt x="526319" y="0"/>
                </a:lnTo>
                <a:lnTo>
                  <a:pt x="584799" y="907"/>
                </a:lnTo>
                <a:lnTo>
                  <a:pt x="643279" y="10559"/>
                </a:lnTo>
                <a:lnTo>
                  <a:pt x="701759" y="28956"/>
                </a:lnTo>
                <a:lnTo>
                  <a:pt x="760239" y="56097"/>
                </a:lnTo>
                <a:lnTo>
                  <a:pt x="818719" y="91983"/>
                </a:lnTo>
                <a:lnTo>
                  <a:pt x="877199" y="136614"/>
                </a:lnTo>
                <a:lnTo>
                  <a:pt x="935679" y="189989"/>
                </a:lnTo>
              </a:path>
            </a:pathLst>
          </a:custGeom>
          <a:noFill/>
          <a:ln w="4286">
            <a:solidFill>
              <a:srgbClr val="FAB807">
                <a:alpha val="9000"/>
              </a:srgbClr>
            </a:solidFill>
            <a:prstDash val="solid"/>
          </a:ln>
        </p:spPr>
      </p:sp>
      <p:sp>
        <p:nvSpPr>
          <p:cNvPr id="325" name="knowledge-edge">
            <a:extLst>
              <a:ext uri="{FF2B5EF4-FFF2-40B4-BE49-F238E27FC236}">
                <a16:creationId xmlns:a16="http://schemas.microsoft.com/office/drawing/2014/main" id="{9F7680D8-B7FC-4F7C-8E03-CFF37611DCFC}"/>
              </a:ext>
            </a:extLst>
          </p:cNvPr>
          <p:cNvSpPr>
            <a:spLocks noGrp="1"/>
          </p:cNvSpPr>
          <p:nvPr/>
        </p:nvSpPr>
        <p:spPr>
          <a:xfrm>
            <a:off x="9187299" y="5552473"/>
            <a:ext cx="480553" cy="220993"/>
          </a:xfrm>
          <a:custGeom>
            <a:avLst/>
            <a:gdLst/>
            <a:ahLst/>
            <a:cxnLst/>
            <a:rect l="0" t="0" r="0" b="0"/>
            <a:pathLst>
              <a:path w="480553" h="220993">
                <a:moveTo>
                  <a:pt x="0" y="220993"/>
                </a:moveTo>
                <a:lnTo>
                  <a:pt x="34325" y="189018"/>
                </a:lnTo>
                <a:lnTo>
                  <a:pt x="68650" y="159539"/>
                </a:lnTo>
                <a:lnTo>
                  <a:pt x="102976" y="132555"/>
                </a:lnTo>
                <a:lnTo>
                  <a:pt x="137301" y="108068"/>
                </a:lnTo>
                <a:lnTo>
                  <a:pt x="171626" y="86076"/>
                </a:lnTo>
                <a:lnTo>
                  <a:pt x="205951" y="66581"/>
                </a:lnTo>
                <a:lnTo>
                  <a:pt x="240276" y="49581"/>
                </a:lnTo>
                <a:lnTo>
                  <a:pt x="274602" y="35078"/>
                </a:lnTo>
                <a:lnTo>
                  <a:pt x="308927" y="23070"/>
                </a:lnTo>
                <a:lnTo>
                  <a:pt x="343252" y="13559"/>
                </a:lnTo>
                <a:lnTo>
                  <a:pt x="377577" y="6543"/>
                </a:lnTo>
                <a:lnTo>
                  <a:pt x="411903" y="2024"/>
                </a:lnTo>
                <a:lnTo>
                  <a:pt x="446228" y="0"/>
                </a:lnTo>
                <a:lnTo>
                  <a:pt x="480553" y="472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26" name="knowledge-cross-edge">
            <a:extLst>
              <a:ext uri="{FF2B5EF4-FFF2-40B4-BE49-F238E27FC236}">
                <a16:creationId xmlns:a16="http://schemas.microsoft.com/office/drawing/2014/main" id="{FA421F33-B1B1-49AD-97E2-3FDEA4FF0F23}"/>
              </a:ext>
            </a:extLst>
          </p:cNvPr>
          <p:cNvSpPr>
            <a:spLocks noGrp="1"/>
          </p:cNvSpPr>
          <p:nvPr/>
        </p:nvSpPr>
        <p:spPr>
          <a:xfrm>
            <a:off x="9187299" y="5773466"/>
            <a:ext cx="417110" cy="58993"/>
          </a:xfrm>
          <a:custGeom>
            <a:avLst/>
            <a:gdLst/>
            <a:ahLst/>
            <a:cxnLst/>
            <a:rect l="0" t="0" r="0" b="0"/>
            <a:pathLst>
              <a:path w="417110" h="58993">
                <a:moveTo>
                  <a:pt x="0" y="0"/>
                </a:moveTo>
                <a:lnTo>
                  <a:pt x="49311" y="13660"/>
                </a:lnTo>
                <a:lnTo>
                  <a:pt x="95977" y="25524"/>
                </a:lnTo>
                <a:lnTo>
                  <a:pt x="139996" y="35592"/>
                </a:lnTo>
                <a:lnTo>
                  <a:pt x="181370" y="43864"/>
                </a:lnTo>
                <a:lnTo>
                  <a:pt x="220098" y="50340"/>
                </a:lnTo>
                <a:lnTo>
                  <a:pt x="256180" y="55021"/>
                </a:lnTo>
                <a:lnTo>
                  <a:pt x="289617" y="57905"/>
                </a:lnTo>
                <a:lnTo>
                  <a:pt x="320407" y="58993"/>
                </a:lnTo>
                <a:lnTo>
                  <a:pt x="348552" y="58286"/>
                </a:lnTo>
                <a:lnTo>
                  <a:pt x="374050" y="55782"/>
                </a:lnTo>
                <a:lnTo>
                  <a:pt x="396903" y="51483"/>
                </a:lnTo>
                <a:lnTo>
                  <a:pt x="417110" y="45387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27" name="knowledge-cross-edge">
            <a:extLst>
              <a:ext uri="{FF2B5EF4-FFF2-40B4-BE49-F238E27FC236}">
                <a16:creationId xmlns:a16="http://schemas.microsoft.com/office/drawing/2014/main" id="{FF10262B-69EF-457B-A92A-170F441EF4EB}"/>
              </a:ext>
            </a:extLst>
          </p:cNvPr>
          <p:cNvSpPr>
            <a:spLocks noGrp="1"/>
          </p:cNvSpPr>
          <p:nvPr/>
        </p:nvSpPr>
        <p:spPr>
          <a:xfrm>
            <a:off x="9187299" y="5591533"/>
            <a:ext cx="401638" cy="181934"/>
          </a:xfrm>
          <a:custGeom>
            <a:avLst/>
            <a:gdLst/>
            <a:ahLst/>
            <a:cxnLst/>
            <a:rect l="0" t="0" r="0" b="0"/>
            <a:pathLst>
              <a:path w="401638" h="181934">
                <a:moveTo>
                  <a:pt x="0" y="181934"/>
                </a:moveTo>
                <a:lnTo>
                  <a:pt x="18918" y="159828"/>
                </a:lnTo>
                <a:lnTo>
                  <a:pt x="40481" y="138985"/>
                </a:lnTo>
                <a:lnTo>
                  <a:pt x="64691" y="119405"/>
                </a:lnTo>
                <a:lnTo>
                  <a:pt x="91546" y="101087"/>
                </a:lnTo>
                <a:lnTo>
                  <a:pt x="121047" y="84032"/>
                </a:lnTo>
                <a:lnTo>
                  <a:pt x="153194" y="68240"/>
                </a:lnTo>
                <a:lnTo>
                  <a:pt x="187987" y="53710"/>
                </a:lnTo>
                <a:lnTo>
                  <a:pt x="225425" y="40443"/>
                </a:lnTo>
                <a:lnTo>
                  <a:pt x="265510" y="28438"/>
                </a:lnTo>
                <a:lnTo>
                  <a:pt x="308240" y="17696"/>
                </a:lnTo>
                <a:lnTo>
                  <a:pt x="353616" y="8217"/>
                </a:lnTo>
                <a:lnTo>
                  <a:pt x="401638" y="0"/>
                </a:lnTo>
              </a:path>
            </a:pathLst>
          </a:custGeom>
          <a:noFill/>
          <a:ln w="4953">
            <a:solidFill>
              <a:srgbClr val="FAB807">
                <a:alpha val="12000"/>
              </a:srgbClr>
            </a:solidFill>
            <a:prstDash val="solid"/>
          </a:ln>
        </p:spPr>
      </p:sp>
      <p:sp>
        <p:nvSpPr>
          <p:cNvPr id="328" name="knowledge-edge">
            <a:extLst>
              <a:ext uri="{FF2B5EF4-FFF2-40B4-BE49-F238E27FC236}">
                <a16:creationId xmlns:a16="http://schemas.microsoft.com/office/drawing/2014/main" id="{919F76C8-F7BB-4D85-A81E-011B0B94E423}"/>
              </a:ext>
            </a:extLst>
          </p:cNvPr>
          <p:cNvSpPr>
            <a:spLocks noGrp="1"/>
          </p:cNvSpPr>
          <p:nvPr/>
        </p:nvSpPr>
        <p:spPr>
          <a:xfrm>
            <a:off x="9154181" y="5818854"/>
            <a:ext cx="450228" cy="43035"/>
          </a:xfrm>
          <a:custGeom>
            <a:avLst/>
            <a:gdLst/>
            <a:ahLst/>
            <a:cxnLst/>
            <a:rect l="0" t="0" r="0" b="0"/>
            <a:pathLst>
              <a:path w="450228" h="43035">
                <a:moveTo>
                  <a:pt x="0" y="20706"/>
                </a:moveTo>
                <a:lnTo>
                  <a:pt x="32159" y="27678"/>
                </a:lnTo>
                <a:lnTo>
                  <a:pt x="64318" y="33350"/>
                </a:lnTo>
                <a:lnTo>
                  <a:pt x="96477" y="37721"/>
                </a:lnTo>
                <a:lnTo>
                  <a:pt x="128637" y="40793"/>
                </a:lnTo>
                <a:lnTo>
                  <a:pt x="160796" y="42564"/>
                </a:lnTo>
                <a:lnTo>
                  <a:pt x="192955" y="43035"/>
                </a:lnTo>
                <a:lnTo>
                  <a:pt x="225114" y="42206"/>
                </a:lnTo>
                <a:lnTo>
                  <a:pt x="257273" y="40077"/>
                </a:lnTo>
                <a:lnTo>
                  <a:pt x="289432" y="36648"/>
                </a:lnTo>
                <a:lnTo>
                  <a:pt x="321592" y="31919"/>
                </a:lnTo>
                <a:lnTo>
                  <a:pt x="353751" y="25889"/>
                </a:lnTo>
                <a:lnTo>
                  <a:pt x="385910" y="18560"/>
                </a:lnTo>
                <a:lnTo>
                  <a:pt x="418069" y="9930"/>
                </a:lnTo>
                <a:lnTo>
                  <a:pt x="450228" y="0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29" name="knowledge-cross-edge">
            <a:extLst>
              <a:ext uri="{FF2B5EF4-FFF2-40B4-BE49-F238E27FC236}">
                <a16:creationId xmlns:a16="http://schemas.microsoft.com/office/drawing/2014/main" id="{53D917EC-2978-4C95-AA50-7AFB6D1EDA4A}"/>
              </a:ext>
            </a:extLst>
          </p:cNvPr>
          <p:cNvSpPr>
            <a:spLocks noGrp="1"/>
          </p:cNvSpPr>
          <p:nvPr/>
        </p:nvSpPr>
        <p:spPr>
          <a:xfrm>
            <a:off x="9154181" y="5839560"/>
            <a:ext cx="465746" cy="283617"/>
          </a:xfrm>
          <a:custGeom>
            <a:avLst/>
            <a:gdLst/>
            <a:ahLst/>
            <a:cxnLst/>
            <a:rect l="0" t="0" r="0" b="0"/>
            <a:pathLst>
              <a:path w="465746" h="283617">
                <a:moveTo>
                  <a:pt x="0" y="0"/>
                </a:moveTo>
                <a:lnTo>
                  <a:pt x="53364" y="4473"/>
                </a:lnTo>
                <a:lnTo>
                  <a:pt x="104083" y="12430"/>
                </a:lnTo>
                <a:lnTo>
                  <a:pt x="152155" y="23871"/>
                </a:lnTo>
                <a:lnTo>
                  <a:pt x="197582" y="38796"/>
                </a:lnTo>
                <a:lnTo>
                  <a:pt x="240363" y="57204"/>
                </a:lnTo>
                <a:lnTo>
                  <a:pt x="280498" y="79097"/>
                </a:lnTo>
                <a:lnTo>
                  <a:pt x="317987" y="104474"/>
                </a:lnTo>
                <a:lnTo>
                  <a:pt x="352831" y="133335"/>
                </a:lnTo>
                <a:lnTo>
                  <a:pt x="385028" y="165679"/>
                </a:lnTo>
                <a:lnTo>
                  <a:pt x="414580" y="201508"/>
                </a:lnTo>
                <a:lnTo>
                  <a:pt x="441486" y="240821"/>
                </a:lnTo>
                <a:lnTo>
                  <a:pt x="465746" y="283617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30" name="knowledge-edge">
            <a:extLst>
              <a:ext uri="{FF2B5EF4-FFF2-40B4-BE49-F238E27FC236}">
                <a16:creationId xmlns:a16="http://schemas.microsoft.com/office/drawing/2014/main" id="{9D8BCE8A-DCDE-4EC3-A0A1-C55EDBB58EEB}"/>
              </a:ext>
            </a:extLst>
          </p:cNvPr>
          <p:cNvSpPr>
            <a:spLocks noGrp="1"/>
          </p:cNvSpPr>
          <p:nvPr/>
        </p:nvSpPr>
        <p:spPr>
          <a:xfrm>
            <a:off x="9127888" y="6094487"/>
            <a:ext cx="492039" cy="79307"/>
          </a:xfrm>
          <a:custGeom>
            <a:avLst/>
            <a:gdLst/>
            <a:ahLst/>
            <a:cxnLst/>
            <a:rect l="0" t="0" r="0" b="0"/>
            <a:pathLst>
              <a:path w="492039" h="79307">
                <a:moveTo>
                  <a:pt x="0" y="79307"/>
                </a:moveTo>
                <a:lnTo>
                  <a:pt x="35146" y="62180"/>
                </a:lnTo>
                <a:lnTo>
                  <a:pt x="70291" y="47133"/>
                </a:lnTo>
                <a:lnTo>
                  <a:pt x="105437" y="34164"/>
                </a:lnTo>
                <a:lnTo>
                  <a:pt x="140582" y="23274"/>
                </a:lnTo>
                <a:lnTo>
                  <a:pt x="175728" y="14462"/>
                </a:lnTo>
                <a:lnTo>
                  <a:pt x="210874" y="7729"/>
                </a:lnTo>
                <a:lnTo>
                  <a:pt x="246019" y="3074"/>
                </a:lnTo>
                <a:lnTo>
                  <a:pt x="281165" y="498"/>
                </a:lnTo>
                <a:lnTo>
                  <a:pt x="316311" y="0"/>
                </a:lnTo>
                <a:lnTo>
                  <a:pt x="351456" y="1581"/>
                </a:lnTo>
                <a:lnTo>
                  <a:pt x="386602" y="5240"/>
                </a:lnTo>
                <a:lnTo>
                  <a:pt x="421747" y="10978"/>
                </a:lnTo>
                <a:lnTo>
                  <a:pt x="456893" y="18795"/>
                </a:lnTo>
                <a:lnTo>
                  <a:pt x="492039" y="28690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31" name="knowledge-cross-edge">
            <a:extLst>
              <a:ext uri="{FF2B5EF4-FFF2-40B4-BE49-F238E27FC236}">
                <a16:creationId xmlns:a16="http://schemas.microsoft.com/office/drawing/2014/main" id="{47FCDED9-23BB-48C2-98F6-66F9E95FB1AD}"/>
              </a:ext>
            </a:extLst>
          </p:cNvPr>
          <p:cNvSpPr>
            <a:spLocks noGrp="1"/>
          </p:cNvSpPr>
          <p:nvPr/>
        </p:nvSpPr>
        <p:spPr>
          <a:xfrm>
            <a:off x="9127888" y="6171850"/>
            <a:ext cx="695947" cy="322594"/>
          </a:xfrm>
          <a:custGeom>
            <a:avLst/>
            <a:gdLst/>
            <a:ahLst/>
            <a:cxnLst/>
            <a:rect l="0" t="0" r="0" b="0"/>
            <a:pathLst>
              <a:path w="695947" h="322594">
                <a:moveTo>
                  <a:pt x="0" y="1944"/>
                </a:moveTo>
                <a:lnTo>
                  <a:pt x="72548" y="0"/>
                </a:lnTo>
                <a:lnTo>
                  <a:pt x="142450" y="3268"/>
                </a:lnTo>
                <a:lnTo>
                  <a:pt x="209706" y="11748"/>
                </a:lnTo>
                <a:lnTo>
                  <a:pt x="274316" y="25439"/>
                </a:lnTo>
                <a:lnTo>
                  <a:pt x="336280" y="44343"/>
                </a:lnTo>
                <a:lnTo>
                  <a:pt x="395599" y="68458"/>
                </a:lnTo>
                <a:lnTo>
                  <a:pt x="452271" y="97784"/>
                </a:lnTo>
                <a:lnTo>
                  <a:pt x="506298" y="132323"/>
                </a:lnTo>
                <a:lnTo>
                  <a:pt x="557679" y="172073"/>
                </a:lnTo>
                <a:lnTo>
                  <a:pt x="606414" y="217035"/>
                </a:lnTo>
                <a:lnTo>
                  <a:pt x="652504" y="267209"/>
                </a:lnTo>
                <a:lnTo>
                  <a:pt x="695947" y="322594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32" name="knowledge-edge">
            <a:extLst>
              <a:ext uri="{FF2B5EF4-FFF2-40B4-BE49-F238E27FC236}">
                <a16:creationId xmlns:a16="http://schemas.microsoft.com/office/drawing/2014/main" id="{23A049AB-AB0D-44FB-BC98-53861CC703F4}"/>
              </a:ext>
            </a:extLst>
          </p:cNvPr>
          <p:cNvSpPr>
            <a:spLocks noGrp="1"/>
          </p:cNvSpPr>
          <p:nvPr/>
        </p:nvSpPr>
        <p:spPr>
          <a:xfrm>
            <a:off x="9243321" y="6457486"/>
            <a:ext cx="580514" cy="54710"/>
          </a:xfrm>
          <a:custGeom>
            <a:avLst/>
            <a:gdLst/>
            <a:ahLst/>
            <a:cxnLst/>
            <a:rect l="0" t="0" r="0" b="0"/>
            <a:pathLst>
              <a:path w="580514" h="54710">
                <a:moveTo>
                  <a:pt x="0" y="0"/>
                </a:moveTo>
                <a:lnTo>
                  <a:pt x="41465" y="11582"/>
                </a:lnTo>
                <a:lnTo>
                  <a:pt x="82931" y="21787"/>
                </a:lnTo>
                <a:lnTo>
                  <a:pt x="124396" y="30618"/>
                </a:lnTo>
                <a:lnTo>
                  <a:pt x="165861" y="38072"/>
                </a:lnTo>
                <a:lnTo>
                  <a:pt x="207326" y="44151"/>
                </a:lnTo>
                <a:lnTo>
                  <a:pt x="248792" y="48854"/>
                </a:lnTo>
                <a:lnTo>
                  <a:pt x="290257" y="52182"/>
                </a:lnTo>
                <a:lnTo>
                  <a:pt x="331722" y="54134"/>
                </a:lnTo>
                <a:lnTo>
                  <a:pt x="373187" y="54710"/>
                </a:lnTo>
                <a:lnTo>
                  <a:pt x="414653" y="53911"/>
                </a:lnTo>
                <a:lnTo>
                  <a:pt x="456118" y="51736"/>
                </a:lnTo>
                <a:lnTo>
                  <a:pt x="497583" y="48186"/>
                </a:lnTo>
                <a:lnTo>
                  <a:pt x="539049" y="43260"/>
                </a:lnTo>
                <a:lnTo>
                  <a:pt x="580514" y="36958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33" name="knowledge-cross-edge">
            <a:extLst>
              <a:ext uri="{FF2B5EF4-FFF2-40B4-BE49-F238E27FC236}">
                <a16:creationId xmlns:a16="http://schemas.microsoft.com/office/drawing/2014/main" id="{80C6DF4D-8629-431E-8779-84DED64A1C0D}"/>
              </a:ext>
            </a:extLst>
          </p:cNvPr>
          <p:cNvSpPr>
            <a:spLocks noGrp="1"/>
          </p:cNvSpPr>
          <p:nvPr/>
        </p:nvSpPr>
        <p:spPr>
          <a:xfrm>
            <a:off x="9243321" y="6447957"/>
            <a:ext cx="445073" cy="291175"/>
          </a:xfrm>
          <a:custGeom>
            <a:avLst/>
            <a:gdLst/>
            <a:ahLst/>
            <a:cxnLst/>
            <a:rect l="0" t="0" r="0" b="0"/>
            <a:pathLst>
              <a:path w="445073" h="291175">
                <a:moveTo>
                  <a:pt x="0" y="9529"/>
                </a:moveTo>
                <a:lnTo>
                  <a:pt x="51642" y="1941"/>
                </a:lnTo>
                <a:lnTo>
                  <a:pt x="100637" y="0"/>
                </a:lnTo>
                <a:lnTo>
                  <a:pt x="146987" y="3706"/>
                </a:lnTo>
                <a:lnTo>
                  <a:pt x="190691" y="13059"/>
                </a:lnTo>
                <a:lnTo>
                  <a:pt x="231749" y="28059"/>
                </a:lnTo>
                <a:lnTo>
                  <a:pt x="270162" y="48706"/>
                </a:lnTo>
                <a:lnTo>
                  <a:pt x="305928" y="75000"/>
                </a:lnTo>
                <a:lnTo>
                  <a:pt x="339049" y="106941"/>
                </a:lnTo>
                <a:lnTo>
                  <a:pt x="369524" y="144529"/>
                </a:lnTo>
                <a:lnTo>
                  <a:pt x="397353" y="187764"/>
                </a:lnTo>
                <a:lnTo>
                  <a:pt x="422536" y="236646"/>
                </a:lnTo>
                <a:lnTo>
                  <a:pt x="445073" y="291175"/>
                </a:lnTo>
              </a:path>
            </a:pathLst>
          </a:custGeom>
          <a:noFill/>
          <a:ln w="5334">
            <a:solidFill>
              <a:srgbClr val="FAB807">
                <a:alpha val="13000"/>
              </a:srgbClr>
            </a:solidFill>
            <a:prstDash val="solid"/>
          </a:ln>
        </p:spPr>
      </p:sp>
      <p:sp>
        <p:nvSpPr>
          <p:cNvPr id="334" name="knowledge-edge">
            <a:extLst>
              <a:ext uri="{FF2B5EF4-FFF2-40B4-BE49-F238E27FC236}">
                <a16:creationId xmlns:a16="http://schemas.microsoft.com/office/drawing/2014/main" id="{B093A799-8BB2-41FE-A43E-04CFE66F9B8C}"/>
              </a:ext>
            </a:extLst>
          </p:cNvPr>
          <p:cNvSpPr>
            <a:spLocks noGrp="1"/>
          </p:cNvSpPr>
          <p:nvPr/>
        </p:nvSpPr>
        <p:spPr>
          <a:xfrm>
            <a:off x="9113398" y="6739132"/>
            <a:ext cx="574997" cy="111018"/>
          </a:xfrm>
          <a:custGeom>
            <a:avLst/>
            <a:gdLst/>
            <a:ahLst/>
            <a:cxnLst/>
            <a:rect l="0" t="0" r="0" b="0"/>
            <a:pathLst>
              <a:path w="574997" h="111018">
                <a:moveTo>
                  <a:pt x="0" y="111018"/>
                </a:moveTo>
                <a:lnTo>
                  <a:pt x="41071" y="108152"/>
                </a:lnTo>
                <a:lnTo>
                  <a:pt x="82142" y="104508"/>
                </a:lnTo>
                <a:lnTo>
                  <a:pt x="123214" y="100084"/>
                </a:lnTo>
                <a:lnTo>
                  <a:pt x="164285" y="94881"/>
                </a:lnTo>
                <a:lnTo>
                  <a:pt x="205356" y="88899"/>
                </a:lnTo>
                <a:lnTo>
                  <a:pt x="246427" y="82138"/>
                </a:lnTo>
                <a:lnTo>
                  <a:pt x="287499" y="74598"/>
                </a:lnTo>
                <a:lnTo>
                  <a:pt x="328570" y="66279"/>
                </a:lnTo>
                <a:lnTo>
                  <a:pt x="369641" y="57180"/>
                </a:lnTo>
                <a:lnTo>
                  <a:pt x="410712" y="47302"/>
                </a:lnTo>
                <a:lnTo>
                  <a:pt x="451784" y="36645"/>
                </a:lnTo>
                <a:lnTo>
                  <a:pt x="492855" y="25209"/>
                </a:lnTo>
                <a:lnTo>
                  <a:pt x="533926" y="12994"/>
                </a:lnTo>
                <a:lnTo>
                  <a:pt x="574997" y="0"/>
                </a:lnTo>
              </a:path>
            </a:pathLst>
          </a:custGeom>
          <a:noFill/>
          <a:ln w="6477">
            <a:solidFill>
              <a:srgbClr val="FAB807">
                <a:alpha val="17000"/>
              </a:srgbClr>
            </a:solidFill>
            <a:prstDash val="solid"/>
          </a:ln>
        </p:spPr>
      </p:sp>
      <p:sp>
        <p:nvSpPr>
          <p:cNvPr id="335" name="knowledge-long-edge">
            <a:extLst>
              <a:ext uri="{FF2B5EF4-FFF2-40B4-BE49-F238E27FC236}">
                <a16:creationId xmlns:a16="http://schemas.microsoft.com/office/drawing/2014/main" id="{D66E8A0F-10C5-4359-A2D0-1406DA4DEFC8}"/>
              </a:ext>
            </a:extLst>
          </p:cNvPr>
          <p:cNvSpPr>
            <a:spLocks noGrp="1"/>
          </p:cNvSpPr>
          <p:nvPr/>
        </p:nvSpPr>
        <p:spPr>
          <a:xfrm>
            <a:off x="9113398" y="6109924"/>
            <a:ext cx="857963" cy="740226"/>
          </a:xfrm>
          <a:custGeom>
            <a:avLst/>
            <a:gdLst/>
            <a:ahLst/>
            <a:cxnLst/>
            <a:rect l="0" t="0" r="0" b="0"/>
            <a:pathLst>
              <a:path w="857963" h="740226">
                <a:moveTo>
                  <a:pt x="0" y="740226"/>
                </a:moveTo>
                <a:lnTo>
                  <a:pt x="53623" y="606346"/>
                </a:lnTo>
                <a:lnTo>
                  <a:pt x="107245" y="485783"/>
                </a:lnTo>
                <a:lnTo>
                  <a:pt x="160868" y="378538"/>
                </a:lnTo>
                <a:lnTo>
                  <a:pt x="214491" y="284610"/>
                </a:lnTo>
                <a:lnTo>
                  <a:pt x="268113" y="203999"/>
                </a:lnTo>
                <a:lnTo>
                  <a:pt x="321736" y="136706"/>
                </a:lnTo>
                <a:lnTo>
                  <a:pt x="375359" y="82730"/>
                </a:lnTo>
                <a:lnTo>
                  <a:pt x="428981" y="42071"/>
                </a:lnTo>
                <a:lnTo>
                  <a:pt x="482604" y="14730"/>
                </a:lnTo>
                <a:lnTo>
                  <a:pt x="536227" y="706"/>
                </a:lnTo>
                <a:lnTo>
                  <a:pt x="589849" y="0"/>
                </a:lnTo>
                <a:lnTo>
                  <a:pt x="643472" y="12611"/>
                </a:lnTo>
                <a:lnTo>
                  <a:pt x="697095" y="38539"/>
                </a:lnTo>
                <a:lnTo>
                  <a:pt x="750717" y="77785"/>
                </a:lnTo>
                <a:lnTo>
                  <a:pt x="804340" y="130349"/>
                </a:lnTo>
                <a:lnTo>
                  <a:pt x="857963" y="196229"/>
                </a:lnTo>
              </a:path>
            </a:pathLst>
          </a:custGeom>
          <a:noFill/>
          <a:ln w="4286">
            <a:solidFill>
              <a:srgbClr val="FAB807">
                <a:alpha val="9000"/>
              </a:srgbClr>
            </a:solidFill>
            <a:prstDash val="solid"/>
          </a:ln>
        </p:spPr>
      </p:sp>
      <p:sp>
        <p:nvSpPr>
          <p:cNvPr id="336" name="knowledge-edge">
            <a:extLst>
              <a:ext uri="{FF2B5EF4-FFF2-40B4-BE49-F238E27FC236}">
                <a16:creationId xmlns:a16="http://schemas.microsoft.com/office/drawing/2014/main" id="{D517F43B-5DBD-462E-A595-A3216B2E0D7C}"/>
              </a:ext>
            </a:extLst>
          </p:cNvPr>
          <p:cNvSpPr>
            <a:spLocks noGrp="1"/>
          </p:cNvSpPr>
          <p:nvPr/>
        </p:nvSpPr>
        <p:spPr>
          <a:xfrm>
            <a:off x="9628157" y="5371738"/>
            <a:ext cx="531511" cy="179002"/>
          </a:xfrm>
          <a:custGeom>
            <a:avLst/>
            <a:gdLst/>
            <a:ahLst/>
            <a:cxnLst/>
            <a:rect l="0" t="0" r="0" b="0"/>
            <a:pathLst>
              <a:path w="531511" h="179002">
                <a:moveTo>
                  <a:pt x="0" y="179002"/>
                </a:moveTo>
                <a:lnTo>
                  <a:pt x="37965" y="167670"/>
                </a:lnTo>
                <a:lnTo>
                  <a:pt x="75930" y="156114"/>
                </a:lnTo>
                <a:lnTo>
                  <a:pt x="113895" y="144334"/>
                </a:lnTo>
                <a:lnTo>
                  <a:pt x="151860" y="132331"/>
                </a:lnTo>
                <a:lnTo>
                  <a:pt x="189825" y="120104"/>
                </a:lnTo>
                <a:lnTo>
                  <a:pt x="227790" y="107654"/>
                </a:lnTo>
                <a:lnTo>
                  <a:pt x="265756" y="94980"/>
                </a:lnTo>
                <a:lnTo>
                  <a:pt x="303721" y="82082"/>
                </a:lnTo>
                <a:lnTo>
                  <a:pt x="341686" y="68961"/>
                </a:lnTo>
                <a:lnTo>
                  <a:pt x="379651" y="55616"/>
                </a:lnTo>
                <a:lnTo>
                  <a:pt x="417616" y="42047"/>
                </a:lnTo>
                <a:lnTo>
                  <a:pt x="455581" y="28255"/>
                </a:lnTo>
                <a:lnTo>
                  <a:pt x="493546" y="14239"/>
                </a:lnTo>
                <a:lnTo>
                  <a:pt x="531511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37" name="knowledge-cross-edge">
            <a:extLst>
              <a:ext uri="{FF2B5EF4-FFF2-40B4-BE49-F238E27FC236}">
                <a16:creationId xmlns:a16="http://schemas.microsoft.com/office/drawing/2014/main" id="{0DCADF00-35DB-477C-BF04-2A93D1DE8A09}"/>
              </a:ext>
            </a:extLst>
          </p:cNvPr>
          <p:cNvSpPr>
            <a:spLocks noGrp="1"/>
          </p:cNvSpPr>
          <p:nvPr/>
        </p:nvSpPr>
        <p:spPr>
          <a:xfrm>
            <a:off x="9628157" y="5449168"/>
            <a:ext cx="587293" cy="101572"/>
          </a:xfrm>
          <a:custGeom>
            <a:avLst/>
            <a:gdLst/>
            <a:ahLst/>
            <a:cxnLst/>
            <a:rect l="0" t="0" r="0" b="0"/>
            <a:pathLst>
              <a:path w="587293" h="101572">
                <a:moveTo>
                  <a:pt x="0" y="101572"/>
                </a:moveTo>
                <a:lnTo>
                  <a:pt x="63493" y="85068"/>
                </a:lnTo>
                <a:lnTo>
                  <a:pt x="124341" y="70026"/>
                </a:lnTo>
                <a:lnTo>
                  <a:pt x="182542" y="56446"/>
                </a:lnTo>
                <a:lnTo>
                  <a:pt x="238098" y="44327"/>
                </a:lnTo>
                <a:lnTo>
                  <a:pt x="291008" y="33670"/>
                </a:lnTo>
                <a:lnTo>
                  <a:pt x="341272" y="24475"/>
                </a:lnTo>
                <a:lnTo>
                  <a:pt x="388890" y="16742"/>
                </a:lnTo>
                <a:lnTo>
                  <a:pt x="433862" y="10470"/>
                </a:lnTo>
                <a:lnTo>
                  <a:pt x="476189" y="5660"/>
                </a:lnTo>
                <a:lnTo>
                  <a:pt x="515869" y="2311"/>
                </a:lnTo>
                <a:lnTo>
                  <a:pt x="552904" y="425"/>
                </a:lnTo>
                <a:lnTo>
                  <a:pt x="587293" y="0"/>
                </a:lnTo>
              </a:path>
            </a:pathLst>
          </a:custGeom>
          <a:noFill/>
          <a:ln w="5334">
            <a:solidFill>
              <a:srgbClr val="E8BA0D">
                <a:alpha val="13000"/>
              </a:srgbClr>
            </a:solidFill>
            <a:prstDash val="solid"/>
          </a:ln>
        </p:spPr>
      </p:sp>
      <p:sp>
        <p:nvSpPr>
          <p:cNvPr id="338" name="knowledge-long-edge">
            <a:extLst>
              <a:ext uri="{FF2B5EF4-FFF2-40B4-BE49-F238E27FC236}">
                <a16:creationId xmlns:a16="http://schemas.microsoft.com/office/drawing/2014/main" id="{64C81F42-C91A-46DB-B0EE-747F3C280A42}"/>
              </a:ext>
            </a:extLst>
          </p:cNvPr>
          <p:cNvSpPr>
            <a:spLocks noGrp="1"/>
          </p:cNvSpPr>
          <p:nvPr/>
        </p:nvSpPr>
        <p:spPr>
          <a:xfrm>
            <a:off x="9628157" y="4964427"/>
            <a:ext cx="1010902" cy="586313"/>
          </a:xfrm>
          <a:custGeom>
            <a:avLst/>
            <a:gdLst/>
            <a:ahLst/>
            <a:cxnLst/>
            <a:rect l="0" t="0" r="0" b="0"/>
            <a:pathLst>
              <a:path w="1010902" h="586313">
                <a:moveTo>
                  <a:pt x="0" y="586313"/>
                </a:moveTo>
                <a:lnTo>
                  <a:pt x="63181" y="481303"/>
                </a:lnTo>
                <a:lnTo>
                  <a:pt x="126363" y="386635"/>
                </a:lnTo>
                <a:lnTo>
                  <a:pt x="189544" y="302309"/>
                </a:lnTo>
                <a:lnTo>
                  <a:pt x="252726" y="228324"/>
                </a:lnTo>
                <a:lnTo>
                  <a:pt x="315907" y="164681"/>
                </a:lnTo>
                <a:lnTo>
                  <a:pt x="379088" y="111380"/>
                </a:lnTo>
                <a:lnTo>
                  <a:pt x="442270" y="68420"/>
                </a:lnTo>
                <a:lnTo>
                  <a:pt x="505451" y="35803"/>
                </a:lnTo>
                <a:lnTo>
                  <a:pt x="568633" y="13527"/>
                </a:lnTo>
                <a:lnTo>
                  <a:pt x="631814" y="1592"/>
                </a:lnTo>
                <a:lnTo>
                  <a:pt x="694995" y="0"/>
                </a:lnTo>
                <a:lnTo>
                  <a:pt x="758177" y="8749"/>
                </a:lnTo>
                <a:lnTo>
                  <a:pt x="821358" y="27840"/>
                </a:lnTo>
                <a:lnTo>
                  <a:pt x="884539" y="57273"/>
                </a:lnTo>
                <a:lnTo>
                  <a:pt x="947721" y="97048"/>
                </a:lnTo>
                <a:lnTo>
                  <a:pt x="1010902" y="147164"/>
                </a:lnTo>
              </a:path>
            </a:pathLst>
          </a:custGeom>
          <a:noFill/>
          <a:ln w="4286">
            <a:solidFill>
              <a:srgbClr val="E8BA0D">
                <a:alpha val="9000"/>
              </a:srgbClr>
            </a:solidFill>
            <a:prstDash val="solid"/>
          </a:ln>
        </p:spPr>
      </p:sp>
      <p:sp>
        <p:nvSpPr>
          <p:cNvPr id="339" name="knowledge-edge">
            <a:extLst>
              <a:ext uri="{FF2B5EF4-FFF2-40B4-BE49-F238E27FC236}">
                <a16:creationId xmlns:a16="http://schemas.microsoft.com/office/drawing/2014/main" id="{579517D5-4068-40C7-A388-A6ADD8738595}"/>
              </a:ext>
            </a:extLst>
          </p:cNvPr>
          <p:cNvSpPr>
            <a:spLocks noGrp="1"/>
          </p:cNvSpPr>
          <p:nvPr/>
        </p:nvSpPr>
        <p:spPr>
          <a:xfrm>
            <a:off x="9588937" y="5449168"/>
            <a:ext cx="626513" cy="149504"/>
          </a:xfrm>
          <a:custGeom>
            <a:avLst/>
            <a:gdLst/>
            <a:ahLst/>
            <a:cxnLst/>
            <a:rect l="0" t="0" r="0" b="0"/>
            <a:pathLst>
              <a:path w="626513" h="149504">
                <a:moveTo>
                  <a:pt x="0" y="142364"/>
                </a:moveTo>
                <a:lnTo>
                  <a:pt x="44751" y="147026"/>
                </a:lnTo>
                <a:lnTo>
                  <a:pt x="89502" y="149405"/>
                </a:lnTo>
                <a:lnTo>
                  <a:pt x="134253" y="149504"/>
                </a:lnTo>
                <a:lnTo>
                  <a:pt x="179004" y="147320"/>
                </a:lnTo>
                <a:lnTo>
                  <a:pt x="223755" y="142855"/>
                </a:lnTo>
                <a:lnTo>
                  <a:pt x="268506" y="136109"/>
                </a:lnTo>
                <a:lnTo>
                  <a:pt x="313257" y="127081"/>
                </a:lnTo>
                <a:lnTo>
                  <a:pt x="358008" y="115771"/>
                </a:lnTo>
                <a:lnTo>
                  <a:pt x="402759" y="102180"/>
                </a:lnTo>
                <a:lnTo>
                  <a:pt x="447510" y="86307"/>
                </a:lnTo>
                <a:lnTo>
                  <a:pt x="492261" y="68152"/>
                </a:lnTo>
                <a:lnTo>
                  <a:pt x="537011" y="47717"/>
                </a:lnTo>
                <a:lnTo>
                  <a:pt x="581762" y="24999"/>
                </a:lnTo>
                <a:lnTo>
                  <a:pt x="626513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40" name="knowledge-edge">
            <a:extLst>
              <a:ext uri="{FF2B5EF4-FFF2-40B4-BE49-F238E27FC236}">
                <a16:creationId xmlns:a16="http://schemas.microsoft.com/office/drawing/2014/main" id="{A5B56D27-6249-4E23-81FC-E95928491ED2}"/>
              </a:ext>
            </a:extLst>
          </p:cNvPr>
          <p:cNvSpPr>
            <a:spLocks noGrp="1"/>
          </p:cNvSpPr>
          <p:nvPr/>
        </p:nvSpPr>
        <p:spPr>
          <a:xfrm>
            <a:off x="9667852" y="5513315"/>
            <a:ext cx="507009" cy="41329"/>
          </a:xfrm>
          <a:custGeom>
            <a:avLst/>
            <a:gdLst/>
            <a:ahLst/>
            <a:cxnLst/>
            <a:rect l="0" t="0" r="0" b="0"/>
            <a:pathLst>
              <a:path w="507009" h="41329">
                <a:moveTo>
                  <a:pt x="0" y="39630"/>
                </a:moveTo>
                <a:lnTo>
                  <a:pt x="36215" y="40786"/>
                </a:lnTo>
                <a:lnTo>
                  <a:pt x="72430" y="41329"/>
                </a:lnTo>
                <a:lnTo>
                  <a:pt x="108645" y="41258"/>
                </a:lnTo>
                <a:lnTo>
                  <a:pt x="144860" y="40574"/>
                </a:lnTo>
                <a:lnTo>
                  <a:pt x="181075" y="39277"/>
                </a:lnTo>
                <a:lnTo>
                  <a:pt x="217290" y="37366"/>
                </a:lnTo>
                <a:lnTo>
                  <a:pt x="253505" y="34842"/>
                </a:lnTo>
                <a:lnTo>
                  <a:pt x="289720" y="31704"/>
                </a:lnTo>
                <a:lnTo>
                  <a:pt x="325934" y="27954"/>
                </a:lnTo>
                <a:lnTo>
                  <a:pt x="362149" y="23590"/>
                </a:lnTo>
                <a:lnTo>
                  <a:pt x="398364" y="18612"/>
                </a:lnTo>
                <a:lnTo>
                  <a:pt x="434579" y="13021"/>
                </a:lnTo>
                <a:lnTo>
                  <a:pt x="470794" y="6817"/>
                </a:lnTo>
                <a:lnTo>
                  <a:pt x="507009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41" name="knowledge-cross-edge">
            <a:extLst>
              <a:ext uri="{FF2B5EF4-FFF2-40B4-BE49-F238E27FC236}">
                <a16:creationId xmlns:a16="http://schemas.microsoft.com/office/drawing/2014/main" id="{E7ED10AD-0C2C-4EF5-A989-B72CFB389A2E}"/>
              </a:ext>
            </a:extLst>
          </p:cNvPr>
          <p:cNvSpPr>
            <a:spLocks noGrp="1"/>
          </p:cNvSpPr>
          <p:nvPr/>
        </p:nvSpPr>
        <p:spPr>
          <a:xfrm>
            <a:off x="9667852" y="5494164"/>
            <a:ext cx="576474" cy="108454"/>
          </a:xfrm>
          <a:custGeom>
            <a:avLst/>
            <a:gdLst/>
            <a:ahLst/>
            <a:cxnLst/>
            <a:rect l="0" t="0" r="0" b="0"/>
            <a:pathLst>
              <a:path w="576474" h="108454">
                <a:moveTo>
                  <a:pt x="0" y="58781"/>
                </a:moveTo>
                <a:lnTo>
                  <a:pt x="62592" y="37941"/>
                </a:lnTo>
                <a:lnTo>
                  <a:pt x="122537" y="21644"/>
                </a:lnTo>
                <a:lnTo>
                  <a:pt x="179837" y="9888"/>
                </a:lnTo>
                <a:lnTo>
                  <a:pt x="234491" y="2673"/>
                </a:lnTo>
                <a:lnTo>
                  <a:pt x="286500" y="0"/>
                </a:lnTo>
                <a:lnTo>
                  <a:pt x="335862" y="1869"/>
                </a:lnTo>
                <a:lnTo>
                  <a:pt x="382578" y="8279"/>
                </a:lnTo>
                <a:lnTo>
                  <a:pt x="426649" y="19231"/>
                </a:lnTo>
                <a:lnTo>
                  <a:pt x="468074" y="34724"/>
                </a:lnTo>
                <a:lnTo>
                  <a:pt x="506853" y="54759"/>
                </a:lnTo>
                <a:lnTo>
                  <a:pt x="542986" y="79336"/>
                </a:lnTo>
                <a:lnTo>
                  <a:pt x="576474" y="108454"/>
                </a:lnTo>
              </a:path>
            </a:pathLst>
          </a:custGeom>
          <a:noFill/>
          <a:ln w="5334">
            <a:solidFill>
              <a:srgbClr val="E8BA0D">
                <a:alpha val="13000"/>
              </a:srgbClr>
            </a:solidFill>
            <a:prstDash val="solid"/>
          </a:ln>
        </p:spPr>
      </p:sp>
      <p:sp>
        <p:nvSpPr>
          <p:cNvPr id="342" name="knowledge-cross-edge">
            <a:extLst>
              <a:ext uri="{FF2B5EF4-FFF2-40B4-BE49-F238E27FC236}">
                <a16:creationId xmlns:a16="http://schemas.microsoft.com/office/drawing/2014/main" id="{77BE57B3-1F4B-40F5-954B-3F75947A1D21}"/>
              </a:ext>
            </a:extLst>
          </p:cNvPr>
          <p:cNvSpPr>
            <a:spLocks noGrp="1"/>
          </p:cNvSpPr>
          <p:nvPr/>
        </p:nvSpPr>
        <p:spPr>
          <a:xfrm>
            <a:off x="9667852" y="5449168"/>
            <a:ext cx="547599" cy="103777"/>
          </a:xfrm>
          <a:custGeom>
            <a:avLst/>
            <a:gdLst/>
            <a:ahLst/>
            <a:cxnLst/>
            <a:rect l="0" t="0" r="0" b="0"/>
            <a:pathLst>
              <a:path w="547599" h="103777">
                <a:moveTo>
                  <a:pt x="0" y="103777"/>
                </a:moveTo>
                <a:lnTo>
                  <a:pt x="31081" y="88880"/>
                </a:lnTo>
                <a:lnTo>
                  <a:pt x="64808" y="75120"/>
                </a:lnTo>
                <a:lnTo>
                  <a:pt x="101181" y="62495"/>
                </a:lnTo>
                <a:lnTo>
                  <a:pt x="140200" y="51007"/>
                </a:lnTo>
                <a:lnTo>
                  <a:pt x="181864" y="40654"/>
                </a:lnTo>
                <a:lnTo>
                  <a:pt x="226174" y="31438"/>
                </a:lnTo>
                <a:lnTo>
                  <a:pt x="273130" y="23358"/>
                </a:lnTo>
                <a:lnTo>
                  <a:pt x="322732" y="16414"/>
                </a:lnTo>
                <a:lnTo>
                  <a:pt x="374980" y="10607"/>
                </a:lnTo>
                <a:lnTo>
                  <a:pt x="429874" y="5935"/>
                </a:lnTo>
                <a:lnTo>
                  <a:pt x="487413" y="2399"/>
                </a:lnTo>
                <a:lnTo>
                  <a:pt x="547599" y="0"/>
                </a:lnTo>
              </a:path>
            </a:pathLst>
          </a:custGeom>
          <a:noFill/>
          <a:ln w="4953">
            <a:solidFill>
              <a:srgbClr val="E8BA0D">
                <a:alpha val="12000"/>
              </a:srgbClr>
            </a:solidFill>
            <a:prstDash val="solid"/>
          </a:ln>
        </p:spPr>
      </p:sp>
      <p:sp>
        <p:nvSpPr>
          <p:cNvPr id="343" name="knowledge-long-edge">
            <a:extLst>
              <a:ext uri="{FF2B5EF4-FFF2-40B4-BE49-F238E27FC236}">
                <a16:creationId xmlns:a16="http://schemas.microsoft.com/office/drawing/2014/main" id="{8D3A0819-3BD9-4E23-A0AF-67928EE170F0}"/>
              </a:ext>
            </a:extLst>
          </p:cNvPr>
          <p:cNvSpPr>
            <a:spLocks noGrp="1"/>
          </p:cNvSpPr>
          <p:nvPr/>
        </p:nvSpPr>
        <p:spPr>
          <a:xfrm>
            <a:off x="9667852" y="4891390"/>
            <a:ext cx="971208" cy="661555"/>
          </a:xfrm>
          <a:custGeom>
            <a:avLst/>
            <a:gdLst/>
            <a:ahLst/>
            <a:cxnLst/>
            <a:rect l="0" t="0" r="0" b="0"/>
            <a:pathLst>
              <a:path w="971208" h="661555">
                <a:moveTo>
                  <a:pt x="0" y="661555"/>
                </a:moveTo>
                <a:lnTo>
                  <a:pt x="60700" y="537543"/>
                </a:lnTo>
                <a:lnTo>
                  <a:pt x="121401" y="426389"/>
                </a:lnTo>
                <a:lnTo>
                  <a:pt x="182101" y="328091"/>
                </a:lnTo>
                <a:lnTo>
                  <a:pt x="242802" y="242650"/>
                </a:lnTo>
                <a:lnTo>
                  <a:pt x="303502" y="170066"/>
                </a:lnTo>
                <a:lnTo>
                  <a:pt x="364203" y="110339"/>
                </a:lnTo>
                <a:lnTo>
                  <a:pt x="424903" y="63469"/>
                </a:lnTo>
                <a:lnTo>
                  <a:pt x="485604" y="29455"/>
                </a:lnTo>
                <a:lnTo>
                  <a:pt x="546304" y="8299"/>
                </a:lnTo>
                <a:lnTo>
                  <a:pt x="607005" y="0"/>
                </a:lnTo>
                <a:lnTo>
                  <a:pt x="667705" y="4558"/>
                </a:lnTo>
                <a:lnTo>
                  <a:pt x="728406" y="21972"/>
                </a:lnTo>
                <a:lnTo>
                  <a:pt x="789106" y="52244"/>
                </a:lnTo>
                <a:lnTo>
                  <a:pt x="849807" y="95373"/>
                </a:lnTo>
                <a:lnTo>
                  <a:pt x="910507" y="151358"/>
                </a:lnTo>
                <a:lnTo>
                  <a:pt x="971208" y="220201"/>
                </a:lnTo>
              </a:path>
            </a:pathLst>
          </a:custGeom>
          <a:noFill/>
          <a:ln w="4286">
            <a:solidFill>
              <a:srgbClr val="E8BA0D">
                <a:alpha val="9000"/>
              </a:srgbClr>
            </a:solidFill>
            <a:prstDash val="solid"/>
          </a:ln>
        </p:spPr>
      </p:sp>
      <p:sp>
        <p:nvSpPr>
          <p:cNvPr id="344" name="knowledge-edge">
            <a:extLst>
              <a:ext uri="{FF2B5EF4-FFF2-40B4-BE49-F238E27FC236}">
                <a16:creationId xmlns:a16="http://schemas.microsoft.com/office/drawing/2014/main" id="{8C427392-3FF3-41DF-90C6-757955A9AA70}"/>
              </a:ext>
            </a:extLst>
          </p:cNvPr>
          <p:cNvSpPr>
            <a:spLocks noGrp="1"/>
          </p:cNvSpPr>
          <p:nvPr/>
        </p:nvSpPr>
        <p:spPr>
          <a:xfrm>
            <a:off x="9604409" y="5602619"/>
            <a:ext cx="639916" cy="216235"/>
          </a:xfrm>
          <a:custGeom>
            <a:avLst/>
            <a:gdLst/>
            <a:ahLst/>
            <a:cxnLst/>
            <a:rect l="0" t="0" r="0" b="0"/>
            <a:pathLst>
              <a:path w="639916" h="216235">
                <a:moveTo>
                  <a:pt x="0" y="216235"/>
                </a:moveTo>
                <a:lnTo>
                  <a:pt x="45708" y="208776"/>
                </a:lnTo>
                <a:lnTo>
                  <a:pt x="91417" y="200088"/>
                </a:lnTo>
                <a:lnTo>
                  <a:pt x="137125" y="190172"/>
                </a:lnTo>
                <a:lnTo>
                  <a:pt x="182833" y="179027"/>
                </a:lnTo>
                <a:lnTo>
                  <a:pt x="228542" y="166653"/>
                </a:lnTo>
                <a:lnTo>
                  <a:pt x="274250" y="153050"/>
                </a:lnTo>
                <a:lnTo>
                  <a:pt x="319958" y="138219"/>
                </a:lnTo>
                <a:lnTo>
                  <a:pt x="365666" y="122160"/>
                </a:lnTo>
                <a:lnTo>
                  <a:pt x="411375" y="104871"/>
                </a:lnTo>
                <a:lnTo>
                  <a:pt x="457083" y="86354"/>
                </a:lnTo>
                <a:lnTo>
                  <a:pt x="502791" y="66609"/>
                </a:lnTo>
                <a:lnTo>
                  <a:pt x="548500" y="45634"/>
                </a:lnTo>
                <a:lnTo>
                  <a:pt x="594208" y="23432"/>
                </a:lnTo>
                <a:lnTo>
                  <a:pt x="639916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45" name="knowledge-cross-edge">
            <a:extLst>
              <a:ext uri="{FF2B5EF4-FFF2-40B4-BE49-F238E27FC236}">
                <a16:creationId xmlns:a16="http://schemas.microsoft.com/office/drawing/2014/main" id="{FDCF1C28-A876-46A7-9E4C-683E4867BCB6}"/>
              </a:ext>
            </a:extLst>
          </p:cNvPr>
          <p:cNvSpPr>
            <a:spLocks noGrp="1"/>
          </p:cNvSpPr>
          <p:nvPr/>
        </p:nvSpPr>
        <p:spPr>
          <a:xfrm>
            <a:off x="9604409" y="5759245"/>
            <a:ext cx="470351" cy="120977"/>
          </a:xfrm>
          <a:custGeom>
            <a:avLst/>
            <a:gdLst/>
            <a:ahLst/>
            <a:cxnLst/>
            <a:rect l="0" t="0" r="0" b="0"/>
            <a:pathLst>
              <a:path w="470351" h="120977">
                <a:moveTo>
                  <a:pt x="0" y="59609"/>
                </a:moveTo>
                <a:lnTo>
                  <a:pt x="53748" y="37952"/>
                </a:lnTo>
                <a:lnTo>
                  <a:pt x="104850" y="21163"/>
                </a:lnTo>
                <a:lnTo>
                  <a:pt x="153307" y="9241"/>
                </a:lnTo>
                <a:lnTo>
                  <a:pt x="199117" y="2187"/>
                </a:lnTo>
                <a:lnTo>
                  <a:pt x="242282" y="0"/>
                </a:lnTo>
                <a:lnTo>
                  <a:pt x="282801" y="2680"/>
                </a:lnTo>
                <a:lnTo>
                  <a:pt x="320674" y="10228"/>
                </a:lnTo>
                <a:lnTo>
                  <a:pt x="355901" y="22643"/>
                </a:lnTo>
                <a:lnTo>
                  <a:pt x="388482" y="39926"/>
                </a:lnTo>
                <a:lnTo>
                  <a:pt x="418418" y="62076"/>
                </a:lnTo>
                <a:lnTo>
                  <a:pt x="445708" y="89093"/>
                </a:lnTo>
                <a:lnTo>
                  <a:pt x="470351" y="120977"/>
                </a:lnTo>
              </a:path>
            </a:pathLst>
          </a:custGeom>
          <a:noFill/>
          <a:ln w="5334">
            <a:solidFill>
              <a:srgbClr val="E8BA0D">
                <a:alpha val="13000"/>
              </a:srgbClr>
            </a:solidFill>
            <a:prstDash val="solid"/>
          </a:ln>
        </p:spPr>
      </p:sp>
      <p:sp>
        <p:nvSpPr>
          <p:cNvPr id="346" name="knowledge-edge">
            <a:extLst>
              <a:ext uri="{FF2B5EF4-FFF2-40B4-BE49-F238E27FC236}">
                <a16:creationId xmlns:a16="http://schemas.microsoft.com/office/drawing/2014/main" id="{15687B2F-28AD-4072-915E-FEF65C294944}"/>
              </a:ext>
            </a:extLst>
          </p:cNvPr>
          <p:cNvSpPr>
            <a:spLocks noGrp="1"/>
          </p:cNvSpPr>
          <p:nvPr/>
        </p:nvSpPr>
        <p:spPr>
          <a:xfrm>
            <a:off x="9619927" y="5880223"/>
            <a:ext cx="454834" cy="242955"/>
          </a:xfrm>
          <a:custGeom>
            <a:avLst/>
            <a:gdLst/>
            <a:ahLst/>
            <a:cxnLst/>
            <a:rect l="0" t="0" r="0" b="0"/>
            <a:pathLst>
              <a:path w="454834" h="242955">
                <a:moveTo>
                  <a:pt x="0" y="242955"/>
                </a:moveTo>
                <a:lnTo>
                  <a:pt x="32488" y="226260"/>
                </a:lnTo>
                <a:lnTo>
                  <a:pt x="64976" y="209464"/>
                </a:lnTo>
                <a:lnTo>
                  <a:pt x="97464" y="192567"/>
                </a:lnTo>
                <a:lnTo>
                  <a:pt x="129952" y="175568"/>
                </a:lnTo>
                <a:lnTo>
                  <a:pt x="162441" y="158468"/>
                </a:lnTo>
                <a:lnTo>
                  <a:pt x="194929" y="141266"/>
                </a:lnTo>
                <a:lnTo>
                  <a:pt x="227417" y="123963"/>
                </a:lnTo>
                <a:lnTo>
                  <a:pt x="259905" y="106559"/>
                </a:lnTo>
                <a:lnTo>
                  <a:pt x="292393" y="89052"/>
                </a:lnTo>
                <a:lnTo>
                  <a:pt x="324881" y="71445"/>
                </a:lnTo>
                <a:lnTo>
                  <a:pt x="357369" y="53736"/>
                </a:lnTo>
                <a:lnTo>
                  <a:pt x="389857" y="35925"/>
                </a:lnTo>
                <a:lnTo>
                  <a:pt x="422345" y="18013"/>
                </a:lnTo>
                <a:lnTo>
                  <a:pt x="454834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47" name="knowledge-cross-edge">
            <a:extLst>
              <a:ext uri="{FF2B5EF4-FFF2-40B4-BE49-F238E27FC236}">
                <a16:creationId xmlns:a16="http://schemas.microsoft.com/office/drawing/2014/main" id="{27AB9F37-A904-43A0-BEB7-B5E57D33CECA}"/>
              </a:ext>
            </a:extLst>
          </p:cNvPr>
          <p:cNvSpPr>
            <a:spLocks noGrp="1"/>
          </p:cNvSpPr>
          <p:nvPr/>
        </p:nvSpPr>
        <p:spPr>
          <a:xfrm>
            <a:off x="9619927" y="6108575"/>
            <a:ext cx="351433" cy="197578"/>
          </a:xfrm>
          <a:custGeom>
            <a:avLst/>
            <a:gdLst/>
            <a:ahLst/>
            <a:cxnLst/>
            <a:rect l="0" t="0" r="0" b="0"/>
            <a:pathLst>
              <a:path w="351433" h="197578">
                <a:moveTo>
                  <a:pt x="0" y="14602"/>
                </a:moveTo>
                <a:lnTo>
                  <a:pt x="43838" y="5264"/>
                </a:lnTo>
                <a:lnTo>
                  <a:pt x="85031" y="397"/>
                </a:lnTo>
                <a:lnTo>
                  <a:pt x="123577" y="0"/>
                </a:lnTo>
                <a:lnTo>
                  <a:pt x="159478" y="4073"/>
                </a:lnTo>
                <a:lnTo>
                  <a:pt x="192733" y="12616"/>
                </a:lnTo>
                <a:lnTo>
                  <a:pt x="223342" y="25629"/>
                </a:lnTo>
                <a:lnTo>
                  <a:pt x="251305" y="43112"/>
                </a:lnTo>
                <a:lnTo>
                  <a:pt x="276622" y="65065"/>
                </a:lnTo>
                <a:lnTo>
                  <a:pt x="299294" y="91488"/>
                </a:lnTo>
                <a:lnTo>
                  <a:pt x="319320" y="122381"/>
                </a:lnTo>
                <a:lnTo>
                  <a:pt x="336699" y="157744"/>
                </a:lnTo>
                <a:lnTo>
                  <a:pt x="351433" y="197578"/>
                </a:lnTo>
              </a:path>
            </a:pathLst>
          </a:custGeom>
          <a:noFill/>
          <a:ln w="5334">
            <a:solidFill>
              <a:srgbClr val="E8BA0D">
                <a:alpha val="13000"/>
              </a:srgbClr>
            </a:solidFill>
            <a:prstDash val="solid"/>
          </a:ln>
        </p:spPr>
      </p:sp>
      <p:sp>
        <p:nvSpPr>
          <p:cNvPr id="348" name="knowledge-cross-edge">
            <a:extLst>
              <a:ext uri="{FF2B5EF4-FFF2-40B4-BE49-F238E27FC236}">
                <a16:creationId xmlns:a16="http://schemas.microsoft.com/office/drawing/2014/main" id="{25136A7C-635E-410F-B279-6B18FD89F501}"/>
              </a:ext>
            </a:extLst>
          </p:cNvPr>
          <p:cNvSpPr>
            <a:spLocks noGrp="1"/>
          </p:cNvSpPr>
          <p:nvPr/>
        </p:nvSpPr>
        <p:spPr>
          <a:xfrm>
            <a:off x="9619927" y="5602619"/>
            <a:ext cx="624399" cy="520559"/>
          </a:xfrm>
          <a:custGeom>
            <a:avLst/>
            <a:gdLst/>
            <a:ahLst/>
            <a:cxnLst/>
            <a:rect l="0" t="0" r="0" b="0"/>
            <a:pathLst>
              <a:path w="624399" h="520559">
                <a:moveTo>
                  <a:pt x="0" y="520559"/>
                </a:moveTo>
                <a:lnTo>
                  <a:pt x="37481" y="438867"/>
                </a:lnTo>
                <a:lnTo>
                  <a:pt x="77608" y="364142"/>
                </a:lnTo>
                <a:lnTo>
                  <a:pt x="120381" y="296382"/>
                </a:lnTo>
                <a:lnTo>
                  <a:pt x="165800" y="235588"/>
                </a:lnTo>
                <a:lnTo>
                  <a:pt x="213864" y="181760"/>
                </a:lnTo>
                <a:lnTo>
                  <a:pt x="264574" y="134897"/>
                </a:lnTo>
                <a:lnTo>
                  <a:pt x="317930" y="95000"/>
                </a:lnTo>
                <a:lnTo>
                  <a:pt x="373932" y="62069"/>
                </a:lnTo>
                <a:lnTo>
                  <a:pt x="432580" y="36103"/>
                </a:lnTo>
                <a:lnTo>
                  <a:pt x="493874" y="17103"/>
                </a:lnTo>
                <a:lnTo>
                  <a:pt x="557813" y="5069"/>
                </a:lnTo>
                <a:lnTo>
                  <a:pt x="624399" y="0"/>
                </a:lnTo>
              </a:path>
            </a:pathLst>
          </a:custGeom>
          <a:noFill/>
          <a:ln w="4953">
            <a:solidFill>
              <a:srgbClr val="E8BA0D">
                <a:alpha val="12000"/>
              </a:srgbClr>
            </a:solidFill>
            <a:prstDash val="solid"/>
          </a:ln>
        </p:spPr>
      </p:sp>
      <p:sp>
        <p:nvSpPr>
          <p:cNvPr id="349" name="knowledge-edge">
            <a:extLst>
              <a:ext uri="{FF2B5EF4-FFF2-40B4-BE49-F238E27FC236}">
                <a16:creationId xmlns:a16="http://schemas.microsoft.com/office/drawing/2014/main" id="{A3BCC61B-0C22-48A5-AD6B-05B61FAD21AE}"/>
              </a:ext>
            </a:extLst>
          </p:cNvPr>
          <p:cNvSpPr>
            <a:spLocks noGrp="1"/>
          </p:cNvSpPr>
          <p:nvPr/>
        </p:nvSpPr>
        <p:spPr>
          <a:xfrm>
            <a:off x="9823835" y="6306153"/>
            <a:ext cx="147525" cy="188291"/>
          </a:xfrm>
          <a:custGeom>
            <a:avLst/>
            <a:gdLst/>
            <a:ahLst/>
            <a:cxnLst/>
            <a:rect l="0" t="0" r="0" b="0"/>
            <a:pathLst>
              <a:path w="147525" h="188291">
                <a:moveTo>
                  <a:pt x="0" y="188291"/>
                </a:moveTo>
                <a:lnTo>
                  <a:pt x="10538" y="162944"/>
                </a:lnTo>
                <a:lnTo>
                  <a:pt x="21075" y="139428"/>
                </a:lnTo>
                <a:lnTo>
                  <a:pt x="31613" y="117742"/>
                </a:lnTo>
                <a:lnTo>
                  <a:pt x="42150" y="97886"/>
                </a:lnTo>
                <a:lnTo>
                  <a:pt x="52688" y="79860"/>
                </a:lnTo>
                <a:lnTo>
                  <a:pt x="63225" y="63665"/>
                </a:lnTo>
                <a:lnTo>
                  <a:pt x="73763" y="49301"/>
                </a:lnTo>
                <a:lnTo>
                  <a:pt x="84300" y="36767"/>
                </a:lnTo>
                <a:lnTo>
                  <a:pt x="94838" y="26063"/>
                </a:lnTo>
                <a:lnTo>
                  <a:pt x="105375" y="17190"/>
                </a:lnTo>
                <a:lnTo>
                  <a:pt x="115913" y="10147"/>
                </a:lnTo>
                <a:lnTo>
                  <a:pt x="126450" y="4934"/>
                </a:lnTo>
                <a:lnTo>
                  <a:pt x="136988" y="1552"/>
                </a:lnTo>
                <a:lnTo>
                  <a:pt x="147525" y="0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50" name="knowledge-cross-edge">
            <a:extLst>
              <a:ext uri="{FF2B5EF4-FFF2-40B4-BE49-F238E27FC236}">
                <a16:creationId xmlns:a16="http://schemas.microsoft.com/office/drawing/2014/main" id="{18CCF107-ABB3-49D6-B245-4338C6423D5B}"/>
              </a:ext>
            </a:extLst>
          </p:cNvPr>
          <p:cNvSpPr>
            <a:spLocks noGrp="1"/>
          </p:cNvSpPr>
          <p:nvPr/>
        </p:nvSpPr>
        <p:spPr>
          <a:xfrm>
            <a:off x="9823835" y="5880223"/>
            <a:ext cx="250925" cy="614222"/>
          </a:xfrm>
          <a:custGeom>
            <a:avLst/>
            <a:gdLst/>
            <a:ahLst/>
            <a:cxnLst/>
            <a:rect l="0" t="0" r="0" b="0"/>
            <a:pathLst>
              <a:path w="250925" h="614222">
                <a:moveTo>
                  <a:pt x="0" y="614222"/>
                </a:moveTo>
                <a:lnTo>
                  <a:pt x="6358" y="515268"/>
                </a:lnTo>
                <a:lnTo>
                  <a:pt x="15363" y="425000"/>
                </a:lnTo>
                <a:lnTo>
                  <a:pt x="27013" y="343417"/>
                </a:lnTo>
                <a:lnTo>
                  <a:pt x="41308" y="270519"/>
                </a:lnTo>
                <a:lnTo>
                  <a:pt x="58250" y="206306"/>
                </a:lnTo>
                <a:lnTo>
                  <a:pt x="77838" y="150778"/>
                </a:lnTo>
                <a:lnTo>
                  <a:pt x="100071" y="103936"/>
                </a:lnTo>
                <a:lnTo>
                  <a:pt x="124950" y="65778"/>
                </a:lnTo>
                <a:lnTo>
                  <a:pt x="152475" y="36306"/>
                </a:lnTo>
                <a:lnTo>
                  <a:pt x="182646" y="15519"/>
                </a:lnTo>
                <a:lnTo>
                  <a:pt x="215463" y="3417"/>
                </a:lnTo>
                <a:lnTo>
                  <a:pt x="250925" y="0"/>
                </a:lnTo>
              </a:path>
            </a:pathLst>
          </a:custGeom>
          <a:noFill/>
          <a:ln w="4953">
            <a:solidFill>
              <a:srgbClr val="E8BA0D">
                <a:alpha val="12000"/>
              </a:srgbClr>
            </a:solidFill>
            <a:prstDash val="solid"/>
          </a:ln>
        </p:spPr>
      </p:sp>
      <p:sp>
        <p:nvSpPr>
          <p:cNvPr id="351" name="knowledge-edge">
            <a:extLst>
              <a:ext uri="{FF2B5EF4-FFF2-40B4-BE49-F238E27FC236}">
                <a16:creationId xmlns:a16="http://schemas.microsoft.com/office/drawing/2014/main" id="{4A6257B1-D0AD-477A-9600-85F1734D876C}"/>
              </a:ext>
            </a:extLst>
          </p:cNvPr>
          <p:cNvSpPr>
            <a:spLocks noGrp="1"/>
          </p:cNvSpPr>
          <p:nvPr/>
        </p:nvSpPr>
        <p:spPr>
          <a:xfrm>
            <a:off x="9688395" y="6641030"/>
            <a:ext cx="354484" cy="98102"/>
          </a:xfrm>
          <a:custGeom>
            <a:avLst/>
            <a:gdLst/>
            <a:ahLst/>
            <a:cxnLst/>
            <a:rect l="0" t="0" r="0" b="0"/>
            <a:pathLst>
              <a:path w="354484" h="98102">
                <a:moveTo>
                  <a:pt x="0" y="98102"/>
                </a:moveTo>
                <a:lnTo>
                  <a:pt x="25320" y="82087"/>
                </a:lnTo>
                <a:lnTo>
                  <a:pt x="50641" y="67497"/>
                </a:lnTo>
                <a:lnTo>
                  <a:pt x="75961" y="54333"/>
                </a:lnTo>
                <a:lnTo>
                  <a:pt x="101281" y="42595"/>
                </a:lnTo>
                <a:lnTo>
                  <a:pt x="126601" y="32281"/>
                </a:lnTo>
                <a:lnTo>
                  <a:pt x="151922" y="23393"/>
                </a:lnTo>
                <a:lnTo>
                  <a:pt x="177242" y="15931"/>
                </a:lnTo>
                <a:lnTo>
                  <a:pt x="202562" y="9894"/>
                </a:lnTo>
                <a:lnTo>
                  <a:pt x="227882" y="5282"/>
                </a:lnTo>
                <a:lnTo>
                  <a:pt x="253203" y="2096"/>
                </a:lnTo>
                <a:lnTo>
                  <a:pt x="278523" y="335"/>
                </a:lnTo>
                <a:lnTo>
                  <a:pt x="303843" y="0"/>
                </a:lnTo>
                <a:lnTo>
                  <a:pt x="329164" y="1090"/>
                </a:lnTo>
                <a:lnTo>
                  <a:pt x="354484" y="3606"/>
                </a:lnTo>
              </a:path>
            </a:pathLst>
          </a:custGeom>
          <a:noFill/>
          <a:ln w="6477">
            <a:solidFill>
              <a:srgbClr val="E8BA0D">
                <a:alpha val="17000"/>
              </a:srgbClr>
            </a:solidFill>
            <a:prstDash val="solid"/>
          </a:ln>
        </p:spPr>
      </p:sp>
      <p:sp>
        <p:nvSpPr>
          <p:cNvPr id="352" name="knowledge-edge">
            <a:extLst>
              <a:ext uri="{FF2B5EF4-FFF2-40B4-BE49-F238E27FC236}">
                <a16:creationId xmlns:a16="http://schemas.microsoft.com/office/drawing/2014/main" id="{02A441F3-838F-45DD-83E4-922E7474AB9F}"/>
              </a:ext>
            </a:extLst>
          </p:cNvPr>
          <p:cNvSpPr>
            <a:spLocks noGrp="1"/>
          </p:cNvSpPr>
          <p:nvPr/>
        </p:nvSpPr>
        <p:spPr>
          <a:xfrm>
            <a:off x="10159668" y="5054494"/>
            <a:ext cx="431705" cy="317244"/>
          </a:xfrm>
          <a:custGeom>
            <a:avLst/>
            <a:gdLst/>
            <a:ahLst/>
            <a:cxnLst/>
            <a:rect l="0" t="0" r="0" b="0"/>
            <a:pathLst>
              <a:path w="431705" h="317244">
                <a:moveTo>
                  <a:pt x="0" y="317244"/>
                </a:moveTo>
                <a:lnTo>
                  <a:pt x="30836" y="292871"/>
                </a:lnTo>
                <a:lnTo>
                  <a:pt x="61672" y="268762"/>
                </a:lnTo>
                <a:lnTo>
                  <a:pt x="92508" y="244916"/>
                </a:lnTo>
                <a:lnTo>
                  <a:pt x="123344" y="221333"/>
                </a:lnTo>
                <a:lnTo>
                  <a:pt x="154180" y="198014"/>
                </a:lnTo>
                <a:lnTo>
                  <a:pt x="185016" y="174959"/>
                </a:lnTo>
                <a:lnTo>
                  <a:pt x="215852" y="152167"/>
                </a:lnTo>
                <a:lnTo>
                  <a:pt x="246689" y="129638"/>
                </a:lnTo>
                <a:lnTo>
                  <a:pt x="277525" y="107373"/>
                </a:lnTo>
                <a:lnTo>
                  <a:pt x="308361" y="85372"/>
                </a:lnTo>
                <a:lnTo>
                  <a:pt x="339197" y="63633"/>
                </a:lnTo>
                <a:lnTo>
                  <a:pt x="370033" y="42159"/>
                </a:lnTo>
                <a:lnTo>
                  <a:pt x="400869" y="20948"/>
                </a:lnTo>
                <a:lnTo>
                  <a:pt x="431705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53" name="knowledge-cross-edge">
            <a:extLst>
              <a:ext uri="{FF2B5EF4-FFF2-40B4-BE49-F238E27FC236}">
                <a16:creationId xmlns:a16="http://schemas.microsoft.com/office/drawing/2014/main" id="{FD97A199-F191-40A7-B1C3-7E0F562AE373}"/>
              </a:ext>
            </a:extLst>
          </p:cNvPr>
          <p:cNvSpPr>
            <a:spLocks noGrp="1"/>
          </p:cNvSpPr>
          <p:nvPr/>
        </p:nvSpPr>
        <p:spPr>
          <a:xfrm>
            <a:off x="10159668" y="5103328"/>
            <a:ext cx="479391" cy="268411"/>
          </a:xfrm>
          <a:custGeom>
            <a:avLst/>
            <a:gdLst/>
            <a:ahLst/>
            <a:cxnLst/>
            <a:rect l="0" t="0" r="0" b="0"/>
            <a:pathLst>
              <a:path w="479391" h="268411">
                <a:moveTo>
                  <a:pt x="0" y="268411"/>
                </a:moveTo>
                <a:lnTo>
                  <a:pt x="54501" y="218340"/>
                </a:lnTo>
                <a:lnTo>
                  <a:pt x="106357" y="173432"/>
                </a:lnTo>
                <a:lnTo>
                  <a:pt x="155567" y="133686"/>
                </a:lnTo>
                <a:lnTo>
                  <a:pt x="202130" y="99101"/>
                </a:lnTo>
                <a:lnTo>
                  <a:pt x="246048" y="69679"/>
                </a:lnTo>
                <a:lnTo>
                  <a:pt x="287321" y="45419"/>
                </a:lnTo>
                <a:lnTo>
                  <a:pt x="325947" y="26321"/>
                </a:lnTo>
                <a:lnTo>
                  <a:pt x="361927" y="12385"/>
                </a:lnTo>
                <a:lnTo>
                  <a:pt x="395262" y="3612"/>
                </a:lnTo>
                <a:lnTo>
                  <a:pt x="425951" y="0"/>
                </a:lnTo>
                <a:lnTo>
                  <a:pt x="453994" y="1550"/>
                </a:lnTo>
                <a:lnTo>
                  <a:pt x="479391" y="8263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54" name="knowledge-long-edge">
            <a:extLst>
              <a:ext uri="{FF2B5EF4-FFF2-40B4-BE49-F238E27FC236}">
                <a16:creationId xmlns:a16="http://schemas.microsoft.com/office/drawing/2014/main" id="{EDAE7FCD-251C-4599-87AC-5DEC4D5D88A9}"/>
              </a:ext>
            </a:extLst>
          </p:cNvPr>
          <p:cNvSpPr>
            <a:spLocks noGrp="1"/>
          </p:cNvSpPr>
          <p:nvPr/>
        </p:nvSpPr>
        <p:spPr>
          <a:xfrm>
            <a:off x="10159668" y="4718957"/>
            <a:ext cx="877230" cy="652781"/>
          </a:xfrm>
          <a:custGeom>
            <a:avLst/>
            <a:gdLst/>
            <a:ahLst/>
            <a:cxnLst/>
            <a:rect l="0" t="0" r="0" b="0"/>
            <a:pathLst>
              <a:path w="877230" h="652781">
                <a:moveTo>
                  <a:pt x="0" y="652781"/>
                </a:moveTo>
                <a:lnTo>
                  <a:pt x="54827" y="540826"/>
                </a:lnTo>
                <a:lnTo>
                  <a:pt x="109654" y="439393"/>
                </a:lnTo>
                <a:lnTo>
                  <a:pt x="164481" y="348482"/>
                </a:lnTo>
                <a:lnTo>
                  <a:pt x="219307" y="268094"/>
                </a:lnTo>
                <a:lnTo>
                  <a:pt x="274134" y="198228"/>
                </a:lnTo>
                <a:lnTo>
                  <a:pt x="328961" y="138884"/>
                </a:lnTo>
                <a:lnTo>
                  <a:pt x="383788" y="90063"/>
                </a:lnTo>
                <a:lnTo>
                  <a:pt x="438615" y="51764"/>
                </a:lnTo>
                <a:lnTo>
                  <a:pt x="493442" y="23987"/>
                </a:lnTo>
                <a:lnTo>
                  <a:pt x="548268" y="6732"/>
                </a:lnTo>
                <a:lnTo>
                  <a:pt x="603095" y="0"/>
                </a:lnTo>
                <a:lnTo>
                  <a:pt x="657922" y="3790"/>
                </a:lnTo>
                <a:lnTo>
                  <a:pt x="712749" y="18102"/>
                </a:lnTo>
                <a:lnTo>
                  <a:pt x="767576" y="42937"/>
                </a:lnTo>
                <a:lnTo>
                  <a:pt x="822403" y="78294"/>
                </a:lnTo>
                <a:lnTo>
                  <a:pt x="877230" y="124173"/>
                </a:lnTo>
              </a:path>
            </a:pathLst>
          </a:custGeom>
          <a:noFill/>
          <a:ln w="4286">
            <a:solidFill>
              <a:srgbClr val="CEB717">
                <a:alpha val="9000"/>
              </a:srgbClr>
            </a:solidFill>
            <a:prstDash val="solid"/>
          </a:ln>
        </p:spPr>
      </p:sp>
      <p:sp>
        <p:nvSpPr>
          <p:cNvPr id="355" name="knowledge-edge">
            <a:extLst>
              <a:ext uri="{FF2B5EF4-FFF2-40B4-BE49-F238E27FC236}">
                <a16:creationId xmlns:a16="http://schemas.microsoft.com/office/drawing/2014/main" id="{59CD8FEE-317A-447C-9FAA-F10DA151F1F4}"/>
              </a:ext>
            </a:extLst>
          </p:cNvPr>
          <p:cNvSpPr>
            <a:spLocks noGrp="1"/>
          </p:cNvSpPr>
          <p:nvPr/>
        </p:nvSpPr>
        <p:spPr>
          <a:xfrm>
            <a:off x="10215450" y="5111591"/>
            <a:ext cx="423609" cy="337578"/>
          </a:xfrm>
          <a:custGeom>
            <a:avLst/>
            <a:gdLst/>
            <a:ahLst/>
            <a:cxnLst/>
            <a:rect l="0" t="0" r="0" b="0"/>
            <a:pathLst>
              <a:path w="423609" h="337578">
                <a:moveTo>
                  <a:pt x="0" y="337578"/>
                </a:moveTo>
                <a:lnTo>
                  <a:pt x="30258" y="317504"/>
                </a:lnTo>
                <a:lnTo>
                  <a:pt x="60516" y="296809"/>
                </a:lnTo>
                <a:lnTo>
                  <a:pt x="90773" y="275492"/>
                </a:lnTo>
                <a:lnTo>
                  <a:pt x="121031" y="253555"/>
                </a:lnTo>
                <a:lnTo>
                  <a:pt x="151289" y="230995"/>
                </a:lnTo>
                <a:lnTo>
                  <a:pt x="181547" y="207815"/>
                </a:lnTo>
                <a:lnTo>
                  <a:pt x="211804" y="184013"/>
                </a:lnTo>
                <a:lnTo>
                  <a:pt x="242062" y="159589"/>
                </a:lnTo>
                <a:lnTo>
                  <a:pt x="272320" y="134545"/>
                </a:lnTo>
                <a:lnTo>
                  <a:pt x="302578" y="108878"/>
                </a:lnTo>
                <a:lnTo>
                  <a:pt x="332836" y="82591"/>
                </a:lnTo>
                <a:lnTo>
                  <a:pt x="363093" y="55682"/>
                </a:lnTo>
                <a:lnTo>
                  <a:pt x="393351" y="28152"/>
                </a:lnTo>
                <a:lnTo>
                  <a:pt x="423609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56" name="knowledge-cross-edge">
            <a:extLst>
              <a:ext uri="{FF2B5EF4-FFF2-40B4-BE49-F238E27FC236}">
                <a16:creationId xmlns:a16="http://schemas.microsoft.com/office/drawing/2014/main" id="{DF12DCAE-2719-4407-9C14-71D56C5FCD2F}"/>
              </a:ext>
            </a:extLst>
          </p:cNvPr>
          <p:cNvSpPr>
            <a:spLocks noGrp="1"/>
          </p:cNvSpPr>
          <p:nvPr/>
        </p:nvSpPr>
        <p:spPr>
          <a:xfrm>
            <a:off x="10215450" y="5368884"/>
            <a:ext cx="448884" cy="80284"/>
          </a:xfrm>
          <a:custGeom>
            <a:avLst/>
            <a:gdLst/>
            <a:ahLst/>
            <a:cxnLst/>
            <a:rect l="0" t="0" r="0" b="0"/>
            <a:pathLst>
              <a:path w="448884" h="80284">
                <a:moveTo>
                  <a:pt x="0" y="80284"/>
                </a:moveTo>
                <a:lnTo>
                  <a:pt x="51959" y="77085"/>
                </a:lnTo>
                <a:lnTo>
                  <a:pt x="101272" y="73252"/>
                </a:lnTo>
                <a:lnTo>
                  <a:pt x="147940" y="68783"/>
                </a:lnTo>
                <a:lnTo>
                  <a:pt x="191961" y="63680"/>
                </a:lnTo>
                <a:lnTo>
                  <a:pt x="233337" y="57942"/>
                </a:lnTo>
                <a:lnTo>
                  <a:pt x="272067" y="51569"/>
                </a:lnTo>
                <a:lnTo>
                  <a:pt x="308151" y="44561"/>
                </a:lnTo>
                <a:lnTo>
                  <a:pt x="341589" y="36919"/>
                </a:lnTo>
                <a:lnTo>
                  <a:pt x="372382" y="28641"/>
                </a:lnTo>
                <a:lnTo>
                  <a:pt x="400528" y="19729"/>
                </a:lnTo>
                <a:lnTo>
                  <a:pt x="426029" y="10182"/>
                </a:lnTo>
                <a:lnTo>
                  <a:pt x="448884" y="0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57" name="knowledge-edge">
            <a:extLst>
              <a:ext uri="{FF2B5EF4-FFF2-40B4-BE49-F238E27FC236}">
                <a16:creationId xmlns:a16="http://schemas.microsoft.com/office/drawing/2014/main" id="{27A54A55-94AD-4632-B41A-0067BCB2333B}"/>
              </a:ext>
            </a:extLst>
          </p:cNvPr>
          <p:cNvSpPr>
            <a:spLocks noGrp="1"/>
          </p:cNvSpPr>
          <p:nvPr/>
        </p:nvSpPr>
        <p:spPr>
          <a:xfrm>
            <a:off x="10174861" y="5368884"/>
            <a:ext cx="489473" cy="144431"/>
          </a:xfrm>
          <a:custGeom>
            <a:avLst/>
            <a:gdLst/>
            <a:ahLst/>
            <a:cxnLst/>
            <a:rect l="0" t="0" r="0" b="0"/>
            <a:pathLst>
              <a:path w="489473" h="144431">
                <a:moveTo>
                  <a:pt x="0" y="144431"/>
                </a:moveTo>
                <a:lnTo>
                  <a:pt x="34962" y="134117"/>
                </a:lnTo>
                <a:lnTo>
                  <a:pt x="69925" y="123804"/>
                </a:lnTo>
                <a:lnTo>
                  <a:pt x="104887" y="113489"/>
                </a:lnTo>
                <a:lnTo>
                  <a:pt x="139849" y="103174"/>
                </a:lnTo>
                <a:lnTo>
                  <a:pt x="174812" y="92859"/>
                </a:lnTo>
                <a:lnTo>
                  <a:pt x="209774" y="82543"/>
                </a:lnTo>
                <a:lnTo>
                  <a:pt x="244737" y="72227"/>
                </a:lnTo>
                <a:lnTo>
                  <a:pt x="279699" y="61911"/>
                </a:lnTo>
                <a:lnTo>
                  <a:pt x="314661" y="51593"/>
                </a:lnTo>
                <a:lnTo>
                  <a:pt x="349624" y="41276"/>
                </a:lnTo>
                <a:lnTo>
                  <a:pt x="384586" y="30957"/>
                </a:lnTo>
                <a:lnTo>
                  <a:pt x="419548" y="20639"/>
                </a:lnTo>
                <a:lnTo>
                  <a:pt x="454511" y="10320"/>
                </a:lnTo>
                <a:lnTo>
                  <a:pt x="489473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58" name="knowledge-cross-edge">
            <a:extLst>
              <a:ext uri="{FF2B5EF4-FFF2-40B4-BE49-F238E27FC236}">
                <a16:creationId xmlns:a16="http://schemas.microsoft.com/office/drawing/2014/main" id="{5954F163-6682-4077-B5C7-847B8EFB6076}"/>
              </a:ext>
            </a:extLst>
          </p:cNvPr>
          <p:cNvSpPr>
            <a:spLocks noGrp="1"/>
          </p:cNvSpPr>
          <p:nvPr/>
        </p:nvSpPr>
        <p:spPr>
          <a:xfrm>
            <a:off x="10174861" y="5513315"/>
            <a:ext cx="411270" cy="105140"/>
          </a:xfrm>
          <a:custGeom>
            <a:avLst/>
            <a:gdLst/>
            <a:ahLst/>
            <a:cxnLst/>
            <a:rect l="0" t="0" r="0" b="0"/>
            <a:pathLst>
              <a:path w="411270" h="105140">
                <a:moveTo>
                  <a:pt x="0" y="0"/>
                </a:moveTo>
                <a:lnTo>
                  <a:pt x="48825" y="10845"/>
                </a:lnTo>
                <a:lnTo>
                  <a:pt x="95003" y="21312"/>
                </a:lnTo>
                <a:lnTo>
                  <a:pt x="138536" y="31399"/>
                </a:lnTo>
                <a:lnTo>
                  <a:pt x="179423" y="41108"/>
                </a:lnTo>
                <a:lnTo>
                  <a:pt x="217665" y="50438"/>
                </a:lnTo>
                <a:lnTo>
                  <a:pt x="253260" y="59389"/>
                </a:lnTo>
                <a:lnTo>
                  <a:pt x="286210" y="67961"/>
                </a:lnTo>
                <a:lnTo>
                  <a:pt x="316513" y="76155"/>
                </a:lnTo>
                <a:lnTo>
                  <a:pt x="344171" y="83969"/>
                </a:lnTo>
                <a:lnTo>
                  <a:pt x="369184" y="91405"/>
                </a:lnTo>
                <a:lnTo>
                  <a:pt x="391550" y="98462"/>
                </a:lnTo>
                <a:lnTo>
                  <a:pt x="411270" y="105140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59" name="knowledge-edge">
            <a:extLst>
              <a:ext uri="{FF2B5EF4-FFF2-40B4-BE49-F238E27FC236}">
                <a16:creationId xmlns:a16="http://schemas.microsoft.com/office/drawing/2014/main" id="{63C9C4EB-D492-4BEB-8802-FFD45E77E306}"/>
              </a:ext>
            </a:extLst>
          </p:cNvPr>
          <p:cNvSpPr>
            <a:spLocks noGrp="1"/>
          </p:cNvSpPr>
          <p:nvPr/>
        </p:nvSpPr>
        <p:spPr>
          <a:xfrm>
            <a:off x="10244325" y="5602619"/>
            <a:ext cx="341806" cy="68868"/>
          </a:xfrm>
          <a:custGeom>
            <a:avLst/>
            <a:gdLst/>
            <a:ahLst/>
            <a:cxnLst/>
            <a:rect l="0" t="0" r="0" b="0"/>
            <a:pathLst>
              <a:path w="341806" h="68868">
                <a:moveTo>
                  <a:pt x="0" y="0"/>
                </a:moveTo>
                <a:lnTo>
                  <a:pt x="24415" y="17301"/>
                </a:lnTo>
                <a:lnTo>
                  <a:pt x="48829" y="32115"/>
                </a:lnTo>
                <a:lnTo>
                  <a:pt x="73244" y="44441"/>
                </a:lnTo>
                <a:lnTo>
                  <a:pt x="97659" y="54279"/>
                </a:lnTo>
                <a:lnTo>
                  <a:pt x="122073" y="61630"/>
                </a:lnTo>
                <a:lnTo>
                  <a:pt x="146488" y="66493"/>
                </a:lnTo>
                <a:lnTo>
                  <a:pt x="170903" y="68868"/>
                </a:lnTo>
                <a:lnTo>
                  <a:pt x="195317" y="68755"/>
                </a:lnTo>
                <a:lnTo>
                  <a:pt x="219732" y="66154"/>
                </a:lnTo>
                <a:lnTo>
                  <a:pt x="244147" y="61066"/>
                </a:lnTo>
                <a:lnTo>
                  <a:pt x="268562" y="53490"/>
                </a:lnTo>
                <a:lnTo>
                  <a:pt x="292976" y="43427"/>
                </a:lnTo>
                <a:lnTo>
                  <a:pt x="317391" y="30875"/>
                </a:lnTo>
                <a:lnTo>
                  <a:pt x="341806" y="15836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60" name="knowledge-cross-edge">
            <a:extLst>
              <a:ext uri="{FF2B5EF4-FFF2-40B4-BE49-F238E27FC236}">
                <a16:creationId xmlns:a16="http://schemas.microsoft.com/office/drawing/2014/main" id="{997BD30D-CF84-419E-934E-829A1A31D0CB}"/>
              </a:ext>
            </a:extLst>
          </p:cNvPr>
          <p:cNvSpPr>
            <a:spLocks noGrp="1"/>
          </p:cNvSpPr>
          <p:nvPr/>
        </p:nvSpPr>
        <p:spPr>
          <a:xfrm>
            <a:off x="10244325" y="5602619"/>
            <a:ext cx="313375" cy="185945"/>
          </a:xfrm>
          <a:custGeom>
            <a:avLst/>
            <a:gdLst/>
            <a:ahLst/>
            <a:cxnLst/>
            <a:rect l="0" t="0" r="0" b="0"/>
            <a:pathLst>
              <a:path w="313375" h="185945">
                <a:moveTo>
                  <a:pt x="0" y="0"/>
                </a:moveTo>
                <a:lnTo>
                  <a:pt x="40667" y="8547"/>
                </a:lnTo>
                <a:lnTo>
                  <a:pt x="78688" y="18357"/>
                </a:lnTo>
                <a:lnTo>
                  <a:pt x="114063" y="29431"/>
                </a:lnTo>
                <a:lnTo>
                  <a:pt x="146792" y="41768"/>
                </a:lnTo>
                <a:lnTo>
                  <a:pt x="176875" y="55368"/>
                </a:lnTo>
                <a:lnTo>
                  <a:pt x="204313" y="70232"/>
                </a:lnTo>
                <a:lnTo>
                  <a:pt x="229104" y="86359"/>
                </a:lnTo>
                <a:lnTo>
                  <a:pt x="251250" y="103749"/>
                </a:lnTo>
                <a:lnTo>
                  <a:pt x="270750" y="122403"/>
                </a:lnTo>
                <a:lnTo>
                  <a:pt x="287604" y="142320"/>
                </a:lnTo>
                <a:lnTo>
                  <a:pt x="301813" y="163501"/>
                </a:lnTo>
                <a:lnTo>
                  <a:pt x="313375" y="185945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61" name="knowledge-cross-edge">
            <a:extLst>
              <a:ext uri="{FF2B5EF4-FFF2-40B4-BE49-F238E27FC236}">
                <a16:creationId xmlns:a16="http://schemas.microsoft.com/office/drawing/2014/main" id="{6D947107-2AA7-4C74-B5A0-F50F7721F22B}"/>
              </a:ext>
            </a:extLst>
          </p:cNvPr>
          <p:cNvSpPr>
            <a:spLocks noGrp="1"/>
          </p:cNvSpPr>
          <p:nvPr/>
        </p:nvSpPr>
        <p:spPr>
          <a:xfrm>
            <a:off x="10244325" y="5368884"/>
            <a:ext cx="420009" cy="233734"/>
          </a:xfrm>
          <a:custGeom>
            <a:avLst/>
            <a:gdLst/>
            <a:ahLst/>
            <a:cxnLst/>
            <a:rect l="0" t="0" r="0" b="0"/>
            <a:pathLst>
              <a:path w="420009" h="233734">
                <a:moveTo>
                  <a:pt x="0" y="233734"/>
                </a:moveTo>
                <a:lnTo>
                  <a:pt x="20449" y="197074"/>
                </a:lnTo>
                <a:lnTo>
                  <a:pt x="43543" y="163538"/>
                </a:lnTo>
                <a:lnTo>
                  <a:pt x="69283" y="133126"/>
                </a:lnTo>
                <a:lnTo>
                  <a:pt x="97670" y="105838"/>
                </a:lnTo>
                <a:lnTo>
                  <a:pt x="128701" y="81674"/>
                </a:lnTo>
                <a:lnTo>
                  <a:pt x="162379" y="60634"/>
                </a:lnTo>
                <a:lnTo>
                  <a:pt x="198703" y="42718"/>
                </a:lnTo>
                <a:lnTo>
                  <a:pt x="237672" y="27926"/>
                </a:lnTo>
                <a:lnTo>
                  <a:pt x="279288" y="16259"/>
                </a:lnTo>
                <a:lnTo>
                  <a:pt x="323549" y="7715"/>
                </a:lnTo>
                <a:lnTo>
                  <a:pt x="370456" y="2296"/>
                </a:lnTo>
                <a:lnTo>
                  <a:pt x="420009" y="0"/>
                </a:lnTo>
              </a:path>
            </a:pathLst>
          </a:custGeom>
          <a:noFill/>
          <a:ln w="4953">
            <a:solidFill>
              <a:srgbClr val="CEB717">
                <a:alpha val="12000"/>
              </a:srgbClr>
            </a:solidFill>
            <a:prstDash val="solid"/>
          </a:ln>
        </p:spPr>
      </p:sp>
      <p:sp>
        <p:nvSpPr>
          <p:cNvPr id="362" name="knowledge-edge">
            <a:extLst>
              <a:ext uri="{FF2B5EF4-FFF2-40B4-BE49-F238E27FC236}">
                <a16:creationId xmlns:a16="http://schemas.microsoft.com/office/drawing/2014/main" id="{021AF09F-12B0-433C-9A58-01BBB6CA4162}"/>
              </a:ext>
            </a:extLst>
          </p:cNvPr>
          <p:cNvSpPr>
            <a:spLocks noGrp="1"/>
          </p:cNvSpPr>
          <p:nvPr/>
        </p:nvSpPr>
        <p:spPr>
          <a:xfrm>
            <a:off x="10074760" y="5788563"/>
            <a:ext cx="482940" cy="115130"/>
          </a:xfrm>
          <a:custGeom>
            <a:avLst/>
            <a:gdLst/>
            <a:ahLst/>
            <a:cxnLst/>
            <a:rect l="0" t="0" r="0" b="0"/>
            <a:pathLst>
              <a:path w="482940" h="115130">
                <a:moveTo>
                  <a:pt x="0" y="91659"/>
                </a:moveTo>
                <a:lnTo>
                  <a:pt x="34496" y="101252"/>
                </a:lnTo>
                <a:lnTo>
                  <a:pt x="68991" y="108361"/>
                </a:lnTo>
                <a:lnTo>
                  <a:pt x="103487" y="112987"/>
                </a:lnTo>
                <a:lnTo>
                  <a:pt x="137983" y="115130"/>
                </a:lnTo>
                <a:lnTo>
                  <a:pt x="172479" y="114790"/>
                </a:lnTo>
                <a:lnTo>
                  <a:pt x="206974" y="111968"/>
                </a:lnTo>
                <a:lnTo>
                  <a:pt x="241470" y="106662"/>
                </a:lnTo>
                <a:lnTo>
                  <a:pt x="275966" y="98873"/>
                </a:lnTo>
                <a:lnTo>
                  <a:pt x="310461" y="88602"/>
                </a:lnTo>
                <a:lnTo>
                  <a:pt x="344957" y="75847"/>
                </a:lnTo>
                <a:lnTo>
                  <a:pt x="379453" y="60610"/>
                </a:lnTo>
                <a:lnTo>
                  <a:pt x="413949" y="42890"/>
                </a:lnTo>
                <a:lnTo>
                  <a:pt x="448444" y="22686"/>
                </a:lnTo>
                <a:lnTo>
                  <a:pt x="482940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63" name="knowledge-edge">
            <a:extLst>
              <a:ext uri="{FF2B5EF4-FFF2-40B4-BE49-F238E27FC236}">
                <a16:creationId xmlns:a16="http://schemas.microsoft.com/office/drawing/2014/main" id="{D9CE17CE-F6FE-4913-AB00-CF708EBAE1BB}"/>
              </a:ext>
            </a:extLst>
          </p:cNvPr>
          <p:cNvSpPr>
            <a:spLocks noGrp="1"/>
          </p:cNvSpPr>
          <p:nvPr/>
        </p:nvSpPr>
        <p:spPr>
          <a:xfrm>
            <a:off x="9971360" y="6150983"/>
            <a:ext cx="427452" cy="155171"/>
          </a:xfrm>
          <a:custGeom>
            <a:avLst/>
            <a:gdLst/>
            <a:ahLst/>
            <a:cxnLst/>
            <a:rect l="0" t="0" r="0" b="0"/>
            <a:pathLst>
              <a:path w="427452" h="155171">
                <a:moveTo>
                  <a:pt x="0" y="155171"/>
                </a:moveTo>
                <a:lnTo>
                  <a:pt x="30532" y="128494"/>
                </a:lnTo>
                <a:lnTo>
                  <a:pt x="61065" y="104332"/>
                </a:lnTo>
                <a:lnTo>
                  <a:pt x="91597" y="82683"/>
                </a:lnTo>
                <a:lnTo>
                  <a:pt x="122129" y="63549"/>
                </a:lnTo>
                <a:lnTo>
                  <a:pt x="152661" y="46928"/>
                </a:lnTo>
                <a:lnTo>
                  <a:pt x="183194" y="32822"/>
                </a:lnTo>
                <a:lnTo>
                  <a:pt x="213726" y="21230"/>
                </a:lnTo>
                <a:lnTo>
                  <a:pt x="244258" y="12151"/>
                </a:lnTo>
                <a:lnTo>
                  <a:pt x="274791" y="5587"/>
                </a:lnTo>
                <a:lnTo>
                  <a:pt x="305323" y="1536"/>
                </a:lnTo>
                <a:lnTo>
                  <a:pt x="335855" y="0"/>
                </a:lnTo>
                <a:lnTo>
                  <a:pt x="366387" y="978"/>
                </a:lnTo>
                <a:lnTo>
                  <a:pt x="396920" y="4469"/>
                </a:lnTo>
                <a:lnTo>
                  <a:pt x="427452" y="10475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64" name="knowledge-cross-edge">
            <a:extLst>
              <a:ext uri="{FF2B5EF4-FFF2-40B4-BE49-F238E27FC236}">
                <a16:creationId xmlns:a16="http://schemas.microsoft.com/office/drawing/2014/main" id="{D899FCAD-907D-46CC-A7D8-4895A796B392}"/>
              </a:ext>
            </a:extLst>
          </p:cNvPr>
          <p:cNvSpPr>
            <a:spLocks noGrp="1"/>
          </p:cNvSpPr>
          <p:nvPr/>
        </p:nvSpPr>
        <p:spPr>
          <a:xfrm>
            <a:off x="9971360" y="6306153"/>
            <a:ext cx="676525" cy="49455"/>
          </a:xfrm>
          <a:custGeom>
            <a:avLst/>
            <a:gdLst/>
            <a:ahLst/>
            <a:cxnLst/>
            <a:rect l="0" t="0" r="0" b="0"/>
            <a:pathLst>
              <a:path w="676525" h="49455">
                <a:moveTo>
                  <a:pt x="0" y="0"/>
                </a:moveTo>
                <a:lnTo>
                  <a:pt x="70929" y="5245"/>
                </a:lnTo>
                <a:lnTo>
                  <a:pt x="139213" y="10286"/>
                </a:lnTo>
                <a:lnTo>
                  <a:pt x="204850" y="15123"/>
                </a:lnTo>
                <a:lnTo>
                  <a:pt x="267842" y="19755"/>
                </a:lnTo>
                <a:lnTo>
                  <a:pt x="328188" y="24183"/>
                </a:lnTo>
                <a:lnTo>
                  <a:pt x="385888" y="28406"/>
                </a:lnTo>
                <a:lnTo>
                  <a:pt x="440942" y="32425"/>
                </a:lnTo>
                <a:lnTo>
                  <a:pt x="493350" y="36240"/>
                </a:lnTo>
                <a:lnTo>
                  <a:pt x="543113" y="39850"/>
                </a:lnTo>
                <a:lnTo>
                  <a:pt x="590230" y="43256"/>
                </a:lnTo>
                <a:lnTo>
                  <a:pt x="634700" y="46458"/>
                </a:lnTo>
                <a:lnTo>
                  <a:pt x="676525" y="49455"/>
                </a:lnTo>
              </a:path>
            </a:pathLst>
          </a:custGeom>
          <a:noFill/>
          <a:ln w="5334">
            <a:solidFill>
              <a:srgbClr val="CEB717">
                <a:alpha val="13000"/>
              </a:srgbClr>
            </a:solidFill>
            <a:prstDash val="solid"/>
          </a:ln>
        </p:spPr>
      </p:sp>
      <p:sp>
        <p:nvSpPr>
          <p:cNvPr id="365" name="knowledge-long-edge">
            <a:extLst>
              <a:ext uri="{FF2B5EF4-FFF2-40B4-BE49-F238E27FC236}">
                <a16:creationId xmlns:a16="http://schemas.microsoft.com/office/drawing/2014/main" id="{02DA2C9B-09CE-4C37-ACAE-2156A41AEE10}"/>
              </a:ext>
            </a:extLst>
          </p:cNvPr>
          <p:cNvSpPr>
            <a:spLocks noGrp="1"/>
          </p:cNvSpPr>
          <p:nvPr/>
        </p:nvSpPr>
        <p:spPr>
          <a:xfrm>
            <a:off x="9971360" y="5992821"/>
            <a:ext cx="861124" cy="313332"/>
          </a:xfrm>
          <a:custGeom>
            <a:avLst/>
            <a:gdLst/>
            <a:ahLst/>
            <a:cxnLst/>
            <a:rect l="0" t="0" r="0" b="0"/>
            <a:pathLst>
              <a:path w="861124" h="313332">
                <a:moveTo>
                  <a:pt x="0" y="313332"/>
                </a:moveTo>
                <a:lnTo>
                  <a:pt x="53820" y="240921"/>
                </a:lnTo>
                <a:lnTo>
                  <a:pt x="107640" y="178009"/>
                </a:lnTo>
                <a:lnTo>
                  <a:pt x="161461" y="124595"/>
                </a:lnTo>
                <a:lnTo>
                  <a:pt x="215281" y="80679"/>
                </a:lnTo>
                <a:lnTo>
                  <a:pt x="269101" y="46262"/>
                </a:lnTo>
                <a:lnTo>
                  <a:pt x="322921" y="21343"/>
                </a:lnTo>
                <a:lnTo>
                  <a:pt x="376742" y="5922"/>
                </a:lnTo>
                <a:lnTo>
                  <a:pt x="430562" y="0"/>
                </a:lnTo>
                <a:lnTo>
                  <a:pt x="484382" y="3576"/>
                </a:lnTo>
                <a:lnTo>
                  <a:pt x="538202" y="16651"/>
                </a:lnTo>
                <a:lnTo>
                  <a:pt x="592022" y="39224"/>
                </a:lnTo>
                <a:lnTo>
                  <a:pt x="645843" y="71296"/>
                </a:lnTo>
                <a:lnTo>
                  <a:pt x="699663" y="112865"/>
                </a:lnTo>
                <a:lnTo>
                  <a:pt x="753483" y="163934"/>
                </a:lnTo>
                <a:lnTo>
                  <a:pt x="807303" y="224500"/>
                </a:lnTo>
                <a:lnTo>
                  <a:pt x="861124" y="294565"/>
                </a:lnTo>
              </a:path>
            </a:pathLst>
          </a:custGeom>
          <a:noFill/>
          <a:ln w="4286">
            <a:solidFill>
              <a:srgbClr val="CEB717">
                <a:alpha val="9000"/>
              </a:srgbClr>
            </a:solidFill>
            <a:prstDash val="solid"/>
          </a:ln>
        </p:spPr>
      </p:sp>
      <p:sp>
        <p:nvSpPr>
          <p:cNvPr id="366" name="knowledge-edge">
            <a:extLst>
              <a:ext uri="{FF2B5EF4-FFF2-40B4-BE49-F238E27FC236}">
                <a16:creationId xmlns:a16="http://schemas.microsoft.com/office/drawing/2014/main" id="{C69266C9-F123-4934-B9B1-EAAB6205EC05}"/>
              </a:ext>
            </a:extLst>
          </p:cNvPr>
          <p:cNvSpPr>
            <a:spLocks noGrp="1"/>
          </p:cNvSpPr>
          <p:nvPr/>
        </p:nvSpPr>
        <p:spPr>
          <a:xfrm>
            <a:off x="10042879" y="6355608"/>
            <a:ext cx="605007" cy="289028"/>
          </a:xfrm>
          <a:custGeom>
            <a:avLst/>
            <a:gdLst/>
            <a:ahLst/>
            <a:cxnLst/>
            <a:rect l="0" t="0" r="0" b="0"/>
            <a:pathLst>
              <a:path w="605007" h="289028">
                <a:moveTo>
                  <a:pt x="0" y="289028"/>
                </a:moveTo>
                <a:lnTo>
                  <a:pt x="43215" y="250396"/>
                </a:lnTo>
                <a:lnTo>
                  <a:pt x="86430" y="214532"/>
                </a:lnTo>
                <a:lnTo>
                  <a:pt x="129644" y="181434"/>
                </a:lnTo>
                <a:lnTo>
                  <a:pt x="172859" y="151104"/>
                </a:lnTo>
                <a:lnTo>
                  <a:pt x="216074" y="123541"/>
                </a:lnTo>
                <a:lnTo>
                  <a:pt x="259289" y="98745"/>
                </a:lnTo>
                <a:lnTo>
                  <a:pt x="302504" y="76717"/>
                </a:lnTo>
                <a:lnTo>
                  <a:pt x="345718" y="57456"/>
                </a:lnTo>
                <a:lnTo>
                  <a:pt x="388933" y="40962"/>
                </a:lnTo>
                <a:lnTo>
                  <a:pt x="432148" y="27235"/>
                </a:lnTo>
                <a:lnTo>
                  <a:pt x="475363" y="16275"/>
                </a:lnTo>
                <a:lnTo>
                  <a:pt x="518577" y="8083"/>
                </a:lnTo>
                <a:lnTo>
                  <a:pt x="561792" y="2658"/>
                </a:lnTo>
                <a:lnTo>
                  <a:pt x="605007" y="0"/>
                </a:lnTo>
              </a:path>
            </a:pathLst>
          </a:custGeom>
          <a:noFill/>
          <a:ln w="6477">
            <a:solidFill>
              <a:srgbClr val="CEB717">
                <a:alpha val="17000"/>
              </a:srgbClr>
            </a:solidFill>
            <a:prstDash val="solid"/>
          </a:ln>
        </p:spPr>
      </p:sp>
      <p:sp>
        <p:nvSpPr>
          <p:cNvPr id="367" name="knowledge-long-edge">
            <a:extLst>
              <a:ext uri="{FF2B5EF4-FFF2-40B4-BE49-F238E27FC236}">
                <a16:creationId xmlns:a16="http://schemas.microsoft.com/office/drawing/2014/main" id="{CAB40D14-946C-4591-A01D-90248C27B96A}"/>
              </a:ext>
            </a:extLst>
          </p:cNvPr>
          <p:cNvSpPr>
            <a:spLocks noGrp="1"/>
          </p:cNvSpPr>
          <p:nvPr/>
        </p:nvSpPr>
        <p:spPr>
          <a:xfrm>
            <a:off x="10042879" y="6083935"/>
            <a:ext cx="789605" cy="560701"/>
          </a:xfrm>
          <a:custGeom>
            <a:avLst/>
            <a:gdLst/>
            <a:ahLst/>
            <a:cxnLst/>
            <a:rect l="0" t="0" r="0" b="0"/>
            <a:pathLst>
              <a:path w="789605" h="560701">
                <a:moveTo>
                  <a:pt x="0" y="560701"/>
                </a:moveTo>
                <a:lnTo>
                  <a:pt x="49350" y="454018"/>
                </a:lnTo>
                <a:lnTo>
                  <a:pt x="98701" y="358582"/>
                </a:lnTo>
                <a:lnTo>
                  <a:pt x="148051" y="274394"/>
                </a:lnTo>
                <a:lnTo>
                  <a:pt x="197401" y="201453"/>
                </a:lnTo>
                <a:lnTo>
                  <a:pt x="246752" y="139759"/>
                </a:lnTo>
                <a:lnTo>
                  <a:pt x="296102" y="89312"/>
                </a:lnTo>
                <a:lnTo>
                  <a:pt x="345452" y="50113"/>
                </a:lnTo>
                <a:lnTo>
                  <a:pt x="394803" y="22161"/>
                </a:lnTo>
                <a:lnTo>
                  <a:pt x="444153" y="5457"/>
                </a:lnTo>
                <a:lnTo>
                  <a:pt x="493503" y="0"/>
                </a:lnTo>
                <a:lnTo>
                  <a:pt x="542854" y="5790"/>
                </a:lnTo>
                <a:lnTo>
                  <a:pt x="592204" y="22828"/>
                </a:lnTo>
                <a:lnTo>
                  <a:pt x="641554" y="51113"/>
                </a:lnTo>
                <a:lnTo>
                  <a:pt x="690904" y="90645"/>
                </a:lnTo>
                <a:lnTo>
                  <a:pt x="740255" y="141425"/>
                </a:lnTo>
                <a:lnTo>
                  <a:pt x="789605" y="203452"/>
                </a:lnTo>
              </a:path>
            </a:pathLst>
          </a:custGeom>
          <a:noFill/>
          <a:ln w="4286">
            <a:solidFill>
              <a:srgbClr val="CEB717">
                <a:alpha val="9000"/>
              </a:srgbClr>
            </a:solidFill>
            <a:prstDash val="solid"/>
          </a:ln>
        </p:spPr>
      </p:sp>
      <p:sp>
        <p:nvSpPr>
          <p:cNvPr id="368" name="knowledge-edge">
            <a:extLst>
              <a:ext uri="{FF2B5EF4-FFF2-40B4-BE49-F238E27FC236}">
                <a16:creationId xmlns:a16="http://schemas.microsoft.com/office/drawing/2014/main" id="{FE8CA012-9C49-4372-904B-B9106B1DF427}"/>
              </a:ext>
            </a:extLst>
          </p:cNvPr>
          <p:cNvSpPr>
            <a:spLocks noGrp="1"/>
          </p:cNvSpPr>
          <p:nvPr/>
        </p:nvSpPr>
        <p:spPr>
          <a:xfrm>
            <a:off x="10591373" y="4843130"/>
            <a:ext cx="445525" cy="211364"/>
          </a:xfrm>
          <a:custGeom>
            <a:avLst/>
            <a:gdLst/>
            <a:ahLst/>
            <a:cxnLst/>
            <a:rect l="0" t="0" r="0" b="0"/>
            <a:pathLst>
              <a:path w="445525" h="211364">
                <a:moveTo>
                  <a:pt x="0" y="211364"/>
                </a:moveTo>
                <a:lnTo>
                  <a:pt x="31823" y="195660"/>
                </a:lnTo>
                <a:lnTo>
                  <a:pt x="63646" y="180049"/>
                </a:lnTo>
                <a:lnTo>
                  <a:pt x="95470" y="164532"/>
                </a:lnTo>
                <a:lnTo>
                  <a:pt x="127293" y="149108"/>
                </a:lnTo>
                <a:lnTo>
                  <a:pt x="159116" y="133777"/>
                </a:lnTo>
                <a:lnTo>
                  <a:pt x="190939" y="118539"/>
                </a:lnTo>
                <a:lnTo>
                  <a:pt x="222762" y="103395"/>
                </a:lnTo>
                <a:lnTo>
                  <a:pt x="254585" y="88345"/>
                </a:lnTo>
                <a:lnTo>
                  <a:pt x="286409" y="73387"/>
                </a:lnTo>
                <a:lnTo>
                  <a:pt x="318232" y="58523"/>
                </a:lnTo>
                <a:lnTo>
                  <a:pt x="350055" y="43752"/>
                </a:lnTo>
                <a:lnTo>
                  <a:pt x="381878" y="29075"/>
                </a:lnTo>
                <a:lnTo>
                  <a:pt x="413701" y="14491"/>
                </a:lnTo>
                <a:lnTo>
                  <a:pt x="445525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69" name="knowledge-edge">
            <a:extLst>
              <a:ext uri="{FF2B5EF4-FFF2-40B4-BE49-F238E27FC236}">
                <a16:creationId xmlns:a16="http://schemas.microsoft.com/office/drawing/2014/main" id="{8C8EB48B-8F73-4341-9B1C-7763BE1A28BB}"/>
              </a:ext>
            </a:extLst>
          </p:cNvPr>
          <p:cNvSpPr>
            <a:spLocks noGrp="1"/>
          </p:cNvSpPr>
          <p:nvPr/>
        </p:nvSpPr>
        <p:spPr>
          <a:xfrm>
            <a:off x="10639059" y="5000432"/>
            <a:ext cx="202820" cy="111158"/>
          </a:xfrm>
          <a:custGeom>
            <a:avLst/>
            <a:gdLst/>
            <a:ahLst/>
            <a:cxnLst/>
            <a:rect l="0" t="0" r="0" b="0"/>
            <a:pathLst>
              <a:path w="202820" h="111158">
                <a:moveTo>
                  <a:pt x="0" y="111158"/>
                </a:moveTo>
                <a:lnTo>
                  <a:pt x="14487" y="93180"/>
                </a:lnTo>
                <a:lnTo>
                  <a:pt x="28974" y="76786"/>
                </a:lnTo>
                <a:lnTo>
                  <a:pt x="43461" y="61977"/>
                </a:lnTo>
                <a:lnTo>
                  <a:pt x="57949" y="48753"/>
                </a:lnTo>
                <a:lnTo>
                  <a:pt x="72436" y="37113"/>
                </a:lnTo>
                <a:lnTo>
                  <a:pt x="86923" y="27057"/>
                </a:lnTo>
                <a:lnTo>
                  <a:pt x="101410" y="18586"/>
                </a:lnTo>
                <a:lnTo>
                  <a:pt x="115897" y="11700"/>
                </a:lnTo>
                <a:lnTo>
                  <a:pt x="130384" y="6398"/>
                </a:lnTo>
                <a:lnTo>
                  <a:pt x="144871" y="2681"/>
                </a:lnTo>
                <a:lnTo>
                  <a:pt x="159359" y="548"/>
                </a:lnTo>
                <a:lnTo>
                  <a:pt x="173846" y="0"/>
                </a:lnTo>
                <a:lnTo>
                  <a:pt x="188333" y="1036"/>
                </a:lnTo>
                <a:lnTo>
                  <a:pt x="202820" y="3657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70" name="knowledge-cross-edge">
            <a:extLst>
              <a:ext uri="{FF2B5EF4-FFF2-40B4-BE49-F238E27FC236}">
                <a16:creationId xmlns:a16="http://schemas.microsoft.com/office/drawing/2014/main" id="{00C7FF8D-D7FD-4643-BE0D-58C84ABD54DD}"/>
              </a:ext>
            </a:extLst>
          </p:cNvPr>
          <p:cNvSpPr>
            <a:spLocks noGrp="1"/>
          </p:cNvSpPr>
          <p:nvPr/>
        </p:nvSpPr>
        <p:spPr>
          <a:xfrm>
            <a:off x="10639059" y="5074036"/>
            <a:ext cx="419767" cy="37554"/>
          </a:xfrm>
          <a:custGeom>
            <a:avLst/>
            <a:gdLst/>
            <a:ahLst/>
            <a:cxnLst/>
            <a:rect l="0" t="0" r="0" b="0"/>
            <a:pathLst>
              <a:path w="419767" h="37554">
                <a:moveTo>
                  <a:pt x="0" y="37554"/>
                </a:moveTo>
                <a:lnTo>
                  <a:pt x="49533" y="29082"/>
                </a:lnTo>
                <a:lnTo>
                  <a:pt x="96420" y="21690"/>
                </a:lnTo>
                <a:lnTo>
                  <a:pt x="140661" y="15377"/>
                </a:lnTo>
                <a:lnTo>
                  <a:pt x="182256" y="10143"/>
                </a:lnTo>
                <a:lnTo>
                  <a:pt x="221205" y="5988"/>
                </a:lnTo>
                <a:lnTo>
                  <a:pt x="257509" y="2913"/>
                </a:lnTo>
                <a:lnTo>
                  <a:pt x="291166" y="917"/>
                </a:lnTo>
                <a:lnTo>
                  <a:pt x="322178" y="0"/>
                </a:lnTo>
                <a:lnTo>
                  <a:pt x="350544" y="163"/>
                </a:lnTo>
                <a:lnTo>
                  <a:pt x="376265" y="1405"/>
                </a:lnTo>
                <a:lnTo>
                  <a:pt x="399339" y="3726"/>
                </a:lnTo>
                <a:lnTo>
                  <a:pt x="419767" y="7126"/>
                </a:lnTo>
              </a:path>
            </a:pathLst>
          </a:custGeom>
          <a:noFill/>
          <a:ln w="5334">
            <a:solidFill>
              <a:srgbClr val="B4B521">
                <a:alpha val="13000"/>
              </a:srgbClr>
            </a:solidFill>
            <a:prstDash val="solid"/>
          </a:ln>
        </p:spPr>
      </p:sp>
      <p:sp>
        <p:nvSpPr>
          <p:cNvPr id="371" name="knowledge-edge">
            <a:extLst>
              <a:ext uri="{FF2B5EF4-FFF2-40B4-BE49-F238E27FC236}">
                <a16:creationId xmlns:a16="http://schemas.microsoft.com/office/drawing/2014/main" id="{02FE9420-0D9B-4CDB-A62B-166E9E9B8A19}"/>
              </a:ext>
            </a:extLst>
          </p:cNvPr>
          <p:cNvSpPr>
            <a:spLocks noGrp="1"/>
          </p:cNvSpPr>
          <p:nvPr/>
        </p:nvSpPr>
        <p:spPr>
          <a:xfrm>
            <a:off x="10664334" y="5081163"/>
            <a:ext cx="394493" cy="287722"/>
          </a:xfrm>
          <a:custGeom>
            <a:avLst/>
            <a:gdLst/>
            <a:ahLst/>
            <a:cxnLst/>
            <a:rect l="0" t="0" r="0" b="0"/>
            <a:pathLst>
              <a:path w="394493" h="287722">
                <a:moveTo>
                  <a:pt x="0" y="287722"/>
                </a:moveTo>
                <a:lnTo>
                  <a:pt x="28178" y="256037"/>
                </a:lnTo>
                <a:lnTo>
                  <a:pt x="56356" y="226066"/>
                </a:lnTo>
                <a:lnTo>
                  <a:pt x="84534" y="197807"/>
                </a:lnTo>
                <a:lnTo>
                  <a:pt x="112712" y="171261"/>
                </a:lnTo>
                <a:lnTo>
                  <a:pt x="140890" y="146427"/>
                </a:lnTo>
                <a:lnTo>
                  <a:pt x="169068" y="123307"/>
                </a:lnTo>
                <a:lnTo>
                  <a:pt x="197246" y="101899"/>
                </a:lnTo>
                <a:lnTo>
                  <a:pt x="225424" y="82203"/>
                </a:lnTo>
                <a:lnTo>
                  <a:pt x="253602" y="64221"/>
                </a:lnTo>
                <a:lnTo>
                  <a:pt x="281780" y="47951"/>
                </a:lnTo>
                <a:lnTo>
                  <a:pt x="309958" y="33394"/>
                </a:lnTo>
                <a:lnTo>
                  <a:pt x="338136" y="20550"/>
                </a:lnTo>
                <a:lnTo>
                  <a:pt x="366315" y="9419"/>
                </a:lnTo>
                <a:lnTo>
                  <a:pt x="394493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72" name="knowledge-edge">
            <a:extLst>
              <a:ext uri="{FF2B5EF4-FFF2-40B4-BE49-F238E27FC236}">
                <a16:creationId xmlns:a16="http://schemas.microsoft.com/office/drawing/2014/main" id="{7840F95C-596D-4B38-943D-B6351C8C7EA9}"/>
              </a:ext>
            </a:extLst>
          </p:cNvPr>
          <p:cNvSpPr>
            <a:spLocks noGrp="1"/>
          </p:cNvSpPr>
          <p:nvPr/>
        </p:nvSpPr>
        <p:spPr>
          <a:xfrm>
            <a:off x="10586131" y="5404515"/>
            <a:ext cx="483014" cy="213940"/>
          </a:xfrm>
          <a:custGeom>
            <a:avLst/>
            <a:gdLst/>
            <a:ahLst/>
            <a:cxnLst/>
            <a:rect l="0" t="0" r="0" b="0"/>
            <a:pathLst>
              <a:path w="483014" h="213940">
                <a:moveTo>
                  <a:pt x="0" y="213940"/>
                </a:moveTo>
                <a:lnTo>
                  <a:pt x="34501" y="200872"/>
                </a:lnTo>
                <a:lnTo>
                  <a:pt x="69002" y="187464"/>
                </a:lnTo>
                <a:lnTo>
                  <a:pt x="103503" y="173715"/>
                </a:lnTo>
                <a:lnTo>
                  <a:pt x="138004" y="159625"/>
                </a:lnTo>
                <a:lnTo>
                  <a:pt x="172505" y="145195"/>
                </a:lnTo>
                <a:lnTo>
                  <a:pt x="207006" y="130424"/>
                </a:lnTo>
                <a:lnTo>
                  <a:pt x="241507" y="115313"/>
                </a:lnTo>
                <a:lnTo>
                  <a:pt x="276008" y="99862"/>
                </a:lnTo>
                <a:lnTo>
                  <a:pt x="310509" y="84069"/>
                </a:lnTo>
                <a:lnTo>
                  <a:pt x="345010" y="67937"/>
                </a:lnTo>
                <a:lnTo>
                  <a:pt x="379511" y="51463"/>
                </a:lnTo>
                <a:lnTo>
                  <a:pt x="414012" y="34649"/>
                </a:lnTo>
                <a:lnTo>
                  <a:pt x="448513" y="17495"/>
                </a:lnTo>
                <a:lnTo>
                  <a:pt x="483014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73" name="knowledge-cross-edge">
            <a:extLst>
              <a:ext uri="{FF2B5EF4-FFF2-40B4-BE49-F238E27FC236}">
                <a16:creationId xmlns:a16="http://schemas.microsoft.com/office/drawing/2014/main" id="{ED6E2397-616A-45D9-894D-55AED43B8ADE}"/>
              </a:ext>
            </a:extLst>
          </p:cNvPr>
          <p:cNvSpPr>
            <a:spLocks noGrp="1"/>
          </p:cNvSpPr>
          <p:nvPr/>
        </p:nvSpPr>
        <p:spPr>
          <a:xfrm>
            <a:off x="10586131" y="5588271"/>
            <a:ext cx="516959" cy="58619"/>
          </a:xfrm>
          <a:custGeom>
            <a:avLst/>
            <a:gdLst/>
            <a:ahLst/>
            <a:cxnLst/>
            <a:rect l="0" t="0" r="0" b="0"/>
            <a:pathLst>
              <a:path w="516959" h="58619">
                <a:moveTo>
                  <a:pt x="0" y="30184"/>
                </a:moveTo>
                <a:lnTo>
                  <a:pt x="57632" y="19343"/>
                </a:lnTo>
                <a:lnTo>
                  <a:pt x="112618" y="10905"/>
                </a:lnTo>
                <a:lnTo>
                  <a:pt x="164959" y="4868"/>
                </a:lnTo>
                <a:lnTo>
                  <a:pt x="214653" y="1233"/>
                </a:lnTo>
                <a:lnTo>
                  <a:pt x="261702" y="0"/>
                </a:lnTo>
                <a:lnTo>
                  <a:pt x="306105" y="1169"/>
                </a:lnTo>
                <a:lnTo>
                  <a:pt x="347862" y="4739"/>
                </a:lnTo>
                <a:lnTo>
                  <a:pt x="386973" y="10711"/>
                </a:lnTo>
                <a:lnTo>
                  <a:pt x="423438" y="19086"/>
                </a:lnTo>
                <a:lnTo>
                  <a:pt x="457258" y="29861"/>
                </a:lnTo>
                <a:lnTo>
                  <a:pt x="488431" y="43039"/>
                </a:lnTo>
                <a:lnTo>
                  <a:pt x="516959" y="58619"/>
                </a:lnTo>
              </a:path>
            </a:pathLst>
          </a:custGeom>
          <a:noFill/>
          <a:ln w="5334">
            <a:solidFill>
              <a:srgbClr val="B4B521">
                <a:alpha val="13000"/>
              </a:srgbClr>
            </a:solidFill>
            <a:prstDash val="solid"/>
          </a:ln>
        </p:spPr>
      </p:sp>
      <p:sp>
        <p:nvSpPr>
          <p:cNvPr id="374" name="knowledge-edge">
            <a:extLst>
              <a:ext uri="{FF2B5EF4-FFF2-40B4-BE49-F238E27FC236}">
                <a16:creationId xmlns:a16="http://schemas.microsoft.com/office/drawing/2014/main" id="{B9CD7584-31E4-429B-8756-10BB00143BEB}"/>
              </a:ext>
            </a:extLst>
          </p:cNvPr>
          <p:cNvSpPr>
            <a:spLocks noGrp="1"/>
          </p:cNvSpPr>
          <p:nvPr/>
        </p:nvSpPr>
        <p:spPr>
          <a:xfrm>
            <a:off x="10557700" y="5646890"/>
            <a:ext cx="545390" cy="141673"/>
          </a:xfrm>
          <a:custGeom>
            <a:avLst/>
            <a:gdLst/>
            <a:ahLst/>
            <a:cxnLst/>
            <a:rect l="0" t="0" r="0" b="0"/>
            <a:pathLst>
              <a:path w="545390" h="141673">
                <a:moveTo>
                  <a:pt x="0" y="141673"/>
                </a:moveTo>
                <a:lnTo>
                  <a:pt x="38956" y="126891"/>
                </a:lnTo>
                <a:lnTo>
                  <a:pt x="77913" y="112826"/>
                </a:lnTo>
                <a:lnTo>
                  <a:pt x="116869" y="99479"/>
                </a:lnTo>
                <a:lnTo>
                  <a:pt x="155826" y="86849"/>
                </a:lnTo>
                <a:lnTo>
                  <a:pt x="194782" y="74936"/>
                </a:lnTo>
                <a:lnTo>
                  <a:pt x="233738" y="63740"/>
                </a:lnTo>
                <a:lnTo>
                  <a:pt x="272695" y="53262"/>
                </a:lnTo>
                <a:lnTo>
                  <a:pt x="311651" y="43501"/>
                </a:lnTo>
                <a:lnTo>
                  <a:pt x="350608" y="34458"/>
                </a:lnTo>
                <a:lnTo>
                  <a:pt x="389564" y="26132"/>
                </a:lnTo>
                <a:lnTo>
                  <a:pt x="428521" y="18523"/>
                </a:lnTo>
                <a:lnTo>
                  <a:pt x="467477" y="11631"/>
                </a:lnTo>
                <a:lnTo>
                  <a:pt x="506433" y="5457"/>
                </a:lnTo>
                <a:lnTo>
                  <a:pt x="545390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75" name="knowledge-cross-edge">
            <a:extLst>
              <a:ext uri="{FF2B5EF4-FFF2-40B4-BE49-F238E27FC236}">
                <a16:creationId xmlns:a16="http://schemas.microsoft.com/office/drawing/2014/main" id="{8E6D0C16-1B96-4A80-B92E-97ACCFFA6774}"/>
              </a:ext>
            </a:extLst>
          </p:cNvPr>
          <p:cNvSpPr>
            <a:spLocks noGrp="1"/>
          </p:cNvSpPr>
          <p:nvPr/>
        </p:nvSpPr>
        <p:spPr>
          <a:xfrm>
            <a:off x="10557700" y="5787740"/>
            <a:ext cx="474453" cy="248196"/>
          </a:xfrm>
          <a:custGeom>
            <a:avLst/>
            <a:gdLst/>
            <a:ahLst/>
            <a:cxnLst/>
            <a:rect l="0" t="0" r="0" b="0"/>
            <a:pathLst>
              <a:path w="474453" h="248196">
                <a:moveTo>
                  <a:pt x="0" y="823"/>
                </a:moveTo>
                <a:lnTo>
                  <a:pt x="54090" y="0"/>
                </a:lnTo>
                <a:lnTo>
                  <a:pt x="105534" y="3075"/>
                </a:lnTo>
                <a:lnTo>
                  <a:pt x="154332" y="10047"/>
                </a:lnTo>
                <a:lnTo>
                  <a:pt x="200484" y="20917"/>
                </a:lnTo>
                <a:lnTo>
                  <a:pt x="243991" y="35685"/>
                </a:lnTo>
                <a:lnTo>
                  <a:pt x="284851" y="54350"/>
                </a:lnTo>
                <a:lnTo>
                  <a:pt x="323066" y="76913"/>
                </a:lnTo>
                <a:lnTo>
                  <a:pt x="358635" y="103375"/>
                </a:lnTo>
                <a:lnTo>
                  <a:pt x="391558" y="133733"/>
                </a:lnTo>
                <a:lnTo>
                  <a:pt x="421836" y="167990"/>
                </a:lnTo>
                <a:lnTo>
                  <a:pt x="449467" y="206144"/>
                </a:lnTo>
                <a:lnTo>
                  <a:pt x="474453" y="248196"/>
                </a:lnTo>
              </a:path>
            </a:pathLst>
          </a:custGeom>
          <a:noFill/>
          <a:ln w="5334">
            <a:solidFill>
              <a:srgbClr val="B4B521">
                <a:alpha val="13000"/>
              </a:srgbClr>
            </a:solidFill>
            <a:prstDash val="solid"/>
          </a:ln>
        </p:spPr>
      </p:sp>
      <p:sp>
        <p:nvSpPr>
          <p:cNvPr id="376" name="knowledge-long-edge">
            <a:extLst>
              <a:ext uri="{FF2B5EF4-FFF2-40B4-BE49-F238E27FC236}">
                <a16:creationId xmlns:a16="http://schemas.microsoft.com/office/drawing/2014/main" id="{2E5F3611-0F99-4A81-A190-B3EF251055FF}"/>
              </a:ext>
            </a:extLst>
          </p:cNvPr>
          <p:cNvSpPr>
            <a:spLocks noGrp="1"/>
          </p:cNvSpPr>
          <p:nvPr/>
        </p:nvSpPr>
        <p:spPr>
          <a:xfrm>
            <a:off x="10557700" y="5180766"/>
            <a:ext cx="887377" cy="607797"/>
          </a:xfrm>
          <a:custGeom>
            <a:avLst/>
            <a:gdLst/>
            <a:ahLst/>
            <a:cxnLst/>
            <a:rect l="0" t="0" r="0" b="0"/>
            <a:pathLst>
              <a:path w="887377" h="607797">
                <a:moveTo>
                  <a:pt x="0" y="607797"/>
                </a:moveTo>
                <a:lnTo>
                  <a:pt x="55461" y="492267"/>
                </a:lnTo>
                <a:lnTo>
                  <a:pt x="110922" y="388904"/>
                </a:lnTo>
                <a:lnTo>
                  <a:pt x="166383" y="297708"/>
                </a:lnTo>
                <a:lnTo>
                  <a:pt x="221844" y="218678"/>
                </a:lnTo>
                <a:lnTo>
                  <a:pt x="277305" y="151815"/>
                </a:lnTo>
                <a:lnTo>
                  <a:pt x="332767" y="97119"/>
                </a:lnTo>
                <a:lnTo>
                  <a:pt x="388228" y="54589"/>
                </a:lnTo>
                <a:lnTo>
                  <a:pt x="443689" y="24226"/>
                </a:lnTo>
                <a:lnTo>
                  <a:pt x="499150" y="6030"/>
                </a:lnTo>
                <a:lnTo>
                  <a:pt x="554611" y="0"/>
                </a:lnTo>
                <a:lnTo>
                  <a:pt x="610072" y="6137"/>
                </a:lnTo>
                <a:lnTo>
                  <a:pt x="665533" y="24441"/>
                </a:lnTo>
                <a:lnTo>
                  <a:pt x="720994" y="54911"/>
                </a:lnTo>
                <a:lnTo>
                  <a:pt x="776455" y="97548"/>
                </a:lnTo>
                <a:lnTo>
                  <a:pt x="831916" y="152352"/>
                </a:lnTo>
                <a:lnTo>
                  <a:pt x="887377" y="219322"/>
                </a:lnTo>
              </a:path>
            </a:pathLst>
          </a:custGeom>
          <a:noFill/>
          <a:ln w="4286">
            <a:solidFill>
              <a:srgbClr val="B4B521">
                <a:alpha val="9000"/>
              </a:srgbClr>
            </a:solidFill>
            <a:prstDash val="solid"/>
          </a:ln>
        </p:spPr>
      </p:sp>
      <p:sp>
        <p:nvSpPr>
          <p:cNvPr id="377" name="knowledge-edge">
            <a:extLst>
              <a:ext uri="{FF2B5EF4-FFF2-40B4-BE49-F238E27FC236}">
                <a16:creationId xmlns:a16="http://schemas.microsoft.com/office/drawing/2014/main" id="{93603845-6EAB-4031-A086-99CC065E7351}"/>
              </a:ext>
            </a:extLst>
          </p:cNvPr>
          <p:cNvSpPr>
            <a:spLocks noGrp="1"/>
          </p:cNvSpPr>
          <p:nvPr/>
        </p:nvSpPr>
        <p:spPr>
          <a:xfrm>
            <a:off x="10398812" y="6035936"/>
            <a:ext cx="633341" cy="142903"/>
          </a:xfrm>
          <a:custGeom>
            <a:avLst/>
            <a:gdLst/>
            <a:ahLst/>
            <a:cxnLst/>
            <a:rect l="0" t="0" r="0" b="0"/>
            <a:pathLst>
              <a:path w="633341" h="142903">
                <a:moveTo>
                  <a:pt x="0" y="125521"/>
                </a:moveTo>
                <a:lnTo>
                  <a:pt x="45239" y="133860"/>
                </a:lnTo>
                <a:lnTo>
                  <a:pt x="90477" y="139537"/>
                </a:lnTo>
                <a:lnTo>
                  <a:pt x="135716" y="142551"/>
                </a:lnTo>
                <a:lnTo>
                  <a:pt x="180955" y="142903"/>
                </a:lnTo>
                <a:lnTo>
                  <a:pt x="226193" y="140593"/>
                </a:lnTo>
                <a:lnTo>
                  <a:pt x="271432" y="135621"/>
                </a:lnTo>
                <a:lnTo>
                  <a:pt x="316671" y="127986"/>
                </a:lnTo>
                <a:lnTo>
                  <a:pt x="361909" y="117689"/>
                </a:lnTo>
                <a:lnTo>
                  <a:pt x="407148" y="104730"/>
                </a:lnTo>
                <a:lnTo>
                  <a:pt x="452386" y="89109"/>
                </a:lnTo>
                <a:lnTo>
                  <a:pt x="497625" y="70825"/>
                </a:lnTo>
                <a:lnTo>
                  <a:pt x="542864" y="49879"/>
                </a:lnTo>
                <a:lnTo>
                  <a:pt x="588102" y="26271"/>
                </a:lnTo>
                <a:lnTo>
                  <a:pt x="633341" y="0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78" name="knowledge-cross-edge">
            <a:extLst>
              <a:ext uri="{FF2B5EF4-FFF2-40B4-BE49-F238E27FC236}">
                <a16:creationId xmlns:a16="http://schemas.microsoft.com/office/drawing/2014/main" id="{482D479C-6074-4805-939D-01DBBDEF302B}"/>
              </a:ext>
            </a:extLst>
          </p:cNvPr>
          <p:cNvSpPr>
            <a:spLocks noGrp="1"/>
          </p:cNvSpPr>
          <p:nvPr/>
        </p:nvSpPr>
        <p:spPr>
          <a:xfrm>
            <a:off x="10398812" y="6143505"/>
            <a:ext cx="433672" cy="143882"/>
          </a:xfrm>
          <a:custGeom>
            <a:avLst/>
            <a:gdLst/>
            <a:ahLst/>
            <a:cxnLst/>
            <a:rect l="0" t="0" r="0" b="0"/>
            <a:pathLst>
              <a:path w="433672" h="143882">
                <a:moveTo>
                  <a:pt x="0" y="17953"/>
                </a:moveTo>
                <a:lnTo>
                  <a:pt x="50691" y="8307"/>
                </a:lnTo>
                <a:lnTo>
                  <a:pt x="98737" y="2322"/>
                </a:lnTo>
                <a:lnTo>
                  <a:pt x="144137" y="0"/>
                </a:lnTo>
                <a:lnTo>
                  <a:pt x="186891" y="1339"/>
                </a:lnTo>
                <a:lnTo>
                  <a:pt x="226999" y="6341"/>
                </a:lnTo>
                <a:lnTo>
                  <a:pt x="264461" y="15004"/>
                </a:lnTo>
                <a:lnTo>
                  <a:pt x="299277" y="27329"/>
                </a:lnTo>
                <a:lnTo>
                  <a:pt x="331448" y="43316"/>
                </a:lnTo>
                <a:lnTo>
                  <a:pt x="360972" y="62965"/>
                </a:lnTo>
                <a:lnTo>
                  <a:pt x="387851" y="86275"/>
                </a:lnTo>
                <a:lnTo>
                  <a:pt x="412084" y="113248"/>
                </a:lnTo>
                <a:lnTo>
                  <a:pt x="433672" y="143882"/>
                </a:lnTo>
              </a:path>
            </a:pathLst>
          </a:custGeom>
          <a:noFill/>
          <a:ln w="5334">
            <a:solidFill>
              <a:srgbClr val="B4B521">
                <a:alpha val="13000"/>
              </a:srgbClr>
            </a:solidFill>
            <a:prstDash val="solid"/>
          </a:ln>
        </p:spPr>
      </p:sp>
      <p:sp>
        <p:nvSpPr>
          <p:cNvPr id="379" name="knowledge-edge">
            <a:extLst>
              <a:ext uri="{FF2B5EF4-FFF2-40B4-BE49-F238E27FC236}">
                <a16:creationId xmlns:a16="http://schemas.microsoft.com/office/drawing/2014/main" id="{09C4D459-87BD-4680-9A38-3516CB74333E}"/>
              </a:ext>
            </a:extLst>
          </p:cNvPr>
          <p:cNvSpPr>
            <a:spLocks noGrp="1"/>
          </p:cNvSpPr>
          <p:nvPr/>
        </p:nvSpPr>
        <p:spPr>
          <a:xfrm>
            <a:off x="10647886" y="6276652"/>
            <a:ext cx="184598" cy="78955"/>
          </a:xfrm>
          <a:custGeom>
            <a:avLst/>
            <a:gdLst/>
            <a:ahLst/>
            <a:cxnLst/>
            <a:rect l="0" t="0" r="0" b="0"/>
            <a:pathLst>
              <a:path w="184598" h="78955">
                <a:moveTo>
                  <a:pt x="0" y="78955"/>
                </a:moveTo>
                <a:lnTo>
                  <a:pt x="13186" y="64259"/>
                </a:lnTo>
                <a:lnTo>
                  <a:pt x="26371" y="51074"/>
                </a:lnTo>
                <a:lnTo>
                  <a:pt x="39557" y="39400"/>
                </a:lnTo>
                <a:lnTo>
                  <a:pt x="52742" y="29238"/>
                </a:lnTo>
                <a:lnTo>
                  <a:pt x="65928" y="20587"/>
                </a:lnTo>
                <a:lnTo>
                  <a:pt x="79113" y="13447"/>
                </a:lnTo>
                <a:lnTo>
                  <a:pt x="92299" y="7818"/>
                </a:lnTo>
                <a:lnTo>
                  <a:pt x="105485" y="3701"/>
                </a:lnTo>
                <a:lnTo>
                  <a:pt x="118670" y="1095"/>
                </a:lnTo>
                <a:lnTo>
                  <a:pt x="131856" y="0"/>
                </a:lnTo>
                <a:lnTo>
                  <a:pt x="145041" y="417"/>
                </a:lnTo>
                <a:lnTo>
                  <a:pt x="158227" y="2344"/>
                </a:lnTo>
                <a:lnTo>
                  <a:pt x="171413" y="5784"/>
                </a:lnTo>
                <a:lnTo>
                  <a:pt x="184598" y="10734"/>
                </a:lnTo>
              </a:path>
            </a:pathLst>
          </a:custGeom>
          <a:noFill/>
          <a:ln w="6477">
            <a:solidFill>
              <a:srgbClr val="B4B521">
                <a:alpha val="17000"/>
              </a:srgbClr>
            </a:solidFill>
            <a:prstDash val="solid"/>
          </a:ln>
        </p:spPr>
      </p:sp>
      <p:sp>
        <p:nvSpPr>
          <p:cNvPr id="380" name="knowledge-edge">
            <a:extLst>
              <a:ext uri="{FF2B5EF4-FFF2-40B4-BE49-F238E27FC236}">
                <a16:creationId xmlns:a16="http://schemas.microsoft.com/office/drawing/2014/main" id="{025EC248-66C2-41D5-8987-8BEA445FBD21}"/>
              </a:ext>
            </a:extLst>
          </p:cNvPr>
          <p:cNvSpPr>
            <a:spLocks noGrp="1"/>
          </p:cNvSpPr>
          <p:nvPr/>
        </p:nvSpPr>
        <p:spPr>
          <a:xfrm>
            <a:off x="11036897" y="4660145"/>
            <a:ext cx="347853" cy="182986"/>
          </a:xfrm>
          <a:custGeom>
            <a:avLst/>
            <a:gdLst/>
            <a:ahLst/>
            <a:cxnLst/>
            <a:rect l="0" t="0" r="0" b="0"/>
            <a:pathLst>
              <a:path w="347853" h="182986">
                <a:moveTo>
                  <a:pt x="0" y="182986"/>
                </a:moveTo>
                <a:lnTo>
                  <a:pt x="24847" y="153308"/>
                </a:lnTo>
                <a:lnTo>
                  <a:pt x="49693" y="126254"/>
                </a:lnTo>
                <a:lnTo>
                  <a:pt x="74540" y="101823"/>
                </a:lnTo>
                <a:lnTo>
                  <a:pt x="99387" y="80015"/>
                </a:lnTo>
                <a:lnTo>
                  <a:pt x="124233" y="60832"/>
                </a:lnTo>
                <a:lnTo>
                  <a:pt x="149080" y="44271"/>
                </a:lnTo>
                <a:lnTo>
                  <a:pt x="173927" y="30334"/>
                </a:lnTo>
                <a:lnTo>
                  <a:pt x="198773" y="19020"/>
                </a:lnTo>
                <a:lnTo>
                  <a:pt x="223620" y="10330"/>
                </a:lnTo>
                <a:lnTo>
                  <a:pt x="248467" y="4263"/>
                </a:lnTo>
                <a:lnTo>
                  <a:pt x="273313" y="820"/>
                </a:lnTo>
                <a:lnTo>
                  <a:pt x="298160" y="0"/>
                </a:lnTo>
                <a:lnTo>
                  <a:pt x="323007" y="1804"/>
                </a:lnTo>
                <a:lnTo>
                  <a:pt x="347853" y="6231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81" name="knowledge-cross-edge">
            <a:extLst>
              <a:ext uri="{FF2B5EF4-FFF2-40B4-BE49-F238E27FC236}">
                <a16:creationId xmlns:a16="http://schemas.microsoft.com/office/drawing/2014/main" id="{1A509865-7737-4D51-AAEA-E27DD32EECD0}"/>
              </a:ext>
            </a:extLst>
          </p:cNvPr>
          <p:cNvSpPr>
            <a:spLocks noGrp="1"/>
          </p:cNvSpPr>
          <p:nvPr/>
        </p:nvSpPr>
        <p:spPr>
          <a:xfrm>
            <a:off x="11036897" y="4791914"/>
            <a:ext cx="410695" cy="60434"/>
          </a:xfrm>
          <a:custGeom>
            <a:avLst/>
            <a:gdLst/>
            <a:ahLst/>
            <a:cxnLst/>
            <a:rect l="0" t="0" r="0" b="0"/>
            <a:pathLst>
              <a:path w="410695" h="60434">
                <a:moveTo>
                  <a:pt x="0" y="51216"/>
                </a:moveTo>
                <a:lnTo>
                  <a:pt x="48777" y="34927"/>
                </a:lnTo>
                <a:lnTo>
                  <a:pt x="94907" y="21739"/>
                </a:lnTo>
                <a:lnTo>
                  <a:pt x="138392" y="11652"/>
                </a:lnTo>
                <a:lnTo>
                  <a:pt x="179232" y="4666"/>
                </a:lnTo>
                <a:lnTo>
                  <a:pt x="217425" y="783"/>
                </a:lnTo>
                <a:lnTo>
                  <a:pt x="252972" y="0"/>
                </a:lnTo>
                <a:lnTo>
                  <a:pt x="285874" y="2319"/>
                </a:lnTo>
                <a:lnTo>
                  <a:pt x="316130" y="7739"/>
                </a:lnTo>
                <a:lnTo>
                  <a:pt x="343740" y="16261"/>
                </a:lnTo>
                <a:lnTo>
                  <a:pt x="368704" y="27884"/>
                </a:lnTo>
                <a:lnTo>
                  <a:pt x="391022" y="42608"/>
                </a:lnTo>
                <a:lnTo>
                  <a:pt x="410695" y="60434"/>
                </a:lnTo>
              </a:path>
            </a:pathLst>
          </a:custGeom>
          <a:noFill/>
          <a:ln w="5334">
            <a:solidFill>
              <a:srgbClr val="9BB22B">
                <a:alpha val="13000"/>
              </a:srgbClr>
            </a:solidFill>
            <a:prstDash val="solid"/>
          </a:ln>
        </p:spPr>
      </p:sp>
      <p:sp>
        <p:nvSpPr>
          <p:cNvPr id="382" name="knowledge-edge">
            <a:extLst>
              <a:ext uri="{FF2B5EF4-FFF2-40B4-BE49-F238E27FC236}">
                <a16:creationId xmlns:a16="http://schemas.microsoft.com/office/drawing/2014/main" id="{1173AF6C-8BB6-4ECB-8FE6-2D379D012427}"/>
              </a:ext>
            </a:extLst>
          </p:cNvPr>
          <p:cNvSpPr>
            <a:spLocks noGrp="1"/>
          </p:cNvSpPr>
          <p:nvPr/>
        </p:nvSpPr>
        <p:spPr>
          <a:xfrm>
            <a:off x="10841879" y="4852348"/>
            <a:ext cx="605713" cy="152432"/>
          </a:xfrm>
          <a:custGeom>
            <a:avLst/>
            <a:gdLst/>
            <a:ahLst/>
            <a:cxnLst/>
            <a:rect l="0" t="0" r="0" b="0"/>
            <a:pathLst>
              <a:path w="605713" h="152432">
                <a:moveTo>
                  <a:pt x="0" y="151741"/>
                </a:moveTo>
                <a:lnTo>
                  <a:pt x="43265" y="152432"/>
                </a:lnTo>
                <a:lnTo>
                  <a:pt x="86530" y="151350"/>
                </a:lnTo>
                <a:lnTo>
                  <a:pt x="129796" y="148493"/>
                </a:lnTo>
                <a:lnTo>
                  <a:pt x="173061" y="143863"/>
                </a:lnTo>
                <a:lnTo>
                  <a:pt x="216326" y="137459"/>
                </a:lnTo>
                <a:lnTo>
                  <a:pt x="259591" y="129281"/>
                </a:lnTo>
                <a:lnTo>
                  <a:pt x="302857" y="119329"/>
                </a:lnTo>
                <a:lnTo>
                  <a:pt x="346122" y="107604"/>
                </a:lnTo>
                <a:lnTo>
                  <a:pt x="389387" y="94105"/>
                </a:lnTo>
                <a:lnTo>
                  <a:pt x="432652" y="78831"/>
                </a:lnTo>
                <a:lnTo>
                  <a:pt x="475917" y="61784"/>
                </a:lnTo>
                <a:lnTo>
                  <a:pt x="519183" y="42963"/>
                </a:lnTo>
                <a:lnTo>
                  <a:pt x="562448" y="22369"/>
                </a:lnTo>
                <a:lnTo>
                  <a:pt x="605713" y="0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83" name="knowledge-edge">
            <a:extLst>
              <a:ext uri="{FF2B5EF4-FFF2-40B4-BE49-F238E27FC236}">
                <a16:creationId xmlns:a16="http://schemas.microsoft.com/office/drawing/2014/main" id="{B2444F14-F618-4E0F-9805-E9D1D1F2B62D}"/>
              </a:ext>
            </a:extLst>
          </p:cNvPr>
          <p:cNvSpPr>
            <a:spLocks noGrp="1"/>
          </p:cNvSpPr>
          <p:nvPr/>
        </p:nvSpPr>
        <p:spPr>
          <a:xfrm>
            <a:off x="11058827" y="5025084"/>
            <a:ext cx="461054" cy="83194"/>
          </a:xfrm>
          <a:custGeom>
            <a:avLst/>
            <a:gdLst/>
            <a:ahLst/>
            <a:cxnLst/>
            <a:rect l="0" t="0" r="0" b="0"/>
            <a:pathLst>
              <a:path w="461054" h="83194">
                <a:moveTo>
                  <a:pt x="0" y="56079"/>
                </a:moveTo>
                <a:lnTo>
                  <a:pt x="32932" y="39680"/>
                </a:lnTo>
                <a:lnTo>
                  <a:pt x="65865" y="26103"/>
                </a:lnTo>
                <a:lnTo>
                  <a:pt x="98797" y="15346"/>
                </a:lnTo>
                <a:lnTo>
                  <a:pt x="131730" y="7410"/>
                </a:lnTo>
                <a:lnTo>
                  <a:pt x="164662" y="2294"/>
                </a:lnTo>
                <a:lnTo>
                  <a:pt x="197595" y="0"/>
                </a:lnTo>
                <a:lnTo>
                  <a:pt x="230527" y="526"/>
                </a:lnTo>
                <a:lnTo>
                  <a:pt x="263459" y="3874"/>
                </a:lnTo>
                <a:lnTo>
                  <a:pt x="296392" y="10042"/>
                </a:lnTo>
                <a:lnTo>
                  <a:pt x="329324" y="19030"/>
                </a:lnTo>
                <a:lnTo>
                  <a:pt x="362257" y="30840"/>
                </a:lnTo>
                <a:lnTo>
                  <a:pt x="395189" y="45470"/>
                </a:lnTo>
                <a:lnTo>
                  <a:pt x="428121" y="62922"/>
                </a:lnTo>
                <a:lnTo>
                  <a:pt x="461054" y="83194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84" name="knowledge-cross-edge">
            <a:extLst>
              <a:ext uri="{FF2B5EF4-FFF2-40B4-BE49-F238E27FC236}">
                <a16:creationId xmlns:a16="http://schemas.microsoft.com/office/drawing/2014/main" id="{D6D8DDAB-94CC-490B-B14A-264E15345D14}"/>
              </a:ext>
            </a:extLst>
          </p:cNvPr>
          <p:cNvSpPr>
            <a:spLocks noGrp="1"/>
          </p:cNvSpPr>
          <p:nvPr/>
        </p:nvSpPr>
        <p:spPr>
          <a:xfrm>
            <a:off x="11058827" y="5081163"/>
            <a:ext cx="386251" cy="318926"/>
          </a:xfrm>
          <a:custGeom>
            <a:avLst/>
            <a:gdLst/>
            <a:ahLst/>
            <a:cxnLst/>
            <a:rect l="0" t="0" r="0" b="0"/>
            <a:pathLst>
              <a:path w="386251" h="318926">
                <a:moveTo>
                  <a:pt x="0" y="0"/>
                </a:moveTo>
                <a:lnTo>
                  <a:pt x="46740" y="8334"/>
                </a:lnTo>
                <a:lnTo>
                  <a:pt x="90834" y="19985"/>
                </a:lnTo>
                <a:lnTo>
                  <a:pt x="132282" y="34953"/>
                </a:lnTo>
                <a:lnTo>
                  <a:pt x="171084" y="53238"/>
                </a:lnTo>
                <a:lnTo>
                  <a:pt x="207240" y="74840"/>
                </a:lnTo>
                <a:lnTo>
                  <a:pt x="240751" y="99759"/>
                </a:lnTo>
                <a:lnTo>
                  <a:pt x="271615" y="127994"/>
                </a:lnTo>
                <a:lnTo>
                  <a:pt x="299834" y="159547"/>
                </a:lnTo>
                <a:lnTo>
                  <a:pt x="325407" y="194416"/>
                </a:lnTo>
                <a:lnTo>
                  <a:pt x="348334" y="232602"/>
                </a:lnTo>
                <a:lnTo>
                  <a:pt x="368616" y="274106"/>
                </a:lnTo>
                <a:lnTo>
                  <a:pt x="386251" y="318926"/>
                </a:lnTo>
              </a:path>
            </a:pathLst>
          </a:custGeom>
          <a:noFill/>
          <a:ln w="5334">
            <a:solidFill>
              <a:srgbClr val="9BB22B">
                <a:alpha val="13000"/>
              </a:srgbClr>
            </a:solidFill>
            <a:prstDash val="solid"/>
          </a:ln>
        </p:spPr>
      </p:sp>
      <p:sp>
        <p:nvSpPr>
          <p:cNvPr id="385" name="knowledge-long-edge">
            <a:extLst>
              <a:ext uri="{FF2B5EF4-FFF2-40B4-BE49-F238E27FC236}">
                <a16:creationId xmlns:a16="http://schemas.microsoft.com/office/drawing/2014/main" id="{72EC88CA-00BD-43E2-8A4D-BD08ACFEBDF5}"/>
              </a:ext>
            </a:extLst>
          </p:cNvPr>
          <p:cNvSpPr>
            <a:spLocks noGrp="1"/>
          </p:cNvSpPr>
          <p:nvPr/>
        </p:nvSpPr>
        <p:spPr>
          <a:xfrm>
            <a:off x="11058827" y="4605185"/>
            <a:ext cx="689270" cy="475977"/>
          </a:xfrm>
          <a:custGeom>
            <a:avLst/>
            <a:gdLst/>
            <a:ahLst/>
            <a:cxnLst/>
            <a:rect l="0" t="0" r="0" b="0"/>
            <a:pathLst>
              <a:path w="689270" h="475977">
                <a:moveTo>
                  <a:pt x="0" y="475977"/>
                </a:moveTo>
                <a:lnTo>
                  <a:pt x="43079" y="386989"/>
                </a:lnTo>
                <a:lnTo>
                  <a:pt x="86159" y="307198"/>
                </a:lnTo>
                <a:lnTo>
                  <a:pt x="129238" y="236606"/>
                </a:lnTo>
                <a:lnTo>
                  <a:pt x="172318" y="175211"/>
                </a:lnTo>
                <a:lnTo>
                  <a:pt x="215397" y="123014"/>
                </a:lnTo>
                <a:lnTo>
                  <a:pt x="258476" y="80016"/>
                </a:lnTo>
                <a:lnTo>
                  <a:pt x="301556" y="46215"/>
                </a:lnTo>
                <a:lnTo>
                  <a:pt x="344635" y="21612"/>
                </a:lnTo>
                <a:lnTo>
                  <a:pt x="387714" y="6207"/>
                </a:lnTo>
                <a:lnTo>
                  <a:pt x="430794" y="0"/>
                </a:lnTo>
                <a:lnTo>
                  <a:pt x="473873" y="2991"/>
                </a:lnTo>
                <a:lnTo>
                  <a:pt x="516953" y="15180"/>
                </a:lnTo>
                <a:lnTo>
                  <a:pt x="560032" y="36567"/>
                </a:lnTo>
                <a:lnTo>
                  <a:pt x="603111" y="67152"/>
                </a:lnTo>
                <a:lnTo>
                  <a:pt x="646191" y="106934"/>
                </a:lnTo>
                <a:lnTo>
                  <a:pt x="689270" y="155915"/>
                </a:lnTo>
              </a:path>
            </a:pathLst>
          </a:custGeom>
          <a:noFill/>
          <a:ln w="4286">
            <a:solidFill>
              <a:srgbClr val="9BB22B">
                <a:alpha val="9000"/>
              </a:srgbClr>
            </a:solidFill>
            <a:prstDash val="solid"/>
          </a:ln>
        </p:spPr>
      </p:sp>
      <p:sp>
        <p:nvSpPr>
          <p:cNvPr id="386" name="knowledge-edge">
            <a:extLst>
              <a:ext uri="{FF2B5EF4-FFF2-40B4-BE49-F238E27FC236}">
                <a16:creationId xmlns:a16="http://schemas.microsoft.com/office/drawing/2014/main" id="{965D01D8-DE2A-44FA-B27D-013F010348CD}"/>
              </a:ext>
            </a:extLst>
          </p:cNvPr>
          <p:cNvSpPr>
            <a:spLocks noGrp="1"/>
          </p:cNvSpPr>
          <p:nvPr/>
        </p:nvSpPr>
        <p:spPr>
          <a:xfrm>
            <a:off x="11069145" y="5400088"/>
            <a:ext cx="375933" cy="50372"/>
          </a:xfrm>
          <a:custGeom>
            <a:avLst/>
            <a:gdLst/>
            <a:ahLst/>
            <a:cxnLst/>
            <a:rect l="0" t="0" r="0" b="0"/>
            <a:pathLst>
              <a:path w="375933" h="50372">
                <a:moveTo>
                  <a:pt x="0" y="4427"/>
                </a:moveTo>
                <a:lnTo>
                  <a:pt x="26852" y="16888"/>
                </a:lnTo>
                <a:lnTo>
                  <a:pt x="53705" y="27383"/>
                </a:lnTo>
                <a:lnTo>
                  <a:pt x="80557" y="35912"/>
                </a:lnTo>
                <a:lnTo>
                  <a:pt x="107409" y="42476"/>
                </a:lnTo>
                <a:lnTo>
                  <a:pt x="134262" y="47073"/>
                </a:lnTo>
                <a:lnTo>
                  <a:pt x="161114" y="49706"/>
                </a:lnTo>
                <a:lnTo>
                  <a:pt x="187966" y="50372"/>
                </a:lnTo>
                <a:lnTo>
                  <a:pt x="214819" y="49073"/>
                </a:lnTo>
                <a:lnTo>
                  <a:pt x="241671" y="45809"/>
                </a:lnTo>
                <a:lnTo>
                  <a:pt x="268523" y="40578"/>
                </a:lnTo>
                <a:lnTo>
                  <a:pt x="295376" y="33382"/>
                </a:lnTo>
                <a:lnTo>
                  <a:pt x="322228" y="24220"/>
                </a:lnTo>
                <a:lnTo>
                  <a:pt x="349080" y="13093"/>
                </a:lnTo>
                <a:lnTo>
                  <a:pt x="375933" y="0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87" name="knowledge-cross-edge">
            <a:extLst>
              <a:ext uri="{FF2B5EF4-FFF2-40B4-BE49-F238E27FC236}">
                <a16:creationId xmlns:a16="http://schemas.microsoft.com/office/drawing/2014/main" id="{8DA1CBA7-6A9F-45F1-8A8E-B9C70AD15FBB}"/>
              </a:ext>
            </a:extLst>
          </p:cNvPr>
          <p:cNvSpPr>
            <a:spLocks noGrp="1"/>
          </p:cNvSpPr>
          <p:nvPr/>
        </p:nvSpPr>
        <p:spPr>
          <a:xfrm>
            <a:off x="11069145" y="5404515"/>
            <a:ext cx="270548" cy="159456"/>
          </a:xfrm>
          <a:custGeom>
            <a:avLst/>
            <a:gdLst/>
            <a:ahLst/>
            <a:cxnLst/>
            <a:rect l="0" t="0" r="0" b="0"/>
            <a:pathLst>
              <a:path w="270548" h="159456">
                <a:moveTo>
                  <a:pt x="0" y="0"/>
                </a:moveTo>
                <a:lnTo>
                  <a:pt x="37098" y="1488"/>
                </a:lnTo>
                <a:lnTo>
                  <a:pt x="71550" y="5121"/>
                </a:lnTo>
                <a:lnTo>
                  <a:pt x="103356" y="10900"/>
                </a:lnTo>
                <a:lnTo>
                  <a:pt x="132516" y="18824"/>
                </a:lnTo>
                <a:lnTo>
                  <a:pt x="159030" y="28894"/>
                </a:lnTo>
                <a:lnTo>
                  <a:pt x="182899" y="41109"/>
                </a:lnTo>
                <a:lnTo>
                  <a:pt x="204122" y="55470"/>
                </a:lnTo>
                <a:lnTo>
                  <a:pt x="222698" y="71976"/>
                </a:lnTo>
                <a:lnTo>
                  <a:pt x="238630" y="90628"/>
                </a:lnTo>
                <a:lnTo>
                  <a:pt x="251915" y="111425"/>
                </a:lnTo>
                <a:lnTo>
                  <a:pt x="262554" y="134368"/>
                </a:lnTo>
                <a:lnTo>
                  <a:pt x="270548" y="159456"/>
                </a:lnTo>
              </a:path>
            </a:pathLst>
          </a:custGeom>
          <a:noFill/>
          <a:ln w="5334">
            <a:solidFill>
              <a:srgbClr val="9BB22B">
                <a:alpha val="13000"/>
              </a:srgbClr>
            </a:solidFill>
            <a:prstDash val="solid"/>
          </a:ln>
        </p:spPr>
      </p:sp>
      <p:sp>
        <p:nvSpPr>
          <p:cNvPr id="388" name="knowledge-cross-edge">
            <a:extLst>
              <a:ext uri="{FF2B5EF4-FFF2-40B4-BE49-F238E27FC236}">
                <a16:creationId xmlns:a16="http://schemas.microsoft.com/office/drawing/2014/main" id="{B3A47E44-CFF2-481C-A5F2-3B430FBA1B20}"/>
              </a:ext>
            </a:extLst>
          </p:cNvPr>
          <p:cNvSpPr>
            <a:spLocks noGrp="1"/>
          </p:cNvSpPr>
          <p:nvPr/>
        </p:nvSpPr>
        <p:spPr>
          <a:xfrm>
            <a:off x="11069145" y="5108277"/>
            <a:ext cx="450735" cy="296238"/>
          </a:xfrm>
          <a:custGeom>
            <a:avLst/>
            <a:gdLst/>
            <a:ahLst/>
            <a:cxnLst/>
            <a:rect l="0" t="0" r="0" b="0"/>
            <a:pathLst>
              <a:path w="450735" h="296238">
                <a:moveTo>
                  <a:pt x="0" y="296238"/>
                </a:moveTo>
                <a:lnTo>
                  <a:pt x="23009" y="247337"/>
                </a:lnTo>
                <a:lnTo>
                  <a:pt x="48664" y="202838"/>
                </a:lnTo>
                <a:lnTo>
                  <a:pt x="76965" y="162742"/>
                </a:lnTo>
                <a:lnTo>
                  <a:pt x="107912" y="127049"/>
                </a:lnTo>
                <a:lnTo>
                  <a:pt x="141504" y="95758"/>
                </a:lnTo>
                <a:lnTo>
                  <a:pt x="177743" y="68871"/>
                </a:lnTo>
                <a:lnTo>
                  <a:pt x="216627" y="46385"/>
                </a:lnTo>
                <a:lnTo>
                  <a:pt x="258157" y="28303"/>
                </a:lnTo>
                <a:lnTo>
                  <a:pt x="302333" y="14623"/>
                </a:lnTo>
                <a:lnTo>
                  <a:pt x="349155" y="5346"/>
                </a:lnTo>
                <a:lnTo>
                  <a:pt x="398622" y="472"/>
                </a:lnTo>
                <a:lnTo>
                  <a:pt x="450735" y="0"/>
                </a:lnTo>
              </a:path>
            </a:pathLst>
          </a:custGeom>
          <a:noFill/>
          <a:ln w="4953">
            <a:solidFill>
              <a:srgbClr val="9BB22B">
                <a:alpha val="12000"/>
              </a:srgbClr>
            </a:solidFill>
            <a:prstDash val="solid"/>
          </a:ln>
        </p:spPr>
      </p:sp>
      <p:sp>
        <p:nvSpPr>
          <p:cNvPr id="389" name="knowledge-edge">
            <a:extLst>
              <a:ext uri="{FF2B5EF4-FFF2-40B4-BE49-F238E27FC236}">
                <a16:creationId xmlns:a16="http://schemas.microsoft.com/office/drawing/2014/main" id="{13499016-28C5-44DB-9772-D31CC517003B}"/>
              </a:ext>
            </a:extLst>
          </p:cNvPr>
          <p:cNvSpPr>
            <a:spLocks noGrp="1"/>
          </p:cNvSpPr>
          <p:nvPr/>
        </p:nvSpPr>
        <p:spPr>
          <a:xfrm>
            <a:off x="11103090" y="5563971"/>
            <a:ext cx="236603" cy="82919"/>
          </a:xfrm>
          <a:custGeom>
            <a:avLst/>
            <a:gdLst/>
            <a:ahLst/>
            <a:cxnLst/>
            <a:rect l="0" t="0" r="0" b="0"/>
            <a:pathLst>
              <a:path w="236603" h="82919">
                <a:moveTo>
                  <a:pt x="0" y="82919"/>
                </a:moveTo>
                <a:lnTo>
                  <a:pt x="16900" y="73224"/>
                </a:lnTo>
                <a:lnTo>
                  <a:pt x="33800" y="64110"/>
                </a:lnTo>
                <a:lnTo>
                  <a:pt x="50701" y="55576"/>
                </a:lnTo>
                <a:lnTo>
                  <a:pt x="67601" y="47622"/>
                </a:lnTo>
                <a:lnTo>
                  <a:pt x="84501" y="40248"/>
                </a:lnTo>
                <a:lnTo>
                  <a:pt x="101401" y="33455"/>
                </a:lnTo>
                <a:lnTo>
                  <a:pt x="118301" y="27242"/>
                </a:lnTo>
                <a:lnTo>
                  <a:pt x="135201" y="21610"/>
                </a:lnTo>
                <a:lnTo>
                  <a:pt x="152102" y="16557"/>
                </a:lnTo>
                <a:lnTo>
                  <a:pt x="169002" y="12085"/>
                </a:lnTo>
                <a:lnTo>
                  <a:pt x="185902" y="8193"/>
                </a:lnTo>
                <a:lnTo>
                  <a:pt x="202802" y="4882"/>
                </a:lnTo>
                <a:lnTo>
                  <a:pt x="219702" y="2151"/>
                </a:lnTo>
                <a:lnTo>
                  <a:pt x="236603" y="0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90" name="knowledge-edge">
            <a:extLst>
              <a:ext uri="{FF2B5EF4-FFF2-40B4-BE49-F238E27FC236}">
                <a16:creationId xmlns:a16="http://schemas.microsoft.com/office/drawing/2014/main" id="{14100182-7ED3-4BED-9296-9F3FFA231C5C}"/>
              </a:ext>
            </a:extLst>
          </p:cNvPr>
          <p:cNvSpPr>
            <a:spLocks noGrp="1"/>
          </p:cNvSpPr>
          <p:nvPr/>
        </p:nvSpPr>
        <p:spPr>
          <a:xfrm>
            <a:off x="11032153" y="5869617"/>
            <a:ext cx="314508" cy="166319"/>
          </a:xfrm>
          <a:custGeom>
            <a:avLst/>
            <a:gdLst/>
            <a:ahLst/>
            <a:cxnLst/>
            <a:rect l="0" t="0" r="0" b="0"/>
            <a:pathLst>
              <a:path w="314508" h="166319">
                <a:moveTo>
                  <a:pt x="0" y="166319"/>
                </a:moveTo>
                <a:lnTo>
                  <a:pt x="22465" y="136302"/>
                </a:lnTo>
                <a:lnTo>
                  <a:pt x="44930" y="109265"/>
                </a:lnTo>
                <a:lnTo>
                  <a:pt x="67395" y="85208"/>
                </a:lnTo>
                <a:lnTo>
                  <a:pt x="89859" y="64129"/>
                </a:lnTo>
                <a:lnTo>
                  <a:pt x="112324" y="46030"/>
                </a:lnTo>
                <a:lnTo>
                  <a:pt x="134789" y="30910"/>
                </a:lnTo>
                <a:lnTo>
                  <a:pt x="157254" y="18770"/>
                </a:lnTo>
                <a:lnTo>
                  <a:pt x="179719" y="9608"/>
                </a:lnTo>
                <a:lnTo>
                  <a:pt x="202184" y="3426"/>
                </a:lnTo>
                <a:lnTo>
                  <a:pt x="224649" y="223"/>
                </a:lnTo>
                <a:lnTo>
                  <a:pt x="247113" y="0"/>
                </a:lnTo>
                <a:lnTo>
                  <a:pt x="269578" y="2756"/>
                </a:lnTo>
                <a:lnTo>
                  <a:pt x="292043" y="8491"/>
                </a:lnTo>
                <a:lnTo>
                  <a:pt x="314508" y="17205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91" name="knowledge-cross-edge">
            <a:extLst>
              <a:ext uri="{FF2B5EF4-FFF2-40B4-BE49-F238E27FC236}">
                <a16:creationId xmlns:a16="http://schemas.microsoft.com/office/drawing/2014/main" id="{8E1CADFC-10C8-4674-B84E-C7F70C9E2C1A}"/>
              </a:ext>
            </a:extLst>
          </p:cNvPr>
          <p:cNvSpPr>
            <a:spLocks noGrp="1"/>
          </p:cNvSpPr>
          <p:nvPr/>
        </p:nvSpPr>
        <p:spPr>
          <a:xfrm>
            <a:off x="11032153" y="5992713"/>
            <a:ext cx="289860" cy="43500"/>
          </a:xfrm>
          <a:custGeom>
            <a:avLst/>
            <a:gdLst/>
            <a:ahLst/>
            <a:cxnLst/>
            <a:rect l="0" t="0" r="0" b="0"/>
            <a:pathLst>
              <a:path w="289860" h="43500">
                <a:moveTo>
                  <a:pt x="0" y="43223"/>
                </a:moveTo>
                <a:lnTo>
                  <a:pt x="38707" y="43500"/>
                </a:lnTo>
                <a:lnTo>
                  <a:pt x="74768" y="43072"/>
                </a:lnTo>
                <a:lnTo>
                  <a:pt x="108184" y="41938"/>
                </a:lnTo>
                <a:lnTo>
                  <a:pt x="138953" y="40099"/>
                </a:lnTo>
                <a:lnTo>
                  <a:pt x="167077" y="37555"/>
                </a:lnTo>
                <a:lnTo>
                  <a:pt x="192555" y="34306"/>
                </a:lnTo>
                <a:lnTo>
                  <a:pt x="215387" y="30352"/>
                </a:lnTo>
                <a:lnTo>
                  <a:pt x="235573" y="25692"/>
                </a:lnTo>
                <a:lnTo>
                  <a:pt x="253113" y="20327"/>
                </a:lnTo>
                <a:lnTo>
                  <a:pt x="268008" y="14256"/>
                </a:lnTo>
                <a:lnTo>
                  <a:pt x="280257" y="7481"/>
                </a:lnTo>
                <a:lnTo>
                  <a:pt x="289860" y="0"/>
                </a:lnTo>
              </a:path>
            </a:pathLst>
          </a:custGeom>
          <a:noFill/>
          <a:ln w="5334">
            <a:solidFill>
              <a:srgbClr val="9BB22B">
                <a:alpha val="13000"/>
              </a:srgbClr>
            </a:solidFill>
            <a:prstDash val="solid"/>
          </a:ln>
        </p:spPr>
      </p:sp>
      <p:sp>
        <p:nvSpPr>
          <p:cNvPr id="392" name="knowledge-edge">
            <a:extLst>
              <a:ext uri="{FF2B5EF4-FFF2-40B4-BE49-F238E27FC236}">
                <a16:creationId xmlns:a16="http://schemas.microsoft.com/office/drawing/2014/main" id="{737BAE95-31C6-4A95-8B16-14EEEC624973}"/>
              </a:ext>
            </a:extLst>
          </p:cNvPr>
          <p:cNvSpPr>
            <a:spLocks noGrp="1"/>
          </p:cNvSpPr>
          <p:nvPr/>
        </p:nvSpPr>
        <p:spPr>
          <a:xfrm>
            <a:off x="10832484" y="5992713"/>
            <a:ext cx="489529" cy="294673"/>
          </a:xfrm>
          <a:custGeom>
            <a:avLst/>
            <a:gdLst/>
            <a:ahLst/>
            <a:cxnLst/>
            <a:rect l="0" t="0" r="0" b="0"/>
            <a:pathLst>
              <a:path w="489529" h="294673">
                <a:moveTo>
                  <a:pt x="0" y="294673"/>
                </a:moveTo>
                <a:lnTo>
                  <a:pt x="34966" y="265657"/>
                </a:lnTo>
                <a:lnTo>
                  <a:pt x="69933" y="237867"/>
                </a:lnTo>
                <a:lnTo>
                  <a:pt x="104899" y="211303"/>
                </a:lnTo>
                <a:lnTo>
                  <a:pt x="139865" y="185964"/>
                </a:lnTo>
                <a:lnTo>
                  <a:pt x="174832" y="161852"/>
                </a:lnTo>
                <a:lnTo>
                  <a:pt x="209798" y="138965"/>
                </a:lnTo>
                <a:lnTo>
                  <a:pt x="244765" y="117304"/>
                </a:lnTo>
                <a:lnTo>
                  <a:pt x="279731" y="96869"/>
                </a:lnTo>
                <a:lnTo>
                  <a:pt x="314697" y="77659"/>
                </a:lnTo>
                <a:lnTo>
                  <a:pt x="349664" y="59676"/>
                </a:lnTo>
                <a:lnTo>
                  <a:pt x="384630" y="42918"/>
                </a:lnTo>
                <a:lnTo>
                  <a:pt x="419596" y="27386"/>
                </a:lnTo>
                <a:lnTo>
                  <a:pt x="454563" y="13080"/>
                </a:lnTo>
                <a:lnTo>
                  <a:pt x="489529" y="0"/>
                </a:lnTo>
              </a:path>
            </a:pathLst>
          </a:custGeom>
          <a:noFill/>
          <a:ln w="6477">
            <a:solidFill>
              <a:srgbClr val="9BB22B">
                <a:alpha val="17000"/>
              </a:srgbClr>
            </a:solidFill>
            <a:prstDash val="solid"/>
          </a:ln>
        </p:spPr>
      </p:sp>
      <p:sp>
        <p:nvSpPr>
          <p:cNvPr id="393" name="knowledge-edge">
            <a:extLst>
              <a:ext uri="{FF2B5EF4-FFF2-40B4-BE49-F238E27FC236}">
                <a16:creationId xmlns:a16="http://schemas.microsoft.com/office/drawing/2014/main" id="{87DB2179-6512-40D7-8588-149573723448}"/>
              </a:ext>
            </a:extLst>
          </p:cNvPr>
          <p:cNvSpPr>
            <a:spLocks noGrp="1"/>
          </p:cNvSpPr>
          <p:nvPr/>
        </p:nvSpPr>
        <p:spPr>
          <a:xfrm>
            <a:off x="11384751" y="4591288"/>
            <a:ext cx="359330" cy="75088"/>
          </a:xfrm>
          <a:custGeom>
            <a:avLst/>
            <a:gdLst/>
            <a:ahLst/>
            <a:cxnLst/>
            <a:rect l="0" t="0" r="0" b="0"/>
            <a:pathLst>
              <a:path w="359330" h="75088">
                <a:moveTo>
                  <a:pt x="0" y="75088"/>
                </a:moveTo>
                <a:lnTo>
                  <a:pt x="25666" y="56006"/>
                </a:lnTo>
                <a:lnTo>
                  <a:pt x="51333" y="39710"/>
                </a:lnTo>
                <a:lnTo>
                  <a:pt x="76999" y="26199"/>
                </a:lnTo>
                <a:lnTo>
                  <a:pt x="102666" y="15472"/>
                </a:lnTo>
                <a:lnTo>
                  <a:pt x="128332" y="7530"/>
                </a:lnTo>
                <a:lnTo>
                  <a:pt x="153999" y="2373"/>
                </a:lnTo>
                <a:lnTo>
                  <a:pt x="179665" y="0"/>
                </a:lnTo>
                <a:lnTo>
                  <a:pt x="205332" y="412"/>
                </a:lnTo>
                <a:lnTo>
                  <a:pt x="230998" y="3609"/>
                </a:lnTo>
                <a:lnTo>
                  <a:pt x="256664" y="9591"/>
                </a:lnTo>
                <a:lnTo>
                  <a:pt x="282331" y="18358"/>
                </a:lnTo>
                <a:lnTo>
                  <a:pt x="307997" y="29909"/>
                </a:lnTo>
                <a:lnTo>
                  <a:pt x="333664" y="44245"/>
                </a:lnTo>
                <a:lnTo>
                  <a:pt x="359330" y="61366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94" name="knowledge-cross-edge">
            <a:extLst>
              <a:ext uri="{FF2B5EF4-FFF2-40B4-BE49-F238E27FC236}">
                <a16:creationId xmlns:a16="http://schemas.microsoft.com/office/drawing/2014/main" id="{87D4E4E1-7F1E-44EC-B78E-935D304F0D98}"/>
              </a:ext>
            </a:extLst>
          </p:cNvPr>
          <p:cNvSpPr>
            <a:spLocks noGrp="1"/>
          </p:cNvSpPr>
          <p:nvPr/>
        </p:nvSpPr>
        <p:spPr>
          <a:xfrm>
            <a:off x="11384751" y="4666375"/>
            <a:ext cx="363346" cy="94725"/>
          </a:xfrm>
          <a:custGeom>
            <a:avLst/>
            <a:gdLst/>
            <a:ahLst/>
            <a:cxnLst/>
            <a:rect l="0" t="0" r="0" b="0"/>
            <a:pathLst>
              <a:path w="363346" h="94725">
                <a:moveTo>
                  <a:pt x="0" y="0"/>
                </a:moveTo>
                <a:lnTo>
                  <a:pt x="44831" y="5357"/>
                </a:lnTo>
                <a:lnTo>
                  <a:pt x="87016" y="11176"/>
                </a:lnTo>
                <a:lnTo>
                  <a:pt x="126555" y="17455"/>
                </a:lnTo>
                <a:lnTo>
                  <a:pt x="163449" y="24196"/>
                </a:lnTo>
                <a:lnTo>
                  <a:pt x="197696" y="31398"/>
                </a:lnTo>
                <a:lnTo>
                  <a:pt x="229298" y="39061"/>
                </a:lnTo>
                <a:lnTo>
                  <a:pt x="258254" y="47186"/>
                </a:lnTo>
                <a:lnTo>
                  <a:pt x="284564" y="55771"/>
                </a:lnTo>
                <a:lnTo>
                  <a:pt x="308228" y="64818"/>
                </a:lnTo>
                <a:lnTo>
                  <a:pt x="329247" y="74326"/>
                </a:lnTo>
                <a:lnTo>
                  <a:pt x="347619" y="84295"/>
                </a:lnTo>
                <a:lnTo>
                  <a:pt x="363346" y="94725"/>
                </a:lnTo>
              </a:path>
            </a:pathLst>
          </a:custGeom>
          <a:noFill/>
          <a:ln w="5334">
            <a:solidFill>
              <a:srgbClr val="81B035">
                <a:alpha val="13000"/>
              </a:srgbClr>
            </a:solidFill>
            <a:prstDash val="solid"/>
          </a:ln>
        </p:spPr>
      </p:sp>
      <p:sp>
        <p:nvSpPr>
          <p:cNvPr id="395" name="knowledge-edge">
            <a:extLst>
              <a:ext uri="{FF2B5EF4-FFF2-40B4-BE49-F238E27FC236}">
                <a16:creationId xmlns:a16="http://schemas.microsoft.com/office/drawing/2014/main" id="{100CD924-13F2-41B2-BEFE-9B4E4C117CA7}"/>
              </a:ext>
            </a:extLst>
          </p:cNvPr>
          <p:cNvSpPr>
            <a:spLocks noGrp="1"/>
          </p:cNvSpPr>
          <p:nvPr/>
        </p:nvSpPr>
        <p:spPr>
          <a:xfrm>
            <a:off x="11447592" y="4731556"/>
            <a:ext cx="300505" cy="120792"/>
          </a:xfrm>
          <a:custGeom>
            <a:avLst/>
            <a:gdLst/>
            <a:ahLst/>
            <a:cxnLst/>
            <a:rect l="0" t="0" r="0" b="0"/>
            <a:pathLst>
              <a:path w="300505" h="120792">
                <a:moveTo>
                  <a:pt x="0" y="120792"/>
                </a:moveTo>
                <a:lnTo>
                  <a:pt x="21465" y="96325"/>
                </a:lnTo>
                <a:lnTo>
                  <a:pt x="42929" y="74619"/>
                </a:lnTo>
                <a:lnTo>
                  <a:pt x="64394" y="55675"/>
                </a:lnTo>
                <a:lnTo>
                  <a:pt x="85858" y="39492"/>
                </a:lnTo>
                <a:lnTo>
                  <a:pt x="107323" y="26071"/>
                </a:lnTo>
                <a:lnTo>
                  <a:pt x="128788" y="15411"/>
                </a:lnTo>
                <a:lnTo>
                  <a:pt x="150252" y="7512"/>
                </a:lnTo>
                <a:lnTo>
                  <a:pt x="171717" y="2376"/>
                </a:lnTo>
                <a:lnTo>
                  <a:pt x="193181" y="0"/>
                </a:lnTo>
                <a:lnTo>
                  <a:pt x="214646" y="386"/>
                </a:lnTo>
                <a:lnTo>
                  <a:pt x="236111" y="3533"/>
                </a:lnTo>
                <a:lnTo>
                  <a:pt x="257575" y="9442"/>
                </a:lnTo>
                <a:lnTo>
                  <a:pt x="279040" y="18113"/>
                </a:lnTo>
                <a:lnTo>
                  <a:pt x="300505" y="29544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96" name="knowledge-cross-edge">
            <a:extLst>
              <a:ext uri="{FF2B5EF4-FFF2-40B4-BE49-F238E27FC236}">
                <a16:creationId xmlns:a16="http://schemas.microsoft.com/office/drawing/2014/main" id="{D1178450-3D13-44B4-B0B2-62FE0FF95765}"/>
              </a:ext>
            </a:extLst>
          </p:cNvPr>
          <p:cNvSpPr>
            <a:spLocks noGrp="1"/>
          </p:cNvSpPr>
          <p:nvPr/>
        </p:nvSpPr>
        <p:spPr>
          <a:xfrm>
            <a:off x="11447592" y="4852348"/>
            <a:ext cx="325349" cy="78152"/>
          </a:xfrm>
          <a:custGeom>
            <a:avLst/>
            <a:gdLst/>
            <a:ahLst/>
            <a:cxnLst/>
            <a:rect l="0" t="0" r="0" b="0"/>
            <a:pathLst>
              <a:path w="325349" h="78152">
                <a:moveTo>
                  <a:pt x="0" y="0"/>
                </a:moveTo>
                <a:lnTo>
                  <a:pt x="41665" y="7065"/>
                </a:lnTo>
                <a:lnTo>
                  <a:pt x="80683" y="14030"/>
                </a:lnTo>
                <a:lnTo>
                  <a:pt x="117056" y="20895"/>
                </a:lnTo>
                <a:lnTo>
                  <a:pt x="150783" y="27658"/>
                </a:lnTo>
                <a:lnTo>
                  <a:pt x="181864" y="34322"/>
                </a:lnTo>
                <a:lnTo>
                  <a:pt x="210300" y="40885"/>
                </a:lnTo>
                <a:lnTo>
                  <a:pt x="236089" y="47347"/>
                </a:lnTo>
                <a:lnTo>
                  <a:pt x="259233" y="53709"/>
                </a:lnTo>
                <a:lnTo>
                  <a:pt x="279731" y="59971"/>
                </a:lnTo>
                <a:lnTo>
                  <a:pt x="297583" y="66132"/>
                </a:lnTo>
                <a:lnTo>
                  <a:pt x="312789" y="72192"/>
                </a:lnTo>
                <a:lnTo>
                  <a:pt x="325349" y="78152"/>
                </a:lnTo>
              </a:path>
            </a:pathLst>
          </a:custGeom>
          <a:noFill/>
          <a:ln w="5334">
            <a:solidFill>
              <a:srgbClr val="81B035">
                <a:alpha val="13000"/>
              </a:srgbClr>
            </a:solidFill>
            <a:prstDash val="solid"/>
          </a:ln>
        </p:spPr>
      </p:sp>
      <p:sp>
        <p:nvSpPr>
          <p:cNvPr id="397" name="knowledge-edge">
            <a:extLst>
              <a:ext uri="{FF2B5EF4-FFF2-40B4-BE49-F238E27FC236}">
                <a16:creationId xmlns:a16="http://schemas.microsoft.com/office/drawing/2014/main" id="{BA8D7F18-C8CC-48D6-8E8A-5FC0BF1266A0}"/>
              </a:ext>
            </a:extLst>
          </p:cNvPr>
          <p:cNvSpPr>
            <a:spLocks noGrp="1"/>
          </p:cNvSpPr>
          <p:nvPr/>
        </p:nvSpPr>
        <p:spPr>
          <a:xfrm>
            <a:off x="11519880" y="4930500"/>
            <a:ext cx="253061" cy="177777"/>
          </a:xfrm>
          <a:custGeom>
            <a:avLst/>
            <a:gdLst/>
            <a:ahLst/>
            <a:cxnLst/>
            <a:rect l="0" t="0" r="0" b="0"/>
            <a:pathLst>
              <a:path w="253061" h="177777">
                <a:moveTo>
                  <a:pt x="0" y="177777"/>
                </a:moveTo>
                <a:lnTo>
                  <a:pt x="18076" y="157696"/>
                </a:lnTo>
                <a:lnTo>
                  <a:pt x="36152" y="138752"/>
                </a:lnTo>
                <a:lnTo>
                  <a:pt x="54227" y="120942"/>
                </a:lnTo>
                <a:lnTo>
                  <a:pt x="72303" y="104269"/>
                </a:lnTo>
                <a:lnTo>
                  <a:pt x="90379" y="88731"/>
                </a:lnTo>
                <a:lnTo>
                  <a:pt x="108455" y="74329"/>
                </a:lnTo>
                <a:lnTo>
                  <a:pt x="126531" y="61063"/>
                </a:lnTo>
                <a:lnTo>
                  <a:pt x="144606" y="48933"/>
                </a:lnTo>
                <a:lnTo>
                  <a:pt x="162682" y="37938"/>
                </a:lnTo>
                <a:lnTo>
                  <a:pt x="180758" y="28079"/>
                </a:lnTo>
                <a:lnTo>
                  <a:pt x="198834" y="19356"/>
                </a:lnTo>
                <a:lnTo>
                  <a:pt x="216910" y="11768"/>
                </a:lnTo>
                <a:lnTo>
                  <a:pt x="234985" y="5316"/>
                </a:lnTo>
                <a:lnTo>
                  <a:pt x="253061" y="0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398" name="knowledge-cross-edge">
            <a:extLst>
              <a:ext uri="{FF2B5EF4-FFF2-40B4-BE49-F238E27FC236}">
                <a16:creationId xmlns:a16="http://schemas.microsoft.com/office/drawing/2014/main" id="{EAD33C8A-A693-4AED-8000-6AE1D7FC8767}"/>
              </a:ext>
            </a:extLst>
          </p:cNvPr>
          <p:cNvSpPr>
            <a:spLocks noGrp="1"/>
          </p:cNvSpPr>
          <p:nvPr/>
        </p:nvSpPr>
        <p:spPr>
          <a:xfrm>
            <a:off x="11519880" y="5087880"/>
            <a:ext cx="131219" cy="208397"/>
          </a:xfrm>
          <a:custGeom>
            <a:avLst/>
            <a:gdLst/>
            <a:ahLst/>
            <a:cxnLst/>
            <a:rect l="0" t="0" r="0" b="0"/>
            <a:pathLst>
              <a:path w="131219" h="208397">
                <a:moveTo>
                  <a:pt x="0" y="20397"/>
                </a:moveTo>
                <a:lnTo>
                  <a:pt x="25028" y="8606"/>
                </a:lnTo>
                <a:lnTo>
                  <a:pt x="47411" y="1807"/>
                </a:lnTo>
                <a:lnTo>
                  <a:pt x="67147" y="0"/>
                </a:lnTo>
                <a:lnTo>
                  <a:pt x="84238" y="3186"/>
                </a:lnTo>
                <a:lnTo>
                  <a:pt x="98683" y="11364"/>
                </a:lnTo>
                <a:lnTo>
                  <a:pt x="110482" y="24534"/>
                </a:lnTo>
                <a:lnTo>
                  <a:pt x="119635" y="42697"/>
                </a:lnTo>
                <a:lnTo>
                  <a:pt x="126142" y="65852"/>
                </a:lnTo>
                <a:lnTo>
                  <a:pt x="130004" y="94000"/>
                </a:lnTo>
                <a:lnTo>
                  <a:pt x="131219" y="127140"/>
                </a:lnTo>
                <a:lnTo>
                  <a:pt x="129789" y="165273"/>
                </a:lnTo>
                <a:lnTo>
                  <a:pt x="125713" y="208397"/>
                </a:lnTo>
              </a:path>
            </a:pathLst>
          </a:custGeom>
          <a:noFill/>
          <a:ln w="5334">
            <a:solidFill>
              <a:srgbClr val="81B035">
                <a:alpha val="13000"/>
              </a:srgbClr>
            </a:solidFill>
            <a:prstDash val="solid"/>
          </a:ln>
        </p:spPr>
      </p:sp>
      <p:sp>
        <p:nvSpPr>
          <p:cNvPr id="399" name="knowledge-cross-edge">
            <a:extLst>
              <a:ext uri="{FF2B5EF4-FFF2-40B4-BE49-F238E27FC236}">
                <a16:creationId xmlns:a16="http://schemas.microsoft.com/office/drawing/2014/main" id="{236357D5-45B1-4B58-8136-F4FE2C81F52E}"/>
              </a:ext>
            </a:extLst>
          </p:cNvPr>
          <p:cNvSpPr>
            <a:spLocks noGrp="1"/>
          </p:cNvSpPr>
          <p:nvPr/>
        </p:nvSpPr>
        <p:spPr>
          <a:xfrm>
            <a:off x="11519880" y="4758105"/>
            <a:ext cx="228216" cy="350172"/>
          </a:xfrm>
          <a:custGeom>
            <a:avLst/>
            <a:gdLst/>
            <a:ahLst/>
            <a:cxnLst/>
            <a:rect l="0" t="0" r="0" b="0"/>
            <a:pathLst>
              <a:path w="228216" h="350172">
                <a:moveTo>
                  <a:pt x="0" y="350172"/>
                </a:moveTo>
                <a:lnTo>
                  <a:pt x="4466" y="289314"/>
                </a:lnTo>
                <a:lnTo>
                  <a:pt x="11578" y="234261"/>
                </a:lnTo>
                <a:lnTo>
                  <a:pt x="21335" y="185012"/>
                </a:lnTo>
                <a:lnTo>
                  <a:pt x="33739" y="141569"/>
                </a:lnTo>
                <a:lnTo>
                  <a:pt x="48788" y="103930"/>
                </a:lnTo>
                <a:lnTo>
                  <a:pt x="66483" y="72096"/>
                </a:lnTo>
                <a:lnTo>
                  <a:pt x="86824" y="46067"/>
                </a:lnTo>
                <a:lnTo>
                  <a:pt x="109811" y="25843"/>
                </a:lnTo>
                <a:lnTo>
                  <a:pt x="135443" y="11424"/>
                </a:lnTo>
                <a:lnTo>
                  <a:pt x="163722" y="2810"/>
                </a:lnTo>
                <a:lnTo>
                  <a:pt x="194646" y="0"/>
                </a:lnTo>
                <a:lnTo>
                  <a:pt x="228216" y="2995"/>
                </a:lnTo>
              </a:path>
            </a:pathLst>
          </a:custGeom>
          <a:noFill/>
          <a:ln w="4953">
            <a:solidFill>
              <a:srgbClr val="81B035">
                <a:alpha val="12000"/>
              </a:srgbClr>
            </a:solidFill>
            <a:prstDash val="solid"/>
          </a:ln>
        </p:spPr>
      </p:sp>
      <p:sp>
        <p:nvSpPr>
          <p:cNvPr id="400" name="knowledge-long-edge">
            <a:extLst>
              <a:ext uri="{FF2B5EF4-FFF2-40B4-BE49-F238E27FC236}">
                <a16:creationId xmlns:a16="http://schemas.microsoft.com/office/drawing/2014/main" id="{F2130439-A4A5-4CCF-B8CC-07C7694A49DD}"/>
              </a:ext>
            </a:extLst>
          </p:cNvPr>
          <p:cNvSpPr>
            <a:spLocks noGrp="1"/>
          </p:cNvSpPr>
          <p:nvPr/>
        </p:nvSpPr>
        <p:spPr>
          <a:xfrm>
            <a:off x="11519880" y="4569388"/>
            <a:ext cx="603326" cy="538890"/>
          </a:xfrm>
          <a:custGeom>
            <a:avLst/>
            <a:gdLst/>
            <a:ahLst/>
            <a:cxnLst/>
            <a:rect l="0" t="0" r="0" b="0"/>
            <a:pathLst>
              <a:path w="603326" h="538890">
                <a:moveTo>
                  <a:pt x="0" y="538890"/>
                </a:moveTo>
                <a:lnTo>
                  <a:pt x="37708" y="438423"/>
                </a:lnTo>
                <a:lnTo>
                  <a:pt x="75416" y="348307"/>
                </a:lnTo>
                <a:lnTo>
                  <a:pt x="113124" y="268542"/>
                </a:lnTo>
                <a:lnTo>
                  <a:pt x="150831" y="199127"/>
                </a:lnTo>
                <a:lnTo>
                  <a:pt x="188539" y="140063"/>
                </a:lnTo>
                <a:lnTo>
                  <a:pt x="226247" y="91349"/>
                </a:lnTo>
                <a:lnTo>
                  <a:pt x="263955" y="52986"/>
                </a:lnTo>
                <a:lnTo>
                  <a:pt x="301663" y="24974"/>
                </a:lnTo>
                <a:lnTo>
                  <a:pt x="339371" y="7311"/>
                </a:lnTo>
                <a:lnTo>
                  <a:pt x="377078" y="0"/>
                </a:lnTo>
                <a:lnTo>
                  <a:pt x="414786" y="3039"/>
                </a:lnTo>
                <a:lnTo>
                  <a:pt x="452494" y="16429"/>
                </a:lnTo>
                <a:lnTo>
                  <a:pt x="490202" y="40169"/>
                </a:lnTo>
                <a:lnTo>
                  <a:pt x="527910" y="74260"/>
                </a:lnTo>
                <a:lnTo>
                  <a:pt x="565618" y="118701"/>
                </a:lnTo>
                <a:lnTo>
                  <a:pt x="603326" y="173493"/>
                </a:lnTo>
              </a:path>
            </a:pathLst>
          </a:custGeom>
          <a:noFill/>
          <a:ln w="4286">
            <a:solidFill>
              <a:srgbClr val="81B035">
                <a:alpha val="9000"/>
              </a:srgbClr>
            </a:solidFill>
            <a:prstDash val="solid"/>
          </a:ln>
        </p:spPr>
      </p:sp>
      <p:sp>
        <p:nvSpPr>
          <p:cNvPr id="401" name="knowledge-edge">
            <a:extLst>
              <a:ext uri="{FF2B5EF4-FFF2-40B4-BE49-F238E27FC236}">
                <a16:creationId xmlns:a16="http://schemas.microsoft.com/office/drawing/2014/main" id="{2863A8DC-559E-4D9D-A8B8-30ED1A6BE6A1}"/>
              </a:ext>
            </a:extLst>
          </p:cNvPr>
          <p:cNvSpPr>
            <a:spLocks noGrp="1"/>
          </p:cNvSpPr>
          <p:nvPr/>
        </p:nvSpPr>
        <p:spPr>
          <a:xfrm>
            <a:off x="11445078" y="5285588"/>
            <a:ext cx="200516" cy="114500"/>
          </a:xfrm>
          <a:custGeom>
            <a:avLst/>
            <a:gdLst/>
            <a:ahLst/>
            <a:cxnLst/>
            <a:rect l="0" t="0" r="0" b="0"/>
            <a:pathLst>
              <a:path w="200516" h="114500">
                <a:moveTo>
                  <a:pt x="0" y="114500"/>
                </a:moveTo>
                <a:lnTo>
                  <a:pt x="14323" y="94111"/>
                </a:lnTo>
                <a:lnTo>
                  <a:pt x="28645" y="75718"/>
                </a:lnTo>
                <a:lnTo>
                  <a:pt x="42968" y="59320"/>
                </a:lnTo>
                <a:lnTo>
                  <a:pt x="57290" y="44919"/>
                </a:lnTo>
                <a:lnTo>
                  <a:pt x="71613" y="32514"/>
                </a:lnTo>
                <a:lnTo>
                  <a:pt x="85935" y="22105"/>
                </a:lnTo>
                <a:lnTo>
                  <a:pt x="100258" y="13692"/>
                </a:lnTo>
                <a:lnTo>
                  <a:pt x="114580" y="7275"/>
                </a:lnTo>
                <a:lnTo>
                  <a:pt x="128903" y="2854"/>
                </a:lnTo>
                <a:lnTo>
                  <a:pt x="143226" y="429"/>
                </a:lnTo>
                <a:lnTo>
                  <a:pt x="157548" y="0"/>
                </a:lnTo>
                <a:lnTo>
                  <a:pt x="171871" y="1567"/>
                </a:lnTo>
                <a:lnTo>
                  <a:pt x="186193" y="5130"/>
                </a:lnTo>
                <a:lnTo>
                  <a:pt x="200516" y="10689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402" name="knowledge-cross-edge">
            <a:extLst>
              <a:ext uri="{FF2B5EF4-FFF2-40B4-BE49-F238E27FC236}">
                <a16:creationId xmlns:a16="http://schemas.microsoft.com/office/drawing/2014/main" id="{70122139-A70F-4258-8125-3870FEC5AC97}"/>
              </a:ext>
            </a:extLst>
          </p:cNvPr>
          <p:cNvSpPr>
            <a:spLocks noGrp="1"/>
          </p:cNvSpPr>
          <p:nvPr/>
        </p:nvSpPr>
        <p:spPr>
          <a:xfrm>
            <a:off x="11445078" y="5396705"/>
            <a:ext cx="216972" cy="164320"/>
          </a:xfrm>
          <a:custGeom>
            <a:avLst/>
            <a:gdLst/>
            <a:ahLst/>
            <a:cxnLst/>
            <a:rect l="0" t="0" r="0" b="0"/>
            <a:pathLst>
              <a:path w="216972" h="164320">
                <a:moveTo>
                  <a:pt x="0" y="3384"/>
                </a:moveTo>
                <a:lnTo>
                  <a:pt x="32633" y="181"/>
                </a:lnTo>
                <a:lnTo>
                  <a:pt x="62620" y="0"/>
                </a:lnTo>
                <a:lnTo>
                  <a:pt x="89962" y="2839"/>
                </a:lnTo>
                <a:lnTo>
                  <a:pt x="114657" y="8699"/>
                </a:lnTo>
                <a:lnTo>
                  <a:pt x="136707" y="17579"/>
                </a:lnTo>
                <a:lnTo>
                  <a:pt x="156111" y="29481"/>
                </a:lnTo>
                <a:lnTo>
                  <a:pt x="172869" y="44402"/>
                </a:lnTo>
                <a:lnTo>
                  <a:pt x="186981" y="62345"/>
                </a:lnTo>
                <a:lnTo>
                  <a:pt x="198447" y="83308"/>
                </a:lnTo>
                <a:lnTo>
                  <a:pt x="207268" y="107291"/>
                </a:lnTo>
                <a:lnTo>
                  <a:pt x="213443" y="134295"/>
                </a:lnTo>
                <a:lnTo>
                  <a:pt x="216972" y="164320"/>
                </a:lnTo>
              </a:path>
            </a:pathLst>
          </a:custGeom>
          <a:noFill/>
          <a:ln w="5334">
            <a:solidFill>
              <a:srgbClr val="81B035">
                <a:alpha val="13000"/>
              </a:srgbClr>
            </a:solidFill>
            <a:prstDash val="solid"/>
          </a:ln>
        </p:spPr>
      </p:sp>
      <p:sp>
        <p:nvSpPr>
          <p:cNvPr id="403" name="knowledge-edge">
            <a:extLst>
              <a:ext uri="{FF2B5EF4-FFF2-40B4-BE49-F238E27FC236}">
                <a16:creationId xmlns:a16="http://schemas.microsoft.com/office/drawing/2014/main" id="{10A96E55-0AC3-4D52-A873-AC25C6580F08}"/>
              </a:ext>
            </a:extLst>
          </p:cNvPr>
          <p:cNvSpPr>
            <a:spLocks noGrp="1"/>
          </p:cNvSpPr>
          <p:nvPr/>
        </p:nvSpPr>
        <p:spPr>
          <a:xfrm>
            <a:off x="11339693" y="5519914"/>
            <a:ext cx="322357" cy="44057"/>
          </a:xfrm>
          <a:custGeom>
            <a:avLst/>
            <a:gdLst/>
            <a:ahLst/>
            <a:cxnLst/>
            <a:rect l="0" t="0" r="0" b="0"/>
            <a:pathLst>
              <a:path w="322357" h="44057">
                <a:moveTo>
                  <a:pt x="0" y="44057"/>
                </a:moveTo>
                <a:lnTo>
                  <a:pt x="23025" y="32549"/>
                </a:lnTo>
                <a:lnTo>
                  <a:pt x="46051" y="22779"/>
                </a:lnTo>
                <a:lnTo>
                  <a:pt x="69076" y="14747"/>
                </a:lnTo>
                <a:lnTo>
                  <a:pt x="92102" y="8453"/>
                </a:lnTo>
                <a:lnTo>
                  <a:pt x="115127" y="3897"/>
                </a:lnTo>
                <a:lnTo>
                  <a:pt x="138153" y="1079"/>
                </a:lnTo>
                <a:lnTo>
                  <a:pt x="161178" y="0"/>
                </a:lnTo>
                <a:lnTo>
                  <a:pt x="184204" y="659"/>
                </a:lnTo>
                <a:lnTo>
                  <a:pt x="207229" y="3055"/>
                </a:lnTo>
                <a:lnTo>
                  <a:pt x="230255" y="7190"/>
                </a:lnTo>
                <a:lnTo>
                  <a:pt x="253280" y="13063"/>
                </a:lnTo>
                <a:lnTo>
                  <a:pt x="276306" y="20674"/>
                </a:lnTo>
                <a:lnTo>
                  <a:pt x="299331" y="30024"/>
                </a:lnTo>
                <a:lnTo>
                  <a:pt x="322357" y="41111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404" name="knowledge-cross-edge">
            <a:extLst>
              <a:ext uri="{FF2B5EF4-FFF2-40B4-BE49-F238E27FC236}">
                <a16:creationId xmlns:a16="http://schemas.microsoft.com/office/drawing/2014/main" id="{05950E89-9E1B-4450-A5E3-EE06206449F7}"/>
              </a:ext>
            </a:extLst>
          </p:cNvPr>
          <p:cNvSpPr>
            <a:spLocks noGrp="1"/>
          </p:cNvSpPr>
          <p:nvPr/>
        </p:nvSpPr>
        <p:spPr>
          <a:xfrm>
            <a:off x="11339693" y="5270058"/>
            <a:ext cx="305901" cy="293913"/>
          </a:xfrm>
          <a:custGeom>
            <a:avLst/>
            <a:gdLst/>
            <a:ahLst/>
            <a:cxnLst/>
            <a:rect l="0" t="0" r="0" b="0"/>
            <a:pathLst>
              <a:path w="305901" h="293913">
                <a:moveTo>
                  <a:pt x="0" y="293913"/>
                </a:moveTo>
                <a:lnTo>
                  <a:pt x="10940" y="233658"/>
                </a:lnTo>
                <a:lnTo>
                  <a:pt x="24525" y="180303"/>
                </a:lnTo>
                <a:lnTo>
                  <a:pt x="40756" y="133847"/>
                </a:lnTo>
                <a:lnTo>
                  <a:pt x="59634" y="94290"/>
                </a:lnTo>
                <a:lnTo>
                  <a:pt x="81157" y="61633"/>
                </a:lnTo>
                <a:lnTo>
                  <a:pt x="105325" y="35876"/>
                </a:lnTo>
                <a:lnTo>
                  <a:pt x="132140" y="17018"/>
                </a:lnTo>
                <a:lnTo>
                  <a:pt x="161601" y="5059"/>
                </a:lnTo>
                <a:lnTo>
                  <a:pt x="193707" y="0"/>
                </a:lnTo>
                <a:lnTo>
                  <a:pt x="228459" y="1840"/>
                </a:lnTo>
                <a:lnTo>
                  <a:pt x="265857" y="10580"/>
                </a:lnTo>
                <a:lnTo>
                  <a:pt x="305901" y="26220"/>
                </a:lnTo>
              </a:path>
            </a:pathLst>
          </a:custGeom>
          <a:noFill/>
          <a:ln w="4953">
            <a:solidFill>
              <a:srgbClr val="81B035">
                <a:alpha val="12000"/>
              </a:srgbClr>
            </a:solidFill>
            <a:prstDash val="solid"/>
          </a:ln>
        </p:spPr>
      </p:sp>
      <p:sp>
        <p:nvSpPr>
          <p:cNvPr id="405" name="knowledge-long-edge">
            <a:extLst>
              <a:ext uri="{FF2B5EF4-FFF2-40B4-BE49-F238E27FC236}">
                <a16:creationId xmlns:a16="http://schemas.microsoft.com/office/drawing/2014/main" id="{4D4139C3-A0E1-456A-9D45-2DCFC5E8B711}"/>
              </a:ext>
            </a:extLst>
          </p:cNvPr>
          <p:cNvSpPr>
            <a:spLocks noGrp="1"/>
          </p:cNvSpPr>
          <p:nvPr/>
        </p:nvSpPr>
        <p:spPr>
          <a:xfrm>
            <a:off x="11339693" y="5367391"/>
            <a:ext cx="824984" cy="241613"/>
          </a:xfrm>
          <a:custGeom>
            <a:avLst/>
            <a:gdLst/>
            <a:ahLst/>
            <a:cxnLst/>
            <a:rect l="0" t="0" r="0" b="0"/>
            <a:pathLst>
              <a:path w="824984" h="241613">
                <a:moveTo>
                  <a:pt x="0" y="196580"/>
                </a:moveTo>
                <a:lnTo>
                  <a:pt x="51562" y="148044"/>
                </a:lnTo>
                <a:lnTo>
                  <a:pt x="103123" y="106354"/>
                </a:lnTo>
                <a:lnTo>
                  <a:pt x="154685" y="71512"/>
                </a:lnTo>
                <a:lnTo>
                  <a:pt x="206246" y="43516"/>
                </a:lnTo>
                <a:lnTo>
                  <a:pt x="257808" y="22367"/>
                </a:lnTo>
                <a:lnTo>
                  <a:pt x="309369" y="8064"/>
                </a:lnTo>
                <a:lnTo>
                  <a:pt x="360931" y="609"/>
                </a:lnTo>
                <a:lnTo>
                  <a:pt x="412492" y="0"/>
                </a:lnTo>
                <a:lnTo>
                  <a:pt x="464054" y="6238"/>
                </a:lnTo>
                <a:lnTo>
                  <a:pt x="515615" y="19323"/>
                </a:lnTo>
                <a:lnTo>
                  <a:pt x="567177" y="39254"/>
                </a:lnTo>
                <a:lnTo>
                  <a:pt x="618738" y="66032"/>
                </a:lnTo>
                <a:lnTo>
                  <a:pt x="670300" y="99658"/>
                </a:lnTo>
                <a:lnTo>
                  <a:pt x="721861" y="140129"/>
                </a:lnTo>
                <a:lnTo>
                  <a:pt x="773423" y="187448"/>
                </a:lnTo>
                <a:lnTo>
                  <a:pt x="824984" y="241613"/>
                </a:lnTo>
              </a:path>
            </a:pathLst>
          </a:custGeom>
          <a:noFill/>
          <a:ln w="4286">
            <a:solidFill>
              <a:srgbClr val="81B035">
                <a:alpha val="9000"/>
              </a:srgbClr>
            </a:solidFill>
            <a:prstDash val="solid"/>
          </a:ln>
        </p:spPr>
      </p:sp>
      <p:sp>
        <p:nvSpPr>
          <p:cNvPr id="406" name="knowledge-edge">
            <a:extLst>
              <a:ext uri="{FF2B5EF4-FFF2-40B4-BE49-F238E27FC236}">
                <a16:creationId xmlns:a16="http://schemas.microsoft.com/office/drawing/2014/main" id="{812EF889-EC5B-4778-A090-D24FF09DBDC7}"/>
              </a:ext>
            </a:extLst>
          </p:cNvPr>
          <p:cNvSpPr>
            <a:spLocks noGrp="1"/>
          </p:cNvSpPr>
          <p:nvPr/>
        </p:nvSpPr>
        <p:spPr>
          <a:xfrm>
            <a:off x="11346661" y="5882873"/>
            <a:ext cx="475677" cy="23342"/>
          </a:xfrm>
          <a:custGeom>
            <a:avLst/>
            <a:gdLst/>
            <a:ahLst/>
            <a:cxnLst/>
            <a:rect l="0" t="0" r="0" b="0"/>
            <a:pathLst>
              <a:path w="475677" h="23342">
                <a:moveTo>
                  <a:pt x="0" y="3950"/>
                </a:moveTo>
                <a:lnTo>
                  <a:pt x="33977" y="9337"/>
                </a:lnTo>
                <a:lnTo>
                  <a:pt x="67954" y="13851"/>
                </a:lnTo>
                <a:lnTo>
                  <a:pt x="101931" y="17494"/>
                </a:lnTo>
                <a:lnTo>
                  <a:pt x="135908" y="20264"/>
                </a:lnTo>
                <a:lnTo>
                  <a:pt x="169885" y="22162"/>
                </a:lnTo>
                <a:lnTo>
                  <a:pt x="203861" y="23188"/>
                </a:lnTo>
                <a:lnTo>
                  <a:pt x="237838" y="23342"/>
                </a:lnTo>
                <a:lnTo>
                  <a:pt x="271815" y="22624"/>
                </a:lnTo>
                <a:lnTo>
                  <a:pt x="305792" y="21034"/>
                </a:lnTo>
                <a:lnTo>
                  <a:pt x="339769" y="18571"/>
                </a:lnTo>
                <a:lnTo>
                  <a:pt x="373746" y="15237"/>
                </a:lnTo>
                <a:lnTo>
                  <a:pt x="407723" y="11030"/>
                </a:lnTo>
                <a:lnTo>
                  <a:pt x="441700" y="5951"/>
                </a:lnTo>
                <a:lnTo>
                  <a:pt x="475677" y="0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407" name="knowledge-edge">
            <a:extLst>
              <a:ext uri="{FF2B5EF4-FFF2-40B4-BE49-F238E27FC236}">
                <a16:creationId xmlns:a16="http://schemas.microsoft.com/office/drawing/2014/main" id="{6707BF62-4DAD-40FF-9210-81FF9E485709}"/>
              </a:ext>
            </a:extLst>
          </p:cNvPr>
          <p:cNvSpPr>
            <a:spLocks noGrp="1"/>
          </p:cNvSpPr>
          <p:nvPr/>
        </p:nvSpPr>
        <p:spPr>
          <a:xfrm>
            <a:off x="11322013" y="5992713"/>
            <a:ext cx="452686" cy="51751"/>
          </a:xfrm>
          <a:custGeom>
            <a:avLst/>
            <a:gdLst/>
            <a:ahLst/>
            <a:cxnLst/>
            <a:rect l="0" t="0" r="0" b="0"/>
            <a:pathLst>
              <a:path w="452686" h="51751">
                <a:moveTo>
                  <a:pt x="0" y="0"/>
                </a:moveTo>
                <a:lnTo>
                  <a:pt x="32335" y="13679"/>
                </a:lnTo>
                <a:lnTo>
                  <a:pt x="64669" y="25263"/>
                </a:lnTo>
                <a:lnTo>
                  <a:pt x="97004" y="34751"/>
                </a:lnTo>
                <a:lnTo>
                  <a:pt x="129339" y="42144"/>
                </a:lnTo>
                <a:lnTo>
                  <a:pt x="161673" y="47442"/>
                </a:lnTo>
                <a:lnTo>
                  <a:pt x="194008" y="50644"/>
                </a:lnTo>
                <a:lnTo>
                  <a:pt x="226343" y="51751"/>
                </a:lnTo>
                <a:lnTo>
                  <a:pt x="258678" y="50763"/>
                </a:lnTo>
                <a:lnTo>
                  <a:pt x="291012" y="47679"/>
                </a:lnTo>
                <a:lnTo>
                  <a:pt x="323347" y="42500"/>
                </a:lnTo>
                <a:lnTo>
                  <a:pt x="355682" y="35226"/>
                </a:lnTo>
                <a:lnTo>
                  <a:pt x="388016" y="25856"/>
                </a:lnTo>
                <a:lnTo>
                  <a:pt x="420351" y="14391"/>
                </a:lnTo>
                <a:lnTo>
                  <a:pt x="452686" y="830"/>
                </a:lnTo>
              </a:path>
            </a:pathLst>
          </a:custGeom>
          <a:noFill/>
          <a:ln w="6477">
            <a:solidFill>
              <a:srgbClr val="81B035">
                <a:alpha val="17000"/>
              </a:srgbClr>
            </a:solidFill>
            <a:prstDash val="solid"/>
          </a:ln>
        </p:spPr>
      </p:sp>
      <p:sp>
        <p:nvSpPr>
          <p:cNvPr id="408" name="knowledge-cross-edge">
            <a:extLst>
              <a:ext uri="{FF2B5EF4-FFF2-40B4-BE49-F238E27FC236}">
                <a16:creationId xmlns:a16="http://schemas.microsoft.com/office/drawing/2014/main" id="{2039195E-E2B4-4723-BC33-057C65F514F5}"/>
              </a:ext>
            </a:extLst>
          </p:cNvPr>
          <p:cNvSpPr>
            <a:spLocks noGrp="1"/>
          </p:cNvSpPr>
          <p:nvPr/>
        </p:nvSpPr>
        <p:spPr>
          <a:xfrm>
            <a:off x="11322013" y="5831484"/>
            <a:ext cx="500325" cy="161229"/>
          </a:xfrm>
          <a:custGeom>
            <a:avLst/>
            <a:gdLst/>
            <a:ahLst/>
            <a:cxnLst/>
            <a:rect l="0" t="0" r="0" b="0"/>
            <a:pathLst>
              <a:path w="500325" h="161229">
                <a:moveTo>
                  <a:pt x="0" y="161229"/>
                </a:moveTo>
                <a:lnTo>
                  <a:pt x="27142" y="121825"/>
                </a:lnTo>
                <a:lnTo>
                  <a:pt x="56929" y="87921"/>
                </a:lnTo>
                <a:lnTo>
                  <a:pt x="89363" y="59517"/>
                </a:lnTo>
                <a:lnTo>
                  <a:pt x="124442" y="36613"/>
                </a:lnTo>
                <a:lnTo>
                  <a:pt x="162167" y="19210"/>
                </a:lnTo>
                <a:lnTo>
                  <a:pt x="202538" y="7306"/>
                </a:lnTo>
                <a:lnTo>
                  <a:pt x="245554" y="903"/>
                </a:lnTo>
                <a:lnTo>
                  <a:pt x="291217" y="0"/>
                </a:lnTo>
                <a:lnTo>
                  <a:pt x="339525" y="4597"/>
                </a:lnTo>
                <a:lnTo>
                  <a:pt x="390479" y="14694"/>
                </a:lnTo>
                <a:lnTo>
                  <a:pt x="444079" y="30291"/>
                </a:lnTo>
                <a:lnTo>
                  <a:pt x="500325" y="51389"/>
                </a:lnTo>
              </a:path>
            </a:pathLst>
          </a:custGeom>
          <a:noFill/>
          <a:ln w="4953">
            <a:solidFill>
              <a:srgbClr val="81B035">
                <a:alpha val="12000"/>
              </a:srgbClr>
            </a:solidFill>
            <a:prstDash val="solid"/>
          </a:ln>
        </p:spPr>
      </p:sp>
      <p:sp>
        <p:nvSpPr>
          <p:cNvPr id="409" name="knowledge-edge">
            <a:extLst>
              <a:ext uri="{FF2B5EF4-FFF2-40B4-BE49-F238E27FC236}">
                <a16:creationId xmlns:a16="http://schemas.microsoft.com/office/drawing/2014/main" id="{E2A2C103-3F94-4E9F-984C-2F09351A37F6}"/>
              </a:ext>
            </a:extLst>
          </p:cNvPr>
          <p:cNvSpPr>
            <a:spLocks noGrp="1"/>
          </p:cNvSpPr>
          <p:nvPr/>
        </p:nvSpPr>
        <p:spPr>
          <a:xfrm>
            <a:off x="11744081" y="4519526"/>
            <a:ext cx="474035" cy="133127"/>
          </a:xfrm>
          <a:custGeom>
            <a:avLst/>
            <a:gdLst/>
            <a:ahLst/>
            <a:cxnLst/>
            <a:rect l="0" t="0" r="0" b="0"/>
            <a:pathLst>
              <a:path w="474035" h="133127">
                <a:moveTo>
                  <a:pt x="0" y="133127"/>
                </a:moveTo>
                <a:lnTo>
                  <a:pt x="33860" y="106937"/>
                </a:lnTo>
                <a:lnTo>
                  <a:pt x="67719" y="83609"/>
                </a:lnTo>
                <a:lnTo>
                  <a:pt x="101579" y="63142"/>
                </a:lnTo>
                <a:lnTo>
                  <a:pt x="135438" y="45537"/>
                </a:lnTo>
                <a:lnTo>
                  <a:pt x="169298" y="30794"/>
                </a:lnTo>
                <a:lnTo>
                  <a:pt x="203158" y="18912"/>
                </a:lnTo>
                <a:lnTo>
                  <a:pt x="237017" y="9892"/>
                </a:lnTo>
                <a:lnTo>
                  <a:pt x="270877" y="3733"/>
                </a:lnTo>
                <a:lnTo>
                  <a:pt x="304737" y="436"/>
                </a:lnTo>
                <a:lnTo>
                  <a:pt x="338596" y="0"/>
                </a:lnTo>
                <a:lnTo>
                  <a:pt x="372456" y="2426"/>
                </a:lnTo>
                <a:lnTo>
                  <a:pt x="406315" y="7713"/>
                </a:lnTo>
                <a:lnTo>
                  <a:pt x="440175" y="15862"/>
                </a:lnTo>
                <a:lnTo>
                  <a:pt x="474035" y="26873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10" name="knowledge-cross-edge">
            <a:extLst>
              <a:ext uri="{FF2B5EF4-FFF2-40B4-BE49-F238E27FC236}">
                <a16:creationId xmlns:a16="http://schemas.microsoft.com/office/drawing/2014/main" id="{6C7D7999-3B4B-45DE-B77A-A6EE3C6EF37B}"/>
              </a:ext>
            </a:extLst>
          </p:cNvPr>
          <p:cNvSpPr>
            <a:spLocks noGrp="1"/>
          </p:cNvSpPr>
          <p:nvPr/>
        </p:nvSpPr>
        <p:spPr>
          <a:xfrm>
            <a:off x="11744081" y="4594255"/>
            <a:ext cx="379125" cy="148625"/>
          </a:xfrm>
          <a:custGeom>
            <a:avLst/>
            <a:gdLst/>
            <a:ahLst/>
            <a:cxnLst/>
            <a:rect l="0" t="0" r="0" b="0"/>
            <a:pathLst>
              <a:path w="379125" h="148625">
                <a:moveTo>
                  <a:pt x="0" y="58398"/>
                </a:moveTo>
                <a:lnTo>
                  <a:pt x="46146" y="35748"/>
                </a:lnTo>
                <a:lnTo>
                  <a:pt x="89646" y="18583"/>
                </a:lnTo>
                <a:lnTo>
                  <a:pt x="130500" y="6903"/>
                </a:lnTo>
                <a:lnTo>
                  <a:pt x="168708" y="709"/>
                </a:lnTo>
                <a:lnTo>
                  <a:pt x="204271" y="0"/>
                </a:lnTo>
                <a:lnTo>
                  <a:pt x="237187" y="4776"/>
                </a:lnTo>
                <a:lnTo>
                  <a:pt x="267458" y="15038"/>
                </a:lnTo>
                <a:lnTo>
                  <a:pt x="295083" y="30785"/>
                </a:lnTo>
                <a:lnTo>
                  <a:pt x="320062" y="52017"/>
                </a:lnTo>
                <a:lnTo>
                  <a:pt x="342396" y="78734"/>
                </a:lnTo>
                <a:lnTo>
                  <a:pt x="362083" y="110937"/>
                </a:lnTo>
                <a:lnTo>
                  <a:pt x="379125" y="148625"/>
                </a:lnTo>
              </a:path>
            </a:pathLst>
          </a:custGeom>
          <a:noFill/>
          <a:ln w="5334">
            <a:solidFill>
              <a:srgbClr val="67AD3F">
                <a:alpha val="13000"/>
              </a:srgbClr>
            </a:solidFill>
            <a:prstDash val="solid"/>
          </a:ln>
        </p:spPr>
      </p:sp>
      <p:sp>
        <p:nvSpPr>
          <p:cNvPr id="411" name="knowledge-edge">
            <a:extLst>
              <a:ext uri="{FF2B5EF4-FFF2-40B4-BE49-F238E27FC236}">
                <a16:creationId xmlns:a16="http://schemas.microsoft.com/office/drawing/2014/main" id="{76138163-DB55-4027-924B-F1629D13EE00}"/>
              </a:ext>
            </a:extLst>
          </p:cNvPr>
          <p:cNvSpPr>
            <a:spLocks noGrp="1"/>
          </p:cNvSpPr>
          <p:nvPr/>
        </p:nvSpPr>
        <p:spPr>
          <a:xfrm>
            <a:off x="11748097" y="4691795"/>
            <a:ext cx="375109" cy="69305"/>
          </a:xfrm>
          <a:custGeom>
            <a:avLst/>
            <a:gdLst/>
            <a:ahLst/>
            <a:cxnLst/>
            <a:rect l="0" t="0" r="0" b="0"/>
            <a:pathLst>
              <a:path w="375109" h="69305">
                <a:moveTo>
                  <a:pt x="0" y="69305"/>
                </a:moveTo>
                <a:lnTo>
                  <a:pt x="26794" y="52053"/>
                </a:lnTo>
                <a:lnTo>
                  <a:pt x="53587" y="37255"/>
                </a:lnTo>
                <a:lnTo>
                  <a:pt x="80381" y="24911"/>
                </a:lnTo>
                <a:lnTo>
                  <a:pt x="107174" y="15021"/>
                </a:lnTo>
                <a:lnTo>
                  <a:pt x="133968" y="7585"/>
                </a:lnTo>
                <a:lnTo>
                  <a:pt x="160761" y="2603"/>
                </a:lnTo>
                <a:lnTo>
                  <a:pt x="187555" y="74"/>
                </a:lnTo>
                <a:lnTo>
                  <a:pt x="214348" y="0"/>
                </a:lnTo>
                <a:lnTo>
                  <a:pt x="241142" y="2379"/>
                </a:lnTo>
                <a:lnTo>
                  <a:pt x="267935" y="7213"/>
                </a:lnTo>
                <a:lnTo>
                  <a:pt x="294729" y="14500"/>
                </a:lnTo>
                <a:lnTo>
                  <a:pt x="321522" y="24241"/>
                </a:lnTo>
                <a:lnTo>
                  <a:pt x="348316" y="36436"/>
                </a:lnTo>
                <a:lnTo>
                  <a:pt x="375109" y="51085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12" name="knowledge-cross-edge">
            <a:extLst>
              <a:ext uri="{FF2B5EF4-FFF2-40B4-BE49-F238E27FC236}">
                <a16:creationId xmlns:a16="http://schemas.microsoft.com/office/drawing/2014/main" id="{87BAE044-EB68-4DC3-A2A5-3C71784D1D34}"/>
              </a:ext>
            </a:extLst>
          </p:cNvPr>
          <p:cNvSpPr>
            <a:spLocks noGrp="1"/>
          </p:cNvSpPr>
          <p:nvPr/>
        </p:nvSpPr>
        <p:spPr>
          <a:xfrm>
            <a:off x="11748097" y="4754995"/>
            <a:ext cx="502312" cy="110947"/>
          </a:xfrm>
          <a:custGeom>
            <a:avLst/>
            <a:gdLst/>
            <a:ahLst/>
            <a:cxnLst/>
            <a:rect l="0" t="0" r="0" b="0"/>
            <a:pathLst>
              <a:path w="502312" h="110947">
                <a:moveTo>
                  <a:pt x="0" y="6105"/>
                </a:moveTo>
                <a:lnTo>
                  <a:pt x="56411" y="1874"/>
                </a:lnTo>
                <a:lnTo>
                  <a:pt x="110177" y="0"/>
                </a:lnTo>
                <a:lnTo>
                  <a:pt x="161297" y="484"/>
                </a:lnTo>
                <a:lnTo>
                  <a:pt x="209771" y="3326"/>
                </a:lnTo>
                <a:lnTo>
                  <a:pt x="255599" y="8526"/>
                </a:lnTo>
                <a:lnTo>
                  <a:pt x="298781" y="16084"/>
                </a:lnTo>
                <a:lnTo>
                  <a:pt x="339318" y="26000"/>
                </a:lnTo>
                <a:lnTo>
                  <a:pt x="377208" y="38273"/>
                </a:lnTo>
                <a:lnTo>
                  <a:pt x="412453" y="52905"/>
                </a:lnTo>
                <a:lnTo>
                  <a:pt x="445052" y="69894"/>
                </a:lnTo>
                <a:lnTo>
                  <a:pt x="475005" y="89241"/>
                </a:lnTo>
                <a:lnTo>
                  <a:pt x="502312" y="110947"/>
                </a:lnTo>
              </a:path>
            </a:pathLst>
          </a:custGeom>
          <a:noFill/>
          <a:ln w="5334">
            <a:solidFill>
              <a:srgbClr val="67AD3F">
                <a:alpha val="13000"/>
              </a:srgbClr>
            </a:solidFill>
            <a:prstDash val="solid"/>
          </a:ln>
        </p:spPr>
      </p:sp>
      <p:sp>
        <p:nvSpPr>
          <p:cNvPr id="413" name="knowledge-edge">
            <a:extLst>
              <a:ext uri="{FF2B5EF4-FFF2-40B4-BE49-F238E27FC236}">
                <a16:creationId xmlns:a16="http://schemas.microsoft.com/office/drawing/2014/main" id="{ED002C48-4112-49BC-A9BD-587772C3F69F}"/>
              </a:ext>
            </a:extLst>
          </p:cNvPr>
          <p:cNvSpPr>
            <a:spLocks noGrp="1"/>
          </p:cNvSpPr>
          <p:nvPr/>
        </p:nvSpPr>
        <p:spPr>
          <a:xfrm>
            <a:off x="11772942" y="4855114"/>
            <a:ext cx="477467" cy="75387"/>
          </a:xfrm>
          <a:custGeom>
            <a:avLst/>
            <a:gdLst/>
            <a:ahLst/>
            <a:cxnLst/>
            <a:rect l="0" t="0" r="0" b="0"/>
            <a:pathLst>
              <a:path w="477467" h="75387">
                <a:moveTo>
                  <a:pt x="0" y="75387"/>
                </a:moveTo>
                <a:lnTo>
                  <a:pt x="34105" y="61262"/>
                </a:lnTo>
                <a:lnTo>
                  <a:pt x="68210" y="48600"/>
                </a:lnTo>
                <a:lnTo>
                  <a:pt x="102314" y="37402"/>
                </a:lnTo>
                <a:lnTo>
                  <a:pt x="136419" y="27668"/>
                </a:lnTo>
                <a:lnTo>
                  <a:pt x="170524" y="19397"/>
                </a:lnTo>
                <a:lnTo>
                  <a:pt x="204629" y="12591"/>
                </a:lnTo>
                <a:lnTo>
                  <a:pt x="238734" y="7247"/>
                </a:lnTo>
                <a:lnTo>
                  <a:pt x="272838" y="3368"/>
                </a:lnTo>
                <a:lnTo>
                  <a:pt x="306943" y="952"/>
                </a:lnTo>
                <a:lnTo>
                  <a:pt x="341048" y="0"/>
                </a:lnTo>
                <a:lnTo>
                  <a:pt x="375153" y="512"/>
                </a:lnTo>
                <a:lnTo>
                  <a:pt x="409258" y="2487"/>
                </a:lnTo>
                <a:lnTo>
                  <a:pt x="443363" y="5926"/>
                </a:lnTo>
                <a:lnTo>
                  <a:pt x="477467" y="10828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14" name="knowledge-cross-edge">
            <a:extLst>
              <a:ext uri="{FF2B5EF4-FFF2-40B4-BE49-F238E27FC236}">
                <a16:creationId xmlns:a16="http://schemas.microsoft.com/office/drawing/2014/main" id="{19EC275E-2D86-44B0-9160-DE7A8D6ED13F}"/>
              </a:ext>
            </a:extLst>
          </p:cNvPr>
          <p:cNvSpPr>
            <a:spLocks noGrp="1"/>
          </p:cNvSpPr>
          <p:nvPr/>
        </p:nvSpPr>
        <p:spPr>
          <a:xfrm>
            <a:off x="11772942" y="4930051"/>
            <a:ext cx="389221" cy="251873"/>
          </a:xfrm>
          <a:custGeom>
            <a:avLst/>
            <a:gdLst/>
            <a:ahLst/>
            <a:cxnLst/>
            <a:rect l="0" t="0" r="0" b="0"/>
            <a:pathLst>
              <a:path w="389221" h="251873">
                <a:moveTo>
                  <a:pt x="0" y="449"/>
                </a:moveTo>
                <a:lnTo>
                  <a:pt x="46987" y="0"/>
                </a:lnTo>
                <a:lnTo>
                  <a:pt x="91328" y="3442"/>
                </a:lnTo>
                <a:lnTo>
                  <a:pt x="133024" y="10775"/>
                </a:lnTo>
                <a:lnTo>
                  <a:pt x="172074" y="22000"/>
                </a:lnTo>
                <a:lnTo>
                  <a:pt x="208477" y="37115"/>
                </a:lnTo>
                <a:lnTo>
                  <a:pt x="242235" y="56122"/>
                </a:lnTo>
                <a:lnTo>
                  <a:pt x="273347" y="79019"/>
                </a:lnTo>
                <a:lnTo>
                  <a:pt x="301814" y="105808"/>
                </a:lnTo>
                <a:lnTo>
                  <a:pt x="327634" y="136487"/>
                </a:lnTo>
                <a:lnTo>
                  <a:pt x="350809" y="171058"/>
                </a:lnTo>
                <a:lnTo>
                  <a:pt x="371338" y="209520"/>
                </a:lnTo>
                <a:lnTo>
                  <a:pt x="389221" y="251873"/>
                </a:lnTo>
              </a:path>
            </a:pathLst>
          </a:custGeom>
          <a:noFill/>
          <a:ln w="5334">
            <a:solidFill>
              <a:srgbClr val="67AD3F">
                <a:alpha val="13000"/>
              </a:srgbClr>
            </a:solidFill>
            <a:prstDash val="solid"/>
          </a:ln>
        </p:spPr>
      </p:sp>
      <p:sp>
        <p:nvSpPr>
          <p:cNvPr id="415" name="knowledge-edge">
            <a:extLst>
              <a:ext uri="{FF2B5EF4-FFF2-40B4-BE49-F238E27FC236}">
                <a16:creationId xmlns:a16="http://schemas.microsoft.com/office/drawing/2014/main" id="{46AA744B-9BD6-4135-B8B4-1D09F4D93988}"/>
              </a:ext>
            </a:extLst>
          </p:cNvPr>
          <p:cNvSpPr>
            <a:spLocks noGrp="1"/>
          </p:cNvSpPr>
          <p:nvPr/>
        </p:nvSpPr>
        <p:spPr>
          <a:xfrm>
            <a:off x="11645594" y="5181924"/>
            <a:ext cx="516569" cy="136333"/>
          </a:xfrm>
          <a:custGeom>
            <a:avLst/>
            <a:gdLst/>
            <a:ahLst/>
            <a:cxnLst/>
            <a:rect l="0" t="0" r="0" b="0"/>
            <a:pathLst>
              <a:path w="516569" h="136333">
                <a:moveTo>
                  <a:pt x="0" y="114353"/>
                </a:moveTo>
                <a:lnTo>
                  <a:pt x="36898" y="123947"/>
                </a:lnTo>
                <a:lnTo>
                  <a:pt x="73796" y="130808"/>
                </a:lnTo>
                <a:lnTo>
                  <a:pt x="110693" y="134937"/>
                </a:lnTo>
                <a:lnTo>
                  <a:pt x="147591" y="136333"/>
                </a:lnTo>
                <a:lnTo>
                  <a:pt x="184489" y="134996"/>
                </a:lnTo>
                <a:lnTo>
                  <a:pt x="221387" y="130927"/>
                </a:lnTo>
                <a:lnTo>
                  <a:pt x="258284" y="124125"/>
                </a:lnTo>
                <a:lnTo>
                  <a:pt x="295182" y="114591"/>
                </a:lnTo>
                <a:lnTo>
                  <a:pt x="332080" y="102324"/>
                </a:lnTo>
                <a:lnTo>
                  <a:pt x="368978" y="87324"/>
                </a:lnTo>
                <a:lnTo>
                  <a:pt x="405875" y="69592"/>
                </a:lnTo>
                <a:lnTo>
                  <a:pt x="442773" y="49127"/>
                </a:lnTo>
                <a:lnTo>
                  <a:pt x="479671" y="25930"/>
                </a:lnTo>
                <a:lnTo>
                  <a:pt x="516569" y="0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16" name="knowledge-cross-edge">
            <a:extLst>
              <a:ext uri="{FF2B5EF4-FFF2-40B4-BE49-F238E27FC236}">
                <a16:creationId xmlns:a16="http://schemas.microsoft.com/office/drawing/2014/main" id="{B04DACC1-C771-4451-97C2-5223E2162AA1}"/>
              </a:ext>
            </a:extLst>
          </p:cNvPr>
          <p:cNvSpPr>
            <a:spLocks noGrp="1"/>
          </p:cNvSpPr>
          <p:nvPr/>
        </p:nvSpPr>
        <p:spPr>
          <a:xfrm>
            <a:off x="11645594" y="5278294"/>
            <a:ext cx="675247" cy="292015"/>
          </a:xfrm>
          <a:custGeom>
            <a:avLst/>
            <a:gdLst/>
            <a:ahLst/>
            <a:cxnLst/>
            <a:rect l="0" t="0" r="0" b="0"/>
            <a:pathLst>
              <a:path w="675247" h="292015">
                <a:moveTo>
                  <a:pt x="0" y="17984"/>
                </a:moveTo>
                <a:lnTo>
                  <a:pt x="70823" y="5809"/>
                </a:lnTo>
                <a:lnTo>
                  <a:pt x="138999" y="0"/>
                </a:lnTo>
                <a:lnTo>
                  <a:pt x="204530" y="557"/>
                </a:lnTo>
                <a:lnTo>
                  <a:pt x="267416" y="7479"/>
                </a:lnTo>
                <a:lnTo>
                  <a:pt x="327655" y="20766"/>
                </a:lnTo>
                <a:lnTo>
                  <a:pt x="385248" y="40419"/>
                </a:lnTo>
                <a:lnTo>
                  <a:pt x="440196" y="66438"/>
                </a:lnTo>
                <a:lnTo>
                  <a:pt x="492498" y="98822"/>
                </a:lnTo>
                <a:lnTo>
                  <a:pt x="542154" y="137572"/>
                </a:lnTo>
                <a:lnTo>
                  <a:pt x="589164" y="182687"/>
                </a:lnTo>
                <a:lnTo>
                  <a:pt x="633528" y="234168"/>
                </a:lnTo>
                <a:lnTo>
                  <a:pt x="675247" y="292015"/>
                </a:lnTo>
              </a:path>
            </a:pathLst>
          </a:custGeom>
          <a:noFill/>
          <a:ln w="5334">
            <a:solidFill>
              <a:srgbClr val="67AD3F">
                <a:alpha val="13000"/>
              </a:srgbClr>
            </a:solidFill>
            <a:prstDash val="solid"/>
          </a:ln>
        </p:spPr>
      </p:sp>
      <p:sp>
        <p:nvSpPr>
          <p:cNvPr id="417" name="knowledge-edge">
            <a:extLst>
              <a:ext uri="{FF2B5EF4-FFF2-40B4-BE49-F238E27FC236}">
                <a16:creationId xmlns:a16="http://schemas.microsoft.com/office/drawing/2014/main" id="{98BB28E9-FCDA-4204-9D87-747996D1A874}"/>
              </a:ext>
            </a:extLst>
          </p:cNvPr>
          <p:cNvSpPr>
            <a:spLocks noGrp="1"/>
          </p:cNvSpPr>
          <p:nvPr/>
        </p:nvSpPr>
        <p:spPr>
          <a:xfrm>
            <a:off x="11662049" y="5561025"/>
            <a:ext cx="658791" cy="15980"/>
          </a:xfrm>
          <a:custGeom>
            <a:avLst/>
            <a:gdLst/>
            <a:ahLst/>
            <a:cxnLst/>
            <a:rect l="0" t="0" r="0" b="0"/>
            <a:pathLst>
              <a:path w="658791" h="15980">
                <a:moveTo>
                  <a:pt x="0" y="0"/>
                </a:moveTo>
                <a:lnTo>
                  <a:pt x="47057" y="3554"/>
                </a:lnTo>
                <a:lnTo>
                  <a:pt x="94113" y="6664"/>
                </a:lnTo>
                <a:lnTo>
                  <a:pt x="141170" y="9329"/>
                </a:lnTo>
                <a:lnTo>
                  <a:pt x="188226" y="11549"/>
                </a:lnTo>
                <a:lnTo>
                  <a:pt x="235283" y="13324"/>
                </a:lnTo>
                <a:lnTo>
                  <a:pt x="282339" y="14654"/>
                </a:lnTo>
                <a:lnTo>
                  <a:pt x="329396" y="15540"/>
                </a:lnTo>
                <a:lnTo>
                  <a:pt x="376452" y="15980"/>
                </a:lnTo>
                <a:lnTo>
                  <a:pt x="423509" y="15976"/>
                </a:lnTo>
                <a:lnTo>
                  <a:pt x="470565" y="15527"/>
                </a:lnTo>
                <a:lnTo>
                  <a:pt x="517622" y="14634"/>
                </a:lnTo>
                <a:lnTo>
                  <a:pt x="564678" y="13295"/>
                </a:lnTo>
                <a:lnTo>
                  <a:pt x="611735" y="11512"/>
                </a:lnTo>
                <a:lnTo>
                  <a:pt x="658791" y="9284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18" name="knowledge-edge">
            <a:extLst>
              <a:ext uri="{FF2B5EF4-FFF2-40B4-BE49-F238E27FC236}">
                <a16:creationId xmlns:a16="http://schemas.microsoft.com/office/drawing/2014/main" id="{81632A9B-8B77-4F31-AAC2-5C3EDE14FA6F}"/>
              </a:ext>
            </a:extLst>
          </p:cNvPr>
          <p:cNvSpPr>
            <a:spLocks noGrp="1"/>
          </p:cNvSpPr>
          <p:nvPr/>
        </p:nvSpPr>
        <p:spPr>
          <a:xfrm>
            <a:off x="11822338" y="5609004"/>
            <a:ext cx="342339" cy="273869"/>
          </a:xfrm>
          <a:custGeom>
            <a:avLst/>
            <a:gdLst/>
            <a:ahLst/>
            <a:cxnLst/>
            <a:rect l="0" t="0" r="0" b="0"/>
            <a:pathLst>
              <a:path w="342339" h="273869">
                <a:moveTo>
                  <a:pt x="0" y="273869"/>
                </a:moveTo>
                <a:lnTo>
                  <a:pt x="24453" y="270866"/>
                </a:lnTo>
                <a:lnTo>
                  <a:pt x="48906" y="265317"/>
                </a:lnTo>
                <a:lnTo>
                  <a:pt x="73358" y="257219"/>
                </a:lnTo>
                <a:lnTo>
                  <a:pt x="97811" y="246574"/>
                </a:lnTo>
                <a:lnTo>
                  <a:pt x="122264" y="233381"/>
                </a:lnTo>
                <a:lnTo>
                  <a:pt x="146717" y="217641"/>
                </a:lnTo>
                <a:lnTo>
                  <a:pt x="171169" y="199352"/>
                </a:lnTo>
                <a:lnTo>
                  <a:pt x="195622" y="178517"/>
                </a:lnTo>
                <a:lnTo>
                  <a:pt x="220075" y="155133"/>
                </a:lnTo>
                <a:lnTo>
                  <a:pt x="244528" y="129202"/>
                </a:lnTo>
                <a:lnTo>
                  <a:pt x="268980" y="100723"/>
                </a:lnTo>
                <a:lnTo>
                  <a:pt x="293433" y="69696"/>
                </a:lnTo>
                <a:lnTo>
                  <a:pt x="317886" y="36122"/>
                </a:lnTo>
                <a:lnTo>
                  <a:pt x="342339" y="0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19" name="knowledge-cross-edge">
            <a:extLst>
              <a:ext uri="{FF2B5EF4-FFF2-40B4-BE49-F238E27FC236}">
                <a16:creationId xmlns:a16="http://schemas.microsoft.com/office/drawing/2014/main" id="{53935310-3E4B-4207-99C8-A90528009BBB}"/>
              </a:ext>
            </a:extLst>
          </p:cNvPr>
          <p:cNvSpPr>
            <a:spLocks noGrp="1"/>
          </p:cNvSpPr>
          <p:nvPr/>
        </p:nvSpPr>
        <p:spPr>
          <a:xfrm>
            <a:off x="11822338" y="5782704"/>
            <a:ext cx="428511" cy="100169"/>
          </a:xfrm>
          <a:custGeom>
            <a:avLst/>
            <a:gdLst/>
            <a:ahLst/>
            <a:cxnLst/>
            <a:rect l="0" t="0" r="0" b="0"/>
            <a:pathLst>
              <a:path w="428511" h="100169">
                <a:moveTo>
                  <a:pt x="0" y="100169"/>
                </a:moveTo>
                <a:lnTo>
                  <a:pt x="50261" y="74690"/>
                </a:lnTo>
                <a:lnTo>
                  <a:pt x="97877" y="52934"/>
                </a:lnTo>
                <a:lnTo>
                  <a:pt x="142846" y="34901"/>
                </a:lnTo>
                <a:lnTo>
                  <a:pt x="185170" y="20591"/>
                </a:lnTo>
                <a:lnTo>
                  <a:pt x="224848" y="10004"/>
                </a:lnTo>
                <a:lnTo>
                  <a:pt x="261880" y="3140"/>
                </a:lnTo>
                <a:lnTo>
                  <a:pt x="296267" y="0"/>
                </a:lnTo>
                <a:lnTo>
                  <a:pt x="328007" y="583"/>
                </a:lnTo>
                <a:lnTo>
                  <a:pt x="357102" y="4888"/>
                </a:lnTo>
                <a:lnTo>
                  <a:pt x="383551" y="12917"/>
                </a:lnTo>
                <a:lnTo>
                  <a:pt x="407354" y="24669"/>
                </a:lnTo>
                <a:lnTo>
                  <a:pt x="428511" y="40144"/>
                </a:lnTo>
              </a:path>
            </a:pathLst>
          </a:custGeom>
          <a:noFill/>
          <a:ln w="5334">
            <a:solidFill>
              <a:srgbClr val="67AD3F">
                <a:alpha val="13000"/>
              </a:srgbClr>
            </a:solidFill>
            <a:prstDash val="solid"/>
          </a:ln>
        </p:spPr>
      </p:sp>
      <p:sp>
        <p:nvSpPr>
          <p:cNvPr id="420" name="knowledge-long-edge">
            <a:extLst>
              <a:ext uri="{FF2B5EF4-FFF2-40B4-BE49-F238E27FC236}">
                <a16:creationId xmlns:a16="http://schemas.microsoft.com/office/drawing/2014/main" id="{41BC846C-278F-49CE-B5E7-984A06061DD8}"/>
              </a:ext>
            </a:extLst>
          </p:cNvPr>
          <p:cNvSpPr>
            <a:spLocks noGrp="1"/>
          </p:cNvSpPr>
          <p:nvPr/>
        </p:nvSpPr>
        <p:spPr>
          <a:xfrm>
            <a:off x="11822338" y="5362873"/>
            <a:ext cx="913962" cy="520000"/>
          </a:xfrm>
          <a:custGeom>
            <a:avLst/>
            <a:gdLst/>
            <a:ahLst/>
            <a:cxnLst/>
            <a:rect l="0" t="0" r="0" b="0"/>
            <a:pathLst>
              <a:path w="913962" h="520000">
                <a:moveTo>
                  <a:pt x="0" y="520000"/>
                </a:moveTo>
                <a:lnTo>
                  <a:pt x="57123" y="423452"/>
                </a:lnTo>
                <a:lnTo>
                  <a:pt x="114245" y="336803"/>
                </a:lnTo>
                <a:lnTo>
                  <a:pt x="171368" y="260054"/>
                </a:lnTo>
                <a:lnTo>
                  <a:pt x="228490" y="193205"/>
                </a:lnTo>
                <a:lnTo>
                  <a:pt x="285613" y="136255"/>
                </a:lnTo>
                <a:lnTo>
                  <a:pt x="342736" y="89205"/>
                </a:lnTo>
                <a:lnTo>
                  <a:pt x="399858" y="52054"/>
                </a:lnTo>
                <a:lnTo>
                  <a:pt x="456981" y="24803"/>
                </a:lnTo>
                <a:lnTo>
                  <a:pt x="514104" y="7452"/>
                </a:lnTo>
                <a:lnTo>
                  <a:pt x="571226" y="0"/>
                </a:lnTo>
                <a:lnTo>
                  <a:pt x="628349" y="2448"/>
                </a:lnTo>
                <a:lnTo>
                  <a:pt x="685471" y="14795"/>
                </a:lnTo>
                <a:lnTo>
                  <a:pt x="742594" y="37042"/>
                </a:lnTo>
                <a:lnTo>
                  <a:pt x="799717" y="69189"/>
                </a:lnTo>
                <a:lnTo>
                  <a:pt x="856839" y="111235"/>
                </a:lnTo>
                <a:lnTo>
                  <a:pt x="913962" y="163181"/>
                </a:lnTo>
              </a:path>
            </a:pathLst>
          </a:custGeom>
          <a:noFill/>
          <a:ln w="4286">
            <a:solidFill>
              <a:srgbClr val="67AD3F">
                <a:alpha val="9000"/>
              </a:srgbClr>
            </a:solidFill>
            <a:prstDash val="solid"/>
          </a:ln>
        </p:spPr>
      </p:sp>
      <p:sp>
        <p:nvSpPr>
          <p:cNvPr id="421" name="knowledge-edge">
            <a:extLst>
              <a:ext uri="{FF2B5EF4-FFF2-40B4-BE49-F238E27FC236}">
                <a16:creationId xmlns:a16="http://schemas.microsoft.com/office/drawing/2014/main" id="{434427FA-E690-4B92-B272-AA4F9D1836E2}"/>
              </a:ext>
            </a:extLst>
          </p:cNvPr>
          <p:cNvSpPr>
            <a:spLocks noGrp="1"/>
          </p:cNvSpPr>
          <p:nvPr/>
        </p:nvSpPr>
        <p:spPr>
          <a:xfrm>
            <a:off x="11774699" y="5822848"/>
            <a:ext cx="476150" cy="173577"/>
          </a:xfrm>
          <a:custGeom>
            <a:avLst/>
            <a:gdLst/>
            <a:ahLst/>
            <a:cxnLst/>
            <a:rect l="0" t="0" r="0" b="0"/>
            <a:pathLst>
              <a:path w="476150" h="173577">
                <a:moveTo>
                  <a:pt x="0" y="170695"/>
                </a:moveTo>
                <a:lnTo>
                  <a:pt x="34011" y="173272"/>
                </a:lnTo>
                <a:lnTo>
                  <a:pt x="68021" y="173577"/>
                </a:lnTo>
                <a:lnTo>
                  <a:pt x="102032" y="171609"/>
                </a:lnTo>
                <a:lnTo>
                  <a:pt x="136043" y="167369"/>
                </a:lnTo>
                <a:lnTo>
                  <a:pt x="170054" y="160858"/>
                </a:lnTo>
                <a:lnTo>
                  <a:pt x="204064" y="152073"/>
                </a:lnTo>
                <a:lnTo>
                  <a:pt x="238075" y="141017"/>
                </a:lnTo>
                <a:lnTo>
                  <a:pt x="272086" y="127688"/>
                </a:lnTo>
                <a:lnTo>
                  <a:pt x="306097" y="112088"/>
                </a:lnTo>
                <a:lnTo>
                  <a:pt x="340107" y="94214"/>
                </a:lnTo>
                <a:lnTo>
                  <a:pt x="374118" y="74069"/>
                </a:lnTo>
                <a:lnTo>
                  <a:pt x="408129" y="51652"/>
                </a:lnTo>
                <a:lnTo>
                  <a:pt x="442139" y="26962"/>
                </a:lnTo>
                <a:lnTo>
                  <a:pt x="476150" y="0"/>
                </a:lnTo>
              </a:path>
            </a:pathLst>
          </a:custGeom>
          <a:noFill/>
          <a:ln w="6477">
            <a:solidFill>
              <a:srgbClr val="67AD3F">
                <a:alpha val="17000"/>
              </a:srgbClr>
            </a:solidFill>
            <a:prstDash val="solid"/>
          </a:ln>
        </p:spPr>
      </p:sp>
      <p:sp>
        <p:nvSpPr>
          <p:cNvPr id="422" name="knowledge-long-edge">
            <a:extLst>
              <a:ext uri="{FF2B5EF4-FFF2-40B4-BE49-F238E27FC236}">
                <a16:creationId xmlns:a16="http://schemas.microsoft.com/office/drawing/2014/main" id="{BE864A1E-F3D1-4D4C-A528-5B4EC41D51C9}"/>
              </a:ext>
            </a:extLst>
          </p:cNvPr>
          <p:cNvSpPr>
            <a:spLocks noGrp="1"/>
          </p:cNvSpPr>
          <p:nvPr/>
        </p:nvSpPr>
        <p:spPr>
          <a:xfrm>
            <a:off x="11774699" y="5332494"/>
            <a:ext cx="900494" cy="661049"/>
          </a:xfrm>
          <a:custGeom>
            <a:avLst/>
            <a:gdLst/>
            <a:ahLst/>
            <a:cxnLst/>
            <a:rect l="0" t="0" r="0" b="0"/>
            <a:pathLst>
              <a:path w="900494" h="661049">
                <a:moveTo>
                  <a:pt x="0" y="661049"/>
                </a:moveTo>
                <a:lnTo>
                  <a:pt x="56281" y="537543"/>
                </a:lnTo>
                <a:lnTo>
                  <a:pt x="112562" y="426793"/>
                </a:lnTo>
                <a:lnTo>
                  <a:pt x="168843" y="328799"/>
                </a:lnTo>
                <a:lnTo>
                  <a:pt x="225123" y="243561"/>
                </a:lnTo>
                <a:lnTo>
                  <a:pt x="281404" y="171078"/>
                </a:lnTo>
                <a:lnTo>
                  <a:pt x="337685" y="111351"/>
                </a:lnTo>
                <a:lnTo>
                  <a:pt x="393966" y="64379"/>
                </a:lnTo>
                <a:lnTo>
                  <a:pt x="450247" y="30164"/>
                </a:lnTo>
                <a:lnTo>
                  <a:pt x="506528" y="8704"/>
                </a:lnTo>
                <a:lnTo>
                  <a:pt x="562808" y="0"/>
                </a:lnTo>
                <a:lnTo>
                  <a:pt x="619089" y="4052"/>
                </a:lnTo>
                <a:lnTo>
                  <a:pt x="675370" y="20859"/>
                </a:lnTo>
                <a:lnTo>
                  <a:pt x="731651" y="50422"/>
                </a:lnTo>
                <a:lnTo>
                  <a:pt x="787932" y="92741"/>
                </a:lnTo>
                <a:lnTo>
                  <a:pt x="844213" y="147816"/>
                </a:lnTo>
                <a:lnTo>
                  <a:pt x="900494" y="215647"/>
                </a:lnTo>
              </a:path>
            </a:pathLst>
          </a:custGeom>
          <a:noFill/>
          <a:ln w="4286">
            <a:solidFill>
              <a:srgbClr val="67AD3F">
                <a:alpha val="9000"/>
              </a:srgbClr>
            </a:solidFill>
            <a:prstDash val="solid"/>
          </a:ln>
        </p:spPr>
      </p:sp>
      <p:sp>
        <p:nvSpPr>
          <p:cNvPr id="423" name="knowledge-edge">
            <a:extLst>
              <a:ext uri="{FF2B5EF4-FFF2-40B4-BE49-F238E27FC236}">
                <a16:creationId xmlns:a16="http://schemas.microsoft.com/office/drawing/2014/main" id="{36832228-8481-4ED1-8E09-C3EF56F9F2B0}"/>
              </a:ext>
            </a:extLst>
          </p:cNvPr>
          <p:cNvSpPr>
            <a:spLocks noGrp="1"/>
          </p:cNvSpPr>
          <p:nvPr/>
        </p:nvSpPr>
        <p:spPr>
          <a:xfrm>
            <a:off x="12218116" y="4280134"/>
            <a:ext cx="419100" cy="266265"/>
          </a:xfrm>
          <a:custGeom>
            <a:avLst/>
            <a:gdLst/>
            <a:ahLst/>
            <a:cxnLst/>
            <a:rect l="0" t="0" r="0" b="0"/>
            <a:pathLst>
              <a:path w="419100" h="266265">
                <a:moveTo>
                  <a:pt x="0" y="266265"/>
                </a:moveTo>
                <a:lnTo>
                  <a:pt x="29936" y="260907"/>
                </a:lnTo>
                <a:lnTo>
                  <a:pt x="59871" y="253448"/>
                </a:lnTo>
                <a:lnTo>
                  <a:pt x="89807" y="243887"/>
                </a:lnTo>
                <a:lnTo>
                  <a:pt x="119743" y="232224"/>
                </a:lnTo>
                <a:lnTo>
                  <a:pt x="149679" y="218459"/>
                </a:lnTo>
                <a:lnTo>
                  <a:pt x="179614" y="202593"/>
                </a:lnTo>
                <a:lnTo>
                  <a:pt x="209550" y="184625"/>
                </a:lnTo>
                <a:lnTo>
                  <a:pt x="239486" y="164555"/>
                </a:lnTo>
                <a:lnTo>
                  <a:pt x="269422" y="142383"/>
                </a:lnTo>
                <a:lnTo>
                  <a:pt x="299357" y="118110"/>
                </a:lnTo>
                <a:lnTo>
                  <a:pt x="329293" y="91735"/>
                </a:lnTo>
                <a:lnTo>
                  <a:pt x="359229" y="63258"/>
                </a:lnTo>
                <a:lnTo>
                  <a:pt x="389165" y="32680"/>
                </a:lnTo>
                <a:lnTo>
                  <a:pt x="419100" y="0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24" name="knowledge-cross-edge">
            <a:extLst>
              <a:ext uri="{FF2B5EF4-FFF2-40B4-BE49-F238E27FC236}">
                <a16:creationId xmlns:a16="http://schemas.microsoft.com/office/drawing/2014/main" id="{2665D4D5-F92B-430D-8EE7-5E324BFDE0EA}"/>
              </a:ext>
            </a:extLst>
          </p:cNvPr>
          <p:cNvSpPr>
            <a:spLocks noGrp="1"/>
          </p:cNvSpPr>
          <p:nvPr/>
        </p:nvSpPr>
        <p:spPr>
          <a:xfrm>
            <a:off x="12218116" y="4546399"/>
            <a:ext cx="436207" cy="80023"/>
          </a:xfrm>
          <a:custGeom>
            <a:avLst/>
            <a:gdLst/>
            <a:ahLst/>
            <a:cxnLst/>
            <a:rect l="0" t="0" r="0" b="0"/>
            <a:pathLst>
              <a:path w="436207" h="80023">
                <a:moveTo>
                  <a:pt x="0" y="0"/>
                </a:moveTo>
                <a:lnTo>
                  <a:pt x="50903" y="1717"/>
                </a:lnTo>
                <a:lnTo>
                  <a:pt x="99159" y="4334"/>
                </a:lnTo>
                <a:lnTo>
                  <a:pt x="144770" y="7852"/>
                </a:lnTo>
                <a:lnTo>
                  <a:pt x="187736" y="12270"/>
                </a:lnTo>
                <a:lnTo>
                  <a:pt x="228055" y="17588"/>
                </a:lnTo>
                <a:lnTo>
                  <a:pt x="265728" y="23806"/>
                </a:lnTo>
                <a:lnTo>
                  <a:pt x="300756" y="30925"/>
                </a:lnTo>
                <a:lnTo>
                  <a:pt x="333138" y="38944"/>
                </a:lnTo>
                <a:lnTo>
                  <a:pt x="362874" y="47863"/>
                </a:lnTo>
                <a:lnTo>
                  <a:pt x="389964" y="57683"/>
                </a:lnTo>
                <a:lnTo>
                  <a:pt x="414408" y="68403"/>
                </a:lnTo>
                <a:lnTo>
                  <a:pt x="436207" y="80023"/>
                </a:lnTo>
              </a:path>
            </a:pathLst>
          </a:custGeom>
          <a:noFill/>
          <a:ln w="5334">
            <a:solidFill>
              <a:srgbClr val="4EAB49">
                <a:alpha val="13000"/>
              </a:srgbClr>
            </a:solidFill>
            <a:prstDash val="solid"/>
          </a:ln>
        </p:spPr>
      </p:sp>
      <p:sp>
        <p:nvSpPr>
          <p:cNvPr id="425" name="knowledge-edge">
            <a:extLst>
              <a:ext uri="{FF2B5EF4-FFF2-40B4-BE49-F238E27FC236}">
                <a16:creationId xmlns:a16="http://schemas.microsoft.com/office/drawing/2014/main" id="{CA5C35E6-20E7-4ABB-9219-B9E0195E7372}"/>
              </a:ext>
            </a:extLst>
          </p:cNvPr>
          <p:cNvSpPr>
            <a:spLocks noGrp="1"/>
          </p:cNvSpPr>
          <p:nvPr/>
        </p:nvSpPr>
        <p:spPr>
          <a:xfrm>
            <a:off x="12123206" y="4626422"/>
            <a:ext cx="531117" cy="116458"/>
          </a:xfrm>
          <a:custGeom>
            <a:avLst/>
            <a:gdLst/>
            <a:ahLst/>
            <a:cxnLst/>
            <a:rect l="0" t="0" r="0" b="0"/>
            <a:pathLst>
              <a:path w="531117" h="116458">
                <a:moveTo>
                  <a:pt x="0" y="116458"/>
                </a:moveTo>
                <a:lnTo>
                  <a:pt x="37937" y="101994"/>
                </a:lnTo>
                <a:lnTo>
                  <a:pt x="75874" y="88475"/>
                </a:lnTo>
                <a:lnTo>
                  <a:pt x="113811" y="75902"/>
                </a:lnTo>
                <a:lnTo>
                  <a:pt x="151748" y="64274"/>
                </a:lnTo>
                <a:lnTo>
                  <a:pt x="189684" y="53592"/>
                </a:lnTo>
                <a:lnTo>
                  <a:pt x="227621" y="43855"/>
                </a:lnTo>
                <a:lnTo>
                  <a:pt x="265558" y="35064"/>
                </a:lnTo>
                <a:lnTo>
                  <a:pt x="303495" y="27218"/>
                </a:lnTo>
                <a:lnTo>
                  <a:pt x="341432" y="20318"/>
                </a:lnTo>
                <a:lnTo>
                  <a:pt x="379369" y="14364"/>
                </a:lnTo>
                <a:lnTo>
                  <a:pt x="417306" y="9354"/>
                </a:lnTo>
                <a:lnTo>
                  <a:pt x="455243" y="5291"/>
                </a:lnTo>
                <a:lnTo>
                  <a:pt x="493180" y="2173"/>
                </a:lnTo>
                <a:lnTo>
                  <a:pt x="531117" y="0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26" name="knowledge-edge">
            <a:extLst>
              <a:ext uri="{FF2B5EF4-FFF2-40B4-BE49-F238E27FC236}">
                <a16:creationId xmlns:a16="http://schemas.microsoft.com/office/drawing/2014/main" id="{2393D073-D5A4-48DF-8F3F-1997E525C7EF}"/>
              </a:ext>
            </a:extLst>
          </p:cNvPr>
          <p:cNvSpPr>
            <a:spLocks noGrp="1"/>
          </p:cNvSpPr>
          <p:nvPr/>
        </p:nvSpPr>
        <p:spPr>
          <a:xfrm>
            <a:off x="12250409" y="4865942"/>
            <a:ext cx="510312" cy="124685"/>
          </a:xfrm>
          <a:custGeom>
            <a:avLst/>
            <a:gdLst/>
            <a:ahLst/>
            <a:cxnLst/>
            <a:rect l="0" t="0" r="0" b="0"/>
            <a:pathLst>
              <a:path w="510312" h="124685">
                <a:moveTo>
                  <a:pt x="0" y="0"/>
                </a:moveTo>
                <a:lnTo>
                  <a:pt x="36451" y="12561"/>
                </a:lnTo>
                <a:lnTo>
                  <a:pt x="72902" y="24560"/>
                </a:lnTo>
                <a:lnTo>
                  <a:pt x="109353" y="35997"/>
                </a:lnTo>
                <a:lnTo>
                  <a:pt x="145803" y="46871"/>
                </a:lnTo>
                <a:lnTo>
                  <a:pt x="182254" y="57183"/>
                </a:lnTo>
                <a:lnTo>
                  <a:pt x="218705" y="66932"/>
                </a:lnTo>
                <a:lnTo>
                  <a:pt x="255156" y="76120"/>
                </a:lnTo>
                <a:lnTo>
                  <a:pt x="291607" y="84744"/>
                </a:lnTo>
                <a:lnTo>
                  <a:pt x="328058" y="92807"/>
                </a:lnTo>
                <a:lnTo>
                  <a:pt x="364508" y="100307"/>
                </a:lnTo>
                <a:lnTo>
                  <a:pt x="400959" y="107245"/>
                </a:lnTo>
                <a:lnTo>
                  <a:pt x="437410" y="113621"/>
                </a:lnTo>
                <a:lnTo>
                  <a:pt x="473861" y="119434"/>
                </a:lnTo>
                <a:lnTo>
                  <a:pt x="510312" y="124685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27" name="knowledge-cross-edge">
            <a:extLst>
              <a:ext uri="{FF2B5EF4-FFF2-40B4-BE49-F238E27FC236}">
                <a16:creationId xmlns:a16="http://schemas.microsoft.com/office/drawing/2014/main" id="{4BB7C146-214E-4259-BB4D-AE1466C1A86A}"/>
              </a:ext>
            </a:extLst>
          </p:cNvPr>
          <p:cNvSpPr>
            <a:spLocks noGrp="1"/>
          </p:cNvSpPr>
          <p:nvPr/>
        </p:nvSpPr>
        <p:spPr>
          <a:xfrm>
            <a:off x="12250409" y="4626422"/>
            <a:ext cx="403914" cy="239519"/>
          </a:xfrm>
          <a:custGeom>
            <a:avLst/>
            <a:gdLst/>
            <a:ahLst/>
            <a:cxnLst/>
            <a:rect l="0" t="0" r="0" b="0"/>
            <a:pathLst>
              <a:path w="403914" h="239519">
                <a:moveTo>
                  <a:pt x="0" y="239519"/>
                </a:moveTo>
                <a:lnTo>
                  <a:pt x="19107" y="201583"/>
                </a:lnTo>
                <a:lnTo>
                  <a:pt x="40861" y="166914"/>
                </a:lnTo>
                <a:lnTo>
                  <a:pt x="65260" y="135515"/>
                </a:lnTo>
                <a:lnTo>
                  <a:pt x="92305" y="107384"/>
                </a:lnTo>
                <a:lnTo>
                  <a:pt x="121995" y="82521"/>
                </a:lnTo>
                <a:lnTo>
                  <a:pt x="154332" y="60927"/>
                </a:lnTo>
                <a:lnTo>
                  <a:pt x="189314" y="42601"/>
                </a:lnTo>
                <a:lnTo>
                  <a:pt x="226942" y="27544"/>
                </a:lnTo>
                <a:lnTo>
                  <a:pt x="267216" y="15755"/>
                </a:lnTo>
                <a:lnTo>
                  <a:pt x="310136" y="7235"/>
                </a:lnTo>
                <a:lnTo>
                  <a:pt x="355702" y="1983"/>
                </a:lnTo>
                <a:lnTo>
                  <a:pt x="403914" y="0"/>
                </a:lnTo>
              </a:path>
            </a:pathLst>
          </a:custGeom>
          <a:noFill/>
          <a:ln w="4953">
            <a:solidFill>
              <a:srgbClr val="4EAB49">
                <a:alpha val="12000"/>
              </a:srgbClr>
            </a:solidFill>
            <a:prstDash val="solid"/>
          </a:ln>
        </p:spPr>
      </p:sp>
      <p:sp>
        <p:nvSpPr>
          <p:cNvPr id="428" name="knowledge-edge">
            <a:extLst>
              <a:ext uri="{FF2B5EF4-FFF2-40B4-BE49-F238E27FC236}">
                <a16:creationId xmlns:a16="http://schemas.microsoft.com/office/drawing/2014/main" id="{4A365696-32B3-4434-A0D4-403211D158C3}"/>
              </a:ext>
            </a:extLst>
          </p:cNvPr>
          <p:cNvSpPr>
            <a:spLocks noGrp="1"/>
          </p:cNvSpPr>
          <p:nvPr/>
        </p:nvSpPr>
        <p:spPr>
          <a:xfrm>
            <a:off x="12162162" y="5162262"/>
            <a:ext cx="589867" cy="161612"/>
          </a:xfrm>
          <a:custGeom>
            <a:avLst/>
            <a:gdLst/>
            <a:ahLst/>
            <a:cxnLst/>
            <a:rect l="0" t="0" r="0" b="0"/>
            <a:pathLst>
              <a:path w="589867" h="161612">
                <a:moveTo>
                  <a:pt x="0" y="19663"/>
                </a:moveTo>
                <a:lnTo>
                  <a:pt x="42133" y="10231"/>
                </a:lnTo>
                <a:lnTo>
                  <a:pt x="84267" y="3809"/>
                </a:lnTo>
                <a:lnTo>
                  <a:pt x="126400" y="399"/>
                </a:lnTo>
                <a:lnTo>
                  <a:pt x="168533" y="0"/>
                </a:lnTo>
                <a:lnTo>
                  <a:pt x="210667" y="2612"/>
                </a:lnTo>
                <a:lnTo>
                  <a:pt x="252800" y="8235"/>
                </a:lnTo>
                <a:lnTo>
                  <a:pt x="294933" y="16868"/>
                </a:lnTo>
                <a:lnTo>
                  <a:pt x="337067" y="28513"/>
                </a:lnTo>
                <a:lnTo>
                  <a:pt x="379200" y="43169"/>
                </a:lnTo>
                <a:lnTo>
                  <a:pt x="421334" y="60835"/>
                </a:lnTo>
                <a:lnTo>
                  <a:pt x="463467" y="81513"/>
                </a:lnTo>
                <a:lnTo>
                  <a:pt x="505600" y="105202"/>
                </a:lnTo>
                <a:lnTo>
                  <a:pt x="547734" y="131902"/>
                </a:lnTo>
                <a:lnTo>
                  <a:pt x="589867" y="161612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29" name="knowledge-cross-edge">
            <a:extLst>
              <a:ext uri="{FF2B5EF4-FFF2-40B4-BE49-F238E27FC236}">
                <a16:creationId xmlns:a16="http://schemas.microsoft.com/office/drawing/2014/main" id="{4ED262F6-4D35-4ED0-B037-C9A7C89EA441}"/>
              </a:ext>
            </a:extLst>
          </p:cNvPr>
          <p:cNvSpPr>
            <a:spLocks noGrp="1"/>
          </p:cNvSpPr>
          <p:nvPr/>
        </p:nvSpPr>
        <p:spPr>
          <a:xfrm>
            <a:off x="12162162" y="5181924"/>
            <a:ext cx="574138" cy="344129"/>
          </a:xfrm>
          <a:custGeom>
            <a:avLst/>
            <a:gdLst/>
            <a:ahLst/>
            <a:cxnLst/>
            <a:rect l="0" t="0" r="0" b="0"/>
            <a:pathLst>
              <a:path w="574138" h="344129">
                <a:moveTo>
                  <a:pt x="0" y="0"/>
                </a:moveTo>
                <a:lnTo>
                  <a:pt x="62397" y="13064"/>
                </a:lnTo>
                <a:lnTo>
                  <a:pt x="122148" y="28968"/>
                </a:lnTo>
                <a:lnTo>
                  <a:pt x="179253" y="47710"/>
                </a:lnTo>
                <a:lnTo>
                  <a:pt x="233713" y="69290"/>
                </a:lnTo>
                <a:lnTo>
                  <a:pt x="285526" y="93709"/>
                </a:lnTo>
                <a:lnTo>
                  <a:pt x="334694" y="120968"/>
                </a:lnTo>
                <a:lnTo>
                  <a:pt x="381216" y="151064"/>
                </a:lnTo>
                <a:lnTo>
                  <a:pt x="425092" y="184000"/>
                </a:lnTo>
                <a:lnTo>
                  <a:pt x="466322" y="219774"/>
                </a:lnTo>
                <a:lnTo>
                  <a:pt x="504906" y="258387"/>
                </a:lnTo>
                <a:lnTo>
                  <a:pt x="540845" y="299838"/>
                </a:lnTo>
                <a:lnTo>
                  <a:pt x="574138" y="344129"/>
                </a:lnTo>
              </a:path>
            </a:pathLst>
          </a:custGeom>
          <a:noFill/>
          <a:ln w="5334">
            <a:solidFill>
              <a:srgbClr val="4EAB49">
                <a:alpha val="13000"/>
              </a:srgbClr>
            </a:solidFill>
            <a:prstDash val="solid"/>
          </a:ln>
        </p:spPr>
      </p:sp>
      <p:sp>
        <p:nvSpPr>
          <p:cNvPr id="430" name="knowledge-edge">
            <a:extLst>
              <a:ext uri="{FF2B5EF4-FFF2-40B4-BE49-F238E27FC236}">
                <a16:creationId xmlns:a16="http://schemas.microsoft.com/office/drawing/2014/main" id="{0E5CE182-F40E-43B0-9DBF-5A26AC89A255}"/>
              </a:ext>
            </a:extLst>
          </p:cNvPr>
          <p:cNvSpPr>
            <a:spLocks noGrp="1"/>
          </p:cNvSpPr>
          <p:nvPr/>
        </p:nvSpPr>
        <p:spPr>
          <a:xfrm>
            <a:off x="12320840" y="5480864"/>
            <a:ext cx="415460" cy="89444"/>
          </a:xfrm>
          <a:custGeom>
            <a:avLst/>
            <a:gdLst/>
            <a:ahLst/>
            <a:cxnLst/>
            <a:rect l="0" t="0" r="0" b="0"/>
            <a:pathLst>
              <a:path w="415460" h="89444">
                <a:moveTo>
                  <a:pt x="0" y="89444"/>
                </a:moveTo>
                <a:lnTo>
                  <a:pt x="29676" y="68908"/>
                </a:lnTo>
                <a:lnTo>
                  <a:pt x="59351" y="51044"/>
                </a:lnTo>
                <a:lnTo>
                  <a:pt x="89027" y="35854"/>
                </a:lnTo>
                <a:lnTo>
                  <a:pt x="118703" y="23337"/>
                </a:lnTo>
                <a:lnTo>
                  <a:pt x="148378" y="13493"/>
                </a:lnTo>
                <a:lnTo>
                  <a:pt x="178054" y="6322"/>
                </a:lnTo>
                <a:lnTo>
                  <a:pt x="207730" y="1825"/>
                </a:lnTo>
                <a:lnTo>
                  <a:pt x="237405" y="0"/>
                </a:lnTo>
                <a:lnTo>
                  <a:pt x="267081" y="849"/>
                </a:lnTo>
                <a:lnTo>
                  <a:pt x="296757" y="4370"/>
                </a:lnTo>
                <a:lnTo>
                  <a:pt x="326433" y="10565"/>
                </a:lnTo>
                <a:lnTo>
                  <a:pt x="356108" y="19433"/>
                </a:lnTo>
                <a:lnTo>
                  <a:pt x="385784" y="30975"/>
                </a:lnTo>
                <a:lnTo>
                  <a:pt x="415460" y="45189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31" name="knowledge-cross-edge">
            <a:extLst>
              <a:ext uri="{FF2B5EF4-FFF2-40B4-BE49-F238E27FC236}">
                <a16:creationId xmlns:a16="http://schemas.microsoft.com/office/drawing/2014/main" id="{F9906472-6663-40B4-98FD-9104BD99E5E3}"/>
              </a:ext>
            </a:extLst>
          </p:cNvPr>
          <p:cNvSpPr>
            <a:spLocks noGrp="1"/>
          </p:cNvSpPr>
          <p:nvPr/>
        </p:nvSpPr>
        <p:spPr>
          <a:xfrm>
            <a:off x="12320840" y="5548141"/>
            <a:ext cx="354352" cy="25684"/>
          </a:xfrm>
          <a:custGeom>
            <a:avLst/>
            <a:gdLst/>
            <a:ahLst/>
            <a:cxnLst/>
            <a:rect l="0" t="0" r="0" b="0"/>
            <a:pathLst>
              <a:path w="354352" h="25684">
                <a:moveTo>
                  <a:pt x="0" y="22168"/>
                </a:moveTo>
                <a:lnTo>
                  <a:pt x="44081" y="24011"/>
                </a:lnTo>
                <a:lnTo>
                  <a:pt x="85517" y="25183"/>
                </a:lnTo>
                <a:lnTo>
                  <a:pt x="124307" y="25684"/>
                </a:lnTo>
                <a:lnTo>
                  <a:pt x="160451" y="25515"/>
                </a:lnTo>
                <a:lnTo>
                  <a:pt x="193949" y="24674"/>
                </a:lnTo>
                <a:lnTo>
                  <a:pt x="224801" y="23162"/>
                </a:lnTo>
                <a:lnTo>
                  <a:pt x="253007" y="20979"/>
                </a:lnTo>
                <a:lnTo>
                  <a:pt x="278568" y="18125"/>
                </a:lnTo>
                <a:lnTo>
                  <a:pt x="301483" y="14600"/>
                </a:lnTo>
                <a:lnTo>
                  <a:pt x="321752" y="10405"/>
                </a:lnTo>
                <a:lnTo>
                  <a:pt x="339375" y="5538"/>
                </a:lnTo>
                <a:lnTo>
                  <a:pt x="354352" y="0"/>
                </a:lnTo>
              </a:path>
            </a:pathLst>
          </a:custGeom>
          <a:noFill/>
          <a:ln w="5334">
            <a:solidFill>
              <a:srgbClr val="4EAB49">
                <a:alpha val="13000"/>
              </a:srgbClr>
            </a:solidFill>
            <a:prstDash val="solid"/>
          </a:ln>
        </p:spPr>
      </p:sp>
      <p:sp>
        <p:nvSpPr>
          <p:cNvPr id="432" name="knowledge-edge">
            <a:extLst>
              <a:ext uri="{FF2B5EF4-FFF2-40B4-BE49-F238E27FC236}">
                <a16:creationId xmlns:a16="http://schemas.microsoft.com/office/drawing/2014/main" id="{51278B2C-8823-49A6-838F-4A351FC10D00}"/>
              </a:ext>
            </a:extLst>
          </p:cNvPr>
          <p:cNvSpPr>
            <a:spLocks noGrp="1"/>
          </p:cNvSpPr>
          <p:nvPr/>
        </p:nvSpPr>
        <p:spPr>
          <a:xfrm>
            <a:off x="12164677" y="5548141"/>
            <a:ext cx="510515" cy="68028"/>
          </a:xfrm>
          <a:custGeom>
            <a:avLst/>
            <a:gdLst/>
            <a:ahLst/>
            <a:cxnLst/>
            <a:rect l="0" t="0" r="0" b="0"/>
            <a:pathLst>
              <a:path w="510515" h="68028">
                <a:moveTo>
                  <a:pt x="0" y="60864"/>
                </a:moveTo>
                <a:lnTo>
                  <a:pt x="36465" y="64477"/>
                </a:lnTo>
                <a:lnTo>
                  <a:pt x="72931" y="66865"/>
                </a:lnTo>
                <a:lnTo>
                  <a:pt x="109396" y="68028"/>
                </a:lnTo>
                <a:lnTo>
                  <a:pt x="145862" y="67967"/>
                </a:lnTo>
                <a:lnTo>
                  <a:pt x="182327" y="66682"/>
                </a:lnTo>
                <a:lnTo>
                  <a:pt x="218792" y="64171"/>
                </a:lnTo>
                <a:lnTo>
                  <a:pt x="255258" y="60436"/>
                </a:lnTo>
                <a:lnTo>
                  <a:pt x="291723" y="55476"/>
                </a:lnTo>
                <a:lnTo>
                  <a:pt x="328189" y="49292"/>
                </a:lnTo>
                <a:lnTo>
                  <a:pt x="364654" y="41883"/>
                </a:lnTo>
                <a:lnTo>
                  <a:pt x="401119" y="33249"/>
                </a:lnTo>
                <a:lnTo>
                  <a:pt x="437585" y="23391"/>
                </a:lnTo>
                <a:lnTo>
                  <a:pt x="474050" y="12308"/>
                </a:lnTo>
                <a:lnTo>
                  <a:pt x="510515" y="0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33" name="knowledge-cross-edge">
            <a:extLst>
              <a:ext uri="{FF2B5EF4-FFF2-40B4-BE49-F238E27FC236}">
                <a16:creationId xmlns:a16="http://schemas.microsoft.com/office/drawing/2014/main" id="{2DD0BC01-3CA3-4D29-9536-102392853DCB}"/>
              </a:ext>
            </a:extLst>
          </p:cNvPr>
          <p:cNvSpPr>
            <a:spLocks noGrp="1"/>
          </p:cNvSpPr>
          <p:nvPr/>
        </p:nvSpPr>
        <p:spPr>
          <a:xfrm>
            <a:off x="12164677" y="5537135"/>
            <a:ext cx="541453" cy="71869"/>
          </a:xfrm>
          <a:custGeom>
            <a:avLst/>
            <a:gdLst/>
            <a:ahLst/>
            <a:cxnLst/>
            <a:rect l="0" t="0" r="0" b="0"/>
            <a:pathLst>
              <a:path w="541453" h="71869">
                <a:moveTo>
                  <a:pt x="0" y="71869"/>
                </a:moveTo>
                <a:lnTo>
                  <a:pt x="59673" y="55263"/>
                </a:lnTo>
                <a:lnTo>
                  <a:pt x="116701" y="40834"/>
                </a:lnTo>
                <a:lnTo>
                  <a:pt x="171082" y="28583"/>
                </a:lnTo>
                <a:lnTo>
                  <a:pt x="222818" y="18510"/>
                </a:lnTo>
                <a:lnTo>
                  <a:pt x="271908" y="10616"/>
                </a:lnTo>
                <a:lnTo>
                  <a:pt x="318352" y="4899"/>
                </a:lnTo>
                <a:lnTo>
                  <a:pt x="362150" y="1361"/>
                </a:lnTo>
                <a:lnTo>
                  <a:pt x="403302" y="0"/>
                </a:lnTo>
                <a:lnTo>
                  <a:pt x="441809" y="817"/>
                </a:lnTo>
                <a:lnTo>
                  <a:pt x="477669" y="3813"/>
                </a:lnTo>
                <a:lnTo>
                  <a:pt x="510884" y="8986"/>
                </a:lnTo>
                <a:lnTo>
                  <a:pt x="541453" y="16338"/>
                </a:lnTo>
              </a:path>
            </a:pathLst>
          </a:custGeom>
          <a:noFill/>
          <a:ln w="5334">
            <a:solidFill>
              <a:srgbClr val="4EAB49">
                <a:alpha val="13000"/>
              </a:srgbClr>
            </a:solidFill>
            <a:prstDash val="solid"/>
          </a:ln>
        </p:spPr>
      </p:sp>
      <p:sp>
        <p:nvSpPr>
          <p:cNvPr id="434" name="knowledge-edge">
            <a:extLst>
              <a:ext uri="{FF2B5EF4-FFF2-40B4-BE49-F238E27FC236}">
                <a16:creationId xmlns:a16="http://schemas.microsoft.com/office/drawing/2014/main" id="{3E932FFD-A311-4C3D-8462-3EDB5C6F7863}"/>
              </a:ext>
            </a:extLst>
          </p:cNvPr>
          <p:cNvSpPr>
            <a:spLocks noGrp="1"/>
          </p:cNvSpPr>
          <p:nvPr/>
        </p:nvSpPr>
        <p:spPr>
          <a:xfrm>
            <a:off x="12250849" y="5553473"/>
            <a:ext cx="455281" cy="269375"/>
          </a:xfrm>
          <a:custGeom>
            <a:avLst/>
            <a:gdLst/>
            <a:ahLst/>
            <a:cxnLst/>
            <a:rect l="0" t="0" r="0" b="0"/>
            <a:pathLst>
              <a:path w="455281" h="269375">
                <a:moveTo>
                  <a:pt x="0" y="269375"/>
                </a:moveTo>
                <a:lnTo>
                  <a:pt x="32520" y="252638"/>
                </a:lnTo>
                <a:lnTo>
                  <a:pt x="65040" y="235516"/>
                </a:lnTo>
                <a:lnTo>
                  <a:pt x="97560" y="218009"/>
                </a:lnTo>
                <a:lnTo>
                  <a:pt x="130080" y="200116"/>
                </a:lnTo>
                <a:lnTo>
                  <a:pt x="162600" y="181838"/>
                </a:lnTo>
                <a:lnTo>
                  <a:pt x="195121" y="163175"/>
                </a:lnTo>
                <a:lnTo>
                  <a:pt x="227641" y="144126"/>
                </a:lnTo>
                <a:lnTo>
                  <a:pt x="260161" y="124692"/>
                </a:lnTo>
                <a:lnTo>
                  <a:pt x="292681" y="104873"/>
                </a:lnTo>
                <a:lnTo>
                  <a:pt x="325201" y="84669"/>
                </a:lnTo>
                <a:lnTo>
                  <a:pt x="357721" y="64080"/>
                </a:lnTo>
                <a:lnTo>
                  <a:pt x="390241" y="43105"/>
                </a:lnTo>
                <a:lnTo>
                  <a:pt x="422761" y="21745"/>
                </a:lnTo>
                <a:lnTo>
                  <a:pt x="455281" y="0"/>
                </a:lnTo>
              </a:path>
            </a:pathLst>
          </a:custGeom>
          <a:noFill/>
          <a:ln w="6477">
            <a:solidFill>
              <a:srgbClr val="4EAB49">
                <a:alpha val="17000"/>
              </a:srgbClr>
            </a:solidFill>
            <a:prstDash val="solid"/>
          </a:ln>
        </p:spPr>
      </p:sp>
      <p:sp>
        <p:nvSpPr>
          <p:cNvPr id="435" name="knowledge-node">
            <a:extLst>
              <a:ext uri="{FF2B5EF4-FFF2-40B4-BE49-F238E27FC236}">
                <a16:creationId xmlns:a16="http://schemas.microsoft.com/office/drawing/2014/main" id="{6ABFABB5-C75E-4522-8C78-EC8E48D2B15E}"/>
              </a:ext>
            </a:extLst>
          </p:cNvPr>
          <p:cNvSpPr>
            <a:spLocks noGrp="1"/>
          </p:cNvSpPr>
          <p:nvPr/>
        </p:nvSpPr>
        <p:spPr>
          <a:xfrm>
            <a:off x="-217765" y="5627853"/>
            <a:ext cx="67414" cy="67414"/>
          </a:xfrm>
          <a:prstGeom prst="ellipse">
            <a:avLst/>
          </a:prstGeom>
          <a:solidFill>
            <a:srgbClr val="4285F4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36" name="knowledge-node">
            <a:extLst>
              <a:ext uri="{FF2B5EF4-FFF2-40B4-BE49-F238E27FC236}">
                <a16:creationId xmlns:a16="http://schemas.microsoft.com/office/drawing/2014/main" id="{5369DAE2-4BDD-46DD-BC47-E9B6244E4CA7}"/>
              </a:ext>
            </a:extLst>
          </p:cNvPr>
          <p:cNvSpPr>
            <a:spLocks noGrp="1"/>
          </p:cNvSpPr>
          <p:nvPr/>
        </p:nvSpPr>
        <p:spPr>
          <a:xfrm>
            <a:off x="-384262" y="5884298"/>
            <a:ext cx="21764" cy="21764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7" name="knowledge-node">
            <a:extLst>
              <a:ext uri="{FF2B5EF4-FFF2-40B4-BE49-F238E27FC236}">
                <a16:creationId xmlns:a16="http://schemas.microsoft.com/office/drawing/2014/main" id="{CEBCD2DC-2651-497B-9D0A-AE4247783190}"/>
              </a:ext>
            </a:extLst>
          </p:cNvPr>
          <p:cNvSpPr>
            <a:spLocks noGrp="1"/>
          </p:cNvSpPr>
          <p:nvPr/>
        </p:nvSpPr>
        <p:spPr>
          <a:xfrm>
            <a:off x="-383850" y="6080747"/>
            <a:ext cx="27873" cy="27873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8" name="knowledge-node">
            <a:extLst>
              <a:ext uri="{FF2B5EF4-FFF2-40B4-BE49-F238E27FC236}">
                <a16:creationId xmlns:a16="http://schemas.microsoft.com/office/drawing/2014/main" id="{FE1BA089-B631-4907-9707-2C1FD3FA31B9}"/>
              </a:ext>
            </a:extLst>
          </p:cNvPr>
          <p:cNvSpPr>
            <a:spLocks noGrp="1"/>
          </p:cNvSpPr>
          <p:nvPr/>
        </p:nvSpPr>
        <p:spPr>
          <a:xfrm>
            <a:off x="-394401" y="6084580"/>
            <a:ext cx="23921" cy="23921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9" name="knowledge-node">
            <a:extLst>
              <a:ext uri="{FF2B5EF4-FFF2-40B4-BE49-F238E27FC236}">
                <a16:creationId xmlns:a16="http://schemas.microsoft.com/office/drawing/2014/main" id="{943D0E34-BF04-439E-8C4D-34832463D93D}"/>
              </a:ext>
            </a:extLst>
          </p:cNvPr>
          <p:cNvSpPr>
            <a:spLocks noGrp="1"/>
          </p:cNvSpPr>
          <p:nvPr/>
        </p:nvSpPr>
        <p:spPr>
          <a:xfrm>
            <a:off x="-439771" y="6159424"/>
            <a:ext cx="20180" cy="20180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0" name="knowledge-node">
            <a:extLst>
              <a:ext uri="{FF2B5EF4-FFF2-40B4-BE49-F238E27FC236}">
                <a16:creationId xmlns:a16="http://schemas.microsoft.com/office/drawing/2014/main" id="{93FF942F-8D7C-4701-8545-70AC94D3D4A3}"/>
              </a:ext>
            </a:extLst>
          </p:cNvPr>
          <p:cNvSpPr>
            <a:spLocks noGrp="1"/>
          </p:cNvSpPr>
          <p:nvPr/>
        </p:nvSpPr>
        <p:spPr>
          <a:xfrm>
            <a:off x="-305515" y="6299738"/>
            <a:ext cx="16452" cy="16452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1" name="knowledge-node">
            <a:extLst>
              <a:ext uri="{FF2B5EF4-FFF2-40B4-BE49-F238E27FC236}">
                <a16:creationId xmlns:a16="http://schemas.microsoft.com/office/drawing/2014/main" id="{C8510F93-E72B-4935-82B1-DD81A4314C9F}"/>
              </a:ext>
            </a:extLst>
          </p:cNvPr>
          <p:cNvSpPr>
            <a:spLocks noGrp="1"/>
          </p:cNvSpPr>
          <p:nvPr/>
        </p:nvSpPr>
        <p:spPr>
          <a:xfrm>
            <a:off x="-278684" y="6545974"/>
            <a:ext cx="17437" cy="17437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2" name="knowledge-node">
            <a:extLst>
              <a:ext uri="{FF2B5EF4-FFF2-40B4-BE49-F238E27FC236}">
                <a16:creationId xmlns:a16="http://schemas.microsoft.com/office/drawing/2014/main" id="{41BB8154-A8BA-4BED-AB5F-98CE3EFE73C6}"/>
              </a:ext>
            </a:extLst>
          </p:cNvPr>
          <p:cNvSpPr>
            <a:spLocks noGrp="1"/>
          </p:cNvSpPr>
          <p:nvPr/>
        </p:nvSpPr>
        <p:spPr>
          <a:xfrm>
            <a:off x="-7199" y="5787884"/>
            <a:ext cx="23537" cy="23537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3" name="knowledge-node">
            <a:extLst>
              <a:ext uri="{FF2B5EF4-FFF2-40B4-BE49-F238E27FC236}">
                <a16:creationId xmlns:a16="http://schemas.microsoft.com/office/drawing/2014/main" id="{BF844046-616A-4A77-8ED6-4526BDFC5E25}"/>
              </a:ext>
            </a:extLst>
          </p:cNvPr>
          <p:cNvSpPr>
            <a:spLocks noGrp="1"/>
          </p:cNvSpPr>
          <p:nvPr/>
        </p:nvSpPr>
        <p:spPr>
          <a:xfrm>
            <a:off x="-72145" y="5966172"/>
            <a:ext cx="17660" cy="17660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4" name="knowledge-node">
            <a:extLst>
              <a:ext uri="{FF2B5EF4-FFF2-40B4-BE49-F238E27FC236}">
                <a16:creationId xmlns:a16="http://schemas.microsoft.com/office/drawing/2014/main" id="{C97A1CAA-5AC5-4644-8BD8-4E1A7189467D}"/>
              </a:ext>
            </a:extLst>
          </p:cNvPr>
          <p:cNvSpPr>
            <a:spLocks noGrp="1"/>
          </p:cNvSpPr>
          <p:nvPr/>
        </p:nvSpPr>
        <p:spPr>
          <a:xfrm>
            <a:off x="108400" y="6067446"/>
            <a:ext cx="20045" cy="20045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5" name="knowledge-node">
            <a:extLst>
              <a:ext uri="{FF2B5EF4-FFF2-40B4-BE49-F238E27FC236}">
                <a16:creationId xmlns:a16="http://schemas.microsoft.com/office/drawing/2014/main" id="{73512C37-B5AE-4BE0-BE49-A6237A14112D}"/>
              </a:ext>
            </a:extLst>
          </p:cNvPr>
          <p:cNvSpPr>
            <a:spLocks noGrp="1"/>
          </p:cNvSpPr>
          <p:nvPr/>
        </p:nvSpPr>
        <p:spPr>
          <a:xfrm>
            <a:off x="47185" y="6163052"/>
            <a:ext cx="22948" cy="22948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6" name="knowledge-node">
            <a:extLst>
              <a:ext uri="{FF2B5EF4-FFF2-40B4-BE49-F238E27FC236}">
                <a16:creationId xmlns:a16="http://schemas.microsoft.com/office/drawing/2014/main" id="{B10E4F96-81EF-4E31-9909-997FF846A767}"/>
              </a:ext>
            </a:extLst>
          </p:cNvPr>
          <p:cNvSpPr>
            <a:spLocks noGrp="1"/>
          </p:cNvSpPr>
          <p:nvPr/>
        </p:nvSpPr>
        <p:spPr>
          <a:xfrm>
            <a:off x="50919" y="6263320"/>
            <a:ext cx="48632" cy="48632"/>
          </a:xfrm>
          <a:prstGeom prst="ellipse">
            <a:avLst/>
          </a:prstGeom>
          <a:solidFill>
            <a:srgbClr val="457BE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47" name="knowledge-node">
            <a:extLst>
              <a:ext uri="{FF2B5EF4-FFF2-40B4-BE49-F238E27FC236}">
                <a16:creationId xmlns:a16="http://schemas.microsoft.com/office/drawing/2014/main" id="{D9288B09-D8DD-4E42-953D-222869E58E12}"/>
              </a:ext>
            </a:extLst>
          </p:cNvPr>
          <p:cNvSpPr>
            <a:spLocks noGrp="1"/>
          </p:cNvSpPr>
          <p:nvPr/>
        </p:nvSpPr>
        <p:spPr>
          <a:xfrm>
            <a:off x="8245" y="6317994"/>
            <a:ext cx="17667" cy="17667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8" name="knowledge-node">
            <a:extLst>
              <a:ext uri="{FF2B5EF4-FFF2-40B4-BE49-F238E27FC236}">
                <a16:creationId xmlns:a16="http://schemas.microsoft.com/office/drawing/2014/main" id="{BB55984C-5D2D-418E-9A93-5D2749491F4C}"/>
              </a:ext>
            </a:extLst>
          </p:cNvPr>
          <p:cNvSpPr>
            <a:spLocks noGrp="1"/>
          </p:cNvSpPr>
          <p:nvPr/>
        </p:nvSpPr>
        <p:spPr>
          <a:xfrm>
            <a:off x="164326" y="6648644"/>
            <a:ext cx="19514" cy="19514"/>
          </a:xfrm>
          <a:prstGeom prst="ellipse">
            <a:avLst/>
          </a:prstGeom>
          <a:solidFill>
            <a:srgbClr val="457B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9" name="knowledge-node">
            <a:extLst>
              <a:ext uri="{FF2B5EF4-FFF2-40B4-BE49-F238E27FC236}">
                <a16:creationId xmlns:a16="http://schemas.microsoft.com/office/drawing/2014/main" id="{0C230986-0641-499B-A0F4-7D1D993F3D42}"/>
              </a:ext>
            </a:extLst>
          </p:cNvPr>
          <p:cNvSpPr>
            <a:spLocks noGrp="1"/>
          </p:cNvSpPr>
          <p:nvPr/>
        </p:nvSpPr>
        <p:spPr>
          <a:xfrm>
            <a:off x="356756" y="5725234"/>
            <a:ext cx="15109" cy="15109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0" name="knowledge-node">
            <a:extLst>
              <a:ext uri="{FF2B5EF4-FFF2-40B4-BE49-F238E27FC236}">
                <a16:creationId xmlns:a16="http://schemas.microsoft.com/office/drawing/2014/main" id="{07E9FDAC-B57D-40DB-BCE0-0653024FA43D}"/>
              </a:ext>
            </a:extLst>
          </p:cNvPr>
          <p:cNvSpPr>
            <a:spLocks noGrp="1"/>
          </p:cNvSpPr>
          <p:nvPr/>
        </p:nvSpPr>
        <p:spPr>
          <a:xfrm>
            <a:off x="507971" y="6069846"/>
            <a:ext cx="25921" cy="25921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1" name="knowledge-node">
            <a:extLst>
              <a:ext uri="{FF2B5EF4-FFF2-40B4-BE49-F238E27FC236}">
                <a16:creationId xmlns:a16="http://schemas.microsoft.com/office/drawing/2014/main" id="{4BF7785C-7688-4B45-BD29-4CD8D5B40449}"/>
              </a:ext>
            </a:extLst>
          </p:cNvPr>
          <p:cNvSpPr>
            <a:spLocks noGrp="1"/>
          </p:cNvSpPr>
          <p:nvPr/>
        </p:nvSpPr>
        <p:spPr>
          <a:xfrm>
            <a:off x="577435" y="6213665"/>
            <a:ext cx="15582" cy="15582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knowledge-node">
            <a:extLst>
              <a:ext uri="{FF2B5EF4-FFF2-40B4-BE49-F238E27FC236}">
                <a16:creationId xmlns:a16="http://schemas.microsoft.com/office/drawing/2014/main" id="{A5EEE798-D456-4B64-9017-FF5DB4A40691}"/>
              </a:ext>
            </a:extLst>
          </p:cNvPr>
          <p:cNvSpPr>
            <a:spLocks noGrp="1"/>
          </p:cNvSpPr>
          <p:nvPr/>
        </p:nvSpPr>
        <p:spPr>
          <a:xfrm>
            <a:off x="532647" y="6108182"/>
            <a:ext cx="40541" cy="40541"/>
          </a:xfrm>
          <a:prstGeom prst="ellipse">
            <a:avLst/>
          </a:prstGeom>
          <a:solidFill>
            <a:srgbClr val="4872DB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53" name="knowledge-node">
            <a:extLst>
              <a:ext uri="{FF2B5EF4-FFF2-40B4-BE49-F238E27FC236}">
                <a16:creationId xmlns:a16="http://schemas.microsoft.com/office/drawing/2014/main" id="{F06A357D-4D96-4ED1-BFA8-468089DE831C}"/>
              </a:ext>
            </a:extLst>
          </p:cNvPr>
          <p:cNvSpPr>
            <a:spLocks noGrp="1"/>
          </p:cNvSpPr>
          <p:nvPr/>
        </p:nvSpPr>
        <p:spPr>
          <a:xfrm>
            <a:off x="418467" y="6232256"/>
            <a:ext cx="18322" cy="18322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4" name="knowledge-node">
            <a:extLst>
              <a:ext uri="{FF2B5EF4-FFF2-40B4-BE49-F238E27FC236}">
                <a16:creationId xmlns:a16="http://schemas.microsoft.com/office/drawing/2014/main" id="{FAA6DC2D-9D11-4AB8-A49B-6D3459D67985}"/>
              </a:ext>
            </a:extLst>
          </p:cNvPr>
          <p:cNvSpPr>
            <a:spLocks noGrp="1"/>
          </p:cNvSpPr>
          <p:nvPr/>
        </p:nvSpPr>
        <p:spPr>
          <a:xfrm>
            <a:off x="640151" y="6538285"/>
            <a:ext cx="25504" cy="25504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knowledge-node">
            <a:extLst>
              <a:ext uri="{FF2B5EF4-FFF2-40B4-BE49-F238E27FC236}">
                <a16:creationId xmlns:a16="http://schemas.microsoft.com/office/drawing/2014/main" id="{3CCCAA1C-0CF1-451D-886B-08537FBA32D0}"/>
              </a:ext>
            </a:extLst>
          </p:cNvPr>
          <p:cNvSpPr>
            <a:spLocks noGrp="1"/>
          </p:cNvSpPr>
          <p:nvPr/>
        </p:nvSpPr>
        <p:spPr>
          <a:xfrm>
            <a:off x="380652" y="6687414"/>
            <a:ext cx="27897" cy="27897"/>
          </a:xfrm>
          <a:prstGeom prst="ellipse">
            <a:avLst/>
          </a:prstGeom>
          <a:solidFill>
            <a:srgbClr val="4872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6" name="knowledge-node">
            <a:extLst>
              <a:ext uri="{FF2B5EF4-FFF2-40B4-BE49-F238E27FC236}">
                <a16:creationId xmlns:a16="http://schemas.microsoft.com/office/drawing/2014/main" id="{D07CF841-1CD0-4E63-9D36-44AA65A53D97}"/>
              </a:ext>
            </a:extLst>
          </p:cNvPr>
          <p:cNvSpPr>
            <a:spLocks noGrp="1"/>
          </p:cNvSpPr>
          <p:nvPr/>
        </p:nvSpPr>
        <p:spPr>
          <a:xfrm>
            <a:off x="811418" y="6006327"/>
            <a:ext cx="19762" cy="19762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knowledge-node">
            <a:extLst>
              <a:ext uri="{FF2B5EF4-FFF2-40B4-BE49-F238E27FC236}">
                <a16:creationId xmlns:a16="http://schemas.microsoft.com/office/drawing/2014/main" id="{F24C98AE-0950-4EA7-841D-4993185E9703}"/>
              </a:ext>
            </a:extLst>
          </p:cNvPr>
          <p:cNvSpPr>
            <a:spLocks noGrp="1"/>
          </p:cNvSpPr>
          <p:nvPr/>
        </p:nvSpPr>
        <p:spPr>
          <a:xfrm>
            <a:off x="1008880" y="6067791"/>
            <a:ext cx="47449" cy="47449"/>
          </a:xfrm>
          <a:prstGeom prst="ellipse">
            <a:avLst/>
          </a:prstGeom>
          <a:solidFill>
            <a:srgbClr val="4B68C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58" name="knowledge-node">
            <a:extLst>
              <a:ext uri="{FF2B5EF4-FFF2-40B4-BE49-F238E27FC236}">
                <a16:creationId xmlns:a16="http://schemas.microsoft.com/office/drawing/2014/main" id="{CAE26678-81FB-4C37-923F-A52737A9DFBC}"/>
              </a:ext>
            </a:extLst>
          </p:cNvPr>
          <p:cNvSpPr>
            <a:spLocks noGrp="1"/>
          </p:cNvSpPr>
          <p:nvPr/>
        </p:nvSpPr>
        <p:spPr>
          <a:xfrm>
            <a:off x="1058866" y="6204952"/>
            <a:ext cx="17641" cy="17641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knowledge-node">
            <a:extLst>
              <a:ext uri="{FF2B5EF4-FFF2-40B4-BE49-F238E27FC236}">
                <a16:creationId xmlns:a16="http://schemas.microsoft.com/office/drawing/2014/main" id="{6E9BC190-99AB-423C-8306-CC4ED3C5EF31}"/>
              </a:ext>
            </a:extLst>
          </p:cNvPr>
          <p:cNvSpPr>
            <a:spLocks noGrp="1"/>
          </p:cNvSpPr>
          <p:nvPr/>
        </p:nvSpPr>
        <p:spPr>
          <a:xfrm>
            <a:off x="1069817" y="6092943"/>
            <a:ext cx="14893" cy="14893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knowledge-node">
            <a:extLst>
              <a:ext uri="{FF2B5EF4-FFF2-40B4-BE49-F238E27FC236}">
                <a16:creationId xmlns:a16="http://schemas.microsoft.com/office/drawing/2014/main" id="{9348EE89-D9C5-4D90-A86B-B192FFC799F4}"/>
              </a:ext>
            </a:extLst>
          </p:cNvPr>
          <p:cNvSpPr>
            <a:spLocks noGrp="1"/>
          </p:cNvSpPr>
          <p:nvPr/>
        </p:nvSpPr>
        <p:spPr>
          <a:xfrm>
            <a:off x="922796" y="6284030"/>
            <a:ext cx="23677" cy="23677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1" name="knowledge-node">
            <a:extLst>
              <a:ext uri="{FF2B5EF4-FFF2-40B4-BE49-F238E27FC236}">
                <a16:creationId xmlns:a16="http://schemas.microsoft.com/office/drawing/2014/main" id="{6C7156B1-5121-46A9-BBCC-DB7BB3D588E1}"/>
              </a:ext>
            </a:extLst>
          </p:cNvPr>
          <p:cNvSpPr>
            <a:spLocks noGrp="1"/>
          </p:cNvSpPr>
          <p:nvPr/>
        </p:nvSpPr>
        <p:spPr>
          <a:xfrm>
            <a:off x="965303" y="6632768"/>
            <a:ext cx="14449" cy="14449"/>
          </a:xfrm>
          <a:prstGeom prst="ellipse">
            <a:avLst/>
          </a:prstGeom>
          <a:solidFill>
            <a:srgbClr val="4B68C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2" name="knowledge-node">
            <a:extLst>
              <a:ext uri="{FF2B5EF4-FFF2-40B4-BE49-F238E27FC236}">
                <a16:creationId xmlns:a16="http://schemas.microsoft.com/office/drawing/2014/main" id="{AB75341F-0BA9-4BC9-A65F-0F125F60D7A6}"/>
              </a:ext>
            </a:extLst>
          </p:cNvPr>
          <p:cNvSpPr>
            <a:spLocks noGrp="1"/>
          </p:cNvSpPr>
          <p:nvPr/>
        </p:nvSpPr>
        <p:spPr>
          <a:xfrm>
            <a:off x="1465150" y="6027282"/>
            <a:ext cx="25717" cy="25717"/>
          </a:xfrm>
          <a:prstGeom prst="ellipse">
            <a:avLst/>
          </a:prstGeom>
          <a:solidFill>
            <a:srgbClr val="4D5FC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knowledge-node">
            <a:extLst>
              <a:ext uri="{FF2B5EF4-FFF2-40B4-BE49-F238E27FC236}">
                <a16:creationId xmlns:a16="http://schemas.microsoft.com/office/drawing/2014/main" id="{32000018-3489-45AD-9ED8-D095A0E5D51C}"/>
              </a:ext>
            </a:extLst>
          </p:cNvPr>
          <p:cNvSpPr>
            <a:spLocks noGrp="1"/>
          </p:cNvSpPr>
          <p:nvPr/>
        </p:nvSpPr>
        <p:spPr>
          <a:xfrm>
            <a:off x="1448977" y="6211390"/>
            <a:ext cx="60811" cy="60811"/>
          </a:xfrm>
          <a:prstGeom prst="ellipse">
            <a:avLst/>
          </a:prstGeom>
          <a:solidFill>
            <a:srgbClr val="4D5FC3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64" name="knowledge-node">
            <a:extLst>
              <a:ext uri="{FF2B5EF4-FFF2-40B4-BE49-F238E27FC236}">
                <a16:creationId xmlns:a16="http://schemas.microsoft.com/office/drawing/2014/main" id="{7CFBF165-9C9C-4BB7-B004-EF715E97FDA0}"/>
              </a:ext>
            </a:extLst>
          </p:cNvPr>
          <p:cNvSpPr>
            <a:spLocks noGrp="1"/>
          </p:cNvSpPr>
          <p:nvPr/>
        </p:nvSpPr>
        <p:spPr>
          <a:xfrm>
            <a:off x="1218574" y="6188260"/>
            <a:ext cx="27061" cy="27061"/>
          </a:xfrm>
          <a:prstGeom prst="ellipse">
            <a:avLst/>
          </a:prstGeom>
          <a:solidFill>
            <a:srgbClr val="4D5FC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knowledge-node">
            <a:extLst>
              <a:ext uri="{FF2B5EF4-FFF2-40B4-BE49-F238E27FC236}">
                <a16:creationId xmlns:a16="http://schemas.microsoft.com/office/drawing/2014/main" id="{52F0E37F-52BF-4DA0-9F35-C53467C0C4DA}"/>
              </a:ext>
            </a:extLst>
          </p:cNvPr>
          <p:cNvSpPr>
            <a:spLocks noGrp="1"/>
          </p:cNvSpPr>
          <p:nvPr/>
        </p:nvSpPr>
        <p:spPr>
          <a:xfrm>
            <a:off x="1450922" y="6229687"/>
            <a:ext cx="28219" cy="28219"/>
          </a:xfrm>
          <a:prstGeom prst="ellipse">
            <a:avLst/>
          </a:prstGeom>
          <a:solidFill>
            <a:srgbClr val="4D5FC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6" name="knowledge-node">
            <a:extLst>
              <a:ext uri="{FF2B5EF4-FFF2-40B4-BE49-F238E27FC236}">
                <a16:creationId xmlns:a16="http://schemas.microsoft.com/office/drawing/2014/main" id="{27BAA0CE-B423-41B4-9951-F96C09490D63}"/>
              </a:ext>
            </a:extLst>
          </p:cNvPr>
          <p:cNvSpPr>
            <a:spLocks noGrp="1"/>
          </p:cNvSpPr>
          <p:nvPr/>
        </p:nvSpPr>
        <p:spPr>
          <a:xfrm>
            <a:off x="1255184" y="6464660"/>
            <a:ext cx="25830" cy="25830"/>
          </a:xfrm>
          <a:prstGeom prst="ellipse">
            <a:avLst/>
          </a:prstGeom>
          <a:solidFill>
            <a:srgbClr val="4D5FC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7" name="knowledge-node">
            <a:extLst>
              <a:ext uri="{FF2B5EF4-FFF2-40B4-BE49-F238E27FC236}">
                <a16:creationId xmlns:a16="http://schemas.microsoft.com/office/drawing/2014/main" id="{DDB1AA11-8328-4F84-B8B2-29C9FD8083D9}"/>
              </a:ext>
            </a:extLst>
          </p:cNvPr>
          <p:cNvSpPr>
            <a:spLocks noGrp="1"/>
          </p:cNvSpPr>
          <p:nvPr/>
        </p:nvSpPr>
        <p:spPr>
          <a:xfrm>
            <a:off x="1274995" y="6759349"/>
            <a:ext cx="43055" cy="43055"/>
          </a:xfrm>
          <a:prstGeom prst="ellipse">
            <a:avLst/>
          </a:prstGeom>
          <a:solidFill>
            <a:srgbClr val="4D5FC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68" name="knowledge-node">
            <a:extLst>
              <a:ext uri="{FF2B5EF4-FFF2-40B4-BE49-F238E27FC236}">
                <a16:creationId xmlns:a16="http://schemas.microsoft.com/office/drawing/2014/main" id="{D1967A74-7A5B-4085-85FF-0126376E54A1}"/>
              </a:ext>
            </a:extLst>
          </p:cNvPr>
          <p:cNvSpPr>
            <a:spLocks noGrp="1"/>
          </p:cNvSpPr>
          <p:nvPr/>
        </p:nvSpPr>
        <p:spPr>
          <a:xfrm>
            <a:off x="1606668" y="6153531"/>
            <a:ext cx="26210" cy="26210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knowledge-node">
            <a:extLst>
              <a:ext uri="{FF2B5EF4-FFF2-40B4-BE49-F238E27FC236}">
                <a16:creationId xmlns:a16="http://schemas.microsoft.com/office/drawing/2014/main" id="{DF086825-C9C3-4A44-8E2A-2FF1CE8F6BCF}"/>
              </a:ext>
            </a:extLst>
          </p:cNvPr>
          <p:cNvSpPr>
            <a:spLocks noGrp="1"/>
          </p:cNvSpPr>
          <p:nvPr/>
        </p:nvSpPr>
        <p:spPr>
          <a:xfrm>
            <a:off x="1768812" y="6055381"/>
            <a:ext cx="19670" cy="19670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knowledge-node">
            <a:extLst>
              <a:ext uri="{FF2B5EF4-FFF2-40B4-BE49-F238E27FC236}">
                <a16:creationId xmlns:a16="http://schemas.microsoft.com/office/drawing/2014/main" id="{AFF1F3E6-EE7B-437A-AF7E-0CAFC40CF6E7}"/>
              </a:ext>
            </a:extLst>
          </p:cNvPr>
          <p:cNvSpPr>
            <a:spLocks noGrp="1"/>
          </p:cNvSpPr>
          <p:nvPr/>
        </p:nvSpPr>
        <p:spPr>
          <a:xfrm>
            <a:off x="1698971" y="6108460"/>
            <a:ext cx="17316" cy="17316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1" name="knowledge-node">
            <a:extLst>
              <a:ext uri="{FF2B5EF4-FFF2-40B4-BE49-F238E27FC236}">
                <a16:creationId xmlns:a16="http://schemas.microsoft.com/office/drawing/2014/main" id="{F288CD30-1E4E-49A8-BA49-7F99927B4F2D}"/>
              </a:ext>
            </a:extLst>
          </p:cNvPr>
          <p:cNvSpPr>
            <a:spLocks noGrp="1"/>
          </p:cNvSpPr>
          <p:nvPr/>
        </p:nvSpPr>
        <p:spPr>
          <a:xfrm>
            <a:off x="1781723" y="6163951"/>
            <a:ext cx="26037" cy="26037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2" name="knowledge-node">
            <a:extLst>
              <a:ext uri="{FF2B5EF4-FFF2-40B4-BE49-F238E27FC236}">
                <a16:creationId xmlns:a16="http://schemas.microsoft.com/office/drawing/2014/main" id="{16BBDC22-F93E-4FF6-9181-5C554BC8CE9A}"/>
              </a:ext>
            </a:extLst>
          </p:cNvPr>
          <p:cNvSpPr>
            <a:spLocks noGrp="1"/>
          </p:cNvSpPr>
          <p:nvPr/>
        </p:nvSpPr>
        <p:spPr>
          <a:xfrm>
            <a:off x="1840084" y="6598294"/>
            <a:ext cx="14609" cy="14609"/>
          </a:xfrm>
          <a:prstGeom prst="ellipse">
            <a:avLst/>
          </a:prstGeom>
          <a:solidFill>
            <a:srgbClr val="5055B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knowledge-node">
            <a:extLst>
              <a:ext uri="{FF2B5EF4-FFF2-40B4-BE49-F238E27FC236}">
                <a16:creationId xmlns:a16="http://schemas.microsoft.com/office/drawing/2014/main" id="{F6311C93-BC33-4A23-B760-FF19C6B8C4DB}"/>
              </a:ext>
            </a:extLst>
          </p:cNvPr>
          <p:cNvSpPr>
            <a:spLocks noGrp="1"/>
          </p:cNvSpPr>
          <p:nvPr/>
        </p:nvSpPr>
        <p:spPr>
          <a:xfrm>
            <a:off x="2250886" y="6138102"/>
            <a:ext cx="28454" cy="28454"/>
          </a:xfrm>
          <a:prstGeom prst="ellipse">
            <a:avLst/>
          </a:prstGeom>
          <a:solidFill>
            <a:srgbClr val="534CA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knowledge-node">
            <a:extLst>
              <a:ext uri="{FF2B5EF4-FFF2-40B4-BE49-F238E27FC236}">
                <a16:creationId xmlns:a16="http://schemas.microsoft.com/office/drawing/2014/main" id="{033F6AC5-115E-4084-9472-450CE4A9264F}"/>
              </a:ext>
            </a:extLst>
          </p:cNvPr>
          <p:cNvSpPr>
            <a:spLocks noGrp="1"/>
          </p:cNvSpPr>
          <p:nvPr/>
        </p:nvSpPr>
        <p:spPr>
          <a:xfrm>
            <a:off x="2301051" y="6087776"/>
            <a:ext cx="66103" cy="66103"/>
          </a:xfrm>
          <a:prstGeom prst="ellipse">
            <a:avLst/>
          </a:prstGeom>
          <a:solidFill>
            <a:srgbClr val="534CAA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75" name="knowledge-node">
            <a:extLst>
              <a:ext uri="{FF2B5EF4-FFF2-40B4-BE49-F238E27FC236}">
                <a16:creationId xmlns:a16="http://schemas.microsoft.com/office/drawing/2014/main" id="{F8865136-5AA6-479B-ADF9-D21B9F7EA329}"/>
              </a:ext>
            </a:extLst>
          </p:cNvPr>
          <p:cNvSpPr>
            <a:spLocks noGrp="1"/>
          </p:cNvSpPr>
          <p:nvPr/>
        </p:nvSpPr>
        <p:spPr>
          <a:xfrm>
            <a:off x="2019052" y="6099534"/>
            <a:ext cx="47406" cy="47406"/>
          </a:xfrm>
          <a:prstGeom prst="ellipse">
            <a:avLst/>
          </a:prstGeom>
          <a:solidFill>
            <a:srgbClr val="534CAA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76" name="knowledge-node">
            <a:extLst>
              <a:ext uri="{FF2B5EF4-FFF2-40B4-BE49-F238E27FC236}">
                <a16:creationId xmlns:a16="http://schemas.microsoft.com/office/drawing/2014/main" id="{5D7F95F5-A8C4-47E9-87AA-E76C4487C66E}"/>
              </a:ext>
            </a:extLst>
          </p:cNvPr>
          <p:cNvSpPr>
            <a:spLocks noGrp="1"/>
          </p:cNvSpPr>
          <p:nvPr/>
        </p:nvSpPr>
        <p:spPr>
          <a:xfrm>
            <a:off x="2327901" y="6314971"/>
            <a:ext cx="18529" cy="18529"/>
          </a:xfrm>
          <a:prstGeom prst="ellipse">
            <a:avLst/>
          </a:prstGeom>
          <a:solidFill>
            <a:srgbClr val="534CA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knowledge-node">
            <a:extLst>
              <a:ext uri="{FF2B5EF4-FFF2-40B4-BE49-F238E27FC236}">
                <a16:creationId xmlns:a16="http://schemas.microsoft.com/office/drawing/2014/main" id="{6F28345B-62A0-4B7E-AD69-EB5753250210}"/>
              </a:ext>
            </a:extLst>
          </p:cNvPr>
          <p:cNvSpPr>
            <a:spLocks noGrp="1"/>
          </p:cNvSpPr>
          <p:nvPr/>
        </p:nvSpPr>
        <p:spPr>
          <a:xfrm>
            <a:off x="2329268" y="6589603"/>
            <a:ext cx="15911" cy="15911"/>
          </a:xfrm>
          <a:prstGeom prst="ellipse">
            <a:avLst/>
          </a:prstGeom>
          <a:solidFill>
            <a:srgbClr val="534CA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8" name="knowledge-node">
            <a:extLst>
              <a:ext uri="{FF2B5EF4-FFF2-40B4-BE49-F238E27FC236}">
                <a16:creationId xmlns:a16="http://schemas.microsoft.com/office/drawing/2014/main" id="{614D74A7-AD1B-4264-9135-27961489FC90}"/>
              </a:ext>
            </a:extLst>
          </p:cNvPr>
          <p:cNvSpPr>
            <a:spLocks noGrp="1"/>
          </p:cNvSpPr>
          <p:nvPr/>
        </p:nvSpPr>
        <p:spPr>
          <a:xfrm>
            <a:off x="2513932" y="5990677"/>
            <a:ext cx="22522" cy="22522"/>
          </a:xfrm>
          <a:prstGeom prst="ellipse">
            <a:avLst/>
          </a:prstGeom>
          <a:solidFill>
            <a:srgbClr val="56429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9" name="knowledge-node">
            <a:extLst>
              <a:ext uri="{FF2B5EF4-FFF2-40B4-BE49-F238E27FC236}">
                <a16:creationId xmlns:a16="http://schemas.microsoft.com/office/drawing/2014/main" id="{3AD41290-31BA-466E-99DD-AC1168A59938}"/>
              </a:ext>
            </a:extLst>
          </p:cNvPr>
          <p:cNvSpPr>
            <a:spLocks noGrp="1"/>
          </p:cNvSpPr>
          <p:nvPr/>
        </p:nvSpPr>
        <p:spPr>
          <a:xfrm>
            <a:off x="2606092" y="6144415"/>
            <a:ext cx="23639" cy="23639"/>
          </a:xfrm>
          <a:prstGeom prst="ellipse">
            <a:avLst/>
          </a:prstGeom>
          <a:solidFill>
            <a:srgbClr val="56429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knowledge-node">
            <a:extLst>
              <a:ext uri="{FF2B5EF4-FFF2-40B4-BE49-F238E27FC236}">
                <a16:creationId xmlns:a16="http://schemas.microsoft.com/office/drawing/2014/main" id="{F49152AF-5F27-406B-9DAE-34CA1C24F5DA}"/>
              </a:ext>
            </a:extLst>
          </p:cNvPr>
          <p:cNvSpPr>
            <a:spLocks noGrp="1"/>
          </p:cNvSpPr>
          <p:nvPr/>
        </p:nvSpPr>
        <p:spPr>
          <a:xfrm>
            <a:off x="2609500" y="6127520"/>
            <a:ext cx="43787" cy="43787"/>
          </a:xfrm>
          <a:prstGeom prst="ellipse">
            <a:avLst/>
          </a:prstGeom>
          <a:solidFill>
            <a:srgbClr val="56429E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81" name="knowledge-node">
            <a:extLst>
              <a:ext uri="{FF2B5EF4-FFF2-40B4-BE49-F238E27FC236}">
                <a16:creationId xmlns:a16="http://schemas.microsoft.com/office/drawing/2014/main" id="{B1475470-B4C8-4BB3-9908-091A63BC3497}"/>
              </a:ext>
            </a:extLst>
          </p:cNvPr>
          <p:cNvSpPr>
            <a:spLocks noGrp="1"/>
          </p:cNvSpPr>
          <p:nvPr/>
        </p:nvSpPr>
        <p:spPr>
          <a:xfrm>
            <a:off x="2541687" y="6308293"/>
            <a:ext cx="26327" cy="26327"/>
          </a:xfrm>
          <a:prstGeom prst="ellipse">
            <a:avLst/>
          </a:prstGeom>
          <a:solidFill>
            <a:srgbClr val="56429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knowledge-node">
            <a:extLst>
              <a:ext uri="{FF2B5EF4-FFF2-40B4-BE49-F238E27FC236}">
                <a16:creationId xmlns:a16="http://schemas.microsoft.com/office/drawing/2014/main" id="{AF8C9968-B1EC-4C53-A10D-37838198E859}"/>
              </a:ext>
            </a:extLst>
          </p:cNvPr>
          <p:cNvSpPr>
            <a:spLocks noGrp="1"/>
          </p:cNvSpPr>
          <p:nvPr/>
        </p:nvSpPr>
        <p:spPr>
          <a:xfrm>
            <a:off x="2541985" y="6637635"/>
            <a:ext cx="19379" cy="19379"/>
          </a:xfrm>
          <a:prstGeom prst="ellipse">
            <a:avLst/>
          </a:prstGeom>
          <a:solidFill>
            <a:srgbClr val="56429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knowledge-node">
            <a:extLst>
              <a:ext uri="{FF2B5EF4-FFF2-40B4-BE49-F238E27FC236}">
                <a16:creationId xmlns:a16="http://schemas.microsoft.com/office/drawing/2014/main" id="{A1FE207C-B9F0-4553-8DDB-4E363EBBF3AF}"/>
              </a:ext>
            </a:extLst>
          </p:cNvPr>
          <p:cNvSpPr>
            <a:spLocks noGrp="1"/>
          </p:cNvSpPr>
          <p:nvPr/>
        </p:nvSpPr>
        <p:spPr>
          <a:xfrm>
            <a:off x="3054934" y="6016728"/>
            <a:ext cx="20839" cy="20839"/>
          </a:xfrm>
          <a:prstGeom prst="ellipse">
            <a:avLst/>
          </a:prstGeom>
          <a:solidFill>
            <a:srgbClr val="5D3B9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4" name="knowledge-node">
            <a:extLst>
              <a:ext uri="{FF2B5EF4-FFF2-40B4-BE49-F238E27FC236}">
                <a16:creationId xmlns:a16="http://schemas.microsoft.com/office/drawing/2014/main" id="{3BF9D009-CDAA-4686-B767-1702851984AC}"/>
              </a:ext>
            </a:extLst>
          </p:cNvPr>
          <p:cNvSpPr>
            <a:spLocks noGrp="1"/>
          </p:cNvSpPr>
          <p:nvPr/>
        </p:nvSpPr>
        <p:spPr>
          <a:xfrm>
            <a:off x="2877602" y="6157446"/>
            <a:ext cx="27517" cy="27517"/>
          </a:xfrm>
          <a:prstGeom prst="ellipse">
            <a:avLst/>
          </a:prstGeom>
          <a:solidFill>
            <a:srgbClr val="5D3B9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knowledge-node">
            <a:extLst>
              <a:ext uri="{FF2B5EF4-FFF2-40B4-BE49-F238E27FC236}">
                <a16:creationId xmlns:a16="http://schemas.microsoft.com/office/drawing/2014/main" id="{C3EE0933-9AD5-4DCB-B24C-33ECCAECE9D3}"/>
              </a:ext>
            </a:extLst>
          </p:cNvPr>
          <p:cNvSpPr>
            <a:spLocks noGrp="1"/>
          </p:cNvSpPr>
          <p:nvPr/>
        </p:nvSpPr>
        <p:spPr>
          <a:xfrm>
            <a:off x="2837850" y="6245757"/>
            <a:ext cx="61207" cy="61207"/>
          </a:xfrm>
          <a:prstGeom prst="ellipse">
            <a:avLst/>
          </a:prstGeom>
          <a:solidFill>
            <a:srgbClr val="5D3B92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86" name="knowledge-node">
            <a:extLst>
              <a:ext uri="{FF2B5EF4-FFF2-40B4-BE49-F238E27FC236}">
                <a16:creationId xmlns:a16="http://schemas.microsoft.com/office/drawing/2014/main" id="{1C16C1F7-4868-49C3-89DD-FD7301C6281B}"/>
              </a:ext>
            </a:extLst>
          </p:cNvPr>
          <p:cNvSpPr>
            <a:spLocks noGrp="1"/>
          </p:cNvSpPr>
          <p:nvPr/>
        </p:nvSpPr>
        <p:spPr>
          <a:xfrm>
            <a:off x="2872076" y="6455422"/>
            <a:ext cx="27367" cy="27367"/>
          </a:xfrm>
          <a:prstGeom prst="ellipse">
            <a:avLst/>
          </a:prstGeom>
          <a:solidFill>
            <a:srgbClr val="5D3B9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knowledge-node">
            <a:extLst>
              <a:ext uri="{FF2B5EF4-FFF2-40B4-BE49-F238E27FC236}">
                <a16:creationId xmlns:a16="http://schemas.microsoft.com/office/drawing/2014/main" id="{46AD036E-A2D5-4FF3-8A81-2F22EA858F62}"/>
              </a:ext>
            </a:extLst>
          </p:cNvPr>
          <p:cNvSpPr>
            <a:spLocks noGrp="1"/>
          </p:cNvSpPr>
          <p:nvPr/>
        </p:nvSpPr>
        <p:spPr>
          <a:xfrm>
            <a:off x="3400681" y="5949866"/>
            <a:ext cx="19393" cy="19393"/>
          </a:xfrm>
          <a:prstGeom prst="ellipse">
            <a:avLst/>
          </a:prstGeom>
          <a:solidFill>
            <a:srgbClr val="703C8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knowledge-node">
            <a:extLst>
              <a:ext uri="{FF2B5EF4-FFF2-40B4-BE49-F238E27FC236}">
                <a16:creationId xmlns:a16="http://schemas.microsoft.com/office/drawing/2014/main" id="{70DC05E8-FF49-4C9F-AB88-4FECE91A2AC2}"/>
              </a:ext>
            </a:extLst>
          </p:cNvPr>
          <p:cNvSpPr>
            <a:spLocks noGrp="1"/>
          </p:cNvSpPr>
          <p:nvPr/>
        </p:nvSpPr>
        <p:spPr>
          <a:xfrm>
            <a:off x="3397221" y="6114681"/>
            <a:ext cx="24728" cy="24728"/>
          </a:xfrm>
          <a:prstGeom prst="ellipse">
            <a:avLst/>
          </a:prstGeom>
          <a:solidFill>
            <a:srgbClr val="703C8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9" name="knowledge-node">
            <a:extLst>
              <a:ext uri="{FF2B5EF4-FFF2-40B4-BE49-F238E27FC236}">
                <a16:creationId xmlns:a16="http://schemas.microsoft.com/office/drawing/2014/main" id="{CF596083-579A-4293-87CF-93205172EFDB}"/>
              </a:ext>
            </a:extLst>
          </p:cNvPr>
          <p:cNvSpPr>
            <a:spLocks noGrp="1"/>
          </p:cNvSpPr>
          <p:nvPr/>
        </p:nvSpPr>
        <p:spPr>
          <a:xfrm>
            <a:off x="3510969" y="6154705"/>
            <a:ext cx="14792" cy="14792"/>
          </a:xfrm>
          <a:prstGeom prst="ellipse">
            <a:avLst/>
          </a:prstGeom>
          <a:solidFill>
            <a:srgbClr val="703C8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knowledge-node">
            <a:extLst>
              <a:ext uri="{FF2B5EF4-FFF2-40B4-BE49-F238E27FC236}">
                <a16:creationId xmlns:a16="http://schemas.microsoft.com/office/drawing/2014/main" id="{A0A42B94-6AA1-4636-B81E-0A97D3B6D19B}"/>
              </a:ext>
            </a:extLst>
          </p:cNvPr>
          <p:cNvSpPr>
            <a:spLocks noGrp="1"/>
          </p:cNvSpPr>
          <p:nvPr/>
        </p:nvSpPr>
        <p:spPr>
          <a:xfrm>
            <a:off x="3395195" y="6545876"/>
            <a:ext cx="40321" cy="40321"/>
          </a:xfrm>
          <a:prstGeom prst="ellipse">
            <a:avLst/>
          </a:prstGeom>
          <a:solidFill>
            <a:srgbClr val="703C86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91" name="knowledge-node">
            <a:extLst>
              <a:ext uri="{FF2B5EF4-FFF2-40B4-BE49-F238E27FC236}">
                <a16:creationId xmlns:a16="http://schemas.microsoft.com/office/drawing/2014/main" id="{60DD79C3-0BD8-4510-A751-97B1E38512F7}"/>
              </a:ext>
            </a:extLst>
          </p:cNvPr>
          <p:cNvSpPr>
            <a:spLocks noGrp="1"/>
          </p:cNvSpPr>
          <p:nvPr/>
        </p:nvSpPr>
        <p:spPr>
          <a:xfrm>
            <a:off x="3692340" y="5938271"/>
            <a:ext cx="27078" cy="27078"/>
          </a:xfrm>
          <a:prstGeom prst="ellipse">
            <a:avLst/>
          </a:prstGeom>
          <a:solidFill>
            <a:srgbClr val="823D7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knowledge-node">
            <a:extLst>
              <a:ext uri="{FF2B5EF4-FFF2-40B4-BE49-F238E27FC236}">
                <a16:creationId xmlns:a16="http://schemas.microsoft.com/office/drawing/2014/main" id="{8D0D81C8-F4E3-4EC4-96EA-964FE80AC4EA}"/>
              </a:ext>
            </a:extLst>
          </p:cNvPr>
          <p:cNvSpPr>
            <a:spLocks noGrp="1"/>
          </p:cNvSpPr>
          <p:nvPr/>
        </p:nvSpPr>
        <p:spPr>
          <a:xfrm>
            <a:off x="3727631" y="6082187"/>
            <a:ext cx="16937" cy="16937"/>
          </a:xfrm>
          <a:prstGeom prst="ellipse">
            <a:avLst/>
          </a:prstGeom>
          <a:solidFill>
            <a:srgbClr val="823D7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knowledge-node">
            <a:extLst>
              <a:ext uri="{FF2B5EF4-FFF2-40B4-BE49-F238E27FC236}">
                <a16:creationId xmlns:a16="http://schemas.microsoft.com/office/drawing/2014/main" id="{309E702F-C58C-4DAD-9511-17DF65B1D4DB}"/>
              </a:ext>
            </a:extLst>
          </p:cNvPr>
          <p:cNvSpPr>
            <a:spLocks noGrp="1"/>
          </p:cNvSpPr>
          <p:nvPr/>
        </p:nvSpPr>
        <p:spPr>
          <a:xfrm>
            <a:off x="3921513" y="6198045"/>
            <a:ext cx="25194" cy="25194"/>
          </a:xfrm>
          <a:prstGeom prst="ellipse">
            <a:avLst/>
          </a:prstGeom>
          <a:solidFill>
            <a:srgbClr val="823D7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4" name="knowledge-node">
            <a:extLst>
              <a:ext uri="{FF2B5EF4-FFF2-40B4-BE49-F238E27FC236}">
                <a16:creationId xmlns:a16="http://schemas.microsoft.com/office/drawing/2014/main" id="{60F1D981-3A9D-49D5-B7F6-5E873D75F5A4}"/>
              </a:ext>
            </a:extLst>
          </p:cNvPr>
          <p:cNvSpPr>
            <a:spLocks noGrp="1"/>
          </p:cNvSpPr>
          <p:nvPr/>
        </p:nvSpPr>
        <p:spPr>
          <a:xfrm>
            <a:off x="3960397" y="6582494"/>
            <a:ext cx="23294" cy="23294"/>
          </a:xfrm>
          <a:prstGeom prst="ellipse">
            <a:avLst/>
          </a:prstGeom>
          <a:solidFill>
            <a:srgbClr val="823D7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knowledge-node">
            <a:extLst>
              <a:ext uri="{FF2B5EF4-FFF2-40B4-BE49-F238E27FC236}">
                <a16:creationId xmlns:a16="http://schemas.microsoft.com/office/drawing/2014/main" id="{C30FECA7-B7B4-4369-AD97-8A2B524D2A04}"/>
              </a:ext>
            </a:extLst>
          </p:cNvPr>
          <p:cNvSpPr>
            <a:spLocks noGrp="1"/>
          </p:cNvSpPr>
          <p:nvPr/>
        </p:nvSpPr>
        <p:spPr>
          <a:xfrm>
            <a:off x="4363964" y="5926533"/>
            <a:ext cx="49468" cy="49468"/>
          </a:xfrm>
          <a:prstGeom prst="ellipse">
            <a:avLst/>
          </a:prstGeom>
          <a:solidFill>
            <a:srgbClr val="953E6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96" name="knowledge-node">
            <a:extLst>
              <a:ext uri="{FF2B5EF4-FFF2-40B4-BE49-F238E27FC236}">
                <a16:creationId xmlns:a16="http://schemas.microsoft.com/office/drawing/2014/main" id="{BDCFCF88-11C7-444E-97D6-E44CCFC3C636}"/>
              </a:ext>
            </a:extLst>
          </p:cNvPr>
          <p:cNvSpPr>
            <a:spLocks noGrp="1"/>
          </p:cNvSpPr>
          <p:nvPr/>
        </p:nvSpPr>
        <p:spPr>
          <a:xfrm>
            <a:off x="4285693" y="6042369"/>
            <a:ext cx="14915" cy="14915"/>
          </a:xfrm>
          <a:prstGeom prst="ellipse">
            <a:avLst/>
          </a:prstGeom>
          <a:solidFill>
            <a:srgbClr val="953E6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knowledge-node">
            <a:extLst>
              <a:ext uri="{FF2B5EF4-FFF2-40B4-BE49-F238E27FC236}">
                <a16:creationId xmlns:a16="http://schemas.microsoft.com/office/drawing/2014/main" id="{A45DB30E-6389-4237-BF87-A3207F1DA4CA}"/>
              </a:ext>
            </a:extLst>
          </p:cNvPr>
          <p:cNvSpPr>
            <a:spLocks noGrp="1"/>
          </p:cNvSpPr>
          <p:nvPr/>
        </p:nvSpPr>
        <p:spPr>
          <a:xfrm>
            <a:off x="4122132" y="6278191"/>
            <a:ext cx="15775" cy="15775"/>
          </a:xfrm>
          <a:prstGeom prst="ellipse">
            <a:avLst/>
          </a:prstGeom>
          <a:solidFill>
            <a:srgbClr val="953E6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knowledge-node">
            <a:extLst>
              <a:ext uri="{FF2B5EF4-FFF2-40B4-BE49-F238E27FC236}">
                <a16:creationId xmlns:a16="http://schemas.microsoft.com/office/drawing/2014/main" id="{A630ADDF-3AC4-44B3-B02C-8FC800E05A06}"/>
              </a:ext>
            </a:extLst>
          </p:cNvPr>
          <p:cNvSpPr>
            <a:spLocks noGrp="1"/>
          </p:cNvSpPr>
          <p:nvPr/>
        </p:nvSpPr>
        <p:spPr>
          <a:xfrm>
            <a:off x="4380074" y="6662300"/>
            <a:ext cx="26522" cy="26522"/>
          </a:xfrm>
          <a:prstGeom prst="ellipse">
            <a:avLst/>
          </a:prstGeom>
          <a:solidFill>
            <a:srgbClr val="953E6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knowledge-node">
            <a:extLst>
              <a:ext uri="{FF2B5EF4-FFF2-40B4-BE49-F238E27FC236}">
                <a16:creationId xmlns:a16="http://schemas.microsoft.com/office/drawing/2014/main" id="{5FDAECD6-7662-4C4B-8D7E-A15791D7D9EC}"/>
              </a:ext>
            </a:extLst>
          </p:cNvPr>
          <p:cNvSpPr>
            <a:spLocks noGrp="1"/>
          </p:cNvSpPr>
          <p:nvPr/>
        </p:nvSpPr>
        <p:spPr>
          <a:xfrm>
            <a:off x="4638253" y="5892703"/>
            <a:ext cx="18784" cy="18784"/>
          </a:xfrm>
          <a:prstGeom prst="ellipse">
            <a:avLst/>
          </a:prstGeom>
          <a:solidFill>
            <a:srgbClr val="A83F6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0" name="knowledge-node">
            <a:extLst>
              <a:ext uri="{FF2B5EF4-FFF2-40B4-BE49-F238E27FC236}">
                <a16:creationId xmlns:a16="http://schemas.microsoft.com/office/drawing/2014/main" id="{68468E4F-9ABC-4347-9AB1-ECD075150F6B}"/>
              </a:ext>
            </a:extLst>
          </p:cNvPr>
          <p:cNvSpPr>
            <a:spLocks noGrp="1"/>
          </p:cNvSpPr>
          <p:nvPr/>
        </p:nvSpPr>
        <p:spPr>
          <a:xfrm>
            <a:off x="4702899" y="6185305"/>
            <a:ext cx="42340" cy="42340"/>
          </a:xfrm>
          <a:prstGeom prst="ellipse">
            <a:avLst/>
          </a:prstGeom>
          <a:solidFill>
            <a:srgbClr val="A83F6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01" name="knowledge-node">
            <a:extLst>
              <a:ext uri="{FF2B5EF4-FFF2-40B4-BE49-F238E27FC236}">
                <a16:creationId xmlns:a16="http://schemas.microsoft.com/office/drawing/2014/main" id="{CC4915FE-44F9-4041-911E-C2F29A885BAC}"/>
              </a:ext>
            </a:extLst>
          </p:cNvPr>
          <p:cNvSpPr>
            <a:spLocks noGrp="1"/>
          </p:cNvSpPr>
          <p:nvPr/>
        </p:nvSpPr>
        <p:spPr>
          <a:xfrm>
            <a:off x="4767266" y="6333859"/>
            <a:ext cx="66147" cy="66147"/>
          </a:xfrm>
          <a:prstGeom prst="ellipse">
            <a:avLst/>
          </a:prstGeom>
          <a:solidFill>
            <a:srgbClr val="A83F6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02" name="knowledge-node">
            <a:extLst>
              <a:ext uri="{FF2B5EF4-FFF2-40B4-BE49-F238E27FC236}">
                <a16:creationId xmlns:a16="http://schemas.microsoft.com/office/drawing/2014/main" id="{68741BE2-11A2-41D4-B0A4-C42E0810A054}"/>
              </a:ext>
            </a:extLst>
          </p:cNvPr>
          <p:cNvSpPr>
            <a:spLocks noGrp="1"/>
          </p:cNvSpPr>
          <p:nvPr/>
        </p:nvSpPr>
        <p:spPr>
          <a:xfrm>
            <a:off x="4794891" y="6727229"/>
            <a:ext cx="74814" cy="74814"/>
          </a:xfrm>
          <a:prstGeom prst="ellipse">
            <a:avLst/>
          </a:prstGeom>
          <a:solidFill>
            <a:srgbClr val="A83F6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03" name="knowledge-node">
            <a:extLst>
              <a:ext uri="{FF2B5EF4-FFF2-40B4-BE49-F238E27FC236}">
                <a16:creationId xmlns:a16="http://schemas.microsoft.com/office/drawing/2014/main" id="{5F0FB3AF-A494-47C4-A0EC-E2E27C677680}"/>
              </a:ext>
            </a:extLst>
          </p:cNvPr>
          <p:cNvSpPr>
            <a:spLocks noGrp="1"/>
          </p:cNvSpPr>
          <p:nvPr/>
        </p:nvSpPr>
        <p:spPr>
          <a:xfrm>
            <a:off x="4996490" y="5814963"/>
            <a:ext cx="16098" cy="16098"/>
          </a:xfrm>
          <a:prstGeom prst="ellipse">
            <a:avLst/>
          </a:prstGeom>
          <a:solidFill>
            <a:srgbClr val="BB405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knowledge-node">
            <a:extLst>
              <a:ext uri="{FF2B5EF4-FFF2-40B4-BE49-F238E27FC236}">
                <a16:creationId xmlns:a16="http://schemas.microsoft.com/office/drawing/2014/main" id="{C64007AC-21DB-45BF-99D7-D97A772787BD}"/>
              </a:ext>
            </a:extLst>
          </p:cNvPr>
          <p:cNvSpPr>
            <a:spLocks noGrp="1"/>
          </p:cNvSpPr>
          <p:nvPr/>
        </p:nvSpPr>
        <p:spPr>
          <a:xfrm>
            <a:off x="5163800" y="6148565"/>
            <a:ext cx="19980" cy="19980"/>
          </a:xfrm>
          <a:prstGeom prst="ellipse">
            <a:avLst/>
          </a:prstGeom>
          <a:solidFill>
            <a:srgbClr val="BB405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5" name="knowledge-node">
            <a:extLst>
              <a:ext uri="{FF2B5EF4-FFF2-40B4-BE49-F238E27FC236}">
                <a16:creationId xmlns:a16="http://schemas.microsoft.com/office/drawing/2014/main" id="{1C9AF713-B48B-4BC5-9CAD-53C37701F6F9}"/>
              </a:ext>
            </a:extLst>
          </p:cNvPr>
          <p:cNvSpPr>
            <a:spLocks noGrp="1"/>
          </p:cNvSpPr>
          <p:nvPr/>
        </p:nvSpPr>
        <p:spPr>
          <a:xfrm>
            <a:off x="5233509" y="6524682"/>
            <a:ext cx="15068" cy="15068"/>
          </a:xfrm>
          <a:prstGeom prst="ellipse">
            <a:avLst/>
          </a:prstGeom>
          <a:solidFill>
            <a:srgbClr val="BB405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knowledge-node">
            <a:extLst>
              <a:ext uri="{FF2B5EF4-FFF2-40B4-BE49-F238E27FC236}">
                <a16:creationId xmlns:a16="http://schemas.microsoft.com/office/drawing/2014/main" id="{91236534-50F4-4D7A-AF48-E70BCAD52831}"/>
              </a:ext>
            </a:extLst>
          </p:cNvPr>
          <p:cNvSpPr>
            <a:spLocks noGrp="1"/>
          </p:cNvSpPr>
          <p:nvPr/>
        </p:nvSpPr>
        <p:spPr>
          <a:xfrm>
            <a:off x="5097194" y="6674830"/>
            <a:ext cx="28463" cy="28463"/>
          </a:xfrm>
          <a:prstGeom prst="ellipse">
            <a:avLst/>
          </a:prstGeom>
          <a:solidFill>
            <a:srgbClr val="BB405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7" name="knowledge-node">
            <a:extLst>
              <a:ext uri="{FF2B5EF4-FFF2-40B4-BE49-F238E27FC236}">
                <a16:creationId xmlns:a16="http://schemas.microsoft.com/office/drawing/2014/main" id="{1A6BCEC2-530B-4EEA-BF8A-1AF2EA2B9394}"/>
              </a:ext>
            </a:extLst>
          </p:cNvPr>
          <p:cNvSpPr>
            <a:spLocks noGrp="1"/>
          </p:cNvSpPr>
          <p:nvPr/>
        </p:nvSpPr>
        <p:spPr>
          <a:xfrm>
            <a:off x="5483942" y="5916766"/>
            <a:ext cx="28129" cy="28129"/>
          </a:xfrm>
          <a:prstGeom prst="ellipse">
            <a:avLst/>
          </a:prstGeom>
          <a:solidFill>
            <a:srgbClr val="CE414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knowledge-node">
            <a:extLst>
              <a:ext uri="{FF2B5EF4-FFF2-40B4-BE49-F238E27FC236}">
                <a16:creationId xmlns:a16="http://schemas.microsoft.com/office/drawing/2014/main" id="{ABB3C3EB-5861-4100-B668-E9E1854CC967}"/>
              </a:ext>
            </a:extLst>
          </p:cNvPr>
          <p:cNvSpPr>
            <a:spLocks noGrp="1"/>
          </p:cNvSpPr>
          <p:nvPr/>
        </p:nvSpPr>
        <p:spPr>
          <a:xfrm>
            <a:off x="5650478" y="6236899"/>
            <a:ext cx="49754" cy="49754"/>
          </a:xfrm>
          <a:prstGeom prst="ellipse">
            <a:avLst/>
          </a:prstGeom>
          <a:solidFill>
            <a:srgbClr val="CE414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09" name="knowledge-node">
            <a:extLst>
              <a:ext uri="{FF2B5EF4-FFF2-40B4-BE49-F238E27FC236}">
                <a16:creationId xmlns:a16="http://schemas.microsoft.com/office/drawing/2014/main" id="{E9562A45-0E3C-49AA-B44F-BFAE05604D70}"/>
              </a:ext>
            </a:extLst>
          </p:cNvPr>
          <p:cNvSpPr>
            <a:spLocks noGrp="1"/>
          </p:cNvSpPr>
          <p:nvPr/>
        </p:nvSpPr>
        <p:spPr>
          <a:xfrm>
            <a:off x="5638407" y="6547354"/>
            <a:ext cx="25492" cy="25492"/>
          </a:xfrm>
          <a:prstGeom prst="ellipse">
            <a:avLst/>
          </a:prstGeom>
          <a:solidFill>
            <a:srgbClr val="CE414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0" name="knowledge-node">
            <a:extLst>
              <a:ext uri="{FF2B5EF4-FFF2-40B4-BE49-F238E27FC236}">
                <a16:creationId xmlns:a16="http://schemas.microsoft.com/office/drawing/2014/main" id="{8A858054-B33B-461F-8E33-E1E673CD6C08}"/>
              </a:ext>
            </a:extLst>
          </p:cNvPr>
          <p:cNvSpPr>
            <a:spLocks noGrp="1"/>
          </p:cNvSpPr>
          <p:nvPr/>
        </p:nvSpPr>
        <p:spPr>
          <a:xfrm>
            <a:off x="5764249" y="5966596"/>
            <a:ext cx="18351" cy="18351"/>
          </a:xfrm>
          <a:prstGeom prst="ellipse">
            <a:avLst/>
          </a:prstGeom>
          <a:solidFill>
            <a:srgbClr val="E142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knowledge-node">
            <a:extLst>
              <a:ext uri="{FF2B5EF4-FFF2-40B4-BE49-F238E27FC236}">
                <a16:creationId xmlns:a16="http://schemas.microsoft.com/office/drawing/2014/main" id="{2A40DBC3-2D0F-4B8F-84D3-5B2B038FCA5F}"/>
              </a:ext>
            </a:extLst>
          </p:cNvPr>
          <p:cNvSpPr>
            <a:spLocks noGrp="1"/>
          </p:cNvSpPr>
          <p:nvPr/>
        </p:nvSpPr>
        <p:spPr>
          <a:xfrm>
            <a:off x="6060438" y="6135989"/>
            <a:ext cx="24613" cy="24613"/>
          </a:xfrm>
          <a:prstGeom prst="ellipse">
            <a:avLst/>
          </a:prstGeom>
          <a:solidFill>
            <a:srgbClr val="E142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knowledge-node">
            <a:extLst>
              <a:ext uri="{FF2B5EF4-FFF2-40B4-BE49-F238E27FC236}">
                <a16:creationId xmlns:a16="http://schemas.microsoft.com/office/drawing/2014/main" id="{75473AD2-A01B-414E-A19F-CF181894B16C}"/>
              </a:ext>
            </a:extLst>
          </p:cNvPr>
          <p:cNvSpPr>
            <a:spLocks noGrp="1"/>
          </p:cNvSpPr>
          <p:nvPr/>
        </p:nvSpPr>
        <p:spPr>
          <a:xfrm>
            <a:off x="6055984" y="6546247"/>
            <a:ext cx="23034" cy="23034"/>
          </a:xfrm>
          <a:prstGeom prst="ellipse">
            <a:avLst/>
          </a:prstGeom>
          <a:solidFill>
            <a:srgbClr val="E142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knowledge-node">
            <a:extLst>
              <a:ext uri="{FF2B5EF4-FFF2-40B4-BE49-F238E27FC236}">
                <a16:creationId xmlns:a16="http://schemas.microsoft.com/office/drawing/2014/main" id="{CB23B91E-3EFC-4888-B760-3B926ABB717B}"/>
              </a:ext>
            </a:extLst>
          </p:cNvPr>
          <p:cNvSpPr>
            <a:spLocks noGrp="1"/>
          </p:cNvSpPr>
          <p:nvPr/>
        </p:nvSpPr>
        <p:spPr>
          <a:xfrm>
            <a:off x="5773789" y="6741700"/>
            <a:ext cx="25859" cy="25859"/>
          </a:xfrm>
          <a:prstGeom prst="ellipse">
            <a:avLst/>
          </a:prstGeom>
          <a:solidFill>
            <a:srgbClr val="E142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knowledge-node">
            <a:extLst>
              <a:ext uri="{FF2B5EF4-FFF2-40B4-BE49-F238E27FC236}">
                <a16:creationId xmlns:a16="http://schemas.microsoft.com/office/drawing/2014/main" id="{6378C8E2-7CA7-4998-B440-4BD8DC18CAD0}"/>
              </a:ext>
            </a:extLst>
          </p:cNvPr>
          <p:cNvSpPr>
            <a:spLocks noGrp="1"/>
          </p:cNvSpPr>
          <p:nvPr/>
        </p:nvSpPr>
        <p:spPr>
          <a:xfrm>
            <a:off x="6277002" y="5953114"/>
            <a:ext cx="19037" cy="19037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5" name="knowledge-node">
            <a:extLst>
              <a:ext uri="{FF2B5EF4-FFF2-40B4-BE49-F238E27FC236}">
                <a16:creationId xmlns:a16="http://schemas.microsoft.com/office/drawing/2014/main" id="{46F6BE4E-D8CA-40D0-B82B-DD9A83F0E3E3}"/>
              </a:ext>
            </a:extLst>
          </p:cNvPr>
          <p:cNvSpPr>
            <a:spLocks noGrp="1"/>
          </p:cNvSpPr>
          <p:nvPr/>
        </p:nvSpPr>
        <p:spPr>
          <a:xfrm>
            <a:off x="6344715" y="6308262"/>
            <a:ext cx="23982" cy="23982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knowledge-node">
            <a:extLst>
              <a:ext uri="{FF2B5EF4-FFF2-40B4-BE49-F238E27FC236}">
                <a16:creationId xmlns:a16="http://schemas.microsoft.com/office/drawing/2014/main" id="{945D3066-5A8C-4BF7-91AD-1312145BFC7A}"/>
              </a:ext>
            </a:extLst>
          </p:cNvPr>
          <p:cNvSpPr>
            <a:spLocks noGrp="1"/>
          </p:cNvSpPr>
          <p:nvPr/>
        </p:nvSpPr>
        <p:spPr>
          <a:xfrm>
            <a:off x="6393795" y="6461556"/>
            <a:ext cx="20209" cy="20209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knowledge-node">
            <a:extLst>
              <a:ext uri="{FF2B5EF4-FFF2-40B4-BE49-F238E27FC236}">
                <a16:creationId xmlns:a16="http://schemas.microsoft.com/office/drawing/2014/main" id="{D8DB1831-ACA0-4A9B-9979-6B77FA701A88}"/>
              </a:ext>
            </a:extLst>
          </p:cNvPr>
          <p:cNvSpPr>
            <a:spLocks noGrp="1"/>
          </p:cNvSpPr>
          <p:nvPr/>
        </p:nvSpPr>
        <p:spPr>
          <a:xfrm>
            <a:off x="6358197" y="6601768"/>
            <a:ext cx="14560" cy="14560"/>
          </a:xfrm>
          <a:prstGeom prst="ellipse">
            <a:avLst/>
          </a:prstGeom>
          <a:solidFill>
            <a:srgbClr val="EB4B3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knowledge-node">
            <a:extLst>
              <a:ext uri="{FF2B5EF4-FFF2-40B4-BE49-F238E27FC236}">
                <a16:creationId xmlns:a16="http://schemas.microsoft.com/office/drawing/2014/main" id="{94DD60AC-6155-44AE-AAD3-9D5D33A3576B}"/>
              </a:ext>
            </a:extLst>
          </p:cNvPr>
          <p:cNvSpPr>
            <a:spLocks noGrp="1"/>
          </p:cNvSpPr>
          <p:nvPr/>
        </p:nvSpPr>
        <p:spPr>
          <a:xfrm>
            <a:off x="6276681" y="6753648"/>
            <a:ext cx="59180" cy="59180"/>
          </a:xfrm>
          <a:prstGeom prst="ellipse">
            <a:avLst/>
          </a:prstGeom>
          <a:solidFill>
            <a:srgbClr val="EB4B32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19" name="knowledge-node">
            <a:extLst>
              <a:ext uri="{FF2B5EF4-FFF2-40B4-BE49-F238E27FC236}">
                <a16:creationId xmlns:a16="http://schemas.microsoft.com/office/drawing/2014/main" id="{492B58A2-C934-4B28-BF3C-4B571A3C851C}"/>
              </a:ext>
            </a:extLst>
          </p:cNvPr>
          <p:cNvSpPr>
            <a:spLocks noGrp="1"/>
          </p:cNvSpPr>
          <p:nvPr/>
        </p:nvSpPr>
        <p:spPr>
          <a:xfrm>
            <a:off x="6623636" y="5913656"/>
            <a:ext cx="44895" cy="44895"/>
          </a:xfrm>
          <a:prstGeom prst="ellipse">
            <a:avLst/>
          </a:prstGeom>
          <a:solidFill>
            <a:srgbClr val="ED5A2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0" name="knowledge-node">
            <a:extLst>
              <a:ext uri="{FF2B5EF4-FFF2-40B4-BE49-F238E27FC236}">
                <a16:creationId xmlns:a16="http://schemas.microsoft.com/office/drawing/2014/main" id="{C4A01CC0-F501-4529-A530-76422115BE9E}"/>
              </a:ext>
            </a:extLst>
          </p:cNvPr>
          <p:cNvSpPr>
            <a:spLocks noGrp="1"/>
          </p:cNvSpPr>
          <p:nvPr/>
        </p:nvSpPr>
        <p:spPr>
          <a:xfrm>
            <a:off x="6917731" y="6256456"/>
            <a:ext cx="18042" cy="18042"/>
          </a:xfrm>
          <a:prstGeom prst="ellipse">
            <a:avLst/>
          </a:prstGeom>
          <a:solidFill>
            <a:srgbClr val="ED5A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knowledge-node">
            <a:extLst>
              <a:ext uri="{FF2B5EF4-FFF2-40B4-BE49-F238E27FC236}">
                <a16:creationId xmlns:a16="http://schemas.microsoft.com/office/drawing/2014/main" id="{FE5EF48E-7CB8-4EE6-9734-82F30E7F1B61}"/>
              </a:ext>
            </a:extLst>
          </p:cNvPr>
          <p:cNvSpPr>
            <a:spLocks noGrp="1"/>
          </p:cNvSpPr>
          <p:nvPr/>
        </p:nvSpPr>
        <p:spPr>
          <a:xfrm>
            <a:off x="6679439" y="6612254"/>
            <a:ext cx="45076" cy="45076"/>
          </a:xfrm>
          <a:prstGeom prst="ellipse">
            <a:avLst/>
          </a:prstGeom>
          <a:solidFill>
            <a:srgbClr val="ED5A2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2" name="knowledge-node">
            <a:extLst>
              <a:ext uri="{FF2B5EF4-FFF2-40B4-BE49-F238E27FC236}">
                <a16:creationId xmlns:a16="http://schemas.microsoft.com/office/drawing/2014/main" id="{BCFD8A2F-9412-43A3-BE3F-103CFB66F062}"/>
              </a:ext>
            </a:extLst>
          </p:cNvPr>
          <p:cNvSpPr>
            <a:spLocks noGrp="1"/>
          </p:cNvSpPr>
          <p:nvPr/>
        </p:nvSpPr>
        <p:spPr>
          <a:xfrm>
            <a:off x="6599891" y="6634391"/>
            <a:ext cx="18068" cy="18068"/>
          </a:xfrm>
          <a:prstGeom prst="ellipse">
            <a:avLst/>
          </a:prstGeom>
          <a:solidFill>
            <a:srgbClr val="ED5A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knowledge-node">
            <a:extLst>
              <a:ext uri="{FF2B5EF4-FFF2-40B4-BE49-F238E27FC236}">
                <a16:creationId xmlns:a16="http://schemas.microsoft.com/office/drawing/2014/main" id="{93712920-028C-4CC5-A592-5BCC3C6F4A2A}"/>
              </a:ext>
            </a:extLst>
          </p:cNvPr>
          <p:cNvSpPr>
            <a:spLocks noGrp="1"/>
          </p:cNvSpPr>
          <p:nvPr/>
        </p:nvSpPr>
        <p:spPr>
          <a:xfrm>
            <a:off x="6791167" y="6624103"/>
            <a:ext cx="16415" cy="16415"/>
          </a:xfrm>
          <a:prstGeom prst="ellipse">
            <a:avLst/>
          </a:prstGeom>
          <a:solidFill>
            <a:srgbClr val="ED5A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4" name="knowledge-node">
            <a:extLst>
              <a:ext uri="{FF2B5EF4-FFF2-40B4-BE49-F238E27FC236}">
                <a16:creationId xmlns:a16="http://schemas.microsoft.com/office/drawing/2014/main" id="{F7CB16B0-3123-4572-99CB-17372D1B3F11}"/>
              </a:ext>
            </a:extLst>
          </p:cNvPr>
          <p:cNvSpPr>
            <a:spLocks noGrp="1"/>
          </p:cNvSpPr>
          <p:nvPr/>
        </p:nvSpPr>
        <p:spPr>
          <a:xfrm>
            <a:off x="6663411" y="6668553"/>
            <a:ext cx="28390" cy="28390"/>
          </a:xfrm>
          <a:prstGeom prst="ellipse">
            <a:avLst/>
          </a:prstGeom>
          <a:solidFill>
            <a:srgbClr val="ED5A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5" name="knowledge-node">
            <a:extLst>
              <a:ext uri="{FF2B5EF4-FFF2-40B4-BE49-F238E27FC236}">
                <a16:creationId xmlns:a16="http://schemas.microsoft.com/office/drawing/2014/main" id="{0FA8121A-F25E-4A27-B394-D15CCE545815}"/>
              </a:ext>
            </a:extLst>
          </p:cNvPr>
          <p:cNvSpPr>
            <a:spLocks noGrp="1"/>
          </p:cNvSpPr>
          <p:nvPr/>
        </p:nvSpPr>
        <p:spPr>
          <a:xfrm>
            <a:off x="7146643" y="5997839"/>
            <a:ext cx="19388" cy="19388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knowledge-node">
            <a:extLst>
              <a:ext uri="{FF2B5EF4-FFF2-40B4-BE49-F238E27FC236}">
                <a16:creationId xmlns:a16="http://schemas.microsoft.com/office/drawing/2014/main" id="{BBC0C200-02E3-4719-BF35-D69425DE62AB}"/>
              </a:ext>
            </a:extLst>
          </p:cNvPr>
          <p:cNvSpPr>
            <a:spLocks noGrp="1"/>
          </p:cNvSpPr>
          <p:nvPr/>
        </p:nvSpPr>
        <p:spPr>
          <a:xfrm>
            <a:off x="7273617" y="6366667"/>
            <a:ext cx="26195" cy="26195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knowledge-node">
            <a:extLst>
              <a:ext uri="{FF2B5EF4-FFF2-40B4-BE49-F238E27FC236}">
                <a16:creationId xmlns:a16="http://schemas.microsoft.com/office/drawing/2014/main" id="{A635B03B-92B5-4E73-9591-395BA6EEACE9}"/>
              </a:ext>
            </a:extLst>
          </p:cNvPr>
          <p:cNvSpPr>
            <a:spLocks noGrp="1"/>
          </p:cNvSpPr>
          <p:nvPr/>
        </p:nvSpPr>
        <p:spPr>
          <a:xfrm>
            <a:off x="7190413" y="6497651"/>
            <a:ext cx="15845" cy="15845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knowledge-node">
            <a:extLst>
              <a:ext uri="{FF2B5EF4-FFF2-40B4-BE49-F238E27FC236}">
                <a16:creationId xmlns:a16="http://schemas.microsoft.com/office/drawing/2014/main" id="{1F674791-0048-4B62-96EF-97048E67C203}"/>
              </a:ext>
            </a:extLst>
          </p:cNvPr>
          <p:cNvSpPr>
            <a:spLocks noGrp="1"/>
          </p:cNvSpPr>
          <p:nvPr/>
        </p:nvSpPr>
        <p:spPr>
          <a:xfrm>
            <a:off x="7176981" y="6627472"/>
            <a:ext cx="64995" cy="64995"/>
          </a:xfrm>
          <a:prstGeom prst="ellipse">
            <a:avLst/>
          </a:prstGeom>
          <a:solidFill>
            <a:srgbClr val="EF6A26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29" name="knowledge-node">
            <a:extLst>
              <a:ext uri="{FF2B5EF4-FFF2-40B4-BE49-F238E27FC236}">
                <a16:creationId xmlns:a16="http://schemas.microsoft.com/office/drawing/2014/main" id="{9CC54BEA-DC5E-492B-811B-C609D29EE88F}"/>
              </a:ext>
            </a:extLst>
          </p:cNvPr>
          <p:cNvSpPr>
            <a:spLocks noGrp="1"/>
          </p:cNvSpPr>
          <p:nvPr/>
        </p:nvSpPr>
        <p:spPr>
          <a:xfrm>
            <a:off x="7281336" y="6670222"/>
            <a:ext cx="23328" cy="23328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0" name="knowledge-node">
            <a:extLst>
              <a:ext uri="{FF2B5EF4-FFF2-40B4-BE49-F238E27FC236}">
                <a16:creationId xmlns:a16="http://schemas.microsoft.com/office/drawing/2014/main" id="{15647DB9-816C-4811-B7C4-3DCE47E60B90}"/>
              </a:ext>
            </a:extLst>
          </p:cNvPr>
          <p:cNvSpPr>
            <a:spLocks noGrp="1"/>
          </p:cNvSpPr>
          <p:nvPr/>
        </p:nvSpPr>
        <p:spPr>
          <a:xfrm>
            <a:off x="7067414" y="6711688"/>
            <a:ext cx="24637" cy="24637"/>
          </a:xfrm>
          <a:prstGeom prst="ellipse">
            <a:avLst/>
          </a:prstGeom>
          <a:solidFill>
            <a:srgbClr val="EF6A2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knowledge-node">
            <a:extLst>
              <a:ext uri="{FF2B5EF4-FFF2-40B4-BE49-F238E27FC236}">
                <a16:creationId xmlns:a16="http://schemas.microsoft.com/office/drawing/2014/main" id="{9A603CA9-5907-4DED-A59F-C81B824F9B92}"/>
              </a:ext>
            </a:extLst>
          </p:cNvPr>
          <p:cNvSpPr>
            <a:spLocks noGrp="1"/>
          </p:cNvSpPr>
          <p:nvPr/>
        </p:nvSpPr>
        <p:spPr>
          <a:xfrm>
            <a:off x="7634461" y="5944886"/>
            <a:ext cx="27899" cy="27899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2" name="knowledge-node">
            <a:extLst>
              <a:ext uri="{FF2B5EF4-FFF2-40B4-BE49-F238E27FC236}">
                <a16:creationId xmlns:a16="http://schemas.microsoft.com/office/drawing/2014/main" id="{9385EEEF-FFB1-4475-B449-2FF05801803E}"/>
              </a:ext>
            </a:extLst>
          </p:cNvPr>
          <p:cNvSpPr>
            <a:spLocks noGrp="1"/>
          </p:cNvSpPr>
          <p:nvPr/>
        </p:nvSpPr>
        <p:spPr>
          <a:xfrm>
            <a:off x="7468922" y="6234279"/>
            <a:ext cx="18485" cy="18485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knowledge-node">
            <a:extLst>
              <a:ext uri="{FF2B5EF4-FFF2-40B4-BE49-F238E27FC236}">
                <a16:creationId xmlns:a16="http://schemas.microsoft.com/office/drawing/2014/main" id="{A88BAFD2-0D29-4029-8C5B-0D443D2679B4}"/>
              </a:ext>
            </a:extLst>
          </p:cNvPr>
          <p:cNvSpPr>
            <a:spLocks noGrp="1"/>
          </p:cNvSpPr>
          <p:nvPr/>
        </p:nvSpPr>
        <p:spPr>
          <a:xfrm>
            <a:off x="7733769" y="6452820"/>
            <a:ext cx="15093" cy="15093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4" name="knowledge-node">
            <a:extLst>
              <a:ext uri="{FF2B5EF4-FFF2-40B4-BE49-F238E27FC236}">
                <a16:creationId xmlns:a16="http://schemas.microsoft.com/office/drawing/2014/main" id="{3D096C58-0B40-4228-9465-21A66F2419E2}"/>
              </a:ext>
            </a:extLst>
          </p:cNvPr>
          <p:cNvSpPr>
            <a:spLocks noGrp="1"/>
          </p:cNvSpPr>
          <p:nvPr/>
        </p:nvSpPr>
        <p:spPr>
          <a:xfrm>
            <a:off x="7709257" y="6500955"/>
            <a:ext cx="41995" cy="41995"/>
          </a:xfrm>
          <a:prstGeom prst="ellipse">
            <a:avLst/>
          </a:prstGeom>
          <a:solidFill>
            <a:srgbClr val="F27A1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5" name="knowledge-node">
            <a:extLst>
              <a:ext uri="{FF2B5EF4-FFF2-40B4-BE49-F238E27FC236}">
                <a16:creationId xmlns:a16="http://schemas.microsoft.com/office/drawing/2014/main" id="{C2992C23-3A33-42D7-ACA4-AF2CF229E833}"/>
              </a:ext>
            </a:extLst>
          </p:cNvPr>
          <p:cNvSpPr>
            <a:spLocks noGrp="1"/>
          </p:cNvSpPr>
          <p:nvPr/>
        </p:nvSpPr>
        <p:spPr>
          <a:xfrm>
            <a:off x="7581503" y="6494700"/>
            <a:ext cx="26798" cy="26798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knowledge-node">
            <a:extLst>
              <a:ext uri="{FF2B5EF4-FFF2-40B4-BE49-F238E27FC236}">
                <a16:creationId xmlns:a16="http://schemas.microsoft.com/office/drawing/2014/main" id="{5F5464CE-37E7-4040-9FFE-4E6FEE3A45F4}"/>
              </a:ext>
            </a:extLst>
          </p:cNvPr>
          <p:cNvSpPr>
            <a:spLocks noGrp="1"/>
          </p:cNvSpPr>
          <p:nvPr/>
        </p:nvSpPr>
        <p:spPr>
          <a:xfrm>
            <a:off x="7508584" y="6669103"/>
            <a:ext cx="22326" cy="22326"/>
          </a:xfrm>
          <a:prstGeom prst="ellipse">
            <a:avLst/>
          </a:prstGeom>
          <a:solidFill>
            <a:srgbClr val="F27A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knowledge-node">
            <a:extLst>
              <a:ext uri="{FF2B5EF4-FFF2-40B4-BE49-F238E27FC236}">
                <a16:creationId xmlns:a16="http://schemas.microsoft.com/office/drawing/2014/main" id="{B09E7BBB-F455-42A3-8215-CE36FA717999}"/>
              </a:ext>
            </a:extLst>
          </p:cNvPr>
          <p:cNvSpPr>
            <a:spLocks noGrp="1"/>
          </p:cNvSpPr>
          <p:nvPr/>
        </p:nvSpPr>
        <p:spPr>
          <a:xfrm>
            <a:off x="7907054" y="5961485"/>
            <a:ext cx="23606" cy="23606"/>
          </a:xfrm>
          <a:prstGeom prst="ellipse">
            <a:avLst/>
          </a:prstGeom>
          <a:solidFill>
            <a:srgbClr val="F489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knowledge-node">
            <a:extLst>
              <a:ext uri="{FF2B5EF4-FFF2-40B4-BE49-F238E27FC236}">
                <a16:creationId xmlns:a16="http://schemas.microsoft.com/office/drawing/2014/main" id="{BC14D587-2269-4673-9A63-CBACC139C331}"/>
              </a:ext>
            </a:extLst>
          </p:cNvPr>
          <p:cNvSpPr>
            <a:spLocks noGrp="1"/>
          </p:cNvSpPr>
          <p:nvPr/>
        </p:nvSpPr>
        <p:spPr>
          <a:xfrm>
            <a:off x="8007108" y="6170569"/>
            <a:ext cx="16651" cy="16651"/>
          </a:xfrm>
          <a:prstGeom prst="ellipse">
            <a:avLst/>
          </a:prstGeom>
          <a:solidFill>
            <a:srgbClr val="F489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9" name="knowledge-node">
            <a:extLst>
              <a:ext uri="{FF2B5EF4-FFF2-40B4-BE49-F238E27FC236}">
                <a16:creationId xmlns:a16="http://schemas.microsoft.com/office/drawing/2014/main" id="{F5A5EF43-E66C-4E46-9D7C-B579D0FCF450}"/>
              </a:ext>
            </a:extLst>
          </p:cNvPr>
          <p:cNvSpPr>
            <a:spLocks noGrp="1"/>
          </p:cNvSpPr>
          <p:nvPr/>
        </p:nvSpPr>
        <p:spPr>
          <a:xfrm>
            <a:off x="8069598" y="6346295"/>
            <a:ext cx="17068" cy="17068"/>
          </a:xfrm>
          <a:prstGeom prst="ellipse">
            <a:avLst/>
          </a:prstGeom>
          <a:solidFill>
            <a:srgbClr val="F489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knowledge-node">
            <a:extLst>
              <a:ext uri="{FF2B5EF4-FFF2-40B4-BE49-F238E27FC236}">
                <a16:creationId xmlns:a16="http://schemas.microsoft.com/office/drawing/2014/main" id="{BE8C5BC2-5497-44D6-BEAB-20D022C5873C}"/>
              </a:ext>
            </a:extLst>
          </p:cNvPr>
          <p:cNvSpPr>
            <a:spLocks noGrp="1"/>
          </p:cNvSpPr>
          <p:nvPr/>
        </p:nvSpPr>
        <p:spPr>
          <a:xfrm>
            <a:off x="8150110" y="6411218"/>
            <a:ext cx="40952" cy="40952"/>
          </a:xfrm>
          <a:prstGeom prst="ellipse">
            <a:avLst/>
          </a:prstGeom>
          <a:solidFill>
            <a:srgbClr val="F4891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41" name="knowledge-node">
            <a:extLst>
              <a:ext uri="{FF2B5EF4-FFF2-40B4-BE49-F238E27FC236}">
                <a16:creationId xmlns:a16="http://schemas.microsoft.com/office/drawing/2014/main" id="{27782D28-B1F7-420E-8B6E-45F106BA03F4}"/>
              </a:ext>
            </a:extLst>
          </p:cNvPr>
          <p:cNvSpPr>
            <a:spLocks noGrp="1"/>
          </p:cNvSpPr>
          <p:nvPr/>
        </p:nvSpPr>
        <p:spPr>
          <a:xfrm>
            <a:off x="8093358" y="6376541"/>
            <a:ext cx="25217" cy="25217"/>
          </a:xfrm>
          <a:prstGeom prst="ellipse">
            <a:avLst/>
          </a:prstGeom>
          <a:solidFill>
            <a:srgbClr val="F489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knowledge-node">
            <a:extLst>
              <a:ext uri="{FF2B5EF4-FFF2-40B4-BE49-F238E27FC236}">
                <a16:creationId xmlns:a16="http://schemas.microsoft.com/office/drawing/2014/main" id="{39A41286-1509-48F6-9582-5DA5FC5CBA24}"/>
              </a:ext>
            </a:extLst>
          </p:cNvPr>
          <p:cNvSpPr>
            <a:spLocks noGrp="1"/>
          </p:cNvSpPr>
          <p:nvPr/>
        </p:nvSpPr>
        <p:spPr>
          <a:xfrm>
            <a:off x="7878817" y="6632274"/>
            <a:ext cx="74496" cy="74496"/>
          </a:xfrm>
          <a:prstGeom prst="ellipse">
            <a:avLst/>
          </a:prstGeom>
          <a:solidFill>
            <a:srgbClr val="F4891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43" name="knowledge-node">
            <a:extLst>
              <a:ext uri="{FF2B5EF4-FFF2-40B4-BE49-F238E27FC236}">
                <a16:creationId xmlns:a16="http://schemas.microsoft.com/office/drawing/2014/main" id="{9431AAD6-E8BA-41E3-84C7-77779D7F44F1}"/>
              </a:ext>
            </a:extLst>
          </p:cNvPr>
          <p:cNvSpPr>
            <a:spLocks noGrp="1"/>
          </p:cNvSpPr>
          <p:nvPr/>
        </p:nvSpPr>
        <p:spPr>
          <a:xfrm>
            <a:off x="8390383" y="5946503"/>
            <a:ext cx="28299" cy="28299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knowledge-node">
            <a:extLst>
              <a:ext uri="{FF2B5EF4-FFF2-40B4-BE49-F238E27FC236}">
                <a16:creationId xmlns:a16="http://schemas.microsoft.com/office/drawing/2014/main" id="{B149D00D-1EE2-4841-A955-E18C016B62AB}"/>
              </a:ext>
            </a:extLst>
          </p:cNvPr>
          <p:cNvSpPr>
            <a:spLocks noGrp="1"/>
          </p:cNvSpPr>
          <p:nvPr/>
        </p:nvSpPr>
        <p:spPr>
          <a:xfrm>
            <a:off x="8370115" y="6162773"/>
            <a:ext cx="22530" cy="22530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5" name="knowledge-node">
            <a:extLst>
              <a:ext uri="{FF2B5EF4-FFF2-40B4-BE49-F238E27FC236}">
                <a16:creationId xmlns:a16="http://schemas.microsoft.com/office/drawing/2014/main" id="{59CDC5EB-C2E6-4458-999D-0A712F2E5631}"/>
              </a:ext>
            </a:extLst>
          </p:cNvPr>
          <p:cNvSpPr>
            <a:spLocks noGrp="1"/>
          </p:cNvSpPr>
          <p:nvPr/>
        </p:nvSpPr>
        <p:spPr>
          <a:xfrm>
            <a:off x="8324032" y="6105334"/>
            <a:ext cx="26739" cy="26739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knowledge-node">
            <a:extLst>
              <a:ext uri="{FF2B5EF4-FFF2-40B4-BE49-F238E27FC236}">
                <a16:creationId xmlns:a16="http://schemas.microsoft.com/office/drawing/2014/main" id="{D0E8C613-D7DB-48EA-A297-7FD93CFE8EBC}"/>
              </a:ext>
            </a:extLst>
          </p:cNvPr>
          <p:cNvSpPr>
            <a:spLocks noGrp="1"/>
          </p:cNvSpPr>
          <p:nvPr/>
        </p:nvSpPr>
        <p:spPr>
          <a:xfrm>
            <a:off x="8405507" y="6227455"/>
            <a:ext cx="15299" cy="15299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7" name="knowledge-node">
            <a:extLst>
              <a:ext uri="{FF2B5EF4-FFF2-40B4-BE49-F238E27FC236}">
                <a16:creationId xmlns:a16="http://schemas.microsoft.com/office/drawing/2014/main" id="{A5F082AD-1718-41E7-A9BB-10F18C29F2E2}"/>
              </a:ext>
            </a:extLst>
          </p:cNvPr>
          <p:cNvSpPr>
            <a:spLocks noGrp="1"/>
          </p:cNvSpPr>
          <p:nvPr/>
        </p:nvSpPr>
        <p:spPr>
          <a:xfrm>
            <a:off x="8365667" y="6448574"/>
            <a:ext cx="26729" cy="26729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knowledge-node">
            <a:extLst>
              <a:ext uri="{FF2B5EF4-FFF2-40B4-BE49-F238E27FC236}">
                <a16:creationId xmlns:a16="http://schemas.microsoft.com/office/drawing/2014/main" id="{949B139D-9584-4F0C-8AC7-0C1FD582AAB1}"/>
              </a:ext>
            </a:extLst>
          </p:cNvPr>
          <p:cNvSpPr>
            <a:spLocks noGrp="1"/>
          </p:cNvSpPr>
          <p:nvPr/>
        </p:nvSpPr>
        <p:spPr>
          <a:xfrm>
            <a:off x="8369726" y="6604435"/>
            <a:ext cx="28136" cy="28136"/>
          </a:xfrm>
          <a:prstGeom prst="ellipse">
            <a:avLst/>
          </a:prstGeom>
          <a:solidFill>
            <a:srgbClr val="F6991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9" name="knowledge-node">
            <a:extLst>
              <a:ext uri="{FF2B5EF4-FFF2-40B4-BE49-F238E27FC236}">
                <a16:creationId xmlns:a16="http://schemas.microsoft.com/office/drawing/2014/main" id="{6F168562-8BED-4EF3-BFD0-42ABB5CF9294}"/>
              </a:ext>
            </a:extLst>
          </p:cNvPr>
          <p:cNvSpPr>
            <a:spLocks noGrp="1"/>
          </p:cNvSpPr>
          <p:nvPr/>
        </p:nvSpPr>
        <p:spPr>
          <a:xfrm>
            <a:off x="8696177" y="5938925"/>
            <a:ext cx="42442" cy="42442"/>
          </a:xfrm>
          <a:prstGeom prst="ellipse">
            <a:avLst/>
          </a:prstGeom>
          <a:solidFill>
            <a:srgbClr val="F8A80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50" name="knowledge-node">
            <a:extLst>
              <a:ext uri="{FF2B5EF4-FFF2-40B4-BE49-F238E27FC236}">
                <a16:creationId xmlns:a16="http://schemas.microsoft.com/office/drawing/2014/main" id="{99F40E78-3290-481B-8AEB-8737B1E6F4B4}"/>
              </a:ext>
            </a:extLst>
          </p:cNvPr>
          <p:cNvSpPr>
            <a:spLocks noGrp="1"/>
          </p:cNvSpPr>
          <p:nvPr/>
        </p:nvSpPr>
        <p:spPr>
          <a:xfrm>
            <a:off x="8703684" y="5893335"/>
            <a:ext cx="28371" cy="28371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knowledge-node">
            <a:extLst>
              <a:ext uri="{FF2B5EF4-FFF2-40B4-BE49-F238E27FC236}">
                <a16:creationId xmlns:a16="http://schemas.microsoft.com/office/drawing/2014/main" id="{D15DA1F7-8F8A-4189-9F3F-364565016DE1}"/>
              </a:ext>
            </a:extLst>
          </p:cNvPr>
          <p:cNvSpPr>
            <a:spLocks noGrp="1"/>
          </p:cNvSpPr>
          <p:nvPr/>
        </p:nvSpPr>
        <p:spPr>
          <a:xfrm>
            <a:off x="8728443" y="6097185"/>
            <a:ext cx="19593" cy="19593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knowledge-node">
            <a:extLst>
              <a:ext uri="{FF2B5EF4-FFF2-40B4-BE49-F238E27FC236}">
                <a16:creationId xmlns:a16="http://schemas.microsoft.com/office/drawing/2014/main" id="{A8949168-F78F-4876-BA63-70E200C739BB}"/>
              </a:ext>
            </a:extLst>
          </p:cNvPr>
          <p:cNvSpPr>
            <a:spLocks noGrp="1"/>
          </p:cNvSpPr>
          <p:nvPr/>
        </p:nvSpPr>
        <p:spPr>
          <a:xfrm>
            <a:off x="8705101" y="6122757"/>
            <a:ext cx="20862" cy="20862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3" name="knowledge-node">
            <a:extLst>
              <a:ext uri="{FF2B5EF4-FFF2-40B4-BE49-F238E27FC236}">
                <a16:creationId xmlns:a16="http://schemas.microsoft.com/office/drawing/2014/main" id="{B296B871-BE02-4987-BE08-C3DB53D90795}"/>
              </a:ext>
            </a:extLst>
          </p:cNvPr>
          <p:cNvSpPr>
            <a:spLocks noGrp="1"/>
          </p:cNvSpPr>
          <p:nvPr/>
        </p:nvSpPr>
        <p:spPr>
          <a:xfrm>
            <a:off x="8946323" y="6346624"/>
            <a:ext cx="26564" cy="26564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4" name="knowledge-node">
            <a:extLst>
              <a:ext uri="{FF2B5EF4-FFF2-40B4-BE49-F238E27FC236}">
                <a16:creationId xmlns:a16="http://schemas.microsoft.com/office/drawing/2014/main" id="{D2548A7B-45E4-446C-BA85-1688A58D15CF}"/>
              </a:ext>
            </a:extLst>
          </p:cNvPr>
          <p:cNvSpPr>
            <a:spLocks noGrp="1"/>
          </p:cNvSpPr>
          <p:nvPr/>
        </p:nvSpPr>
        <p:spPr>
          <a:xfrm>
            <a:off x="8968879" y="6472775"/>
            <a:ext cx="21299" cy="21299"/>
          </a:xfrm>
          <a:prstGeom prst="ellipse">
            <a:avLst/>
          </a:prstGeom>
          <a:solidFill>
            <a:srgbClr val="F8A8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5" name="knowledge-node">
            <a:extLst>
              <a:ext uri="{FF2B5EF4-FFF2-40B4-BE49-F238E27FC236}">
                <a16:creationId xmlns:a16="http://schemas.microsoft.com/office/drawing/2014/main" id="{CAC40CAE-B267-418C-8442-14FC98ED414E}"/>
              </a:ext>
            </a:extLst>
          </p:cNvPr>
          <p:cNvSpPr>
            <a:spLocks noGrp="1"/>
          </p:cNvSpPr>
          <p:nvPr/>
        </p:nvSpPr>
        <p:spPr>
          <a:xfrm>
            <a:off x="9367400" y="5613333"/>
            <a:ext cx="14959" cy="14959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knowledge-node">
            <a:extLst>
              <a:ext uri="{FF2B5EF4-FFF2-40B4-BE49-F238E27FC236}">
                <a16:creationId xmlns:a16="http://schemas.microsoft.com/office/drawing/2014/main" id="{71F99A93-A13E-487D-A1A9-BE4DBF7E2C4F}"/>
              </a:ext>
            </a:extLst>
          </p:cNvPr>
          <p:cNvSpPr>
            <a:spLocks noGrp="1"/>
          </p:cNvSpPr>
          <p:nvPr/>
        </p:nvSpPr>
        <p:spPr>
          <a:xfrm>
            <a:off x="9230835" y="5700320"/>
            <a:ext cx="16693" cy="16693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knowledge-node">
            <a:extLst>
              <a:ext uri="{FF2B5EF4-FFF2-40B4-BE49-F238E27FC236}">
                <a16:creationId xmlns:a16="http://schemas.microsoft.com/office/drawing/2014/main" id="{6E792CC3-F87E-4F76-8E93-71F5EAFCB014}"/>
              </a:ext>
            </a:extLst>
          </p:cNvPr>
          <p:cNvSpPr>
            <a:spLocks noGrp="1"/>
          </p:cNvSpPr>
          <p:nvPr/>
        </p:nvSpPr>
        <p:spPr>
          <a:xfrm>
            <a:off x="9177448" y="5763615"/>
            <a:ext cx="19702" cy="19702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knowledge-node">
            <a:extLst>
              <a:ext uri="{FF2B5EF4-FFF2-40B4-BE49-F238E27FC236}">
                <a16:creationId xmlns:a16="http://schemas.microsoft.com/office/drawing/2014/main" id="{E088F33C-42E1-4A4A-955F-DA6FF6BFDBD6}"/>
              </a:ext>
            </a:extLst>
          </p:cNvPr>
          <p:cNvSpPr>
            <a:spLocks noGrp="1"/>
          </p:cNvSpPr>
          <p:nvPr/>
        </p:nvSpPr>
        <p:spPr>
          <a:xfrm>
            <a:off x="9146033" y="5831412"/>
            <a:ext cx="16295" cy="16295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knowledge-node">
            <a:extLst>
              <a:ext uri="{FF2B5EF4-FFF2-40B4-BE49-F238E27FC236}">
                <a16:creationId xmlns:a16="http://schemas.microsoft.com/office/drawing/2014/main" id="{8BE5A7B4-87EA-4643-8101-D59C209854A0}"/>
              </a:ext>
            </a:extLst>
          </p:cNvPr>
          <p:cNvSpPr>
            <a:spLocks noGrp="1"/>
          </p:cNvSpPr>
          <p:nvPr/>
        </p:nvSpPr>
        <p:spPr>
          <a:xfrm>
            <a:off x="9105512" y="6151418"/>
            <a:ext cx="44752" cy="44752"/>
          </a:xfrm>
          <a:prstGeom prst="ellipse">
            <a:avLst/>
          </a:prstGeom>
          <a:solidFill>
            <a:srgbClr val="FAB80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60" name="knowledge-node">
            <a:extLst>
              <a:ext uri="{FF2B5EF4-FFF2-40B4-BE49-F238E27FC236}">
                <a16:creationId xmlns:a16="http://schemas.microsoft.com/office/drawing/2014/main" id="{87797055-8A6F-4846-8F13-6B5F3F496C0A}"/>
              </a:ext>
            </a:extLst>
          </p:cNvPr>
          <p:cNvSpPr>
            <a:spLocks noGrp="1"/>
          </p:cNvSpPr>
          <p:nvPr/>
        </p:nvSpPr>
        <p:spPr>
          <a:xfrm>
            <a:off x="9233128" y="6447293"/>
            <a:ext cx="20387" cy="20387"/>
          </a:xfrm>
          <a:prstGeom prst="ellipse">
            <a:avLst/>
          </a:prstGeom>
          <a:solidFill>
            <a:srgbClr val="FAB80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knowledge-node">
            <a:extLst>
              <a:ext uri="{FF2B5EF4-FFF2-40B4-BE49-F238E27FC236}">
                <a16:creationId xmlns:a16="http://schemas.microsoft.com/office/drawing/2014/main" id="{4D81BA55-3501-4225-89C7-3C9A57E481D0}"/>
              </a:ext>
            </a:extLst>
          </p:cNvPr>
          <p:cNvSpPr>
            <a:spLocks noGrp="1"/>
          </p:cNvSpPr>
          <p:nvPr/>
        </p:nvSpPr>
        <p:spPr>
          <a:xfrm>
            <a:off x="9619570" y="5542153"/>
            <a:ext cx="17175" cy="17175"/>
          </a:xfrm>
          <a:prstGeom prst="ellipse">
            <a:avLst/>
          </a:prstGeom>
          <a:solidFill>
            <a:srgbClr val="E8BA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knowledge-node">
            <a:extLst>
              <a:ext uri="{FF2B5EF4-FFF2-40B4-BE49-F238E27FC236}">
                <a16:creationId xmlns:a16="http://schemas.microsoft.com/office/drawing/2014/main" id="{12A0ECB8-980D-4FC9-804F-1DB5A720467D}"/>
              </a:ext>
            </a:extLst>
          </p:cNvPr>
          <p:cNvSpPr>
            <a:spLocks noGrp="1"/>
          </p:cNvSpPr>
          <p:nvPr/>
        </p:nvSpPr>
        <p:spPr>
          <a:xfrm>
            <a:off x="9578025" y="5580621"/>
            <a:ext cx="21823" cy="21823"/>
          </a:xfrm>
          <a:prstGeom prst="ellipse">
            <a:avLst/>
          </a:prstGeom>
          <a:solidFill>
            <a:srgbClr val="E8BA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knowledge-node">
            <a:extLst>
              <a:ext uri="{FF2B5EF4-FFF2-40B4-BE49-F238E27FC236}">
                <a16:creationId xmlns:a16="http://schemas.microsoft.com/office/drawing/2014/main" id="{B16A864C-77B1-4EB0-B116-7874BCBF9BCA}"/>
              </a:ext>
            </a:extLst>
          </p:cNvPr>
          <p:cNvSpPr>
            <a:spLocks noGrp="1"/>
          </p:cNvSpPr>
          <p:nvPr/>
        </p:nvSpPr>
        <p:spPr>
          <a:xfrm>
            <a:off x="9644280" y="5529373"/>
            <a:ext cx="47144" cy="47144"/>
          </a:xfrm>
          <a:prstGeom prst="ellipse">
            <a:avLst/>
          </a:prstGeom>
          <a:solidFill>
            <a:srgbClr val="E8BA0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64" name="knowledge-node">
            <a:extLst>
              <a:ext uri="{FF2B5EF4-FFF2-40B4-BE49-F238E27FC236}">
                <a16:creationId xmlns:a16="http://schemas.microsoft.com/office/drawing/2014/main" id="{CE72CE88-7220-459E-A10A-1FB4692084E1}"/>
              </a:ext>
            </a:extLst>
          </p:cNvPr>
          <p:cNvSpPr>
            <a:spLocks noGrp="1"/>
          </p:cNvSpPr>
          <p:nvPr/>
        </p:nvSpPr>
        <p:spPr>
          <a:xfrm>
            <a:off x="9597301" y="5811745"/>
            <a:ext cx="14217" cy="14217"/>
          </a:xfrm>
          <a:prstGeom prst="ellipse">
            <a:avLst/>
          </a:prstGeom>
          <a:solidFill>
            <a:srgbClr val="E8BA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knowledge-node">
            <a:extLst>
              <a:ext uri="{FF2B5EF4-FFF2-40B4-BE49-F238E27FC236}">
                <a16:creationId xmlns:a16="http://schemas.microsoft.com/office/drawing/2014/main" id="{7742B74A-0F01-4AA0-8EEB-27E55246B8B1}"/>
              </a:ext>
            </a:extLst>
          </p:cNvPr>
          <p:cNvSpPr>
            <a:spLocks noGrp="1"/>
          </p:cNvSpPr>
          <p:nvPr/>
        </p:nvSpPr>
        <p:spPr>
          <a:xfrm>
            <a:off x="9588917" y="6092167"/>
            <a:ext cx="62020" cy="62020"/>
          </a:xfrm>
          <a:prstGeom prst="ellipse">
            <a:avLst/>
          </a:prstGeom>
          <a:solidFill>
            <a:srgbClr val="E8BA0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66" name="knowledge-node">
            <a:extLst>
              <a:ext uri="{FF2B5EF4-FFF2-40B4-BE49-F238E27FC236}">
                <a16:creationId xmlns:a16="http://schemas.microsoft.com/office/drawing/2014/main" id="{AF73C025-7448-47E3-8C71-6AEBB30C1E3A}"/>
              </a:ext>
            </a:extLst>
          </p:cNvPr>
          <p:cNvSpPr>
            <a:spLocks noGrp="1"/>
          </p:cNvSpPr>
          <p:nvPr/>
        </p:nvSpPr>
        <p:spPr>
          <a:xfrm>
            <a:off x="9815914" y="6486523"/>
            <a:ext cx="15843" cy="15843"/>
          </a:xfrm>
          <a:prstGeom prst="ellipse">
            <a:avLst/>
          </a:prstGeom>
          <a:solidFill>
            <a:srgbClr val="E8BA0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knowledge-node">
            <a:extLst>
              <a:ext uri="{FF2B5EF4-FFF2-40B4-BE49-F238E27FC236}">
                <a16:creationId xmlns:a16="http://schemas.microsoft.com/office/drawing/2014/main" id="{9CF0491C-6A6C-4FE0-A0C5-68913ADD751E}"/>
              </a:ext>
            </a:extLst>
          </p:cNvPr>
          <p:cNvSpPr>
            <a:spLocks noGrp="1"/>
          </p:cNvSpPr>
          <p:nvPr/>
        </p:nvSpPr>
        <p:spPr>
          <a:xfrm>
            <a:off x="9651559" y="6702297"/>
            <a:ext cx="73671" cy="73671"/>
          </a:xfrm>
          <a:prstGeom prst="ellipse">
            <a:avLst/>
          </a:prstGeom>
          <a:solidFill>
            <a:srgbClr val="E8BA0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68" name="knowledge-node">
            <a:extLst>
              <a:ext uri="{FF2B5EF4-FFF2-40B4-BE49-F238E27FC236}">
                <a16:creationId xmlns:a16="http://schemas.microsoft.com/office/drawing/2014/main" id="{69B28581-1C6A-4F2B-B177-A442EE4AB286}"/>
              </a:ext>
            </a:extLst>
          </p:cNvPr>
          <p:cNvSpPr>
            <a:spLocks noGrp="1"/>
          </p:cNvSpPr>
          <p:nvPr/>
        </p:nvSpPr>
        <p:spPr>
          <a:xfrm>
            <a:off x="10151883" y="5363953"/>
            <a:ext cx="15570" cy="15570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knowledge-node">
            <a:extLst>
              <a:ext uri="{FF2B5EF4-FFF2-40B4-BE49-F238E27FC236}">
                <a16:creationId xmlns:a16="http://schemas.microsoft.com/office/drawing/2014/main" id="{BD4659F5-FCD9-4490-A868-071857B14699}"/>
              </a:ext>
            </a:extLst>
          </p:cNvPr>
          <p:cNvSpPr>
            <a:spLocks noGrp="1"/>
          </p:cNvSpPr>
          <p:nvPr/>
        </p:nvSpPr>
        <p:spPr>
          <a:xfrm>
            <a:off x="10191708" y="5425426"/>
            <a:ext cx="47485" cy="47485"/>
          </a:xfrm>
          <a:prstGeom prst="ellipse">
            <a:avLst/>
          </a:prstGeom>
          <a:solidFill>
            <a:srgbClr val="CEB71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70" name="knowledge-node">
            <a:extLst>
              <a:ext uri="{FF2B5EF4-FFF2-40B4-BE49-F238E27FC236}">
                <a16:creationId xmlns:a16="http://schemas.microsoft.com/office/drawing/2014/main" id="{F98A23A5-B0F3-42FC-AB5A-34279C32F30F}"/>
              </a:ext>
            </a:extLst>
          </p:cNvPr>
          <p:cNvSpPr>
            <a:spLocks noGrp="1"/>
          </p:cNvSpPr>
          <p:nvPr/>
        </p:nvSpPr>
        <p:spPr>
          <a:xfrm>
            <a:off x="10162029" y="5500483"/>
            <a:ext cx="25663" cy="25663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knowledge-node">
            <a:extLst>
              <a:ext uri="{FF2B5EF4-FFF2-40B4-BE49-F238E27FC236}">
                <a16:creationId xmlns:a16="http://schemas.microsoft.com/office/drawing/2014/main" id="{CE272AC3-B96D-4B68-A3A0-42E47BE3882A}"/>
              </a:ext>
            </a:extLst>
          </p:cNvPr>
          <p:cNvSpPr>
            <a:spLocks noGrp="1"/>
          </p:cNvSpPr>
          <p:nvPr/>
        </p:nvSpPr>
        <p:spPr>
          <a:xfrm>
            <a:off x="10231035" y="5589328"/>
            <a:ext cx="26580" cy="26580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2" name="knowledge-node">
            <a:extLst>
              <a:ext uri="{FF2B5EF4-FFF2-40B4-BE49-F238E27FC236}">
                <a16:creationId xmlns:a16="http://schemas.microsoft.com/office/drawing/2014/main" id="{F627552F-E09F-4A85-9662-810AA539DBF1}"/>
              </a:ext>
            </a:extLst>
          </p:cNvPr>
          <p:cNvSpPr>
            <a:spLocks noGrp="1"/>
          </p:cNvSpPr>
          <p:nvPr/>
        </p:nvSpPr>
        <p:spPr>
          <a:xfrm>
            <a:off x="10061019" y="5866481"/>
            <a:ext cx="27484" cy="27484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knowledge-node">
            <a:extLst>
              <a:ext uri="{FF2B5EF4-FFF2-40B4-BE49-F238E27FC236}">
                <a16:creationId xmlns:a16="http://schemas.microsoft.com/office/drawing/2014/main" id="{4AAA6BC9-199C-4126-AD7C-9BEA238FB21D}"/>
              </a:ext>
            </a:extLst>
          </p:cNvPr>
          <p:cNvSpPr>
            <a:spLocks noGrp="1"/>
          </p:cNvSpPr>
          <p:nvPr/>
        </p:nvSpPr>
        <p:spPr>
          <a:xfrm>
            <a:off x="9959187" y="6293980"/>
            <a:ext cx="24347" cy="24347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knowledge-node">
            <a:extLst>
              <a:ext uri="{FF2B5EF4-FFF2-40B4-BE49-F238E27FC236}">
                <a16:creationId xmlns:a16="http://schemas.microsoft.com/office/drawing/2014/main" id="{BA0D0CC5-DD3C-4FAC-A56A-BEF4EED14A72}"/>
              </a:ext>
            </a:extLst>
          </p:cNvPr>
          <p:cNvSpPr>
            <a:spLocks noGrp="1"/>
          </p:cNvSpPr>
          <p:nvPr/>
        </p:nvSpPr>
        <p:spPr>
          <a:xfrm>
            <a:off x="10035965" y="6637722"/>
            <a:ext cx="13828" cy="13828"/>
          </a:xfrm>
          <a:prstGeom prst="ellipse">
            <a:avLst/>
          </a:prstGeom>
          <a:solidFill>
            <a:srgbClr val="CEB7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5" name="knowledge-node">
            <a:extLst>
              <a:ext uri="{FF2B5EF4-FFF2-40B4-BE49-F238E27FC236}">
                <a16:creationId xmlns:a16="http://schemas.microsoft.com/office/drawing/2014/main" id="{3305572C-DFBA-42B7-940F-D43C2604BB97}"/>
              </a:ext>
            </a:extLst>
          </p:cNvPr>
          <p:cNvSpPr>
            <a:spLocks noGrp="1"/>
          </p:cNvSpPr>
          <p:nvPr/>
        </p:nvSpPr>
        <p:spPr>
          <a:xfrm>
            <a:off x="10577767" y="5040888"/>
            <a:ext cx="27211" cy="27211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knowledge-node">
            <a:extLst>
              <a:ext uri="{FF2B5EF4-FFF2-40B4-BE49-F238E27FC236}">
                <a16:creationId xmlns:a16="http://schemas.microsoft.com/office/drawing/2014/main" id="{DC389E6E-7877-4AA0-B9DA-62F368D8FC06}"/>
              </a:ext>
            </a:extLst>
          </p:cNvPr>
          <p:cNvSpPr>
            <a:spLocks noGrp="1"/>
          </p:cNvSpPr>
          <p:nvPr/>
        </p:nvSpPr>
        <p:spPr>
          <a:xfrm>
            <a:off x="10627328" y="5099859"/>
            <a:ext cx="23463" cy="23463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knowledge-node">
            <a:extLst>
              <a:ext uri="{FF2B5EF4-FFF2-40B4-BE49-F238E27FC236}">
                <a16:creationId xmlns:a16="http://schemas.microsoft.com/office/drawing/2014/main" id="{D65416CD-246B-41BB-877D-D5B3816D65B9}"/>
              </a:ext>
            </a:extLst>
          </p:cNvPr>
          <p:cNvSpPr>
            <a:spLocks noGrp="1"/>
          </p:cNvSpPr>
          <p:nvPr/>
        </p:nvSpPr>
        <p:spPr>
          <a:xfrm>
            <a:off x="10651018" y="5355568"/>
            <a:ext cx="26632" cy="26632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knowledge-node">
            <a:extLst>
              <a:ext uri="{FF2B5EF4-FFF2-40B4-BE49-F238E27FC236}">
                <a16:creationId xmlns:a16="http://schemas.microsoft.com/office/drawing/2014/main" id="{EFB46946-8A37-4F75-A7DA-D2E6ADCA5C86}"/>
              </a:ext>
            </a:extLst>
          </p:cNvPr>
          <p:cNvSpPr>
            <a:spLocks noGrp="1"/>
          </p:cNvSpPr>
          <p:nvPr/>
        </p:nvSpPr>
        <p:spPr>
          <a:xfrm>
            <a:off x="10576921" y="5609245"/>
            <a:ext cx="18420" cy="18420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knowledge-node">
            <a:extLst>
              <a:ext uri="{FF2B5EF4-FFF2-40B4-BE49-F238E27FC236}">
                <a16:creationId xmlns:a16="http://schemas.microsoft.com/office/drawing/2014/main" id="{4A440E05-3550-4AB7-9672-F06C52C1F298}"/>
              </a:ext>
            </a:extLst>
          </p:cNvPr>
          <p:cNvSpPr>
            <a:spLocks noGrp="1"/>
          </p:cNvSpPr>
          <p:nvPr/>
        </p:nvSpPr>
        <p:spPr>
          <a:xfrm>
            <a:off x="10549201" y="5780064"/>
            <a:ext cx="16999" cy="16999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knowledge-node">
            <a:extLst>
              <a:ext uri="{FF2B5EF4-FFF2-40B4-BE49-F238E27FC236}">
                <a16:creationId xmlns:a16="http://schemas.microsoft.com/office/drawing/2014/main" id="{1C3A7879-A9B6-4429-82CF-057B196374D9}"/>
              </a:ext>
            </a:extLst>
          </p:cNvPr>
          <p:cNvSpPr>
            <a:spLocks noGrp="1"/>
          </p:cNvSpPr>
          <p:nvPr/>
        </p:nvSpPr>
        <p:spPr>
          <a:xfrm>
            <a:off x="10373105" y="6135750"/>
            <a:ext cx="51415" cy="51415"/>
          </a:xfrm>
          <a:prstGeom prst="ellipse">
            <a:avLst/>
          </a:prstGeom>
          <a:solidFill>
            <a:srgbClr val="B4B52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81" name="knowledge-node">
            <a:extLst>
              <a:ext uri="{FF2B5EF4-FFF2-40B4-BE49-F238E27FC236}">
                <a16:creationId xmlns:a16="http://schemas.microsoft.com/office/drawing/2014/main" id="{172BAD4B-D7CA-4B87-AC0E-111BF79E096C}"/>
              </a:ext>
            </a:extLst>
          </p:cNvPr>
          <p:cNvSpPr>
            <a:spLocks noGrp="1"/>
          </p:cNvSpPr>
          <p:nvPr/>
        </p:nvSpPr>
        <p:spPr>
          <a:xfrm>
            <a:off x="10637904" y="6345626"/>
            <a:ext cx="19964" cy="19964"/>
          </a:xfrm>
          <a:prstGeom prst="ellipse">
            <a:avLst/>
          </a:prstGeom>
          <a:solidFill>
            <a:srgbClr val="B4B52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knowledge-node">
            <a:extLst>
              <a:ext uri="{FF2B5EF4-FFF2-40B4-BE49-F238E27FC236}">
                <a16:creationId xmlns:a16="http://schemas.microsoft.com/office/drawing/2014/main" id="{9D357A09-E71A-40C1-9A74-F8F061C9C23F}"/>
              </a:ext>
            </a:extLst>
          </p:cNvPr>
          <p:cNvSpPr>
            <a:spLocks noGrp="1"/>
          </p:cNvSpPr>
          <p:nvPr/>
        </p:nvSpPr>
        <p:spPr>
          <a:xfrm>
            <a:off x="11028138" y="4834371"/>
            <a:ext cx="17518" cy="17518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knowledge-node">
            <a:extLst>
              <a:ext uri="{FF2B5EF4-FFF2-40B4-BE49-F238E27FC236}">
                <a16:creationId xmlns:a16="http://schemas.microsoft.com/office/drawing/2014/main" id="{C0F4F50F-EF11-4F92-B400-CE8A60B59781}"/>
              </a:ext>
            </a:extLst>
          </p:cNvPr>
          <p:cNvSpPr>
            <a:spLocks noGrp="1"/>
          </p:cNvSpPr>
          <p:nvPr/>
        </p:nvSpPr>
        <p:spPr>
          <a:xfrm>
            <a:off x="10831459" y="4993669"/>
            <a:ext cx="20840" cy="20840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knowledge-node">
            <a:extLst>
              <a:ext uri="{FF2B5EF4-FFF2-40B4-BE49-F238E27FC236}">
                <a16:creationId xmlns:a16="http://schemas.microsoft.com/office/drawing/2014/main" id="{00BBEEFE-718D-42E8-B9BB-727B2E660CC7}"/>
              </a:ext>
            </a:extLst>
          </p:cNvPr>
          <p:cNvSpPr>
            <a:spLocks noGrp="1"/>
          </p:cNvSpPr>
          <p:nvPr/>
        </p:nvSpPr>
        <p:spPr>
          <a:xfrm>
            <a:off x="11048539" y="5070874"/>
            <a:ext cx="20576" cy="20576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5" name="knowledge-node">
            <a:extLst>
              <a:ext uri="{FF2B5EF4-FFF2-40B4-BE49-F238E27FC236}">
                <a16:creationId xmlns:a16="http://schemas.microsoft.com/office/drawing/2014/main" id="{060FD713-7D2B-4C11-A372-8F1DA6004AF9}"/>
              </a:ext>
            </a:extLst>
          </p:cNvPr>
          <p:cNvSpPr>
            <a:spLocks noGrp="1"/>
          </p:cNvSpPr>
          <p:nvPr/>
        </p:nvSpPr>
        <p:spPr>
          <a:xfrm>
            <a:off x="11056162" y="5391532"/>
            <a:ext cx="25966" cy="25966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knowledge-node">
            <a:extLst>
              <a:ext uri="{FF2B5EF4-FFF2-40B4-BE49-F238E27FC236}">
                <a16:creationId xmlns:a16="http://schemas.microsoft.com/office/drawing/2014/main" id="{6A6093A3-BA9B-4AA6-9D57-88F2DDF560DF}"/>
              </a:ext>
            </a:extLst>
          </p:cNvPr>
          <p:cNvSpPr>
            <a:spLocks noGrp="1"/>
          </p:cNvSpPr>
          <p:nvPr/>
        </p:nvSpPr>
        <p:spPr>
          <a:xfrm>
            <a:off x="11095064" y="5638864"/>
            <a:ext cx="16052" cy="16052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knowledge-node">
            <a:extLst>
              <a:ext uri="{FF2B5EF4-FFF2-40B4-BE49-F238E27FC236}">
                <a16:creationId xmlns:a16="http://schemas.microsoft.com/office/drawing/2014/main" id="{3D25035E-08E7-4083-9D6F-F6FB1F4AECCD}"/>
              </a:ext>
            </a:extLst>
          </p:cNvPr>
          <p:cNvSpPr>
            <a:spLocks noGrp="1"/>
          </p:cNvSpPr>
          <p:nvPr/>
        </p:nvSpPr>
        <p:spPr>
          <a:xfrm>
            <a:off x="11018653" y="6022436"/>
            <a:ext cx="27000" cy="27000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knowledge-node">
            <a:extLst>
              <a:ext uri="{FF2B5EF4-FFF2-40B4-BE49-F238E27FC236}">
                <a16:creationId xmlns:a16="http://schemas.microsoft.com/office/drawing/2014/main" id="{9B50EA22-87A6-4DA4-BD42-8F2EA2631D98}"/>
              </a:ext>
            </a:extLst>
          </p:cNvPr>
          <p:cNvSpPr>
            <a:spLocks noGrp="1"/>
          </p:cNvSpPr>
          <p:nvPr/>
        </p:nvSpPr>
        <p:spPr>
          <a:xfrm>
            <a:off x="10823640" y="6278542"/>
            <a:ext cx="17689" cy="17689"/>
          </a:xfrm>
          <a:prstGeom prst="ellipse">
            <a:avLst/>
          </a:prstGeom>
          <a:solidFill>
            <a:srgbClr val="9BB22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knowledge-node">
            <a:extLst>
              <a:ext uri="{FF2B5EF4-FFF2-40B4-BE49-F238E27FC236}">
                <a16:creationId xmlns:a16="http://schemas.microsoft.com/office/drawing/2014/main" id="{653414D8-C02C-4A8B-B6C7-EBD52918C859}"/>
              </a:ext>
            </a:extLst>
          </p:cNvPr>
          <p:cNvSpPr>
            <a:spLocks noGrp="1"/>
          </p:cNvSpPr>
          <p:nvPr/>
        </p:nvSpPr>
        <p:spPr>
          <a:xfrm>
            <a:off x="11373996" y="4655620"/>
            <a:ext cx="21510" cy="21510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knowledge-node">
            <a:extLst>
              <a:ext uri="{FF2B5EF4-FFF2-40B4-BE49-F238E27FC236}">
                <a16:creationId xmlns:a16="http://schemas.microsoft.com/office/drawing/2014/main" id="{3C0EE4E3-C7ED-4160-9F9B-683D8239C5D6}"/>
              </a:ext>
            </a:extLst>
          </p:cNvPr>
          <p:cNvSpPr>
            <a:spLocks noGrp="1"/>
          </p:cNvSpPr>
          <p:nvPr/>
        </p:nvSpPr>
        <p:spPr>
          <a:xfrm>
            <a:off x="11437665" y="4842421"/>
            <a:ext cx="19855" cy="19855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1" name="knowledge-node">
            <a:extLst>
              <a:ext uri="{FF2B5EF4-FFF2-40B4-BE49-F238E27FC236}">
                <a16:creationId xmlns:a16="http://schemas.microsoft.com/office/drawing/2014/main" id="{380FF61B-82A0-48C7-AE94-501124FD0732}"/>
              </a:ext>
            </a:extLst>
          </p:cNvPr>
          <p:cNvSpPr>
            <a:spLocks noGrp="1"/>
          </p:cNvSpPr>
          <p:nvPr/>
        </p:nvSpPr>
        <p:spPr>
          <a:xfrm>
            <a:off x="11495272" y="5083668"/>
            <a:ext cx="49218" cy="49218"/>
          </a:xfrm>
          <a:prstGeom prst="ellipse">
            <a:avLst/>
          </a:prstGeom>
          <a:solidFill>
            <a:srgbClr val="81B03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92" name="knowledge-node">
            <a:extLst>
              <a:ext uri="{FF2B5EF4-FFF2-40B4-BE49-F238E27FC236}">
                <a16:creationId xmlns:a16="http://schemas.microsoft.com/office/drawing/2014/main" id="{307F5460-5E1E-4622-BFCD-F11A1A2B0F22}"/>
              </a:ext>
            </a:extLst>
          </p:cNvPr>
          <p:cNvSpPr>
            <a:spLocks noGrp="1"/>
          </p:cNvSpPr>
          <p:nvPr/>
        </p:nvSpPr>
        <p:spPr>
          <a:xfrm>
            <a:off x="11435380" y="5390390"/>
            <a:ext cx="19396" cy="19396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knowledge-node">
            <a:extLst>
              <a:ext uri="{FF2B5EF4-FFF2-40B4-BE49-F238E27FC236}">
                <a16:creationId xmlns:a16="http://schemas.microsoft.com/office/drawing/2014/main" id="{9F7795E1-DC48-4EFC-8567-A67C8449FCE6}"/>
              </a:ext>
            </a:extLst>
          </p:cNvPr>
          <p:cNvSpPr>
            <a:spLocks noGrp="1"/>
          </p:cNvSpPr>
          <p:nvPr/>
        </p:nvSpPr>
        <p:spPr>
          <a:xfrm>
            <a:off x="11329791" y="5554070"/>
            <a:ext cx="19803" cy="19803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4" name="knowledge-node">
            <a:extLst>
              <a:ext uri="{FF2B5EF4-FFF2-40B4-BE49-F238E27FC236}">
                <a16:creationId xmlns:a16="http://schemas.microsoft.com/office/drawing/2014/main" id="{CAB06B7B-29AD-4FB1-8476-5F6696FFA3E7}"/>
              </a:ext>
            </a:extLst>
          </p:cNvPr>
          <p:cNvSpPr>
            <a:spLocks noGrp="1"/>
          </p:cNvSpPr>
          <p:nvPr/>
        </p:nvSpPr>
        <p:spPr>
          <a:xfrm>
            <a:off x="11333823" y="5873984"/>
            <a:ext cx="25677" cy="25677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5" name="knowledge-node">
            <a:extLst>
              <a:ext uri="{FF2B5EF4-FFF2-40B4-BE49-F238E27FC236}">
                <a16:creationId xmlns:a16="http://schemas.microsoft.com/office/drawing/2014/main" id="{C1524152-DAE0-4230-AFA2-06AE17230D7B}"/>
              </a:ext>
            </a:extLst>
          </p:cNvPr>
          <p:cNvSpPr>
            <a:spLocks noGrp="1"/>
          </p:cNvSpPr>
          <p:nvPr/>
        </p:nvSpPr>
        <p:spPr>
          <a:xfrm>
            <a:off x="11310095" y="5980795"/>
            <a:ext cx="23837" cy="23837"/>
          </a:xfrm>
          <a:prstGeom prst="ellipse">
            <a:avLst/>
          </a:prstGeom>
          <a:solidFill>
            <a:srgbClr val="81B0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6" name="knowledge-node">
            <a:extLst>
              <a:ext uri="{FF2B5EF4-FFF2-40B4-BE49-F238E27FC236}">
                <a16:creationId xmlns:a16="http://schemas.microsoft.com/office/drawing/2014/main" id="{4B7EFB6A-83B1-4F34-ABB7-FFEE8F8D9960}"/>
              </a:ext>
            </a:extLst>
          </p:cNvPr>
          <p:cNvSpPr>
            <a:spLocks noGrp="1"/>
          </p:cNvSpPr>
          <p:nvPr/>
        </p:nvSpPr>
        <p:spPr>
          <a:xfrm>
            <a:off x="11706549" y="4615121"/>
            <a:ext cx="75065" cy="75065"/>
          </a:xfrm>
          <a:prstGeom prst="ellipse">
            <a:avLst/>
          </a:prstGeom>
          <a:solidFill>
            <a:srgbClr val="67AD3F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97" name="knowledge-node">
            <a:extLst>
              <a:ext uri="{FF2B5EF4-FFF2-40B4-BE49-F238E27FC236}">
                <a16:creationId xmlns:a16="http://schemas.microsoft.com/office/drawing/2014/main" id="{ED712E48-1C07-4C62-8895-D835C09B5D3D}"/>
              </a:ext>
            </a:extLst>
          </p:cNvPr>
          <p:cNvSpPr>
            <a:spLocks noGrp="1"/>
          </p:cNvSpPr>
          <p:nvPr/>
        </p:nvSpPr>
        <p:spPr>
          <a:xfrm>
            <a:off x="11723170" y="4736174"/>
            <a:ext cx="49853" cy="49853"/>
          </a:xfrm>
          <a:prstGeom prst="ellipse">
            <a:avLst/>
          </a:prstGeom>
          <a:solidFill>
            <a:srgbClr val="67AD3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98" name="knowledge-node">
            <a:extLst>
              <a:ext uri="{FF2B5EF4-FFF2-40B4-BE49-F238E27FC236}">
                <a16:creationId xmlns:a16="http://schemas.microsoft.com/office/drawing/2014/main" id="{B382B93E-1B4B-409F-92B7-858D06B5D9A2}"/>
              </a:ext>
            </a:extLst>
          </p:cNvPr>
          <p:cNvSpPr>
            <a:spLocks noGrp="1"/>
          </p:cNvSpPr>
          <p:nvPr/>
        </p:nvSpPr>
        <p:spPr>
          <a:xfrm>
            <a:off x="11765532" y="4923091"/>
            <a:ext cx="14819" cy="14819"/>
          </a:xfrm>
          <a:prstGeom prst="ellipse">
            <a:avLst/>
          </a:prstGeom>
          <a:solidFill>
            <a:srgbClr val="67AD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9" name="knowledge-node">
            <a:extLst>
              <a:ext uri="{FF2B5EF4-FFF2-40B4-BE49-F238E27FC236}">
                <a16:creationId xmlns:a16="http://schemas.microsoft.com/office/drawing/2014/main" id="{D7DA01FB-39A1-42D6-A0D8-664EF566D458}"/>
              </a:ext>
            </a:extLst>
          </p:cNvPr>
          <p:cNvSpPr>
            <a:spLocks noGrp="1"/>
          </p:cNvSpPr>
          <p:nvPr/>
        </p:nvSpPr>
        <p:spPr>
          <a:xfrm>
            <a:off x="11637190" y="5287873"/>
            <a:ext cx="16808" cy="16808"/>
          </a:xfrm>
          <a:prstGeom prst="ellipse">
            <a:avLst/>
          </a:prstGeom>
          <a:solidFill>
            <a:srgbClr val="67AD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0" name="knowledge-node">
            <a:extLst>
              <a:ext uri="{FF2B5EF4-FFF2-40B4-BE49-F238E27FC236}">
                <a16:creationId xmlns:a16="http://schemas.microsoft.com/office/drawing/2014/main" id="{99AD4D3D-F434-4F05-A176-1668EF5F700A}"/>
              </a:ext>
            </a:extLst>
          </p:cNvPr>
          <p:cNvSpPr>
            <a:spLocks noGrp="1"/>
          </p:cNvSpPr>
          <p:nvPr/>
        </p:nvSpPr>
        <p:spPr>
          <a:xfrm>
            <a:off x="11649118" y="5548094"/>
            <a:ext cx="25862" cy="25862"/>
          </a:xfrm>
          <a:prstGeom prst="ellipse">
            <a:avLst/>
          </a:prstGeom>
          <a:solidFill>
            <a:srgbClr val="67AD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1" name="knowledge-node">
            <a:extLst>
              <a:ext uri="{FF2B5EF4-FFF2-40B4-BE49-F238E27FC236}">
                <a16:creationId xmlns:a16="http://schemas.microsoft.com/office/drawing/2014/main" id="{A8BF5FE3-477B-4ECE-8FF6-412283F2FBAF}"/>
              </a:ext>
            </a:extLst>
          </p:cNvPr>
          <p:cNvSpPr>
            <a:spLocks noGrp="1"/>
          </p:cNvSpPr>
          <p:nvPr/>
        </p:nvSpPr>
        <p:spPr>
          <a:xfrm>
            <a:off x="11811086" y="5871621"/>
            <a:ext cx="22504" cy="22504"/>
          </a:xfrm>
          <a:prstGeom prst="ellipse">
            <a:avLst/>
          </a:prstGeom>
          <a:solidFill>
            <a:srgbClr val="67AD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2" name="knowledge-node">
            <a:extLst>
              <a:ext uri="{FF2B5EF4-FFF2-40B4-BE49-F238E27FC236}">
                <a16:creationId xmlns:a16="http://schemas.microsoft.com/office/drawing/2014/main" id="{FFAFA9C9-8827-4C74-ADA2-F120507CF721}"/>
              </a:ext>
            </a:extLst>
          </p:cNvPr>
          <p:cNvSpPr>
            <a:spLocks noGrp="1"/>
          </p:cNvSpPr>
          <p:nvPr/>
        </p:nvSpPr>
        <p:spPr>
          <a:xfrm>
            <a:off x="11748778" y="5967622"/>
            <a:ext cx="51842" cy="51842"/>
          </a:xfrm>
          <a:prstGeom prst="ellipse">
            <a:avLst/>
          </a:prstGeom>
          <a:solidFill>
            <a:srgbClr val="67AD3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03" name="knowledge-node">
            <a:extLst>
              <a:ext uri="{FF2B5EF4-FFF2-40B4-BE49-F238E27FC236}">
                <a16:creationId xmlns:a16="http://schemas.microsoft.com/office/drawing/2014/main" id="{17B9DD93-B684-4279-9CCF-45E4AC6428C3}"/>
              </a:ext>
            </a:extLst>
          </p:cNvPr>
          <p:cNvSpPr>
            <a:spLocks noGrp="1"/>
          </p:cNvSpPr>
          <p:nvPr/>
        </p:nvSpPr>
        <p:spPr>
          <a:xfrm>
            <a:off x="12109639" y="4729313"/>
            <a:ext cx="27135" cy="27135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4" name="knowledge-node">
            <a:extLst>
              <a:ext uri="{FF2B5EF4-FFF2-40B4-BE49-F238E27FC236}">
                <a16:creationId xmlns:a16="http://schemas.microsoft.com/office/drawing/2014/main" id="{C7DFE8A2-61B1-4BF6-8830-0A081A36C04F}"/>
              </a:ext>
            </a:extLst>
          </p:cNvPr>
          <p:cNvSpPr>
            <a:spLocks noGrp="1"/>
          </p:cNvSpPr>
          <p:nvPr/>
        </p:nvSpPr>
        <p:spPr>
          <a:xfrm>
            <a:off x="12238587" y="4854120"/>
            <a:ext cx="23643" cy="23643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5" name="knowledge-node">
            <a:extLst>
              <a:ext uri="{FF2B5EF4-FFF2-40B4-BE49-F238E27FC236}">
                <a16:creationId xmlns:a16="http://schemas.microsoft.com/office/drawing/2014/main" id="{3E315FAF-8CD1-4BAF-894D-120E9BBA83BD}"/>
              </a:ext>
            </a:extLst>
          </p:cNvPr>
          <p:cNvSpPr>
            <a:spLocks noGrp="1"/>
          </p:cNvSpPr>
          <p:nvPr/>
        </p:nvSpPr>
        <p:spPr>
          <a:xfrm>
            <a:off x="12153472" y="5173234"/>
            <a:ext cx="17380" cy="17380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6" name="knowledge-node">
            <a:extLst>
              <a:ext uri="{FF2B5EF4-FFF2-40B4-BE49-F238E27FC236}">
                <a16:creationId xmlns:a16="http://schemas.microsoft.com/office/drawing/2014/main" id="{221A0470-22D6-4AC1-A40A-512FA2BFA56A}"/>
              </a:ext>
            </a:extLst>
          </p:cNvPr>
          <p:cNvSpPr>
            <a:spLocks noGrp="1"/>
          </p:cNvSpPr>
          <p:nvPr/>
        </p:nvSpPr>
        <p:spPr>
          <a:xfrm>
            <a:off x="12312181" y="5561649"/>
            <a:ext cx="17320" cy="17320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7" name="knowledge-node">
            <a:extLst>
              <a:ext uri="{FF2B5EF4-FFF2-40B4-BE49-F238E27FC236}">
                <a16:creationId xmlns:a16="http://schemas.microsoft.com/office/drawing/2014/main" id="{C50E3383-D9AA-41B9-9133-070D22A119EA}"/>
              </a:ext>
            </a:extLst>
          </p:cNvPr>
          <p:cNvSpPr>
            <a:spLocks noGrp="1"/>
          </p:cNvSpPr>
          <p:nvPr/>
        </p:nvSpPr>
        <p:spPr>
          <a:xfrm>
            <a:off x="12133276" y="5577604"/>
            <a:ext cx="62801" cy="62801"/>
          </a:xfrm>
          <a:prstGeom prst="ellipse">
            <a:avLst/>
          </a:prstGeom>
          <a:solidFill>
            <a:srgbClr val="4EAB4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08" name="knowledge-node">
            <a:extLst>
              <a:ext uri="{FF2B5EF4-FFF2-40B4-BE49-F238E27FC236}">
                <a16:creationId xmlns:a16="http://schemas.microsoft.com/office/drawing/2014/main" id="{E52E57C1-A943-4FBD-9179-B58E3E976187}"/>
              </a:ext>
            </a:extLst>
          </p:cNvPr>
          <p:cNvSpPr>
            <a:spLocks noGrp="1"/>
          </p:cNvSpPr>
          <p:nvPr/>
        </p:nvSpPr>
        <p:spPr>
          <a:xfrm>
            <a:off x="12237296" y="5809296"/>
            <a:ext cx="27105" cy="27105"/>
          </a:xfrm>
          <a:prstGeom prst="ellipse">
            <a:avLst/>
          </a:prstGeom>
          <a:solidFill>
            <a:srgbClr val="4E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9" name="knowledge-node">
            <a:extLst>
              <a:ext uri="{FF2B5EF4-FFF2-40B4-BE49-F238E27FC236}">
                <a16:creationId xmlns:a16="http://schemas.microsoft.com/office/drawing/2014/main" id="{EE77344E-4441-4EDD-896A-2F82C5BB23BB}"/>
              </a:ext>
            </a:extLst>
          </p:cNvPr>
          <p:cNvSpPr>
            <a:spLocks noGrp="1"/>
          </p:cNvSpPr>
          <p:nvPr/>
        </p:nvSpPr>
        <p:spPr>
          <a:xfrm>
            <a:off x="12640424" y="4612524"/>
            <a:ext cx="27798" cy="27798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0" name="knowledge-node">
            <a:extLst>
              <a:ext uri="{FF2B5EF4-FFF2-40B4-BE49-F238E27FC236}">
                <a16:creationId xmlns:a16="http://schemas.microsoft.com/office/drawing/2014/main" id="{41FC6540-645F-496F-B3CC-AE128CC006A7}"/>
              </a:ext>
            </a:extLst>
          </p:cNvPr>
          <p:cNvSpPr>
            <a:spLocks noGrp="1"/>
          </p:cNvSpPr>
          <p:nvPr/>
        </p:nvSpPr>
        <p:spPr>
          <a:xfrm>
            <a:off x="12748096" y="4978002"/>
            <a:ext cx="25249" cy="25249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1" name="knowledge-node">
            <a:extLst>
              <a:ext uri="{FF2B5EF4-FFF2-40B4-BE49-F238E27FC236}">
                <a16:creationId xmlns:a16="http://schemas.microsoft.com/office/drawing/2014/main" id="{CCAE5C52-89E1-40F3-B55F-DB68FDE3E769}"/>
              </a:ext>
            </a:extLst>
          </p:cNvPr>
          <p:cNvSpPr>
            <a:spLocks noGrp="1"/>
          </p:cNvSpPr>
          <p:nvPr/>
        </p:nvSpPr>
        <p:spPr>
          <a:xfrm>
            <a:off x="12729310" y="5301155"/>
            <a:ext cx="45438" cy="45438"/>
          </a:xfrm>
          <a:prstGeom prst="ellipse">
            <a:avLst/>
          </a:prstGeom>
          <a:solidFill>
            <a:srgbClr val="34A85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12" name="knowledge-node">
            <a:extLst>
              <a:ext uri="{FF2B5EF4-FFF2-40B4-BE49-F238E27FC236}">
                <a16:creationId xmlns:a16="http://schemas.microsoft.com/office/drawing/2014/main" id="{56AC017D-D3DE-4FBD-9752-DEE01B0DF8E0}"/>
              </a:ext>
            </a:extLst>
          </p:cNvPr>
          <p:cNvSpPr>
            <a:spLocks noGrp="1"/>
          </p:cNvSpPr>
          <p:nvPr/>
        </p:nvSpPr>
        <p:spPr>
          <a:xfrm>
            <a:off x="12712070" y="5501823"/>
            <a:ext cx="48460" cy="48460"/>
          </a:xfrm>
          <a:prstGeom prst="ellipse">
            <a:avLst/>
          </a:prstGeom>
          <a:solidFill>
            <a:srgbClr val="34A85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13" name="knowledge-node">
            <a:extLst>
              <a:ext uri="{FF2B5EF4-FFF2-40B4-BE49-F238E27FC236}">
                <a16:creationId xmlns:a16="http://schemas.microsoft.com/office/drawing/2014/main" id="{1DBC5E55-BBAB-47EF-A5F1-E23EF3032089}"/>
              </a:ext>
            </a:extLst>
          </p:cNvPr>
          <p:cNvSpPr>
            <a:spLocks noGrp="1"/>
          </p:cNvSpPr>
          <p:nvPr/>
        </p:nvSpPr>
        <p:spPr>
          <a:xfrm>
            <a:off x="12664849" y="5537798"/>
            <a:ext cx="20686" cy="20686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4" name="knowledge-node">
            <a:extLst>
              <a:ext uri="{FF2B5EF4-FFF2-40B4-BE49-F238E27FC236}">
                <a16:creationId xmlns:a16="http://schemas.microsoft.com/office/drawing/2014/main" id="{133D8E7B-EA3C-4B85-B30E-DC8C88F8F00F}"/>
              </a:ext>
            </a:extLst>
          </p:cNvPr>
          <p:cNvSpPr>
            <a:spLocks noGrp="1"/>
          </p:cNvSpPr>
          <p:nvPr/>
        </p:nvSpPr>
        <p:spPr>
          <a:xfrm>
            <a:off x="12693522" y="5540865"/>
            <a:ext cx="25216" cy="25216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5" name="矩形 614">
            <a:extLst>
              <a:ext uri="{FF2B5EF4-FFF2-40B4-BE49-F238E27FC236}">
                <a16:creationId xmlns:a16="http://schemas.microsoft.com/office/drawing/2014/main" id="{EF40EF59-504C-4DE3-A34E-ACC5D818291C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07142F"/>
                </a:solidFill>
                <a:latin typeface="+mn-ea"/>
                <a:cs typeface="Space Grotesk"/>
              </a:rPr>
              <a:t>03</a:t>
            </a:r>
          </a:p>
        </p:txBody>
      </p:sp>
      <p:sp>
        <p:nvSpPr>
          <p:cNvPr id="616" name="矩形 615">
            <a:extLst>
              <a:ext uri="{FF2B5EF4-FFF2-40B4-BE49-F238E27FC236}">
                <a16:creationId xmlns:a16="http://schemas.microsoft.com/office/drawing/2014/main" id="{1DF4DA89-6C73-4FFA-A5D3-09EE47C0F772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SECTION</a:t>
            </a:r>
          </a:p>
        </p:txBody>
      </p:sp>
      <p:sp>
        <p:nvSpPr>
          <p:cNvPr id="617" name="矩形 616">
            <a:extLst>
              <a:ext uri="{FF2B5EF4-FFF2-40B4-BE49-F238E27FC236}">
                <a16:creationId xmlns:a16="http://schemas.microsoft.com/office/drawing/2014/main" id="{E0F77734-F862-4188-A72E-1F57D9A0208B}"/>
              </a:ext>
            </a:extLst>
          </p:cNvPr>
          <p:cNvSpPr>
            <a:spLocks noGrp="1"/>
          </p:cNvSpPr>
          <p:nvPr/>
        </p:nvSpPr>
        <p:spPr>
          <a:xfrm>
            <a:off x="2095500" y="1543050"/>
            <a:ext cx="31432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550" b="0">
                <a:solidFill>
                  <a:srgbClr val="4285F4"/>
                </a:solidFill>
                <a:latin typeface="Space Grotesk"/>
                <a:ea typeface="Space Grotesk"/>
                <a:cs typeface="Space Grotesk"/>
              </a:defRPr>
            </a:pPr>
            <a:r>
              <a:rPr sz="14550" b="0" dirty="0">
                <a:solidFill>
                  <a:srgbClr val="4285F4"/>
                </a:solidFill>
                <a:latin typeface="+mn-ea"/>
                <a:cs typeface="Space Grotesk"/>
              </a:rPr>
              <a:t>01</a:t>
            </a:r>
          </a:p>
        </p:txBody>
      </p:sp>
      <p:sp>
        <p:nvSpPr>
          <p:cNvPr id="618" name="vertical-divider">
            <a:extLst>
              <a:ext uri="{FF2B5EF4-FFF2-40B4-BE49-F238E27FC236}">
                <a16:creationId xmlns:a16="http://schemas.microsoft.com/office/drawing/2014/main" id="{8FD82CE5-0839-4131-B72E-DA037B3BC645}"/>
              </a:ext>
            </a:extLst>
          </p:cNvPr>
          <p:cNvSpPr>
            <a:spLocks noGrp="1"/>
          </p:cNvSpPr>
          <p:nvPr/>
        </p:nvSpPr>
        <p:spPr>
          <a:xfrm>
            <a:off x="5581650" y="1695450"/>
            <a:ext cx="9525" cy="1981200"/>
          </a:xfrm>
          <a:custGeom>
            <a:avLst/>
            <a:gdLst/>
            <a:ahLst/>
            <a:cxnLst/>
            <a:rect l="0" t="0" r="0" b="0"/>
            <a:pathLst>
              <a:path w="9525" h="1981200">
                <a:moveTo>
                  <a:pt x="0" y="0"/>
                </a:moveTo>
                <a:lnTo>
                  <a:pt x="0" y="1981200"/>
                </a:lnTo>
              </a:path>
            </a:pathLst>
          </a:custGeom>
          <a:noFill/>
          <a:ln w="10478">
            <a:solidFill>
              <a:srgbClr val="5C6472">
                <a:alpha val="30000"/>
              </a:srgbClr>
            </a:solidFill>
            <a:prstDash val="solid"/>
          </a:ln>
        </p:spPr>
      </p:sp>
      <p:sp>
        <p:nvSpPr>
          <p:cNvPr id="619" name="矩形 618">
            <a:extLst>
              <a:ext uri="{FF2B5EF4-FFF2-40B4-BE49-F238E27FC236}">
                <a16:creationId xmlns:a16="http://schemas.microsoft.com/office/drawing/2014/main" id="{642BFD86-9C9D-407F-AFA3-A6D5DEF3F6E7}"/>
              </a:ext>
            </a:extLst>
          </p:cNvPr>
          <p:cNvSpPr>
            <a:spLocks noGrp="1"/>
          </p:cNvSpPr>
          <p:nvPr/>
        </p:nvSpPr>
        <p:spPr>
          <a:xfrm>
            <a:off x="6286500" y="2114550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6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4650" b="1">
                <a:solidFill>
                  <a:srgbClr val="07142F"/>
                </a:solidFill>
                <a:latin typeface="+mn-ea"/>
                <a:cs typeface="Space Grotesk"/>
              </a:rPr>
              <a:t>Introduction</a:t>
            </a:r>
          </a:p>
        </p:txBody>
      </p:sp>
      <p:sp>
        <p:nvSpPr>
          <p:cNvPr id="620" name="矩形 619">
            <a:extLst>
              <a:ext uri="{FF2B5EF4-FFF2-40B4-BE49-F238E27FC236}">
                <a16:creationId xmlns:a16="http://schemas.microsoft.com/office/drawing/2014/main" id="{0DDD9995-2DF5-4E5C-A441-F16829AA8322}"/>
              </a:ext>
            </a:extLst>
          </p:cNvPr>
          <p:cNvSpPr>
            <a:spLocks noGrp="1"/>
          </p:cNvSpPr>
          <p:nvPr/>
        </p:nvSpPr>
        <p:spPr>
          <a:xfrm>
            <a:off x="6305550" y="310515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5C6472"/>
                </a:solidFill>
                <a:latin typeface="+mn-ea"/>
                <a:cs typeface="Inter"/>
              </a:rPr>
              <a:t>Background and Motivation</a:t>
            </a:r>
          </a:p>
        </p:txBody>
      </p:sp>
      <p:sp>
        <p:nvSpPr>
          <p:cNvPr id="621" name="矩形 620">
            <a:extLst>
              <a:ext uri="{FF2B5EF4-FFF2-40B4-BE49-F238E27FC236}">
                <a16:creationId xmlns:a16="http://schemas.microsoft.com/office/drawing/2014/main" id="{378F74B0-95ED-4C22-9045-E3C9DB1B172C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07142F"/>
                </a:solidFill>
                <a:latin typeface="+mn-ea"/>
                <a:cs typeface="Inter"/>
              </a:rPr>
              <a:t>03</a:t>
            </a:r>
          </a:p>
        </p:txBody>
      </p:sp>
      <p:sp>
        <p:nvSpPr>
          <p:cNvPr id="622" name="矩形 621">
            <a:extLst>
              <a:ext uri="{FF2B5EF4-FFF2-40B4-BE49-F238E27FC236}">
                <a16:creationId xmlns:a16="http://schemas.microsoft.com/office/drawing/2014/main" id="{20E0C57F-CF0C-416B-86CF-DA241736499D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430744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knowledge-edge">
            <a:extLst>
              <a:ext uri="{FF2B5EF4-FFF2-40B4-BE49-F238E27FC236}">
                <a16:creationId xmlns:a16="http://schemas.microsoft.com/office/drawing/2014/main" id="{4606DF36-8A08-4C60-8791-CA1883DE0F77}"/>
              </a:ext>
            </a:extLst>
          </p:cNvPr>
          <p:cNvSpPr>
            <a:spLocks noGrp="1"/>
          </p:cNvSpPr>
          <p:nvPr/>
        </p:nvSpPr>
        <p:spPr>
          <a:xfrm>
            <a:off x="-371373" y="5736373"/>
            <a:ext cx="460499" cy="113819"/>
          </a:xfrm>
          <a:custGeom>
            <a:avLst/>
            <a:gdLst/>
            <a:ahLst/>
            <a:cxnLst/>
            <a:rect l="0" t="0" r="0" b="0"/>
            <a:pathLst>
              <a:path w="460499" h="113819">
                <a:moveTo>
                  <a:pt x="0" y="0"/>
                </a:moveTo>
                <a:lnTo>
                  <a:pt x="32893" y="23827"/>
                </a:lnTo>
                <a:lnTo>
                  <a:pt x="65786" y="44858"/>
                </a:lnTo>
                <a:lnTo>
                  <a:pt x="98678" y="63095"/>
                </a:lnTo>
                <a:lnTo>
                  <a:pt x="131571" y="78536"/>
                </a:lnTo>
                <a:lnTo>
                  <a:pt x="164464" y="91183"/>
                </a:lnTo>
                <a:lnTo>
                  <a:pt x="197357" y="101034"/>
                </a:lnTo>
                <a:lnTo>
                  <a:pt x="230249" y="108091"/>
                </a:lnTo>
                <a:lnTo>
                  <a:pt x="263142" y="112353"/>
                </a:lnTo>
                <a:lnTo>
                  <a:pt x="296035" y="113819"/>
                </a:lnTo>
                <a:lnTo>
                  <a:pt x="328928" y="112491"/>
                </a:lnTo>
                <a:lnTo>
                  <a:pt x="361821" y="108367"/>
                </a:lnTo>
                <a:lnTo>
                  <a:pt x="394713" y="101449"/>
                </a:lnTo>
                <a:lnTo>
                  <a:pt x="427606" y="91735"/>
                </a:lnTo>
                <a:lnTo>
                  <a:pt x="460499" y="79227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2" name="knowledge-cross-edge">
            <a:extLst>
              <a:ext uri="{FF2B5EF4-FFF2-40B4-BE49-F238E27FC236}">
                <a16:creationId xmlns:a16="http://schemas.microsoft.com/office/drawing/2014/main" id="{268A4D05-A477-4B16-B3B4-A2380D8B1929}"/>
              </a:ext>
            </a:extLst>
          </p:cNvPr>
          <p:cNvSpPr>
            <a:spLocks noGrp="1"/>
          </p:cNvSpPr>
          <p:nvPr/>
        </p:nvSpPr>
        <p:spPr>
          <a:xfrm>
            <a:off x="-371373" y="5708397"/>
            <a:ext cx="554777" cy="278687"/>
          </a:xfrm>
          <a:custGeom>
            <a:avLst/>
            <a:gdLst/>
            <a:ahLst/>
            <a:cxnLst/>
            <a:rect l="0" t="0" r="0" b="0"/>
            <a:pathLst>
              <a:path w="554777" h="278687">
                <a:moveTo>
                  <a:pt x="0" y="27976"/>
                </a:moveTo>
                <a:lnTo>
                  <a:pt x="60784" y="11936"/>
                </a:lnTo>
                <a:lnTo>
                  <a:pt x="118921" y="2610"/>
                </a:lnTo>
                <a:lnTo>
                  <a:pt x="174413" y="0"/>
                </a:lnTo>
                <a:lnTo>
                  <a:pt x="227259" y="4105"/>
                </a:lnTo>
                <a:lnTo>
                  <a:pt x="277459" y="14925"/>
                </a:lnTo>
                <a:lnTo>
                  <a:pt x="325014" y="32460"/>
                </a:lnTo>
                <a:lnTo>
                  <a:pt x="369922" y="56710"/>
                </a:lnTo>
                <a:lnTo>
                  <a:pt x="412185" y="87675"/>
                </a:lnTo>
                <a:lnTo>
                  <a:pt x="451802" y="125355"/>
                </a:lnTo>
                <a:lnTo>
                  <a:pt x="488773" y="169751"/>
                </a:lnTo>
                <a:lnTo>
                  <a:pt x="523098" y="220861"/>
                </a:lnTo>
                <a:lnTo>
                  <a:pt x="554777" y="278687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3" name="knowledge-edge">
            <a:extLst>
              <a:ext uri="{FF2B5EF4-FFF2-40B4-BE49-F238E27FC236}">
                <a16:creationId xmlns:a16="http://schemas.microsoft.com/office/drawing/2014/main" id="{495BA217-FA5C-460C-9B94-C2E889ED6A16}"/>
              </a:ext>
            </a:extLst>
          </p:cNvPr>
          <p:cNvSpPr>
            <a:spLocks noGrp="1"/>
          </p:cNvSpPr>
          <p:nvPr/>
        </p:nvSpPr>
        <p:spPr>
          <a:xfrm>
            <a:off x="-438321" y="5848173"/>
            <a:ext cx="621725" cy="138911"/>
          </a:xfrm>
          <a:custGeom>
            <a:avLst/>
            <a:gdLst/>
            <a:ahLst/>
            <a:cxnLst/>
            <a:rect l="0" t="0" r="0" b="0"/>
            <a:pathLst>
              <a:path w="621725" h="138911">
                <a:moveTo>
                  <a:pt x="0" y="0"/>
                </a:moveTo>
                <a:lnTo>
                  <a:pt x="44409" y="7698"/>
                </a:lnTo>
                <a:lnTo>
                  <a:pt x="88818" y="15739"/>
                </a:lnTo>
                <a:lnTo>
                  <a:pt x="133227" y="24122"/>
                </a:lnTo>
                <a:lnTo>
                  <a:pt x="177636" y="32847"/>
                </a:lnTo>
                <a:lnTo>
                  <a:pt x="222045" y="41914"/>
                </a:lnTo>
                <a:lnTo>
                  <a:pt x="266454" y="51323"/>
                </a:lnTo>
                <a:lnTo>
                  <a:pt x="310863" y="61074"/>
                </a:lnTo>
                <a:lnTo>
                  <a:pt x="355272" y="71167"/>
                </a:lnTo>
                <a:lnTo>
                  <a:pt x="399680" y="81602"/>
                </a:lnTo>
                <a:lnTo>
                  <a:pt x="444089" y="92380"/>
                </a:lnTo>
                <a:lnTo>
                  <a:pt x="488498" y="103500"/>
                </a:lnTo>
                <a:lnTo>
                  <a:pt x="532907" y="114961"/>
                </a:lnTo>
                <a:lnTo>
                  <a:pt x="577316" y="126765"/>
                </a:lnTo>
                <a:lnTo>
                  <a:pt x="621725" y="138911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4" name="knowledge-cross-edge">
            <a:extLst>
              <a:ext uri="{FF2B5EF4-FFF2-40B4-BE49-F238E27FC236}">
                <a16:creationId xmlns:a16="http://schemas.microsoft.com/office/drawing/2014/main" id="{5EFB6839-C97A-45F1-B378-81F7F796C2F3}"/>
              </a:ext>
            </a:extLst>
          </p:cNvPr>
          <p:cNvSpPr>
            <a:spLocks noGrp="1"/>
          </p:cNvSpPr>
          <p:nvPr/>
        </p:nvSpPr>
        <p:spPr>
          <a:xfrm>
            <a:off x="-438321" y="5836237"/>
            <a:ext cx="593044" cy="284349"/>
          </a:xfrm>
          <a:custGeom>
            <a:avLst/>
            <a:gdLst/>
            <a:ahLst/>
            <a:cxnLst/>
            <a:rect l="0" t="0" r="0" b="0"/>
            <a:pathLst>
              <a:path w="593044" h="284349">
                <a:moveTo>
                  <a:pt x="0" y="11936"/>
                </a:moveTo>
                <a:lnTo>
                  <a:pt x="63972" y="3101"/>
                </a:lnTo>
                <a:lnTo>
                  <a:pt x="125299" y="0"/>
                </a:lnTo>
                <a:lnTo>
                  <a:pt x="183980" y="2633"/>
                </a:lnTo>
                <a:lnTo>
                  <a:pt x="240015" y="10999"/>
                </a:lnTo>
                <a:lnTo>
                  <a:pt x="293404" y="25100"/>
                </a:lnTo>
                <a:lnTo>
                  <a:pt x="344147" y="44934"/>
                </a:lnTo>
                <a:lnTo>
                  <a:pt x="392244" y="70502"/>
                </a:lnTo>
                <a:lnTo>
                  <a:pt x="437696" y="101804"/>
                </a:lnTo>
                <a:lnTo>
                  <a:pt x="480502" y="138840"/>
                </a:lnTo>
                <a:lnTo>
                  <a:pt x="520662" y="181609"/>
                </a:lnTo>
                <a:lnTo>
                  <a:pt x="558176" y="230112"/>
                </a:lnTo>
                <a:lnTo>
                  <a:pt x="593044" y="284349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5" name="knowledge-cross-edge">
            <a:extLst>
              <a:ext uri="{FF2B5EF4-FFF2-40B4-BE49-F238E27FC236}">
                <a16:creationId xmlns:a16="http://schemas.microsoft.com/office/drawing/2014/main" id="{37F76BAF-BE0A-4B18-9733-DF9AA69A85AB}"/>
              </a:ext>
            </a:extLst>
          </p:cNvPr>
          <p:cNvSpPr>
            <a:spLocks noGrp="1"/>
          </p:cNvSpPr>
          <p:nvPr/>
        </p:nvSpPr>
        <p:spPr>
          <a:xfrm>
            <a:off x="-438321" y="5815599"/>
            <a:ext cx="527447" cy="52196"/>
          </a:xfrm>
          <a:custGeom>
            <a:avLst/>
            <a:gdLst/>
            <a:ahLst/>
            <a:cxnLst/>
            <a:rect l="0" t="0" r="0" b="0"/>
            <a:pathLst>
              <a:path w="527447" h="52196">
                <a:moveTo>
                  <a:pt x="0" y="32573"/>
                </a:moveTo>
                <a:lnTo>
                  <a:pt x="29402" y="40291"/>
                </a:lnTo>
                <a:lnTo>
                  <a:pt x="61449" y="46113"/>
                </a:lnTo>
                <a:lnTo>
                  <a:pt x="96143" y="50037"/>
                </a:lnTo>
                <a:lnTo>
                  <a:pt x="133482" y="52065"/>
                </a:lnTo>
                <a:lnTo>
                  <a:pt x="173467" y="52196"/>
                </a:lnTo>
                <a:lnTo>
                  <a:pt x="216098" y="50430"/>
                </a:lnTo>
                <a:lnTo>
                  <a:pt x="261375" y="46767"/>
                </a:lnTo>
                <a:lnTo>
                  <a:pt x="309298" y="41208"/>
                </a:lnTo>
                <a:lnTo>
                  <a:pt x="359866" y="33751"/>
                </a:lnTo>
                <a:lnTo>
                  <a:pt x="413081" y="24398"/>
                </a:lnTo>
                <a:lnTo>
                  <a:pt x="468941" y="13147"/>
                </a:lnTo>
                <a:lnTo>
                  <a:pt x="527447" y="0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6" name="knowledge-edge">
            <a:extLst>
              <a:ext uri="{FF2B5EF4-FFF2-40B4-BE49-F238E27FC236}">
                <a16:creationId xmlns:a16="http://schemas.microsoft.com/office/drawing/2014/main" id="{0B40328E-7889-45D5-96E6-98C99E7CD5A3}"/>
              </a:ext>
            </a:extLst>
          </p:cNvPr>
          <p:cNvSpPr>
            <a:spLocks noGrp="1"/>
          </p:cNvSpPr>
          <p:nvPr/>
        </p:nvSpPr>
        <p:spPr>
          <a:xfrm>
            <a:off x="-326381" y="6048568"/>
            <a:ext cx="481104" cy="72018"/>
          </a:xfrm>
          <a:custGeom>
            <a:avLst/>
            <a:gdLst/>
            <a:ahLst/>
            <a:cxnLst/>
            <a:rect l="0" t="0" r="0" b="0"/>
            <a:pathLst>
              <a:path w="481104" h="72018">
                <a:moveTo>
                  <a:pt x="0" y="32072"/>
                </a:moveTo>
                <a:lnTo>
                  <a:pt x="34365" y="21603"/>
                </a:lnTo>
                <a:lnTo>
                  <a:pt x="68729" y="13183"/>
                </a:lnTo>
                <a:lnTo>
                  <a:pt x="103094" y="6813"/>
                </a:lnTo>
                <a:lnTo>
                  <a:pt x="137458" y="2492"/>
                </a:lnTo>
                <a:lnTo>
                  <a:pt x="171823" y="221"/>
                </a:lnTo>
                <a:lnTo>
                  <a:pt x="206187" y="0"/>
                </a:lnTo>
                <a:lnTo>
                  <a:pt x="240552" y="1828"/>
                </a:lnTo>
                <a:lnTo>
                  <a:pt x="274917" y="5707"/>
                </a:lnTo>
                <a:lnTo>
                  <a:pt x="309281" y="11634"/>
                </a:lnTo>
                <a:lnTo>
                  <a:pt x="343646" y="19612"/>
                </a:lnTo>
                <a:lnTo>
                  <a:pt x="378010" y="29639"/>
                </a:lnTo>
                <a:lnTo>
                  <a:pt x="412375" y="41716"/>
                </a:lnTo>
                <a:lnTo>
                  <a:pt x="446740" y="55842"/>
                </a:lnTo>
                <a:lnTo>
                  <a:pt x="481104" y="72018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7" name="knowledge-cross-edge">
            <a:extLst>
              <a:ext uri="{FF2B5EF4-FFF2-40B4-BE49-F238E27FC236}">
                <a16:creationId xmlns:a16="http://schemas.microsoft.com/office/drawing/2014/main" id="{419E1ADF-BEF8-45D8-8382-E42841F580CE}"/>
              </a:ext>
            </a:extLst>
          </p:cNvPr>
          <p:cNvSpPr>
            <a:spLocks noGrp="1"/>
          </p:cNvSpPr>
          <p:nvPr/>
        </p:nvSpPr>
        <p:spPr>
          <a:xfrm>
            <a:off x="-326381" y="6020136"/>
            <a:ext cx="393408" cy="72128"/>
          </a:xfrm>
          <a:custGeom>
            <a:avLst/>
            <a:gdLst/>
            <a:ahLst/>
            <a:cxnLst/>
            <a:rect l="0" t="0" r="0" b="0"/>
            <a:pathLst>
              <a:path w="393408" h="72128">
                <a:moveTo>
                  <a:pt x="0" y="60505"/>
                </a:moveTo>
                <a:lnTo>
                  <a:pt x="47336" y="41210"/>
                </a:lnTo>
                <a:lnTo>
                  <a:pt x="92026" y="25599"/>
                </a:lnTo>
                <a:lnTo>
                  <a:pt x="134071" y="13673"/>
                </a:lnTo>
                <a:lnTo>
                  <a:pt x="173469" y="5431"/>
                </a:lnTo>
                <a:lnTo>
                  <a:pt x="210222" y="873"/>
                </a:lnTo>
                <a:lnTo>
                  <a:pt x="244329" y="0"/>
                </a:lnTo>
                <a:lnTo>
                  <a:pt x="275790" y="2811"/>
                </a:lnTo>
                <a:lnTo>
                  <a:pt x="304605" y="9306"/>
                </a:lnTo>
                <a:lnTo>
                  <a:pt x="330775" y="19485"/>
                </a:lnTo>
                <a:lnTo>
                  <a:pt x="354298" y="33349"/>
                </a:lnTo>
                <a:lnTo>
                  <a:pt x="375176" y="50896"/>
                </a:lnTo>
                <a:lnTo>
                  <a:pt x="393408" y="72128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8" name="knowledge-edge">
            <a:extLst>
              <a:ext uri="{FF2B5EF4-FFF2-40B4-BE49-F238E27FC236}">
                <a16:creationId xmlns:a16="http://schemas.microsoft.com/office/drawing/2014/main" id="{A20A1CAE-F292-486B-830B-F67C49F1CD1D}"/>
              </a:ext>
            </a:extLst>
          </p:cNvPr>
          <p:cNvSpPr>
            <a:spLocks noGrp="1"/>
          </p:cNvSpPr>
          <p:nvPr/>
        </p:nvSpPr>
        <p:spPr>
          <a:xfrm>
            <a:off x="-251165" y="6005480"/>
            <a:ext cx="318192" cy="86784"/>
          </a:xfrm>
          <a:custGeom>
            <a:avLst/>
            <a:gdLst/>
            <a:ahLst/>
            <a:cxnLst/>
            <a:rect l="0" t="0" r="0" b="0"/>
            <a:pathLst>
              <a:path w="318192" h="86784">
                <a:moveTo>
                  <a:pt x="0" y="62766"/>
                </a:moveTo>
                <a:lnTo>
                  <a:pt x="22728" y="44695"/>
                </a:lnTo>
                <a:lnTo>
                  <a:pt x="45456" y="29668"/>
                </a:lnTo>
                <a:lnTo>
                  <a:pt x="68184" y="17684"/>
                </a:lnTo>
                <a:lnTo>
                  <a:pt x="90912" y="8745"/>
                </a:lnTo>
                <a:lnTo>
                  <a:pt x="113640" y="2851"/>
                </a:lnTo>
                <a:lnTo>
                  <a:pt x="136368" y="0"/>
                </a:lnTo>
                <a:lnTo>
                  <a:pt x="159096" y="193"/>
                </a:lnTo>
                <a:lnTo>
                  <a:pt x="181824" y="3431"/>
                </a:lnTo>
                <a:lnTo>
                  <a:pt x="204552" y="9713"/>
                </a:lnTo>
                <a:lnTo>
                  <a:pt x="227280" y="19039"/>
                </a:lnTo>
                <a:lnTo>
                  <a:pt x="250008" y="31409"/>
                </a:lnTo>
                <a:lnTo>
                  <a:pt x="272736" y="46823"/>
                </a:lnTo>
                <a:lnTo>
                  <a:pt x="295464" y="65282"/>
                </a:lnTo>
                <a:lnTo>
                  <a:pt x="318192" y="86784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9" name="knowledge-cross-edge">
            <a:extLst>
              <a:ext uri="{FF2B5EF4-FFF2-40B4-BE49-F238E27FC236}">
                <a16:creationId xmlns:a16="http://schemas.microsoft.com/office/drawing/2014/main" id="{7ADE138E-1CEC-47DC-A7F2-44C8C1CCA27D}"/>
              </a:ext>
            </a:extLst>
          </p:cNvPr>
          <p:cNvSpPr>
            <a:spLocks noGrp="1"/>
          </p:cNvSpPr>
          <p:nvPr/>
        </p:nvSpPr>
        <p:spPr>
          <a:xfrm>
            <a:off x="-251165" y="6068246"/>
            <a:ext cx="384171" cy="79778"/>
          </a:xfrm>
          <a:custGeom>
            <a:avLst/>
            <a:gdLst/>
            <a:ahLst/>
            <a:cxnLst/>
            <a:rect l="0" t="0" r="0" b="0"/>
            <a:pathLst>
              <a:path w="384171" h="79778">
                <a:moveTo>
                  <a:pt x="0" y="0"/>
                </a:moveTo>
                <a:lnTo>
                  <a:pt x="46566" y="6786"/>
                </a:lnTo>
                <a:lnTo>
                  <a:pt x="90487" y="13547"/>
                </a:lnTo>
                <a:lnTo>
                  <a:pt x="131762" y="20282"/>
                </a:lnTo>
                <a:lnTo>
                  <a:pt x="170390" y="26993"/>
                </a:lnTo>
                <a:lnTo>
                  <a:pt x="206373" y="33679"/>
                </a:lnTo>
                <a:lnTo>
                  <a:pt x="239711" y="40339"/>
                </a:lnTo>
                <a:lnTo>
                  <a:pt x="270402" y="46975"/>
                </a:lnTo>
                <a:lnTo>
                  <a:pt x="298448" y="53586"/>
                </a:lnTo>
                <a:lnTo>
                  <a:pt x="323847" y="60171"/>
                </a:lnTo>
                <a:lnTo>
                  <a:pt x="346601" y="66732"/>
                </a:lnTo>
                <a:lnTo>
                  <a:pt x="366709" y="73267"/>
                </a:lnTo>
                <a:lnTo>
                  <a:pt x="384171" y="79778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0" name="knowledge-edge">
            <a:extLst>
              <a:ext uri="{FF2B5EF4-FFF2-40B4-BE49-F238E27FC236}">
                <a16:creationId xmlns:a16="http://schemas.microsoft.com/office/drawing/2014/main" id="{B3C6F79B-B951-41A3-BD73-055625A1BD96}"/>
              </a:ext>
            </a:extLst>
          </p:cNvPr>
          <p:cNvSpPr>
            <a:spLocks noGrp="1"/>
          </p:cNvSpPr>
          <p:nvPr/>
        </p:nvSpPr>
        <p:spPr>
          <a:xfrm>
            <a:off x="-401615" y="6081398"/>
            <a:ext cx="534621" cy="66626"/>
          </a:xfrm>
          <a:custGeom>
            <a:avLst/>
            <a:gdLst/>
            <a:ahLst/>
            <a:cxnLst/>
            <a:rect l="0" t="0" r="0" b="0"/>
            <a:pathLst>
              <a:path w="534621" h="66626">
                <a:moveTo>
                  <a:pt x="0" y="33836"/>
                </a:moveTo>
                <a:lnTo>
                  <a:pt x="38187" y="23208"/>
                </a:lnTo>
                <a:lnTo>
                  <a:pt x="76374" y="14576"/>
                </a:lnTo>
                <a:lnTo>
                  <a:pt x="114562" y="7939"/>
                </a:lnTo>
                <a:lnTo>
                  <a:pt x="152749" y="3297"/>
                </a:lnTo>
                <a:lnTo>
                  <a:pt x="190936" y="651"/>
                </a:lnTo>
                <a:lnTo>
                  <a:pt x="229123" y="0"/>
                </a:lnTo>
                <a:lnTo>
                  <a:pt x="267311" y="1344"/>
                </a:lnTo>
                <a:lnTo>
                  <a:pt x="305498" y="4684"/>
                </a:lnTo>
                <a:lnTo>
                  <a:pt x="343685" y="10019"/>
                </a:lnTo>
                <a:lnTo>
                  <a:pt x="381872" y="17350"/>
                </a:lnTo>
                <a:lnTo>
                  <a:pt x="420060" y="26676"/>
                </a:lnTo>
                <a:lnTo>
                  <a:pt x="458247" y="37997"/>
                </a:lnTo>
                <a:lnTo>
                  <a:pt x="496434" y="51314"/>
                </a:lnTo>
                <a:lnTo>
                  <a:pt x="534621" y="66626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1" name="knowledge-cross-edge">
            <a:extLst>
              <a:ext uri="{FF2B5EF4-FFF2-40B4-BE49-F238E27FC236}">
                <a16:creationId xmlns:a16="http://schemas.microsoft.com/office/drawing/2014/main" id="{7327C793-37AE-4BB8-A82F-D269D7203216}"/>
              </a:ext>
            </a:extLst>
          </p:cNvPr>
          <p:cNvSpPr>
            <a:spLocks noGrp="1"/>
          </p:cNvSpPr>
          <p:nvPr/>
        </p:nvSpPr>
        <p:spPr>
          <a:xfrm>
            <a:off x="-401615" y="6115234"/>
            <a:ext cx="437968" cy="280672"/>
          </a:xfrm>
          <a:custGeom>
            <a:avLst/>
            <a:gdLst/>
            <a:ahLst/>
            <a:cxnLst/>
            <a:rect l="0" t="0" r="0" b="0"/>
            <a:pathLst>
              <a:path w="437968" h="280672">
                <a:moveTo>
                  <a:pt x="0" y="0"/>
                </a:moveTo>
                <a:lnTo>
                  <a:pt x="51049" y="12760"/>
                </a:lnTo>
                <a:lnTo>
                  <a:pt x="99453" y="27452"/>
                </a:lnTo>
                <a:lnTo>
                  <a:pt x="145211" y="44077"/>
                </a:lnTo>
                <a:lnTo>
                  <a:pt x="188323" y="62635"/>
                </a:lnTo>
                <a:lnTo>
                  <a:pt x="228789" y="83125"/>
                </a:lnTo>
                <a:lnTo>
                  <a:pt x="266609" y="105548"/>
                </a:lnTo>
                <a:lnTo>
                  <a:pt x="301784" y="129904"/>
                </a:lnTo>
                <a:lnTo>
                  <a:pt x="334312" y="156192"/>
                </a:lnTo>
                <a:lnTo>
                  <a:pt x="364195" y="184413"/>
                </a:lnTo>
                <a:lnTo>
                  <a:pt x="391432" y="214567"/>
                </a:lnTo>
                <a:lnTo>
                  <a:pt x="416023" y="246653"/>
                </a:lnTo>
                <a:lnTo>
                  <a:pt x="437968" y="280672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2" name="knowledge-cross-edge">
            <a:extLst>
              <a:ext uri="{FF2B5EF4-FFF2-40B4-BE49-F238E27FC236}">
                <a16:creationId xmlns:a16="http://schemas.microsoft.com/office/drawing/2014/main" id="{7D9B6911-44B4-4C5A-8227-226A25A0B7D0}"/>
              </a:ext>
            </a:extLst>
          </p:cNvPr>
          <p:cNvSpPr>
            <a:spLocks noGrp="1"/>
          </p:cNvSpPr>
          <p:nvPr/>
        </p:nvSpPr>
        <p:spPr>
          <a:xfrm>
            <a:off x="-401615" y="6088036"/>
            <a:ext cx="468641" cy="27198"/>
          </a:xfrm>
          <a:custGeom>
            <a:avLst/>
            <a:gdLst/>
            <a:ahLst/>
            <a:cxnLst/>
            <a:rect l="0" t="0" r="0" b="0"/>
            <a:pathLst>
              <a:path w="468641" h="27198">
                <a:moveTo>
                  <a:pt x="0" y="27198"/>
                </a:moveTo>
                <a:lnTo>
                  <a:pt x="24501" y="21222"/>
                </a:lnTo>
                <a:lnTo>
                  <a:pt x="51649" y="15984"/>
                </a:lnTo>
                <a:lnTo>
                  <a:pt x="81442" y="11485"/>
                </a:lnTo>
                <a:lnTo>
                  <a:pt x="113880" y="7725"/>
                </a:lnTo>
                <a:lnTo>
                  <a:pt x="148965" y="4703"/>
                </a:lnTo>
                <a:lnTo>
                  <a:pt x="186696" y="2419"/>
                </a:lnTo>
                <a:lnTo>
                  <a:pt x="227072" y="874"/>
                </a:lnTo>
                <a:lnTo>
                  <a:pt x="270094" y="68"/>
                </a:lnTo>
                <a:lnTo>
                  <a:pt x="315762" y="0"/>
                </a:lnTo>
                <a:lnTo>
                  <a:pt x="364076" y="671"/>
                </a:lnTo>
                <a:lnTo>
                  <a:pt x="415036" y="2080"/>
                </a:lnTo>
                <a:lnTo>
                  <a:pt x="468641" y="4228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13" name="knowledge-edge">
            <a:extLst>
              <a:ext uri="{FF2B5EF4-FFF2-40B4-BE49-F238E27FC236}">
                <a16:creationId xmlns:a16="http://schemas.microsoft.com/office/drawing/2014/main" id="{3287529D-0FAD-4EAD-8330-72AE76257F27}"/>
              </a:ext>
            </a:extLst>
          </p:cNvPr>
          <p:cNvSpPr>
            <a:spLocks noGrp="1"/>
          </p:cNvSpPr>
          <p:nvPr/>
        </p:nvSpPr>
        <p:spPr>
          <a:xfrm>
            <a:off x="-174516" y="6218920"/>
            <a:ext cx="210869" cy="176986"/>
          </a:xfrm>
          <a:custGeom>
            <a:avLst/>
            <a:gdLst/>
            <a:ahLst/>
            <a:cxnLst/>
            <a:rect l="0" t="0" r="0" b="0"/>
            <a:pathLst>
              <a:path w="210869" h="176986">
                <a:moveTo>
                  <a:pt x="0" y="4284"/>
                </a:moveTo>
                <a:lnTo>
                  <a:pt x="15062" y="936"/>
                </a:lnTo>
                <a:lnTo>
                  <a:pt x="30124" y="0"/>
                </a:lnTo>
                <a:lnTo>
                  <a:pt x="45186" y="1477"/>
                </a:lnTo>
                <a:lnTo>
                  <a:pt x="60248" y="5368"/>
                </a:lnTo>
                <a:lnTo>
                  <a:pt x="75311" y="11671"/>
                </a:lnTo>
                <a:lnTo>
                  <a:pt x="90373" y="20387"/>
                </a:lnTo>
                <a:lnTo>
                  <a:pt x="105435" y="31516"/>
                </a:lnTo>
                <a:lnTo>
                  <a:pt x="120497" y="45059"/>
                </a:lnTo>
                <a:lnTo>
                  <a:pt x="135559" y="61014"/>
                </a:lnTo>
                <a:lnTo>
                  <a:pt x="150621" y="79382"/>
                </a:lnTo>
                <a:lnTo>
                  <a:pt x="165683" y="100164"/>
                </a:lnTo>
                <a:lnTo>
                  <a:pt x="180745" y="123358"/>
                </a:lnTo>
                <a:lnTo>
                  <a:pt x="195807" y="148965"/>
                </a:lnTo>
                <a:lnTo>
                  <a:pt x="210869" y="176986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4" name="knowledge-cross-edge">
            <a:extLst>
              <a:ext uri="{FF2B5EF4-FFF2-40B4-BE49-F238E27FC236}">
                <a16:creationId xmlns:a16="http://schemas.microsoft.com/office/drawing/2014/main" id="{33DCF2C9-9426-447C-AC55-03D860DE0CA5}"/>
              </a:ext>
            </a:extLst>
          </p:cNvPr>
          <p:cNvSpPr>
            <a:spLocks noGrp="1"/>
          </p:cNvSpPr>
          <p:nvPr/>
        </p:nvSpPr>
        <p:spPr>
          <a:xfrm>
            <a:off x="-174516" y="6196739"/>
            <a:ext cx="410973" cy="575241"/>
          </a:xfrm>
          <a:custGeom>
            <a:avLst/>
            <a:gdLst/>
            <a:ahLst/>
            <a:cxnLst/>
            <a:rect l="0" t="0" r="0" b="0"/>
            <a:pathLst>
              <a:path w="410973" h="575241">
                <a:moveTo>
                  <a:pt x="0" y="26466"/>
                </a:moveTo>
                <a:lnTo>
                  <a:pt x="48800" y="7336"/>
                </a:lnTo>
                <a:lnTo>
                  <a:pt x="94954" y="0"/>
                </a:lnTo>
                <a:lnTo>
                  <a:pt x="138462" y="4456"/>
                </a:lnTo>
                <a:lnTo>
                  <a:pt x="179324" y="20706"/>
                </a:lnTo>
                <a:lnTo>
                  <a:pt x="217541" y="48748"/>
                </a:lnTo>
                <a:lnTo>
                  <a:pt x="253112" y="88582"/>
                </a:lnTo>
                <a:lnTo>
                  <a:pt x="286037" y="140210"/>
                </a:lnTo>
                <a:lnTo>
                  <a:pt x="316316" y="203631"/>
                </a:lnTo>
                <a:lnTo>
                  <a:pt x="343949" y="278844"/>
                </a:lnTo>
                <a:lnTo>
                  <a:pt x="368936" y="365850"/>
                </a:lnTo>
                <a:lnTo>
                  <a:pt x="391278" y="464649"/>
                </a:lnTo>
                <a:lnTo>
                  <a:pt x="410973" y="575241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5" name="knowledge-cross-edge">
            <a:extLst>
              <a:ext uri="{FF2B5EF4-FFF2-40B4-BE49-F238E27FC236}">
                <a16:creationId xmlns:a16="http://schemas.microsoft.com/office/drawing/2014/main" id="{E79A0920-C70B-4912-BF68-229B622A635F}"/>
              </a:ext>
            </a:extLst>
          </p:cNvPr>
          <p:cNvSpPr>
            <a:spLocks noGrp="1"/>
          </p:cNvSpPr>
          <p:nvPr/>
        </p:nvSpPr>
        <p:spPr>
          <a:xfrm>
            <a:off x="-174516" y="6108493"/>
            <a:ext cx="307522" cy="114712"/>
          </a:xfrm>
          <a:custGeom>
            <a:avLst/>
            <a:gdLst/>
            <a:ahLst/>
            <a:cxnLst/>
            <a:rect l="0" t="0" r="0" b="0"/>
            <a:pathLst>
              <a:path w="307522" h="114712">
                <a:moveTo>
                  <a:pt x="0" y="114712"/>
                </a:moveTo>
                <a:lnTo>
                  <a:pt x="11075" y="86243"/>
                </a:lnTo>
                <a:lnTo>
                  <a:pt x="24795" y="61812"/>
                </a:lnTo>
                <a:lnTo>
                  <a:pt x="41162" y="41418"/>
                </a:lnTo>
                <a:lnTo>
                  <a:pt x="60174" y="25060"/>
                </a:lnTo>
                <a:lnTo>
                  <a:pt x="81832" y="12740"/>
                </a:lnTo>
                <a:lnTo>
                  <a:pt x="106136" y="4456"/>
                </a:lnTo>
                <a:lnTo>
                  <a:pt x="133086" y="210"/>
                </a:lnTo>
                <a:lnTo>
                  <a:pt x="162682" y="0"/>
                </a:lnTo>
                <a:lnTo>
                  <a:pt x="194923" y="3827"/>
                </a:lnTo>
                <a:lnTo>
                  <a:pt x="229810" y="11692"/>
                </a:lnTo>
                <a:lnTo>
                  <a:pt x="267343" y="23593"/>
                </a:lnTo>
                <a:lnTo>
                  <a:pt x="307522" y="39531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16" name="knowledge-edge">
            <a:extLst>
              <a:ext uri="{FF2B5EF4-FFF2-40B4-BE49-F238E27FC236}">
                <a16:creationId xmlns:a16="http://schemas.microsoft.com/office/drawing/2014/main" id="{42511855-06C8-4F06-9533-6728838A4274}"/>
              </a:ext>
            </a:extLst>
          </p:cNvPr>
          <p:cNvSpPr>
            <a:spLocks noGrp="1"/>
          </p:cNvSpPr>
          <p:nvPr/>
        </p:nvSpPr>
        <p:spPr>
          <a:xfrm>
            <a:off x="-221282" y="6558625"/>
            <a:ext cx="457739" cy="217060"/>
          </a:xfrm>
          <a:custGeom>
            <a:avLst/>
            <a:gdLst/>
            <a:ahLst/>
            <a:cxnLst/>
            <a:rect l="0" t="0" r="0" b="0"/>
            <a:pathLst>
              <a:path w="457739" h="217060">
                <a:moveTo>
                  <a:pt x="0" y="0"/>
                </a:moveTo>
                <a:lnTo>
                  <a:pt x="32696" y="33756"/>
                </a:lnTo>
                <a:lnTo>
                  <a:pt x="65391" y="64663"/>
                </a:lnTo>
                <a:lnTo>
                  <a:pt x="98087" y="92722"/>
                </a:lnTo>
                <a:lnTo>
                  <a:pt x="130783" y="117932"/>
                </a:lnTo>
                <a:lnTo>
                  <a:pt x="163478" y="140294"/>
                </a:lnTo>
                <a:lnTo>
                  <a:pt x="196174" y="159806"/>
                </a:lnTo>
                <a:lnTo>
                  <a:pt x="228870" y="176470"/>
                </a:lnTo>
                <a:lnTo>
                  <a:pt x="261565" y="190285"/>
                </a:lnTo>
                <a:lnTo>
                  <a:pt x="294261" y="201252"/>
                </a:lnTo>
                <a:lnTo>
                  <a:pt x="326956" y="209370"/>
                </a:lnTo>
                <a:lnTo>
                  <a:pt x="359652" y="214639"/>
                </a:lnTo>
                <a:lnTo>
                  <a:pt x="392348" y="217060"/>
                </a:lnTo>
                <a:lnTo>
                  <a:pt x="425043" y="216632"/>
                </a:lnTo>
                <a:lnTo>
                  <a:pt x="457739" y="213355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7" name="knowledge-edge">
            <a:extLst>
              <a:ext uri="{FF2B5EF4-FFF2-40B4-BE49-F238E27FC236}">
                <a16:creationId xmlns:a16="http://schemas.microsoft.com/office/drawing/2014/main" id="{D7B9737A-79E2-4010-910F-7364793AF37A}"/>
              </a:ext>
            </a:extLst>
          </p:cNvPr>
          <p:cNvSpPr>
            <a:spLocks noGrp="1"/>
          </p:cNvSpPr>
          <p:nvPr/>
        </p:nvSpPr>
        <p:spPr>
          <a:xfrm>
            <a:off x="89126" y="5804157"/>
            <a:ext cx="323245" cy="128350"/>
          </a:xfrm>
          <a:custGeom>
            <a:avLst/>
            <a:gdLst/>
            <a:ahLst/>
            <a:cxnLst/>
            <a:rect l="0" t="0" r="0" b="0"/>
            <a:pathLst>
              <a:path w="323245" h="128350">
                <a:moveTo>
                  <a:pt x="0" y="11443"/>
                </a:moveTo>
                <a:lnTo>
                  <a:pt x="23089" y="5417"/>
                </a:lnTo>
                <a:lnTo>
                  <a:pt x="46178" y="1602"/>
                </a:lnTo>
                <a:lnTo>
                  <a:pt x="69267" y="0"/>
                </a:lnTo>
                <a:lnTo>
                  <a:pt x="92356" y="609"/>
                </a:lnTo>
                <a:lnTo>
                  <a:pt x="115445" y="3430"/>
                </a:lnTo>
                <a:lnTo>
                  <a:pt x="138533" y="8463"/>
                </a:lnTo>
                <a:lnTo>
                  <a:pt x="161622" y="15708"/>
                </a:lnTo>
                <a:lnTo>
                  <a:pt x="184711" y="25164"/>
                </a:lnTo>
                <a:lnTo>
                  <a:pt x="207800" y="36833"/>
                </a:lnTo>
                <a:lnTo>
                  <a:pt x="230889" y="50713"/>
                </a:lnTo>
                <a:lnTo>
                  <a:pt x="253978" y="66804"/>
                </a:lnTo>
                <a:lnTo>
                  <a:pt x="277067" y="85108"/>
                </a:lnTo>
                <a:lnTo>
                  <a:pt x="300156" y="105623"/>
                </a:lnTo>
                <a:lnTo>
                  <a:pt x="323245" y="128350"/>
                </a:lnTo>
              </a:path>
            </a:pathLst>
          </a:custGeom>
          <a:noFill/>
          <a:ln w="6477">
            <a:solidFill>
              <a:srgbClr val="457BE7">
                <a:alpha val="17000"/>
              </a:srgbClr>
            </a:solidFill>
            <a:prstDash val="solid"/>
          </a:ln>
        </p:spPr>
      </p:sp>
      <p:sp>
        <p:nvSpPr>
          <p:cNvPr id="18" name="knowledge-cross-edge">
            <a:extLst>
              <a:ext uri="{FF2B5EF4-FFF2-40B4-BE49-F238E27FC236}">
                <a16:creationId xmlns:a16="http://schemas.microsoft.com/office/drawing/2014/main" id="{7094BF12-336A-4D71-A726-538BFDE1B8B0}"/>
              </a:ext>
            </a:extLst>
          </p:cNvPr>
          <p:cNvSpPr>
            <a:spLocks noGrp="1"/>
          </p:cNvSpPr>
          <p:nvPr/>
        </p:nvSpPr>
        <p:spPr>
          <a:xfrm>
            <a:off x="89126" y="5801491"/>
            <a:ext cx="368978" cy="217778"/>
          </a:xfrm>
          <a:custGeom>
            <a:avLst/>
            <a:gdLst/>
            <a:ahLst/>
            <a:cxnLst/>
            <a:rect l="0" t="0" r="0" b="0"/>
            <a:pathLst>
              <a:path w="368978" h="217778">
                <a:moveTo>
                  <a:pt x="0" y="14109"/>
                </a:moveTo>
                <a:lnTo>
                  <a:pt x="45300" y="4652"/>
                </a:lnTo>
                <a:lnTo>
                  <a:pt x="87955" y="0"/>
                </a:lnTo>
                <a:lnTo>
                  <a:pt x="127963" y="154"/>
                </a:lnTo>
                <a:lnTo>
                  <a:pt x="165326" y="5113"/>
                </a:lnTo>
                <a:lnTo>
                  <a:pt x="200043" y="14877"/>
                </a:lnTo>
                <a:lnTo>
                  <a:pt x="232114" y="29447"/>
                </a:lnTo>
                <a:lnTo>
                  <a:pt x="261539" y="48822"/>
                </a:lnTo>
                <a:lnTo>
                  <a:pt x="288319" y="73002"/>
                </a:lnTo>
                <a:lnTo>
                  <a:pt x="312452" y="101988"/>
                </a:lnTo>
                <a:lnTo>
                  <a:pt x="333940" y="135780"/>
                </a:lnTo>
                <a:lnTo>
                  <a:pt x="352782" y="174376"/>
                </a:lnTo>
                <a:lnTo>
                  <a:pt x="368978" y="217778"/>
                </a:lnTo>
              </a:path>
            </a:pathLst>
          </a:custGeom>
          <a:noFill/>
          <a:ln w="5334">
            <a:solidFill>
              <a:srgbClr val="457BE7">
                <a:alpha val="13000"/>
              </a:srgbClr>
            </a:solidFill>
            <a:prstDash val="solid"/>
          </a:ln>
        </p:spPr>
      </p:sp>
      <p:sp>
        <p:nvSpPr>
          <p:cNvPr id="19" name="knowledge-edge">
            <a:extLst>
              <a:ext uri="{FF2B5EF4-FFF2-40B4-BE49-F238E27FC236}">
                <a16:creationId xmlns:a16="http://schemas.microsoft.com/office/drawing/2014/main" id="{BCB3CCA0-04EE-4FFC-B638-AC9BCB0E9B52}"/>
              </a:ext>
            </a:extLst>
          </p:cNvPr>
          <p:cNvSpPr>
            <a:spLocks noGrp="1"/>
          </p:cNvSpPr>
          <p:nvPr/>
        </p:nvSpPr>
        <p:spPr>
          <a:xfrm>
            <a:off x="183404" y="5987084"/>
            <a:ext cx="274700" cy="80747"/>
          </a:xfrm>
          <a:custGeom>
            <a:avLst/>
            <a:gdLst/>
            <a:ahLst/>
            <a:cxnLst/>
            <a:rect l="0" t="0" r="0" b="0"/>
            <a:pathLst>
              <a:path w="274700" h="80747">
                <a:moveTo>
                  <a:pt x="0" y="0"/>
                </a:moveTo>
                <a:lnTo>
                  <a:pt x="19621" y="19187"/>
                </a:lnTo>
                <a:lnTo>
                  <a:pt x="39243" y="35776"/>
                </a:lnTo>
                <a:lnTo>
                  <a:pt x="58864" y="49766"/>
                </a:lnTo>
                <a:lnTo>
                  <a:pt x="78486" y="61159"/>
                </a:lnTo>
                <a:lnTo>
                  <a:pt x="98107" y="69953"/>
                </a:lnTo>
                <a:lnTo>
                  <a:pt x="117728" y="76149"/>
                </a:lnTo>
                <a:lnTo>
                  <a:pt x="137350" y="79747"/>
                </a:lnTo>
                <a:lnTo>
                  <a:pt x="156971" y="80747"/>
                </a:lnTo>
                <a:lnTo>
                  <a:pt x="176593" y="79149"/>
                </a:lnTo>
                <a:lnTo>
                  <a:pt x="196214" y="74952"/>
                </a:lnTo>
                <a:lnTo>
                  <a:pt x="215836" y="68158"/>
                </a:lnTo>
                <a:lnTo>
                  <a:pt x="235457" y="58765"/>
                </a:lnTo>
                <a:lnTo>
                  <a:pt x="255078" y="46774"/>
                </a:lnTo>
                <a:lnTo>
                  <a:pt x="274700" y="32185"/>
                </a:lnTo>
              </a:path>
            </a:pathLst>
          </a:custGeom>
          <a:noFill/>
          <a:ln w="6477">
            <a:solidFill>
              <a:srgbClr val="457BE7">
                <a:alpha val="17000"/>
              </a:srgbClr>
            </a:solidFill>
            <a:prstDash val="solid"/>
          </a:ln>
        </p:spPr>
      </p:sp>
      <p:sp>
        <p:nvSpPr>
          <p:cNvPr id="20" name="knowledge-edge">
            <a:extLst>
              <a:ext uri="{FF2B5EF4-FFF2-40B4-BE49-F238E27FC236}">
                <a16:creationId xmlns:a16="http://schemas.microsoft.com/office/drawing/2014/main" id="{F96D35F7-0984-453D-B0F2-34256B0789B5}"/>
              </a:ext>
            </a:extLst>
          </p:cNvPr>
          <p:cNvSpPr>
            <a:spLocks noGrp="1"/>
          </p:cNvSpPr>
          <p:nvPr/>
        </p:nvSpPr>
        <p:spPr>
          <a:xfrm>
            <a:off x="154723" y="6002096"/>
            <a:ext cx="430403" cy="118490"/>
          </a:xfrm>
          <a:custGeom>
            <a:avLst/>
            <a:gdLst/>
            <a:ahLst/>
            <a:cxnLst/>
            <a:rect l="0" t="0" r="0" b="0"/>
            <a:pathLst>
              <a:path w="430403" h="118490">
                <a:moveTo>
                  <a:pt x="0" y="118490"/>
                </a:moveTo>
                <a:lnTo>
                  <a:pt x="30743" y="96334"/>
                </a:lnTo>
                <a:lnTo>
                  <a:pt x="61486" y="76468"/>
                </a:lnTo>
                <a:lnTo>
                  <a:pt x="92229" y="58893"/>
                </a:lnTo>
                <a:lnTo>
                  <a:pt x="122972" y="43609"/>
                </a:lnTo>
                <a:lnTo>
                  <a:pt x="153715" y="30614"/>
                </a:lnTo>
                <a:lnTo>
                  <a:pt x="184459" y="19911"/>
                </a:lnTo>
                <a:lnTo>
                  <a:pt x="215202" y="11497"/>
                </a:lnTo>
                <a:lnTo>
                  <a:pt x="245945" y="5374"/>
                </a:lnTo>
                <a:lnTo>
                  <a:pt x="276688" y="1542"/>
                </a:lnTo>
                <a:lnTo>
                  <a:pt x="307431" y="0"/>
                </a:lnTo>
                <a:lnTo>
                  <a:pt x="338174" y="749"/>
                </a:lnTo>
                <a:lnTo>
                  <a:pt x="368917" y="3788"/>
                </a:lnTo>
                <a:lnTo>
                  <a:pt x="399660" y="9117"/>
                </a:lnTo>
                <a:lnTo>
                  <a:pt x="430403" y="16737"/>
                </a:lnTo>
              </a:path>
            </a:pathLst>
          </a:custGeom>
          <a:noFill/>
          <a:ln w="6477">
            <a:solidFill>
              <a:srgbClr val="457BE7">
                <a:alpha val="17000"/>
              </a:srgbClr>
            </a:solidFill>
            <a:prstDash val="solid"/>
          </a:ln>
        </p:spPr>
      </p:sp>
      <p:sp>
        <p:nvSpPr>
          <p:cNvPr id="21" name="knowledge-edge">
            <a:extLst>
              <a:ext uri="{FF2B5EF4-FFF2-40B4-BE49-F238E27FC236}">
                <a16:creationId xmlns:a16="http://schemas.microsoft.com/office/drawing/2014/main" id="{B86ADB7C-0673-4FE3-8B7F-0830B99C272E}"/>
              </a:ext>
            </a:extLst>
          </p:cNvPr>
          <p:cNvSpPr>
            <a:spLocks noGrp="1"/>
          </p:cNvSpPr>
          <p:nvPr/>
        </p:nvSpPr>
        <p:spPr>
          <a:xfrm>
            <a:off x="67027" y="6063285"/>
            <a:ext cx="538622" cy="137882"/>
          </a:xfrm>
          <a:custGeom>
            <a:avLst/>
            <a:gdLst/>
            <a:ahLst/>
            <a:cxnLst/>
            <a:rect l="0" t="0" r="0" b="0"/>
            <a:pathLst>
              <a:path w="538622" h="137882">
                <a:moveTo>
                  <a:pt x="0" y="28978"/>
                </a:moveTo>
                <a:lnTo>
                  <a:pt x="38473" y="17227"/>
                </a:lnTo>
                <a:lnTo>
                  <a:pt x="76946" y="8480"/>
                </a:lnTo>
                <a:lnTo>
                  <a:pt x="115419" y="2738"/>
                </a:lnTo>
                <a:lnTo>
                  <a:pt x="153892" y="0"/>
                </a:lnTo>
                <a:lnTo>
                  <a:pt x="192365" y="267"/>
                </a:lnTo>
                <a:lnTo>
                  <a:pt x="230838" y="3539"/>
                </a:lnTo>
                <a:lnTo>
                  <a:pt x="269311" y="9815"/>
                </a:lnTo>
                <a:lnTo>
                  <a:pt x="307784" y="19096"/>
                </a:lnTo>
                <a:lnTo>
                  <a:pt x="346257" y="31382"/>
                </a:lnTo>
                <a:lnTo>
                  <a:pt x="384730" y="46673"/>
                </a:lnTo>
                <a:lnTo>
                  <a:pt x="423203" y="64968"/>
                </a:lnTo>
                <a:lnTo>
                  <a:pt x="461676" y="86268"/>
                </a:lnTo>
                <a:lnTo>
                  <a:pt x="500149" y="110572"/>
                </a:lnTo>
                <a:lnTo>
                  <a:pt x="538622" y="137882"/>
                </a:lnTo>
              </a:path>
            </a:pathLst>
          </a:custGeom>
          <a:noFill/>
          <a:ln w="6477">
            <a:solidFill>
              <a:srgbClr val="457BE7">
                <a:alpha val="17000"/>
              </a:srgbClr>
            </a:solidFill>
            <a:prstDash val="solid"/>
          </a:ln>
        </p:spPr>
      </p:sp>
      <p:sp>
        <p:nvSpPr>
          <p:cNvPr id="22" name="knowledge-cross-edge">
            <a:extLst>
              <a:ext uri="{FF2B5EF4-FFF2-40B4-BE49-F238E27FC236}">
                <a16:creationId xmlns:a16="http://schemas.microsoft.com/office/drawing/2014/main" id="{0E3126EF-3624-4BE3-BEF0-E5EF0BA2AB05}"/>
              </a:ext>
            </a:extLst>
          </p:cNvPr>
          <p:cNvSpPr>
            <a:spLocks noGrp="1"/>
          </p:cNvSpPr>
          <p:nvPr/>
        </p:nvSpPr>
        <p:spPr>
          <a:xfrm>
            <a:off x="67027" y="6092264"/>
            <a:ext cx="417423" cy="264795"/>
          </a:xfrm>
          <a:custGeom>
            <a:avLst/>
            <a:gdLst/>
            <a:ahLst/>
            <a:cxnLst/>
            <a:rect l="0" t="0" r="0" b="0"/>
            <a:pathLst>
              <a:path w="417423" h="264795">
                <a:moveTo>
                  <a:pt x="0" y="0"/>
                </a:moveTo>
                <a:lnTo>
                  <a:pt x="49337" y="15203"/>
                </a:lnTo>
                <a:lnTo>
                  <a:pt x="96029" y="31654"/>
                </a:lnTo>
                <a:lnTo>
                  <a:pt x="140074" y="49353"/>
                </a:lnTo>
                <a:lnTo>
                  <a:pt x="181474" y="68300"/>
                </a:lnTo>
                <a:lnTo>
                  <a:pt x="220228" y="88495"/>
                </a:lnTo>
                <a:lnTo>
                  <a:pt x="256336" y="109937"/>
                </a:lnTo>
                <a:lnTo>
                  <a:pt x="289799" y="132627"/>
                </a:lnTo>
                <a:lnTo>
                  <a:pt x="320615" y="156565"/>
                </a:lnTo>
                <a:lnTo>
                  <a:pt x="348786" y="181751"/>
                </a:lnTo>
                <a:lnTo>
                  <a:pt x="374311" y="208184"/>
                </a:lnTo>
                <a:lnTo>
                  <a:pt x="397190" y="235866"/>
                </a:lnTo>
                <a:lnTo>
                  <a:pt x="417423" y="264795"/>
                </a:lnTo>
              </a:path>
            </a:pathLst>
          </a:custGeom>
          <a:noFill/>
          <a:ln w="5334">
            <a:solidFill>
              <a:srgbClr val="457BE7">
                <a:alpha val="13000"/>
              </a:srgbClr>
            </a:solidFill>
            <a:prstDash val="solid"/>
          </a:ln>
        </p:spPr>
      </p:sp>
      <p:sp>
        <p:nvSpPr>
          <p:cNvPr id="23" name="knowledge-cross-edge">
            <a:extLst>
              <a:ext uri="{FF2B5EF4-FFF2-40B4-BE49-F238E27FC236}">
                <a16:creationId xmlns:a16="http://schemas.microsoft.com/office/drawing/2014/main" id="{3D0FAFD7-55C9-4E31-B14F-3B4DD893C97A}"/>
              </a:ext>
            </a:extLst>
          </p:cNvPr>
          <p:cNvSpPr>
            <a:spLocks noGrp="1"/>
          </p:cNvSpPr>
          <p:nvPr/>
        </p:nvSpPr>
        <p:spPr>
          <a:xfrm>
            <a:off x="67027" y="5998800"/>
            <a:ext cx="518099" cy="93464"/>
          </a:xfrm>
          <a:custGeom>
            <a:avLst/>
            <a:gdLst/>
            <a:ahLst/>
            <a:cxnLst/>
            <a:rect l="0" t="0" r="0" b="0"/>
            <a:pathLst>
              <a:path w="518099" h="93464">
                <a:moveTo>
                  <a:pt x="0" y="93464"/>
                </a:moveTo>
                <a:lnTo>
                  <a:pt x="28623" y="72045"/>
                </a:lnTo>
                <a:lnTo>
                  <a:pt x="59892" y="53407"/>
                </a:lnTo>
                <a:lnTo>
                  <a:pt x="93806" y="37551"/>
                </a:lnTo>
                <a:lnTo>
                  <a:pt x="130366" y="24477"/>
                </a:lnTo>
                <a:lnTo>
                  <a:pt x="169573" y="14185"/>
                </a:lnTo>
                <a:lnTo>
                  <a:pt x="211425" y="6675"/>
                </a:lnTo>
                <a:lnTo>
                  <a:pt x="255923" y="1946"/>
                </a:lnTo>
                <a:lnTo>
                  <a:pt x="303066" y="0"/>
                </a:lnTo>
                <a:lnTo>
                  <a:pt x="352856" y="835"/>
                </a:lnTo>
                <a:lnTo>
                  <a:pt x="405291" y="4453"/>
                </a:lnTo>
                <a:lnTo>
                  <a:pt x="460372" y="10852"/>
                </a:lnTo>
                <a:lnTo>
                  <a:pt x="518099" y="20033"/>
                </a:lnTo>
              </a:path>
            </a:pathLst>
          </a:custGeom>
          <a:noFill/>
          <a:ln w="4953">
            <a:solidFill>
              <a:srgbClr val="457BE7">
                <a:alpha val="12000"/>
              </a:srgbClr>
            </a:solidFill>
            <a:prstDash val="solid"/>
          </a:ln>
        </p:spPr>
      </p:sp>
      <p:sp>
        <p:nvSpPr>
          <p:cNvPr id="24" name="knowledge-edge">
            <a:extLst>
              <a:ext uri="{FF2B5EF4-FFF2-40B4-BE49-F238E27FC236}">
                <a16:creationId xmlns:a16="http://schemas.microsoft.com/office/drawing/2014/main" id="{1C999F17-29B4-4F17-A602-73EBFF58FC7E}"/>
              </a:ext>
            </a:extLst>
          </p:cNvPr>
          <p:cNvSpPr>
            <a:spLocks noGrp="1"/>
          </p:cNvSpPr>
          <p:nvPr/>
        </p:nvSpPr>
        <p:spPr>
          <a:xfrm>
            <a:off x="133006" y="6148024"/>
            <a:ext cx="351443" cy="209035"/>
          </a:xfrm>
          <a:custGeom>
            <a:avLst/>
            <a:gdLst/>
            <a:ahLst/>
            <a:cxnLst/>
            <a:rect l="0" t="0" r="0" b="0"/>
            <a:pathLst>
              <a:path w="351443" h="209035">
                <a:moveTo>
                  <a:pt x="0" y="0"/>
                </a:moveTo>
                <a:lnTo>
                  <a:pt x="25103" y="27114"/>
                </a:lnTo>
                <a:lnTo>
                  <a:pt x="50206" y="52354"/>
                </a:lnTo>
                <a:lnTo>
                  <a:pt x="75309" y="75720"/>
                </a:lnTo>
                <a:lnTo>
                  <a:pt x="100412" y="97211"/>
                </a:lnTo>
                <a:lnTo>
                  <a:pt x="125515" y="116828"/>
                </a:lnTo>
                <a:lnTo>
                  <a:pt x="150618" y="134571"/>
                </a:lnTo>
                <a:lnTo>
                  <a:pt x="175722" y="150439"/>
                </a:lnTo>
                <a:lnTo>
                  <a:pt x="200825" y="164433"/>
                </a:lnTo>
                <a:lnTo>
                  <a:pt x="225928" y="176552"/>
                </a:lnTo>
                <a:lnTo>
                  <a:pt x="251031" y="186798"/>
                </a:lnTo>
                <a:lnTo>
                  <a:pt x="276134" y="195168"/>
                </a:lnTo>
                <a:lnTo>
                  <a:pt x="301237" y="201665"/>
                </a:lnTo>
                <a:lnTo>
                  <a:pt x="326340" y="206287"/>
                </a:lnTo>
                <a:lnTo>
                  <a:pt x="351443" y="209035"/>
                </a:lnTo>
              </a:path>
            </a:pathLst>
          </a:custGeom>
          <a:noFill/>
          <a:ln w="6477">
            <a:solidFill>
              <a:srgbClr val="457BE7">
                <a:alpha val="17000"/>
              </a:srgbClr>
            </a:solidFill>
            <a:prstDash val="solid"/>
          </a:ln>
        </p:spPr>
      </p:sp>
      <p:sp>
        <p:nvSpPr>
          <p:cNvPr id="25" name="knowledge-cross-edge">
            <a:extLst>
              <a:ext uri="{FF2B5EF4-FFF2-40B4-BE49-F238E27FC236}">
                <a16:creationId xmlns:a16="http://schemas.microsoft.com/office/drawing/2014/main" id="{A2291076-8658-44E8-B866-FFB84EBDC97F}"/>
              </a:ext>
            </a:extLst>
          </p:cNvPr>
          <p:cNvSpPr>
            <a:spLocks noGrp="1"/>
          </p:cNvSpPr>
          <p:nvPr/>
        </p:nvSpPr>
        <p:spPr>
          <a:xfrm>
            <a:off x="133006" y="6116823"/>
            <a:ext cx="470689" cy="385558"/>
          </a:xfrm>
          <a:custGeom>
            <a:avLst/>
            <a:gdLst/>
            <a:ahLst/>
            <a:cxnLst/>
            <a:rect l="0" t="0" r="0" b="0"/>
            <a:pathLst>
              <a:path w="470689" h="385558">
                <a:moveTo>
                  <a:pt x="0" y="31201"/>
                </a:moveTo>
                <a:lnTo>
                  <a:pt x="53776" y="11927"/>
                </a:lnTo>
                <a:lnTo>
                  <a:pt x="104906" y="1527"/>
                </a:lnTo>
                <a:lnTo>
                  <a:pt x="153391" y="0"/>
                </a:lnTo>
                <a:lnTo>
                  <a:pt x="199230" y="7346"/>
                </a:lnTo>
                <a:lnTo>
                  <a:pt x="242422" y="23566"/>
                </a:lnTo>
                <a:lnTo>
                  <a:pt x="282969" y="48659"/>
                </a:lnTo>
                <a:lnTo>
                  <a:pt x="320871" y="82626"/>
                </a:lnTo>
                <a:lnTo>
                  <a:pt x="356126" y="125466"/>
                </a:lnTo>
                <a:lnTo>
                  <a:pt x="388735" y="177179"/>
                </a:lnTo>
                <a:lnTo>
                  <a:pt x="418699" y="237765"/>
                </a:lnTo>
                <a:lnTo>
                  <a:pt x="446017" y="307225"/>
                </a:lnTo>
                <a:lnTo>
                  <a:pt x="470689" y="385558"/>
                </a:lnTo>
              </a:path>
            </a:pathLst>
          </a:custGeom>
          <a:noFill/>
          <a:ln w="5334">
            <a:solidFill>
              <a:srgbClr val="457BE7">
                <a:alpha val="13000"/>
              </a:srgbClr>
            </a:solidFill>
            <a:prstDash val="solid"/>
          </a:ln>
        </p:spPr>
      </p:sp>
      <p:sp>
        <p:nvSpPr>
          <p:cNvPr id="26" name="knowledge-cross-edge">
            <a:extLst>
              <a:ext uri="{FF2B5EF4-FFF2-40B4-BE49-F238E27FC236}">
                <a16:creationId xmlns:a16="http://schemas.microsoft.com/office/drawing/2014/main" id="{A267E7BD-739A-4EC9-81D0-BCF1A883F8D7}"/>
              </a:ext>
            </a:extLst>
          </p:cNvPr>
          <p:cNvSpPr>
            <a:spLocks noGrp="1"/>
          </p:cNvSpPr>
          <p:nvPr/>
        </p:nvSpPr>
        <p:spPr>
          <a:xfrm>
            <a:off x="133006" y="6148024"/>
            <a:ext cx="472642" cy="55785"/>
          </a:xfrm>
          <a:custGeom>
            <a:avLst/>
            <a:gdLst/>
            <a:ahLst/>
            <a:cxnLst/>
            <a:rect l="0" t="0" r="0" b="0"/>
            <a:pathLst>
              <a:path w="472642" h="55785">
                <a:moveTo>
                  <a:pt x="0" y="0"/>
                </a:moveTo>
                <a:lnTo>
                  <a:pt x="24835" y="10753"/>
                </a:lnTo>
                <a:lnTo>
                  <a:pt x="52315" y="20357"/>
                </a:lnTo>
                <a:lnTo>
                  <a:pt x="82442" y="28810"/>
                </a:lnTo>
                <a:lnTo>
                  <a:pt x="115214" y="36114"/>
                </a:lnTo>
                <a:lnTo>
                  <a:pt x="150632" y="42267"/>
                </a:lnTo>
                <a:lnTo>
                  <a:pt x="188696" y="47271"/>
                </a:lnTo>
                <a:lnTo>
                  <a:pt x="229406" y="51124"/>
                </a:lnTo>
                <a:lnTo>
                  <a:pt x="272761" y="53828"/>
                </a:lnTo>
                <a:lnTo>
                  <a:pt x="318763" y="55382"/>
                </a:lnTo>
                <a:lnTo>
                  <a:pt x="367410" y="55785"/>
                </a:lnTo>
                <a:lnTo>
                  <a:pt x="418703" y="55039"/>
                </a:lnTo>
                <a:lnTo>
                  <a:pt x="472642" y="53143"/>
                </a:lnTo>
              </a:path>
            </a:pathLst>
          </a:custGeom>
          <a:noFill/>
          <a:ln w="4953">
            <a:solidFill>
              <a:srgbClr val="457BE7">
                <a:alpha val="12000"/>
              </a:srgbClr>
            </a:solidFill>
            <a:prstDash val="solid"/>
          </a:ln>
        </p:spPr>
      </p:sp>
      <p:sp>
        <p:nvSpPr>
          <p:cNvPr id="27" name="knowledge-edge">
            <a:extLst>
              <a:ext uri="{FF2B5EF4-FFF2-40B4-BE49-F238E27FC236}">
                <a16:creationId xmlns:a16="http://schemas.microsoft.com/office/drawing/2014/main" id="{C32128B5-CF2D-4731-8665-7D2A007DBA8A}"/>
              </a:ext>
            </a:extLst>
          </p:cNvPr>
          <p:cNvSpPr>
            <a:spLocks noGrp="1"/>
          </p:cNvSpPr>
          <p:nvPr/>
        </p:nvSpPr>
        <p:spPr>
          <a:xfrm>
            <a:off x="36354" y="6395906"/>
            <a:ext cx="567342" cy="106862"/>
          </a:xfrm>
          <a:custGeom>
            <a:avLst/>
            <a:gdLst/>
            <a:ahLst/>
            <a:cxnLst/>
            <a:rect l="0" t="0" r="0" b="0"/>
            <a:pathLst>
              <a:path w="567342" h="106862">
                <a:moveTo>
                  <a:pt x="0" y="0"/>
                </a:moveTo>
                <a:lnTo>
                  <a:pt x="40524" y="15597"/>
                </a:lnTo>
                <a:lnTo>
                  <a:pt x="81049" y="29964"/>
                </a:lnTo>
                <a:lnTo>
                  <a:pt x="121573" y="43102"/>
                </a:lnTo>
                <a:lnTo>
                  <a:pt x="162098" y="55010"/>
                </a:lnTo>
                <a:lnTo>
                  <a:pt x="202622" y="65689"/>
                </a:lnTo>
                <a:lnTo>
                  <a:pt x="243146" y="75139"/>
                </a:lnTo>
                <a:lnTo>
                  <a:pt x="283671" y="83359"/>
                </a:lnTo>
                <a:lnTo>
                  <a:pt x="324195" y="90350"/>
                </a:lnTo>
                <a:lnTo>
                  <a:pt x="364720" y="96111"/>
                </a:lnTo>
                <a:lnTo>
                  <a:pt x="405244" y="100643"/>
                </a:lnTo>
                <a:lnTo>
                  <a:pt x="445768" y="103945"/>
                </a:lnTo>
                <a:lnTo>
                  <a:pt x="486293" y="106018"/>
                </a:lnTo>
                <a:lnTo>
                  <a:pt x="526817" y="106862"/>
                </a:lnTo>
                <a:lnTo>
                  <a:pt x="567342" y="106476"/>
                </a:lnTo>
              </a:path>
            </a:pathLst>
          </a:custGeom>
          <a:noFill/>
          <a:ln w="6477">
            <a:solidFill>
              <a:srgbClr val="457BE7">
                <a:alpha val="17000"/>
              </a:srgbClr>
            </a:solidFill>
            <a:prstDash val="solid"/>
          </a:ln>
        </p:spPr>
      </p:sp>
      <p:sp>
        <p:nvSpPr>
          <p:cNvPr id="28" name="knowledge-cross-edge">
            <a:extLst>
              <a:ext uri="{FF2B5EF4-FFF2-40B4-BE49-F238E27FC236}">
                <a16:creationId xmlns:a16="http://schemas.microsoft.com/office/drawing/2014/main" id="{DC45360D-5BDE-4658-848F-A15934B7BB55}"/>
              </a:ext>
            </a:extLst>
          </p:cNvPr>
          <p:cNvSpPr>
            <a:spLocks noGrp="1"/>
          </p:cNvSpPr>
          <p:nvPr/>
        </p:nvSpPr>
        <p:spPr>
          <a:xfrm>
            <a:off x="36354" y="6372265"/>
            <a:ext cx="469115" cy="542591"/>
          </a:xfrm>
          <a:custGeom>
            <a:avLst/>
            <a:gdLst/>
            <a:ahLst/>
            <a:cxnLst/>
            <a:rect l="0" t="0" r="0" b="0"/>
            <a:pathLst>
              <a:path w="469115" h="542591">
                <a:moveTo>
                  <a:pt x="0" y="23641"/>
                </a:moveTo>
                <a:lnTo>
                  <a:pt x="53645" y="6314"/>
                </a:lnTo>
                <a:lnTo>
                  <a:pt x="104644" y="0"/>
                </a:lnTo>
                <a:lnTo>
                  <a:pt x="152997" y="4700"/>
                </a:lnTo>
                <a:lnTo>
                  <a:pt x="198705" y="20412"/>
                </a:lnTo>
                <a:lnTo>
                  <a:pt x="241767" y="47138"/>
                </a:lnTo>
                <a:lnTo>
                  <a:pt x="282182" y="84878"/>
                </a:lnTo>
                <a:lnTo>
                  <a:pt x="319952" y="133630"/>
                </a:lnTo>
                <a:lnTo>
                  <a:pt x="355077" y="193396"/>
                </a:lnTo>
                <a:lnTo>
                  <a:pt x="387555" y="264175"/>
                </a:lnTo>
                <a:lnTo>
                  <a:pt x="417387" y="345967"/>
                </a:lnTo>
                <a:lnTo>
                  <a:pt x="444574" y="438773"/>
                </a:lnTo>
                <a:lnTo>
                  <a:pt x="469115" y="542591"/>
                </a:lnTo>
              </a:path>
            </a:pathLst>
          </a:custGeom>
          <a:noFill/>
          <a:ln w="5334">
            <a:solidFill>
              <a:srgbClr val="457BE7">
                <a:alpha val="13000"/>
              </a:srgbClr>
            </a:solidFill>
            <a:prstDash val="solid"/>
          </a:ln>
        </p:spPr>
      </p:sp>
      <p:sp>
        <p:nvSpPr>
          <p:cNvPr id="29" name="knowledge-edge">
            <a:extLst>
              <a:ext uri="{FF2B5EF4-FFF2-40B4-BE49-F238E27FC236}">
                <a16:creationId xmlns:a16="http://schemas.microsoft.com/office/drawing/2014/main" id="{55803E9D-7B49-48C0-BEA0-89C6D742A2DF}"/>
              </a:ext>
            </a:extLst>
          </p:cNvPr>
          <p:cNvSpPr>
            <a:spLocks noGrp="1"/>
          </p:cNvSpPr>
          <p:nvPr/>
        </p:nvSpPr>
        <p:spPr>
          <a:xfrm>
            <a:off x="236457" y="6771980"/>
            <a:ext cx="269011" cy="142877"/>
          </a:xfrm>
          <a:custGeom>
            <a:avLst/>
            <a:gdLst/>
            <a:ahLst/>
            <a:cxnLst/>
            <a:rect l="0" t="0" r="0" b="0"/>
            <a:pathLst>
              <a:path w="269011" h="142877">
                <a:moveTo>
                  <a:pt x="0" y="0"/>
                </a:moveTo>
                <a:lnTo>
                  <a:pt x="19215" y="20305"/>
                </a:lnTo>
                <a:lnTo>
                  <a:pt x="38430" y="39056"/>
                </a:lnTo>
                <a:lnTo>
                  <a:pt x="57645" y="56253"/>
                </a:lnTo>
                <a:lnTo>
                  <a:pt x="76860" y="71897"/>
                </a:lnTo>
                <a:lnTo>
                  <a:pt x="96075" y="85987"/>
                </a:lnTo>
                <a:lnTo>
                  <a:pt x="115290" y="98523"/>
                </a:lnTo>
                <a:lnTo>
                  <a:pt x="134505" y="109505"/>
                </a:lnTo>
                <a:lnTo>
                  <a:pt x="153721" y="118934"/>
                </a:lnTo>
                <a:lnTo>
                  <a:pt x="172936" y="126809"/>
                </a:lnTo>
                <a:lnTo>
                  <a:pt x="192151" y="133130"/>
                </a:lnTo>
                <a:lnTo>
                  <a:pt x="211366" y="137897"/>
                </a:lnTo>
                <a:lnTo>
                  <a:pt x="230581" y="141111"/>
                </a:lnTo>
                <a:lnTo>
                  <a:pt x="249796" y="142771"/>
                </a:lnTo>
                <a:lnTo>
                  <a:pt x="269011" y="142877"/>
                </a:lnTo>
              </a:path>
            </a:pathLst>
          </a:custGeom>
          <a:noFill/>
          <a:ln w="6477">
            <a:solidFill>
              <a:srgbClr val="457BE7">
                <a:alpha val="17000"/>
              </a:srgbClr>
            </a:solidFill>
            <a:prstDash val="solid"/>
          </a:ln>
        </p:spPr>
      </p:sp>
      <p:sp>
        <p:nvSpPr>
          <p:cNvPr id="30" name="knowledge-edge">
            <a:extLst>
              <a:ext uri="{FF2B5EF4-FFF2-40B4-BE49-F238E27FC236}">
                <a16:creationId xmlns:a16="http://schemas.microsoft.com/office/drawing/2014/main" id="{263C12F5-51CF-463F-A425-9E5781E91F1F}"/>
              </a:ext>
            </a:extLst>
          </p:cNvPr>
          <p:cNvSpPr>
            <a:spLocks noGrp="1"/>
          </p:cNvSpPr>
          <p:nvPr/>
        </p:nvSpPr>
        <p:spPr>
          <a:xfrm>
            <a:off x="412371" y="5932507"/>
            <a:ext cx="710637" cy="95042"/>
          </a:xfrm>
          <a:custGeom>
            <a:avLst/>
            <a:gdLst/>
            <a:ahLst/>
            <a:cxnLst/>
            <a:rect l="0" t="0" r="0" b="0"/>
            <a:pathLst>
              <a:path w="710637" h="95042">
                <a:moveTo>
                  <a:pt x="0" y="0"/>
                </a:moveTo>
                <a:lnTo>
                  <a:pt x="50760" y="17977"/>
                </a:lnTo>
                <a:lnTo>
                  <a:pt x="101520" y="34071"/>
                </a:lnTo>
                <a:lnTo>
                  <a:pt x="152279" y="48283"/>
                </a:lnTo>
                <a:lnTo>
                  <a:pt x="203039" y="60611"/>
                </a:lnTo>
                <a:lnTo>
                  <a:pt x="253799" y="71057"/>
                </a:lnTo>
                <a:lnTo>
                  <a:pt x="304559" y="79620"/>
                </a:lnTo>
                <a:lnTo>
                  <a:pt x="355319" y="86300"/>
                </a:lnTo>
                <a:lnTo>
                  <a:pt x="406079" y="91097"/>
                </a:lnTo>
                <a:lnTo>
                  <a:pt x="456838" y="94011"/>
                </a:lnTo>
                <a:lnTo>
                  <a:pt x="507598" y="95042"/>
                </a:lnTo>
                <a:lnTo>
                  <a:pt x="558358" y="94191"/>
                </a:lnTo>
                <a:lnTo>
                  <a:pt x="609118" y="91456"/>
                </a:lnTo>
                <a:lnTo>
                  <a:pt x="659878" y="86839"/>
                </a:lnTo>
                <a:lnTo>
                  <a:pt x="710637" y="80339"/>
                </a:lnTo>
              </a:path>
            </a:pathLst>
          </a:custGeom>
          <a:noFill/>
          <a:ln w="6477">
            <a:solidFill>
              <a:srgbClr val="4871DB">
                <a:alpha val="17000"/>
              </a:srgbClr>
            </a:solidFill>
            <a:prstDash val="solid"/>
          </a:ln>
        </p:spPr>
      </p:sp>
      <p:sp>
        <p:nvSpPr>
          <p:cNvPr id="31" name="knowledge-edge">
            <a:extLst>
              <a:ext uri="{FF2B5EF4-FFF2-40B4-BE49-F238E27FC236}">
                <a16:creationId xmlns:a16="http://schemas.microsoft.com/office/drawing/2014/main" id="{9BF081F1-BBCE-4CBB-BCA2-526BD3C1B7B6}"/>
              </a:ext>
            </a:extLst>
          </p:cNvPr>
          <p:cNvSpPr>
            <a:spLocks noGrp="1"/>
          </p:cNvSpPr>
          <p:nvPr/>
        </p:nvSpPr>
        <p:spPr>
          <a:xfrm>
            <a:off x="458104" y="5978603"/>
            <a:ext cx="557496" cy="41775"/>
          </a:xfrm>
          <a:custGeom>
            <a:avLst/>
            <a:gdLst/>
            <a:ahLst/>
            <a:cxnLst/>
            <a:rect l="0" t="0" r="0" b="0"/>
            <a:pathLst>
              <a:path w="557496" h="41775">
                <a:moveTo>
                  <a:pt x="0" y="40666"/>
                </a:moveTo>
                <a:lnTo>
                  <a:pt x="39821" y="29809"/>
                </a:lnTo>
                <a:lnTo>
                  <a:pt x="79642" y="20635"/>
                </a:lnTo>
                <a:lnTo>
                  <a:pt x="119463" y="13143"/>
                </a:lnTo>
                <a:lnTo>
                  <a:pt x="159285" y="7333"/>
                </a:lnTo>
                <a:lnTo>
                  <a:pt x="199106" y="3206"/>
                </a:lnTo>
                <a:lnTo>
                  <a:pt x="238927" y="762"/>
                </a:lnTo>
                <a:lnTo>
                  <a:pt x="278748" y="0"/>
                </a:lnTo>
                <a:lnTo>
                  <a:pt x="318569" y="920"/>
                </a:lnTo>
                <a:lnTo>
                  <a:pt x="358390" y="3523"/>
                </a:lnTo>
                <a:lnTo>
                  <a:pt x="398211" y="7809"/>
                </a:lnTo>
                <a:lnTo>
                  <a:pt x="438032" y="13777"/>
                </a:lnTo>
                <a:lnTo>
                  <a:pt x="477854" y="21427"/>
                </a:lnTo>
                <a:lnTo>
                  <a:pt x="517675" y="30760"/>
                </a:lnTo>
                <a:lnTo>
                  <a:pt x="557496" y="41775"/>
                </a:lnTo>
              </a:path>
            </a:pathLst>
          </a:custGeom>
          <a:noFill/>
          <a:ln w="6477">
            <a:solidFill>
              <a:srgbClr val="4871DB">
                <a:alpha val="17000"/>
              </a:srgbClr>
            </a:solidFill>
            <a:prstDash val="solid"/>
          </a:ln>
        </p:spPr>
      </p:sp>
      <p:sp>
        <p:nvSpPr>
          <p:cNvPr id="32" name="knowledge-edge">
            <a:extLst>
              <a:ext uri="{FF2B5EF4-FFF2-40B4-BE49-F238E27FC236}">
                <a16:creationId xmlns:a16="http://schemas.microsoft.com/office/drawing/2014/main" id="{5BC1522C-37AB-4DF4-8C54-D8FF63BC0ECF}"/>
              </a:ext>
            </a:extLst>
          </p:cNvPr>
          <p:cNvSpPr>
            <a:spLocks noGrp="1"/>
          </p:cNvSpPr>
          <p:nvPr/>
        </p:nvSpPr>
        <p:spPr>
          <a:xfrm>
            <a:off x="585126" y="6018833"/>
            <a:ext cx="372363" cy="185597"/>
          </a:xfrm>
          <a:custGeom>
            <a:avLst/>
            <a:gdLst/>
            <a:ahLst/>
            <a:cxnLst/>
            <a:rect l="0" t="0" r="0" b="0"/>
            <a:pathLst>
              <a:path w="372363" h="185597">
                <a:moveTo>
                  <a:pt x="0" y="0"/>
                </a:moveTo>
                <a:lnTo>
                  <a:pt x="26597" y="10872"/>
                </a:lnTo>
                <a:lnTo>
                  <a:pt x="53195" y="22110"/>
                </a:lnTo>
                <a:lnTo>
                  <a:pt x="79792" y="33716"/>
                </a:lnTo>
                <a:lnTo>
                  <a:pt x="106389" y="45689"/>
                </a:lnTo>
                <a:lnTo>
                  <a:pt x="132987" y="58028"/>
                </a:lnTo>
                <a:lnTo>
                  <a:pt x="159584" y="70735"/>
                </a:lnTo>
                <a:lnTo>
                  <a:pt x="186181" y="83808"/>
                </a:lnTo>
                <a:lnTo>
                  <a:pt x="212779" y="97249"/>
                </a:lnTo>
                <a:lnTo>
                  <a:pt x="239376" y="111056"/>
                </a:lnTo>
                <a:lnTo>
                  <a:pt x="265973" y="125230"/>
                </a:lnTo>
                <a:lnTo>
                  <a:pt x="292571" y="139771"/>
                </a:lnTo>
                <a:lnTo>
                  <a:pt x="319168" y="154680"/>
                </a:lnTo>
                <a:lnTo>
                  <a:pt x="345765" y="169955"/>
                </a:lnTo>
                <a:lnTo>
                  <a:pt x="372363" y="185597"/>
                </a:lnTo>
              </a:path>
            </a:pathLst>
          </a:custGeom>
          <a:noFill/>
          <a:ln w="6477">
            <a:solidFill>
              <a:srgbClr val="4871DB">
                <a:alpha val="17000"/>
              </a:srgbClr>
            </a:solidFill>
            <a:prstDash val="solid"/>
          </a:ln>
        </p:spPr>
      </p:sp>
      <p:sp>
        <p:nvSpPr>
          <p:cNvPr id="33" name="knowledge-cross-edge">
            <a:extLst>
              <a:ext uri="{FF2B5EF4-FFF2-40B4-BE49-F238E27FC236}">
                <a16:creationId xmlns:a16="http://schemas.microsoft.com/office/drawing/2014/main" id="{7C96C3C9-58F6-401A-B574-879B029871C8}"/>
              </a:ext>
            </a:extLst>
          </p:cNvPr>
          <p:cNvSpPr>
            <a:spLocks noGrp="1"/>
          </p:cNvSpPr>
          <p:nvPr/>
        </p:nvSpPr>
        <p:spPr>
          <a:xfrm>
            <a:off x="585126" y="6002543"/>
            <a:ext cx="477394" cy="189682"/>
          </a:xfrm>
          <a:custGeom>
            <a:avLst/>
            <a:gdLst/>
            <a:ahLst/>
            <a:cxnLst/>
            <a:rect l="0" t="0" r="0" b="0"/>
            <a:pathLst>
              <a:path w="477394" h="189682">
                <a:moveTo>
                  <a:pt x="0" y="16289"/>
                </a:moveTo>
                <a:lnTo>
                  <a:pt x="54335" y="6442"/>
                </a:lnTo>
                <a:lnTo>
                  <a:pt x="106024" y="1012"/>
                </a:lnTo>
                <a:lnTo>
                  <a:pt x="155067" y="0"/>
                </a:lnTo>
                <a:lnTo>
                  <a:pt x="201465" y="3405"/>
                </a:lnTo>
                <a:lnTo>
                  <a:pt x="245216" y="11228"/>
                </a:lnTo>
                <a:lnTo>
                  <a:pt x="286322" y="23469"/>
                </a:lnTo>
                <a:lnTo>
                  <a:pt x="324782" y="40127"/>
                </a:lnTo>
                <a:lnTo>
                  <a:pt x="360596" y="61203"/>
                </a:lnTo>
                <a:lnTo>
                  <a:pt x="393764" y="86696"/>
                </a:lnTo>
                <a:lnTo>
                  <a:pt x="424287" y="116607"/>
                </a:lnTo>
                <a:lnTo>
                  <a:pt x="452163" y="150936"/>
                </a:lnTo>
                <a:lnTo>
                  <a:pt x="477394" y="189682"/>
                </a:lnTo>
              </a:path>
            </a:pathLst>
          </a:custGeom>
          <a:noFill/>
          <a:ln w="5334">
            <a:solidFill>
              <a:srgbClr val="4871DB">
                <a:alpha val="13000"/>
              </a:srgbClr>
            </a:solidFill>
            <a:prstDash val="solid"/>
          </a:ln>
        </p:spPr>
      </p:sp>
      <p:sp>
        <p:nvSpPr>
          <p:cNvPr id="34" name="knowledge-edge">
            <a:extLst>
              <a:ext uri="{FF2B5EF4-FFF2-40B4-BE49-F238E27FC236}">
                <a16:creationId xmlns:a16="http://schemas.microsoft.com/office/drawing/2014/main" id="{7776DD3D-B38B-42AD-B311-D32230BC7CE7}"/>
              </a:ext>
            </a:extLst>
          </p:cNvPr>
          <p:cNvSpPr>
            <a:spLocks noGrp="1"/>
          </p:cNvSpPr>
          <p:nvPr/>
        </p:nvSpPr>
        <p:spPr>
          <a:xfrm>
            <a:off x="605649" y="6152795"/>
            <a:ext cx="456871" cy="48372"/>
          </a:xfrm>
          <a:custGeom>
            <a:avLst/>
            <a:gdLst/>
            <a:ahLst/>
            <a:cxnLst/>
            <a:rect l="0" t="0" r="0" b="0"/>
            <a:pathLst>
              <a:path w="456871" h="48372">
                <a:moveTo>
                  <a:pt x="0" y="48372"/>
                </a:moveTo>
                <a:lnTo>
                  <a:pt x="32634" y="36086"/>
                </a:lnTo>
                <a:lnTo>
                  <a:pt x="65267" y="25592"/>
                </a:lnTo>
                <a:lnTo>
                  <a:pt x="97901" y="16890"/>
                </a:lnTo>
                <a:lnTo>
                  <a:pt x="130535" y="9980"/>
                </a:lnTo>
                <a:lnTo>
                  <a:pt x="163168" y="4861"/>
                </a:lnTo>
                <a:lnTo>
                  <a:pt x="195802" y="1535"/>
                </a:lnTo>
                <a:lnTo>
                  <a:pt x="228436" y="0"/>
                </a:lnTo>
                <a:lnTo>
                  <a:pt x="261069" y="257"/>
                </a:lnTo>
                <a:lnTo>
                  <a:pt x="293703" y="2306"/>
                </a:lnTo>
                <a:lnTo>
                  <a:pt x="326337" y="6147"/>
                </a:lnTo>
                <a:lnTo>
                  <a:pt x="358970" y="11780"/>
                </a:lnTo>
                <a:lnTo>
                  <a:pt x="391604" y="19205"/>
                </a:lnTo>
                <a:lnTo>
                  <a:pt x="424238" y="28422"/>
                </a:lnTo>
                <a:lnTo>
                  <a:pt x="456871" y="39430"/>
                </a:lnTo>
              </a:path>
            </a:pathLst>
          </a:custGeom>
          <a:noFill/>
          <a:ln w="6477">
            <a:solidFill>
              <a:srgbClr val="4871DB">
                <a:alpha val="17000"/>
              </a:srgbClr>
            </a:solidFill>
            <a:prstDash val="solid"/>
          </a:ln>
        </p:spPr>
      </p:sp>
      <p:sp>
        <p:nvSpPr>
          <p:cNvPr id="35" name="knowledge-cross-edge">
            <a:extLst>
              <a:ext uri="{FF2B5EF4-FFF2-40B4-BE49-F238E27FC236}">
                <a16:creationId xmlns:a16="http://schemas.microsoft.com/office/drawing/2014/main" id="{ECFAF512-37A3-438D-AA4D-2853DD66E014}"/>
              </a:ext>
            </a:extLst>
          </p:cNvPr>
          <p:cNvSpPr>
            <a:spLocks noGrp="1"/>
          </p:cNvSpPr>
          <p:nvPr/>
        </p:nvSpPr>
        <p:spPr>
          <a:xfrm>
            <a:off x="605649" y="6191492"/>
            <a:ext cx="351840" cy="12938"/>
          </a:xfrm>
          <a:custGeom>
            <a:avLst/>
            <a:gdLst/>
            <a:ahLst/>
            <a:cxnLst/>
            <a:rect l="0" t="0" r="0" b="0"/>
            <a:pathLst>
              <a:path w="351840" h="12938">
                <a:moveTo>
                  <a:pt x="0" y="9675"/>
                </a:moveTo>
                <a:lnTo>
                  <a:pt x="14768" y="6492"/>
                </a:lnTo>
                <a:lnTo>
                  <a:pt x="32182" y="3938"/>
                </a:lnTo>
                <a:lnTo>
                  <a:pt x="52241" y="2011"/>
                </a:lnTo>
                <a:lnTo>
                  <a:pt x="74947" y="713"/>
                </a:lnTo>
                <a:lnTo>
                  <a:pt x="100298" y="42"/>
                </a:lnTo>
                <a:lnTo>
                  <a:pt x="128295" y="0"/>
                </a:lnTo>
                <a:lnTo>
                  <a:pt x="158938" y="586"/>
                </a:lnTo>
                <a:lnTo>
                  <a:pt x="192227" y="1800"/>
                </a:lnTo>
                <a:lnTo>
                  <a:pt x="228161" y="3642"/>
                </a:lnTo>
                <a:lnTo>
                  <a:pt x="266742" y="6113"/>
                </a:lnTo>
                <a:lnTo>
                  <a:pt x="307968" y="9211"/>
                </a:lnTo>
                <a:lnTo>
                  <a:pt x="351840" y="12938"/>
                </a:lnTo>
              </a:path>
            </a:pathLst>
          </a:custGeom>
          <a:noFill/>
          <a:ln w="4953">
            <a:solidFill>
              <a:srgbClr val="4871DB">
                <a:alpha val="12000"/>
              </a:srgbClr>
            </a:solidFill>
            <a:prstDash val="solid"/>
          </a:ln>
        </p:spPr>
      </p:sp>
      <p:sp>
        <p:nvSpPr>
          <p:cNvPr id="36" name="knowledge-edge">
            <a:extLst>
              <a:ext uri="{FF2B5EF4-FFF2-40B4-BE49-F238E27FC236}">
                <a16:creationId xmlns:a16="http://schemas.microsoft.com/office/drawing/2014/main" id="{77F4CC86-904B-4DAC-9674-621B0EC03489}"/>
              </a:ext>
            </a:extLst>
          </p:cNvPr>
          <p:cNvSpPr>
            <a:spLocks noGrp="1"/>
          </p:cNvSpPr>
          <p:nvPr/>
        </p:nvSpPr>
        <p:spPr>
          <a:xfrm>
            <a:off x="484450" y="6262952"/>
            <a:ext cx="512591" cy="99787"/>
          </a:xfrm>
          <a:custGeom>
            <a:avLst/>
            <a:gdLst/>
            <a:ahLst/>
            <a:cxnLst/>
            <a:rect l="0" t="0" r="0" b="0"/>
            <a:pathLst>
              <a:path w="512591" h="99787">
                <a:moveTo>
                  <a:pt x="0" y="94107"/>
                </a:moveTo>
                <a:lnTo>
                  <a:pt x="36614" y="97567"/>
                </a:lnTo>
                <a:lnTo>
                  <a:pt x="73227" y="99460"/>
                </a:lnTo>
                <a:lnTo>
                  <a:pt x="109841" y="99787"/>
                </a:lnTo>
                <a:lnTo>
                  <a:pt x="146455" y="98547"/>
                </a:lnTo>
                <a:lnTo>
                  <a:pt x="183068" y="95741"/>
                </a:lnTo>
                <a:lnTo>
                  <a:pt x="219682" y="91369"/>
                </a:lnTo>
                <a:lnTo>
                  <a:pt x="256295" y="85430"/>
                </a:lnTo>
                <a:lnTo>
                  <a:pt x="292909" y="77925"/>
                </a:lnTo>
                <a:lnTo>
                  <a:pt x="329523" y="68854"/>
                </a:lnTo>
                <a:lnTo>
                  <a:pt x="366136" y="58216"/>
                </a:lnTo>
                <a:lnTo>
                  <a:pt x="402750" y="46011"/>
                </a:lnTo>
                <a:lnTo>
                  <a:pt x="439364" y="32241"/>
                </a:lnTo>
                <a:lnTo>
                  <a:pt x="475977" y="16904"/>
                </a:lnTo>
                <a:lnTo>
                  <a:pt x="512591" y="0"/>
                </a:lnTo>
              </a:path>
            </a:pathLst>
          </a:custGeom>
          <a:noFill/>
          <a:ln w="6477">
            <a:solidFill>
              <a:srgbClr val="4871DB">
                <a:alpha val="17000"/>
              </a:srgbClr>
            </a:solidFill>
            <a:prstDash val="solid"/>
          </a:ln>
        </p:spPr>
      </p:sp>
      <p:sp>
        <p:nvSpPr>
          <p:cNvPr id="37" name="knowledge-cross-edge">
            <a:extLst>
              <a:ext uri="{FF2B5EF4-FFF2-40B4-BE49-F238E27FC236}">
                <a16:creationId xmlns:a16="http://schemas.microsoft.com/office/drawing/2014/main" id="{7019DEF3-45DA-47D1-B8FC-07888AB183C8}"/>
              </a:ext>
            </a:extLst>
          </p:cNvPr>
          <p:cNvSpPr>
            <a:spLocks noGrp="1"/>
          </p:cNvSpPr>
          <p:nvPr/>
        </p:nvSpPr>
        <p:spPr>
          <a:xfrm>
            <a:off x="484450" y="6354021"/>
            <a:ext cx="463168" cy="301184"/>
          </a:xfrm>
          <a:custGeom>
            <a:avLst/>
            <a:gdLst/>
            <a:ahLst/>
            <a:cxnLst/>
            <a:rect l="0" t="0" r="0" b="0"/>
            <a:pathLst>
              <a:path w="463168" h="301184">
                <a:moveTo>
                  <a:pt x="0" y="3037"/>
                </a:moveTo>
                <a:lnTo>
                  <a:pt x="53149" y="0"/>
                </a:lnTo>
                <a:lnTo>
                  <a:pt x="103653" y="2032"/>
                </a:lnTo>
                <a:lnTo>
                  <a:pt x="151511" y="9134"/>
                </a:lnTo>
                <a:lnTo>
                  <a:pt x="196723" y="21305"/>
                </a:lnTo>
                <a:lnTo>
                  <a:pt x="239289" y="38547"/>
                </a:lnTo>
                <a:lnTo>
                  <a:pt x="279209" y="60857"/>
                </a:lnTo>
                <a:lnTo>
                  <a:pt x="316483" y="88238"/>
                </a:lnTo>
                <a:lnTo>
                  <a:pt x="351112" y="120688"/>
                </a:lnTo>
                <a:lnTo>
                  <a:pt x="383095" y="158207"/>
                </a:lnTo>
                <a:lnTo>
                  <a:pt x="412432" y="200797"/>
                </a:lnTo>
                <a:lnTo>
                  <a:pt x="439123" y="248456"/>
                </a:lnTo>
                <a:lnTo>
                  <a:pt x="463168" y="301184"/>
                </a:lnTo>
              </a:path>
            </a:pathLst>
          </a:custGeom>
          <a:noFill/>
          <a:ln w="5334">
            <a:solidFill>
              <a:srgbClr val="4871DB">
                <a:alpha val="13000"/>
              </a:srgbClr>
            </a:solidFill>
            <a:prstDash val="solid"/>
          </a:ln>
        </p:spPr>
      </p:sp>
      <p:sp>
        <p:nvSpPr>
          <p:cNvPr id="38" name="knowledge-long-edge">
            <a:extLst>
              <a:ext uri="{FF2B5EF4-FFF2-40B4-BE49-F238E27FC236}">
                <a16:creationId xmlns:a16="http://schemas.microsoft.com/office/drawing/2014/main" id="{0D3EBDD7-CCB0-48F5-B788-F59349AAD40C}"/>
              </a:ext>
            </a:extLst>
          </p:cNvPr>
          <p:cNvSpPr>
            <a:spLocks noGrp="1"/>
          </p:cNvSpPr>
          <p:nvPr/>
        </p:nvSpPr>
        <p:spPr>
          <a:xfrm>
            <a:off x="484450" y="6191450"/>
            <a:ext cx="874277" cy="705789"/>
          </a:xfrm>
          <a:custGeom>
            <a:avLst/>
            <a:gdLst/>
            <a:ahLst/>
            <a:cxnLst/>
            <a:rect l="0" t="0" r="0" b="0"/>
            <a:pathLst>
              <a:path w="874277" h="705789">
                <a:moveTo>
                  <a:pt x="0" y="165609"/>
                </a:moveTo>
                <a:lnTo>
                  <a:pt x="54642" y="108166"/>
                </a:lnTo>
                <a:lnTo>
                  <a:pt x="109285" y="62884"/>
                </a:lnTo>
                <a:lnTo>
                  <a:pt x="163927" y="29762"/>
                </a:lnTo>
                <a:lnTo>
                  <a:pt x="218569" y="8801"/>
                </a:lnTo>
                <a:lnTo>
                  <a:pt x="273212" y="0"/>
                </a:lnTo>
                <a:lnTo>
                  <a:pt x="327854" y="3360"/>
                </a:lnTo>
                <a:lnTo>
                  <a:pt x="382496" y="18880"/>
                </a:lnTo>
                <a:lnTo>
                  <a:pt x="437139" y="46561"/>
                </a:lnTo>
                <a:lnTo>
                  <a:pt x="491781" y="86403"/>
                </a:lnTo>
                <a:lnTo>
                  <a:pt x="546423" y="138405"/>
                </a:lnTo>
                <a:lnTo>
                  <a:pt x="601066" y="202567"/>
                </a:lnTo>
                <a:lnTo>
                  <a:pt x="655708" y="278890"/>
                </a:lnTo>
                <a:lnTo>
                  <a:pt x="710350" y="367374"/>
                </a:lnTo>
                <a:lnTo>
                  <a:pt x="764993" y="468018"/>
                </a:lnTo>
                <a:lnTo>
                  <a:pt x="819635" y="580823"/>
                </a:lnTo>
                <a:lnTo>
                  <a:pt x="874277" y="705789"/>
                </a:lnTo>
              </a:path>
            </a:pathLst>
          </a:custGeom>
          <a:noFill/>
          <a:ln w="4286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39" name="knowledge-edge">
            <a:extLst>
              <a:ext uri="{FF2B5EF4-FFF2-40B4-BE49-F238E27FC236}">
                <a16:creationId xmlns:a16="http://schemas.microsoft.com/office/drawing/2014/main" id="{D6997585-4618-46B2-8073-35D928A88B1D}"/>
              </a:ext>
            </a:extLst>
          </p:cNvPr>
          <p:cNvSpPr>
            <a:spLocks noGrp="1"/>
          </p:cNvSpPr>
          <p:nvPr/>
        </p:nvSpPr>
        <p:spPr>
          <a:xfrm>
            <a:off x="603695" y="6497582"/>
            <a:ext cx="343922" cy="157623"/>
          </a:xfrm>
          <a:custGeom>
            <a:avLst/>
            <a:gdLst/>
            <a:ahLst/>
            <a:cxnLst/>
            <a:rect l="0" t="0" r="0" b="0"/>
            <a:pathLst>
              <a:path w="343922" h="157623">
                <a:moveTo>
                  <a:pt x="0" y="4799"/>
                </a:moveTo>
                <a:lnTo>
                  <a:pt x="24566" y="1290"/>
                </a:lnTo>
                <a:lnTo>
                  <a:pt x="49132" y="0"/>
                </a:lnTo>
                <a:lnTo>
                  <a:pt x="73698" y="929"/>
                </a:lnTo>
                <a:lnTo>
                  <a:pt x="98264" y="4078"/>
                </a:lnTo>
                <a:lnTo>
                  <a:pt x="122829" y="9446"/>
                </a:lnTo>
                <a:lnTo>
                  <a:pt x="147395" y="17033"/>
                </a:lnTo>
                <a:lnTo>
                  <a:pt x="171961" y="26839"/>
                </a:lnTo>
                <a:lnTo>
                  <a:pt x="196527" y="38865"/>
                </a:lnTo>
                <a:lnTo>
                  <a:pt x="221093" y="53110"/>
                </a:lnTo>
                <a:lnTo>
                  <a:pt x="245659" y="69574"/>
                </a:lnTo>
                <a:lnTo>
                  <a:pt x="270225" y="88257"/>
                </a:lnTo>
                <a:lnTo>
                  <a:pt x="294791" y="109160"/>
                </a:lnTo>
                <a:lnTo>
                  <a:pt x="319356" y="132282"/>
                </a:lnTo>
                <a:lnTo>
                  <a:pt x="343922" y="157623"/>
                </a:lnTo>
              </a:path>
            </a:pathLst>
          </a:custGeom>
          <a:noFill/>
          <a:ln w="6477">
            <a:solidFill>
              <a:srgbClr val="4871DB">
                <a:alpha val="17000"/>
              </a:srgbClr>
            </a:solidFill>
            <a:prstDash val="solid"/>
          </a:ln>
        </p:spPr>
      </p:sp>
      <p:sp>
        <p:nvSpPr>
          <p:cNvPr id="40" name="knowledge-cross-edge">
            <a:extLst>
              <a:ext uri="{FF2B5EF4-FFF2-40B4-BE49-F238E27FC236}">
                <a16:creationId xmlns:a16="http://schemas.microsoft.com/office/drawing/2014/main" id="{2D58AF06-A0FC-4A51-B27A-97816191F9A4}"/>
              </a:ext>
            </a:extLst>
          </p:cNvPr>
          <p:cNvSpPr>
            <a:spLocks noGrp="1"/>
          </p:cNvSpPr>
          <p:nvPr/>
        </p:nvSpPr>
        <p:spPr>
          <a:xfrm>
            <a:off x="603695" y="6502382"/>
            <a:ext cx="499072" cy="490661"/>
          </a:xfrm>
          <a:custGeom>
            <a:avLst/>
            <a:gdLst/>
            <a:ahLst/>
            <a:cxnLst/>
            <a:rect l="0" t="0" r="0" b="0"/>
            <a:pathLst>
              <a:path w="499072" h="490661">
                <a:moveTo>
                  <a:pt x="0" y="0"/>
                </a:moveTo>
                <a:lnTo>
                  <a:pt x="56141" y="12877"/>
                </a:lnTo>
                <a:lnTo>
                  <a:pt x="109637" y="30848"/>
                </a:lnTo>
                <a:lnTo>
                  <a:pt x="160487" y="53911"/>
                </a:lnTo>
                <a:lnTo>
                  <a:pt x="208691" y="82067"/>
                </a:lnTo>
                <a:lnTo>
                  <a:pt x="254249" y="115316"/>
                </a:lnTo>
                <a:lnTo>
                  <a:pt x="297161" y="153658"/>
                </a:lnTo>
                <a:lnTo>
                  <a:pt x="337427" y="197093"/>
                </a:lnTo>
                <a:lnTo>
                  <a:pt x="375048" y="245621"/>
                </a:lnTo>
                <a:lnTo>
                  <a:pt x="410023" y="299242"/>
                </a:lnTo>
                <a:lnTo>
                  <a:pt x="442352" y="357955"/>
                </a:lnTo>
                <a:lnTo>
                  <a:pt x="472035" y="421762"/>
                </a:lnTo>
                <a:lnTo>
                  <a:pt x="499072" y="490661"/>
                </a:lnTo>
              </a:path>
            </a:pathLst>
          </a:custGeom>
          <a:noFill/>
          <a:ln w="5334">
            <a:solidFill>
              <a:srgbClr val="4871DB">
                <a:alpha val="13000"/>
              </a:srgbClr>
            </a:solidFill>
            <a:prstDash val="solid"/>
          </a:ln>
        </p:spPr>
      </p:sp>
      <p:sp>
        <p:nvSpPr>
          <p:cNvPr id="41" name="knowledge-edge">
            <a:extLst>
              <a:ext uri="{FF2B5EF4-FFF2-40B4-BE49-F238E27FC236}">
                <a16:creationId xmlns:a16="http://schemas.microsoft.com/office/drawing/2014/main" id="{ED0FDD47-D947-4EB8-988B-17FCFF0F274D}"/>
              </a:ext>
            </a:extLst>
          </p:cNvPr>
          <p:cNvSpPr>
            <a:spLocks noGrp="1"/>
          </p:cNvSpPr>
          <p:nvPr/>
        </p:nvSpPr>
        <p:spPr>
          <a:xfrm>
            <a:off x="505468" y="6914857"/>
            <a:ext cx="597299" cy="104971"/>
          </a:xfrm>
          <a:custGeom>
            <a:avLst/>
            <a:gdLst/>
            <a:ahLst/>
            <a:cxnLst/>
            <a:rect l="0" t="0" r="0" b="0"/>
            <a:pathLst>
              <a:path w="597299" h="104971">
                <a:moveTo>
                  <a:pt x="0" y="0"/>
                </a:moveTo>
                <a:lnTo>
                  <a:pt x="42664" y="21389"/>
                </a:lnTo>
                <a:lnTo>
                  <a:pt x="85328" y="40347"/>
                </a:lnTo>
                <a:lnTo>
                  <a:pt x="127993" y="56873"/>
                </a:lnTo>
                <a:lnTo>
                  <a:pt x="170657" y="70968"/>
                </a:lnTo>
                <a:lnTo>
                  <a:pt x="213321" y="82632"/>
                </a:lnTo>
                <a:lnTo>
                  <a:pt x="255985" y="91864"/>
                </a:lnTo>
                <a:lnTo>
                  <a:pt x="298649" y="98664"/>
                </a:lnTo>
                <a:lnTo>
                  <a:pt x="341314" y="103033"/>
                </a:lnTo>
                <a:lnTo>
                  <a:pt x="383978" y="104971"/>
                </a:lnTo>
                <a:lnTo>
                  <a:pt x="426642" y="104477"/>
                </a:lnTo>
                <a:lnTo>
                  <a:pt x="469306" y="101551"/>
                </a:lnTo>
                <a:lnTo>
                  <a:pt x="511971" y="96195"/>
                </a:lnTo>
                <a:lnTo>
                  <a:pt x="554635" y="88406"/>
                </a:lnTo>
                <a:lnTo>
                  <a:pt x="597299" y="78187"/>
                </a:lnTo>
              </a:path>
            </a:pathLst>
          </a:custGeom>
          <a:noFill/>
          <a:ln w="6477">
            <a:solidFill>
              <a:srgbClr val="4871DB">
                <a:alpha val="17000"/>
              </a:srgbClr>
            </a:solidFill>
            <a:prstDash val="solid"/>
          </a:ln>
        </p:spPr>
      </p:sp>
      <p:sp>
        <p:nvSpPr>
          <p:cNvPr id="42" name="knowledge-long-edge">
            <a:extLst>
              <a:ext uri="{FF2B5EF4-FFF2-40B4-BE49-F238E27FC236}">
                <a16:creationId xmlns:a16="http://schemas.microsoft.com/office/drawing/2014/main" id="{37AD6E90-516E-4C92-8B93-3B9BA6EC0984}"/>
              </a:ext>
            </a:extLst>
          </p:cNvPr>
          <p:cNvSpPr>
            <a:spLocks noGrp="1"/>
          </p:cNvSpPr>
          <p:nvPr/>
        </p:nvSpPr>
        <p:spPr>
          <a:xfrm>
            <a:off x="505468" y="6612532"/>
            <a:ext cx="853259" cy="302325"/>
          </a:xfrm>
          <a:custGeom>
            <a:avLst/>
            <a:gdLst/>
            <a:ahLst/>
            <a:cxnLst/>
            <a:rect l="0" t="0" r="0" b="0"/>
            <a:pathLst>
              <a:path w="853259" h="302325">
                <a:moveTo>
                  <a:pt x="0" y="302325"/>
                </a:moveTo>
                <a:lnTo>
                  <a:pt x="53329" y="232431"/>
                </a:lnTo>
                <a:lnTo>
                  <a:pt x="106657" y="171709"/>
                </a:lnTo>
                <a:lnTo>
                  <a:pt x="159986" y="120160"/>
                </a:lnTo>
                <a:lnTo>
                  <a:pt x="213315" y="77783"/>
                </a:lnTo>
                <a:lnTo>
                  <a:pt x="266643" y="44579"/>
                </a:lnTo>
                <a:lnTo>
                  <a:pt x="319972" y="20547"/>
                </a:lnTo>
                <a:lnTo>
                  <a:pt x="373301" y="5687"/>
                </a:lnTo>
                <a:lnTo>
                  <a:pt x="426629" y="0"/>
                </a:lnTo>
                <a:lnTo>
                  <a:pt x="479958" y="3485"/>
                </a:lnTo>
                <a:lnTo>
                  <a:pt x="533287" y="16142"/>
                </a:lnTo>
                <a:lnTo>
                  <a:pt x="586615" y="37972"/>
                </a:lnTo>
                <a:lnTo>
                  <a:pt x="639944" y="68974"/>
                </a:lnTo>
                <a:lnTo>
                  <a:pt x="693273" y="109149"/>
                </a:lnTo>
                <a:lnTo>
                  <a:pt x="746601" y="158496"/>
                </a:lnTo>
                <a:lnTo>
                  <a:pt x="799930" y="217015"/>
                </a:lnTo>
                <a:lnTo>
                  <a:pt x="853259" y="284706"/>
                </a:lnTo>
              </a:path>
            </a:pathLst>
          </a:custGeom>
          <a:noFill/>
          <a:ln w="4286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43" name="knowledge-edge">
            <a:extLst>
              <a:ext uri="{FF2B5EF4-FFF2-40B4-BE49-F238E27FC236}">
                <a16:creationId xmlns:a16="http://schemas.microsoft.com/office/drawing/2014/main" id="{192AB4CD-9BD8-48D5-B7B5-406D7D3ECF05}"/>
              </a:ext>
            </a:extLst>
          </p:cNvPr>
          <p:cNvSpPr>
            <a:spLocks noGrp="1"/>
          </p:cNvSpPr>
          <p:nvPr/>
        </p:nvSpPr>
        <p:spPr>
          <a:xfrm>
            <a:off x="1123008" y="6009769"/>
            <a:ext cx="209407" cy="10437"/>
          </a:xfrm>
          <a:custGeom>
            <a:avLst/>
            <a:gdLst/>
            <a:ahLst/>
            <a:cxnLst/>
            <a:rect l="0" t="0" r="0" b="0"/>
            <a:pathLst>
              <a:path w="209407" h="10437">
                <a:moveTo>
                  <a:pt x="0" y="3077"/>
                </a:moveTo>
                <a:lnTo>
                  <a:pt x="14958" y="5208"/>
                </a:lnTo>
                <a:lnTo>
                  <a:pt x="29915" y="6977"/>
                </a:lnTo>
                <a:lnTo>
                  <a:pt x="44873" y="8384"/>
                </a:lnTo>
                <a:lnTo>
                  <a:pt x="59830" y="9430"/>
                </a:lnTo>
                <a:lnTo>
                  <a:pt x="74788" y="10114"/>
                </a:lnTo>
                <a:lnTo>
                  <a:pt x="89746" y="10437"/>
                </a:lnTo>
                <a:lnTo>
                  <a:pt x="104703" y="10398"/>
                </a:lnTo>
                <a:lnTo>
                  <a:pt x="119661" y="9997"/>
                </a:lnTo>
                <a:lnTo>
                  <a:pt x="134619" y="9235"/>
                </a:lnTo>
                <a:lnTo>
                  <a:pt x="149576" y="8111"/>
                </a:lnTo>
                <a:lnTo>
                  <a:pt x="164534" y="6626"/>
                </a:lnTo>
                <a:lnTo>
                  <a:pt x="179491" y="4779"/>
                </a:lnTo>
                <a:lnTo>
                  <a:pt x="194449" y="2570"/>
                </a:lnTo>
                <a:lnTo>
                  <a:pt x="209407" y="0"/>
                </a:lnTo>
              </a:path>
            </a:pathLst>
          </a:custGeom>
          <a:noFill/>
          <a:ln w="6477">
            <a:solidFill>
              <a:srgbClr val="4B67CE">
                <a:alpha val="17000"/>
              </a:srgbClr>
            </a:solidFill>
            <a:prstDash val="solid"/>
          </a:ln>
        </p:spPr>
      </p:sp>
      <p:sp>
        <p:nvSpPr>
          <p:cNvPr id="44" name="knowledge-edge">
            <a:extLst>
              <a:ext uri="{FF2B5EF4-FFF2-40B4-BE49-F238E27FC236}">
                <a16:creationId xmlns:a16="http://schemas.microsoft.com/office/drawing/2014/main" id="{5DD1FF53-2F47-47B2-BE0F-A4D27573C353}"/>
              </a:ext>
            </a:extLst>
          </p:cNvPr>
          <p:cNvSpPr>
            <a:spLocks noGrp="1"/>
          </p:cNvSpPr>
          <p:nvPr/>
        </p:nvSpPr>
        <p:spPr>
          <a:xfrm>
            <a:off x="1015600" y="6020378"/>
            <a:ext cx="517643" cy="170929"/>
          </a:xfrm>
          <a:custGeom>
            <a:avLst/>
            <a:gdLst/>
            <a:ahLst/>
            <a:cxnLst/>
            <a:rect l="0" t="0" r="0" b="0"/>
            <a:pathLst>
              <a:path w="517643" h="170929">
                <a:moveTo>
                  <a:pt x="0" y="0"/>
                </a:moveTo>
                <a:lnTo>
                  <a:pt x="36975" y="24556"/>
                </a:lnTo>
                <a:lnTo>
                  <a:pt x="73949" y="47211"/>
                </a:lnTo>
                <a:lnTo>
                  <a:pt x="110924" y="67965"/>
                </a:lnTo>
                <a:lnTo>
                  <a:pt x="147898" y="86817"/>
                </a:lnTo>
                <a:lnTo>
                  <a:pt x="184873" y="103768"/>
                </a:lnTo>
                <a:lnTo>
                  <a:pt x="221847" y="118818"/>
                </a:lnTo>
                <a:lnTo>
                  <a:pt x="258822" y="131966"/>
                </a:lnTo>
                <a:lnTo>
                  <a:pt x="295796" y="143213"/>
                </a:lnTo>
                <a:lnTo>
                  <a:pt x="332771" y="152559"/>
                </a:lnTo>
                <a:lnTo>
                  <a:pt x="369745" y="160003"/>
                </a:lnTo>
                <a:lnTo>
                  <a:pt x="406720" y="165546"/>
                </a:lnTo>
                <a:lnTo>
                  <a:pt x="443694" y="169188"/>
                </a:lnTo>
                <a:lnTo>
                  <a:pt x="480669" y="170929"/>
                </a:lnTo>
                <a:lnTo>
                  <a:pt x="517643" y="170768"/>
                </a:lnTo>
              </a:path>
            </a:pathLst>
          </a:custGeom>
          <a:noFill/>
          <a:ln w="6477">
            <a:solidFill>
              <a:srgbClr val="4B67CE">
                <a:alpha val="17000"/>
              </a:srgbClr>
            </a:solidFill>
            <a:prstDash val="solid"/>
          </a:ln>
        </p:spPr>
      </p:sp>
      <p:sp>
        <p:nvSpPr>
          <p:cNvPr id="45" name="knowledge-edge">
            <a:extLst>
              <a:ext uri="{FF2B5EF4-FFF2-40B4-BE49-F238E27FC236}">
                <a16:creationId xmlns:a16="http://schemas.microsoft.com/office/drawing/2014/main" id="{8175C393-9DBB-4405-BF4A-E9C517CEABD6}"/>
              </a:ext>
            </a:extLst>
          </p:cNvPr>
          <p:cNvSpPr>
            <a:spLocks noGrp="1"/>
          </p:cNvSpPr>
          <p:nvPr/>
        </p:nvSpPr>
        <p:spPr>
          <a:xfrm>
            <a:off x="957489" y="6189273"/>
            <a:ext cx="537809" cy="21687"/>
          </a:xfrm>
          <a:custGeom>
            <a:avLst/>
            <a:gdLst/>
            <a:ahLst/>
            <a:cxnLst/>
            <a:rect l="0" t="0" r="0" b="0"/>
            <a:pathLst>
              <a:path w="537809" h="21687">
                <a:moveTo>
                  <a:pt x="0" y="15156"/>
                </a:moveTo>
                <a:lnTo>
                  <a:pt x="38415" y="10760"/>
                </a:lnTo>
                <a:lnTo>
                  <a:pt x="76830" y="7112"/>
                </a:lnTo>
                <a:lnTo>
                  <a:pt x="115245" y="4211"/>
                </a:lnTo>
                <a:lnTo>
                  <a:pt x="153660" y="2060"/>
                </a:lnTo>
                <a:lnTo>
                  <a:pt x="192075" y="656"/>
                </a:lnTo>
                <a:lnTo>
                  <a:pt x="230490" y="0"/>
                </a:lnTo>
                <a:lnTo>
                  <a:pt x="268905" y="92"/>
                </a:lnTo>
                <a:lnTo>
                  <a:pt x="307319" y="933"/>
                </a:lnTo>
                <a:lnTo>
                  <a:pt x="345734" y="2522"/>
                </a:lnTo>
                <a:lnTo>
                  <a:pt x="384149" y="4859"/>
                </a:lnTo>
                <a:lnTo>
                  <a:pt x="422564" y="7944"/>
                </a:lnTo>
                <a:lnTo>
                  <a:pt x="460979" y="11777"/>
                </a:lnTo>
                <a:lnTo>
                  <a:pt x="499394" y="16358"/>
                </a:lnTo>
                <a:lnTo>
                  <a:pt x="537809" y="21687"/>
                </a:lnTo>
              </a:path>
            </a:pathLst>
          </a:custGeom>
          <a:noFill/>
          <a:ln w="6477">
            <a:solidFill>
              <a:srgbClr val="4B67CE">
                <a:alpha val="17000"/>
              </a:srgbClr>
            </a:solidFill>
            <a:prstDash val="solid"/>
          </a:ln>
        </p:spPr>
      </p:sp>
      <p:sp>
        <p:nvSpPr>
          <p:cNvPr id="46" name="knowledge-long-edge">
            <a:extLst>
              <a:ext uri="{FF2B5EF4-FFF2-40B4-BE49-F238E27FC236}">
                <a16:creationId xmlns:a16="http://schemas.microsoft.com/office/drawing/2014/main" id="{03BCBB92-D32C-49EE-A259-E848A9A1BA5E}"/>
              </a:ext>
            </a:extLst>
          </p:cNvPr>
          <p:cNvSpPr>
            <a:spLocks noGrp="1"/>
          </p:cNvSpPr>
          <p:nvPr/>
        </p:nvSpPr>
        <p:spPr>
          <a:xfrm>
            <a:off x="957489" y="5967962"/>
            <a:ext cx="740768" cy="236467"/>
          </a:xfrm>
          <a:custGeom>
            <a:avLst/>
            <a:gdLst/>
            <a:ahLst/>
            <a:cxnLst/>
            <a:rect l="0" t="0" r="0" b="0"/>
            <a:pathLst>
              <a:path w="740768" h="236467">
                <a:moveTo>
                  <a:pt x="0" y="236467"/>
                </a:moveTo>
                <a:lnTo>
                  <a:pt x="46298" y="181072"/>
                </a:lnTo>
                <a:lnTo>
                  <a:pt x="92596" y="133059"/>
                </a:lnTo>
                <a:lnTo>
                  <a:pt x="138894" y="92428"/>
                </a:lnTo>
                <a:lnTo>
                  <a:pt x="185192" y="59179"/>
                </a:lnTo>
                <a:lnTo>
                  <a:pt x="231490" y="33311"/>
                </a:lnTo>
                <a:lnTo>
                  <a:pt x="277788" y="14826"/>
                </a:lnTo>
                <a:lnTo>
                  <a:pt x="324086" y="3722"/>
                </a:lnTo>
                <a:lnTo>
                  <a:pt x="370384" y="0"/>
                </a:lnTo>
                <a:lnTo>
                  <a:pt x="416682" y="3660"/>
                </a:lnTo>
                <a:lnTo>
                  <a:pt x="462980" y="14702"/>
                </a:lnTo>
                <a:lnTo>
                  <a:pt x="509278" y="33126"/>
                </a:lnTo>
                <a:lnTo>
                  <a:pt x="555576" y="58931"/>
                </a:lnTo>
                <a:lnTo>
                  <a:pt x="601874" y="92119"/>
                </a:lnTo>
                <a:lnTo>
                  <a:pt x="648172" y="132688"/>
                </a:lnTo>
                <a:lnTo>
                  <a:pt x="694470" y="180639"/>
                </a:lnTo>
                <a:lnTo>
                  <a:pt x="740768" y="235972"/>
                </a:lnTo>
              </a:path>
            </a:pathLst>
          </a:custGeom>
          <a:noFill/>
          <a:ln w="4286">
            <a:solidFill>
              <a:srgbClr val="4B67CE">
                <a:alpha val="9000"/>
              </a:srgbClr>
            </a:solidFill>
            <a:prstDash val="solid"/>
          </a:ln>
        </p:spPr>
      </p:sp>
      <p:sp>
        <p:nvSpPr>
          <p:cNvPr id="47" name="knowledge-edge">
            <a:extLst>
              <a:ext uri="{FF2B5EF4-FFF2-40B4-BE49-F238E27FC236}">
                <a16:creationId xmlns:a16="http://schemas.microsoft.com/office/drawing/2014/main" id="{93513486-4421-488C-B8FA-316E0766C022}"/>
              </a:ext>
            </a:extLst>
          </p:cNvPr>
          <p:cNvSpPr>
            <a:spLocks noGrp="1"/>
          </p:cNvSpPr>
          <p:nvPr/>
        </p:nvSpPr>
        <p:spPr>
          <a:xfrm>
            <a:off x="1062520" y="6180041"/>
            <a:ext cx="392866" cy="68343"/>
          </a:xfrm>
          <a:custGeom>
            <a:avLst/>
            <a:gdLst/>
            <a:ahLst/>
            <a:cxnLst/>
            <a:rect l="0" t="0" r="0" b="0"/>
            <a:pathLst>
              <a:path w="392866" h="68343">
                <a:moveTo>
                  <a:pt x="0" y="12185"/>
                </a:moveTo>
                <a:lnTo>
                  <a:pt x="28062" y="7021"/>
                </a:lnTo>
                <a:lnTo>
                  <a:pt x="56124" y="3269"/>
                </a:lnTo>
                <a:lnTo>
                  <a:pt x="84186" y="929"/>
                </a:lnTo>
                <a:lnTo>
                  <a:pt x="112247" y="0"/>
                </a:lnTo>
                <a:lnTo>
                  <a:pt x="140309" y="483"/>
                </a:lnTo>
                <a:lnTo>
                  <a:pt x="168371" y="2377"/>
                </a:lnTo>
                <a:lnTo>
                  <a:pt x="196433" y="5682"/>
                </a:lnTo>
                <a:lnTo>
                  <a:pt x="224495" y="10399"/>
                </a:lnTo>
                <a:lnTo>
                  <a:pt x="252557" y="16528"/>
                </a:lnTo>
                <a:lnTo>
                  <a:pt x="280619" y="24068"/>
                </a:lnTo>
                <a:lnTo>
                  <a:pt x="308681" y="33019"/>
                </a:lnTo>
                <a:lnTo>
                  <a:pt x="336742" y="43382"/>
                </a:lnTo>
                <a:lnTo>
                  <a:pt x="364804" y="55157"/>
                </a:lnTo>
                <a:lnTo>
                  <a:pt x="392866" y="68343"/>
                </a:lnTo>
              </a:path>
            </a:pathLst>
          </a:custGeom>
          <a:noFill/>
          <a:ln w="6477">
            <a:solidFill>
              <a:srgbClr val="4B67CE">
                <a:alpha val="17000"/>
              </a:srgbClr>
            </a:solidFill>
            <a:prstDash val="solid"/>
          </a:ln>
        </p:spPr>
      </p:sp>
      <p:sp>
        <p:nvSpPr>
          <p:cNvPr id="48" name="knowledge-cross-edge">
            <a:extLst>
              <a:ext uri="{FF2B5EF4-FFF2-40B4-BE49-F238E27FC236}">
                <a16:creationId xmlns:a16="http://schemas.microsoft.com/office/drawing/2014/main" id="{5882F0DE-25DE-4358-A303-D9738B03E719}"/>
              </a:ext>
            </a:extLst>
          </p:cNvPr>
          <p:cNvSpPr>
            <a:spLocks noGrp="1"/>
          </p:cNvSpPr>
          <p:nvPr/>
        </p:nvSpPr>
        <p:spPr>
          <a:xfrm>
            <a:off x="1062520" y="6155461"/>
            <a:ext cx="225260" cy="207370"/>
          </a:xfrm>
          <a:custGeom>
            <a:avLst/>
            <a:gdLst/>
            <a:ahLst/>
            <a:cxnLst/>
            <a:rect l="0" t="0" r="0" b="0"/>
            <a:pathLst>
              <a:path w="225260" h="207370">
                <a:moveTo>
                  <a:pt x="0" y="36764"/>
                </a:moveTo>
                <a:lnTo>
                  <a:pt x="33324" y="18795"/>
                </a:lnTo>
                <a:lnTo>
                  <a:pt x="64002" y="6678"/>
                </a:lnTo>
                <a:lnTo>
                  <a:pt x="92034" y="413"/>
                </a:lnTo>
                <a:lnTo>
                  <a:pt x="117420" y="0"/>
                </a:lnTo>
                <a:lnTo>
                  <a:pt x="140160" y="5439"/>
                </a:lnTo>
                <a:lnTo>
                  <a:pt x="160255" y="16730"/>
                </a:lnTo>
                <a:lnTo>
                  <a:pt x="177703" y="33874"/>
                </a:lnTo>
                <a:lnTo>
                  <a:pt x="192506" y="56869"/>
                </a:lnTo>
                <a:lnTo>
                  <a:pt x="204663" y="85716"/>
                </a:lnTo>
                <a:lnTo>
                  <a:pt x="214175" y="120415"/>
                </a:lnTo>
                <a:lnTo>
                  <a:pt x="221040" y="160967"/>
                </a:lnTo>
                <a:lnTo>
                  <a:pt x="225260" y="207370"/>
                </a:lnTo>
              </a:path>
            </a:pathLst>
          </a:custGeom>
          <a:noFill/>
          <a:ln w="5334">
            <a:solidFill>
              <a:srgbClr val="4B67CE">
                <a:alpha val="13000"/>
              </a:srgbClr>
            </a:solidFill>
            <a:prstDash val="solid"/>
          </a:ln>
        </p:spPr>
      </p:sp>
      <p:sp>
        <p:nvSpPr>
          <p:cNvPr id="49" name="knowledge-edge">
            <a:extLst>
              <a:ext uri="{FF2B5EF4-FFF2-40B4-BE49-F238E27FC236}">
                <a16:creationId xmlns:a16="http://schemas.microsoft.com/office/drawing/2014/main" id="{CFCCB2E2-F47C-42E7-B1A1-3777972E02FA}"/>
              </a:ext>
            </a:extLst>
          </p:cNvPr>
          <p:cNvSpPr>
            <a:spLocks noGrp="1"/>
          </p:cNvSpPr>
          <p:nvPr/>
        </p:nvSpPr>
        <p:spPr>
          <a:xfrm>
            <a:off x="997040" y="6262952"/>
            <a:ext cx="290739" cy="130717"/>
          </a:xfrm>
          <a:custGeom>
            <a:avLst/>
            <a:gdLst/>
            <a:ahLst/>
            <a:cxnLst/>
            <a:rect l="0" t="0" r="0" b="0"/>
            <a:pathLst>
              <a:path w="290739" h="130717">
                <a:moveTo>
                  <a:pt x="0" y="0"/>
                </a:moveTo>
                <a:lnTo>
                  <a:pt x="20767" y="26348"/>
                </a:lnTo>
                <a:lnTo>
                  <a:pt x="41534" y="49740"/>
                </a:lnTo>
                <a:lnTo>
                  <a:pt x="62301" y="70176"/>
                </a:lnTo>
                <a:lnTo>
                  <a:pt x="83068" y="87656"/>
                </a:lnTo>
                <a:lnTo>
                  <a:pt x="103835" y="102180"/>
                </a:lnTo>
                <a:lnTo>
                  <a:pt x="124602" y="113749"/>
                </a:lnTo>
                <a:lnTo>
                  <a:pt x="145369" y="122361"/>
                </a:lnTo>
                <a:lnTo>
                  <a:pt x="166137" y="128017"/>
                </a:lnTo>
                <a:lnTo>
                  <a:pt x="186904" y="130717"/>
                </a:lnTo>
                <a:lnTo>
                  <a:pt x="207671" y="130462"/>
                </a:lnTo>
                <a:lnTo>
                  <a:pt x="228438" y="127250"/>
                </a:lnTo>
                <a:lnTo>
                  <a:pt x="249205" y="121083"/>
                </a:lnTo>
                <a:lnTo>
                  <a:pt x="269972" y="111959"/>
                </a:lnTo>
                <a:lnTo>
                  <a:pt x="290739" y="99880"/>
                </a:lnTo>
              </a:path>
            </a:pathLst>
          </a:custGeom>
          <a:noFill/>
          <a:ln w="6477">
            <a:solidFill>
              <a:srgbClr val="4B67CE">
                <a:alpha val="17000"/>
              </a:srgbClr>
            </a:solidFill>
            <a:prstDash val="solid"/>
          </a:ln>
        </p:spPr>
      </p:sp>
      <p:sp>
        <p:nvSpPr>
          <p:cNvPr id="50" name="knowledge-cross-edge">
            <a:extLst>
              <a:ext uri="{FF2B5EF4-FFF2-40B4-BE49-F238E27FC236}">
                <a16:creationId xmlns:a16="http://schemas.microsoft.com/office/drawing/2014/main" id="{7D422806-0271-4B25-B9B9-CF197FCEB514}"/>
              </a:ext>
            </a:extLst>
          </p:cNvPr>
          <p:cNvSpPr>
            <a:spLocks noGrp="1"/>
          </p:cNvSpPr>
          <p:nvPr/>
        </p:nvSpPr>
        <p:spPr>
          <a:xfrm>
            <a:off x="997040" y="6262952"/>
            <a:ext cx="361686" cy="634286"/>
          </a:xfrm>
          <a:custGeom>
            <a:avLst/>
            <a:gdLst/>
            <a:ahLst/>
            <a:cxnLst/>
            <a:rect l="0" t="0" r="0" b="0"/>
            <a:pathLst>
              <a:path w="361686" h="634286">
                <a:moveTo>
                  <a:pt x="0" y="0"/>
                </a:moveTo>
                <a:lnTo>
                  <a:pt x="44693" y="2336"/>
                </a:lnTo>
                <a:lnTo>
                  <a:pt x="86739" y="13857"/>
                </a:lnTo>
                <a:lnTo>
                  <a:pt x="126140" y="34564"/>
                </a:lnTo>
                <a:lnTo>
                  <a:pt x="162895" y="64457"/>
                </a:lnTo>
                <a:lnTo>
                  <a:pt x="197005" y="103536"/>
                </a:lnTo>
                <a:lnTo>
                  <a:pt x="228468" y="151800"/>
                </a:lnTo>
                <a:lnTo>
                  <a:pt x="257286" y="209250"/>
                </a:lnTo>
                <a:lnTo>
                  <a:pt x="283458" y="275886"/>
                </a:lnTo>
                <a:lnTo>
                  <a:pt x="306984" y="351708"/>
                </a:lnTo>
                <a:lnTo>
                  <a:pt x="327864" y="436715"/>
                </a:lnTo>
                <a:lnTo>
                  <a:pt x="346098" y="530908"/>
                </a:lnTo>
                <a:lnTo>
                  <a:pt x="361686" y="634286"/>
                </a:lnTo>
              </a:path>
            </a:pathLst>
          </a:custGeom>
          <a:noFill/>
          <a:ln w="5334">
            <a:solidFill>
              <a:srgbClr val="4B67CE">
                <a:alpha val="13000"/>
              </a:srgbClr>
            </a:solidFill>
            <a:prstDash val="solid"/>
          </a:ln>
        </p:spPr>
      </p:sp>
      <p:sp>
        <p:nvSpPr>
          <p:cNvPr id="51" name="knowledge-cross-edge">
            <a:extLst>
              <a:ext uri="{FF2B5EF4-FFF2-40B4-BE49-F238E27FC236}">
                <a16:creationId xmlns:a16="http://schemas.microsoft.com/office/drawing/2014/main" id="{5CE44607-A86A-4350-A652-3E22D6A7A313}"/>
              </a:ext>
            </a:extLst>
          </p:cNvPr>
          <p:cNvSpPr>
            <a:spLocks noGrp="1"/>
          </p:cNvSpPr>
          <p:nvPr/>
        </p:nvSpPr>
        <p:spPr>
          <a:xfrm>
            <a:off x="997040" y="6237801"/>
            <a:ext cx="458346" cy="25151"/>
          </a:xfrm>
          <a:custGeom>
            <a:avLst/>
            <a:gdLst/>
            <a:ahLst/>
            <a:cxnLst/>
            <a:rect l="0" t="0" r="0" b="0"/>
            <a:pathLst>
              <a:path w="458346" h="25151">
                <a:moveTo>
                  <a:pt x="0" y="25151"/>
                </a:moveTo>
                <a:lnTo>
                  <a:pt x="23643" y="18703"/>
                </a:lnTo>
                <a:lnTo>
                  <a:pt x="49933" y="13207"/>
                </a:lnTo>
                <a:lnTo>
                  <a:pt x="78868" y="8662"/>
                </a:lnTo>
                <a:lnTo>
                  <a:pt x="110449" y="5069"/>
                </a:lnTo>
                <a:lnTo>
                  <a:pt x="144675" y="2428"/>
                </a:lnTo>
                <a:lnTo>
                  <a:pt x="181548" y="738"/>
                </a:lnTo>
                <a:lnTo>
                  <a:pt x="221066" y="0"/>
                </a:lnTo>
                <a:lnTo>
                  <a:pt x="263230" y="213"/>
                </a:lnTo>
                <a:lnTo>
                  <a:pt x="308040" y="1378"/>
                </a:lnTo>
                <a:lnTo>
                  <a:pt x="355496" y="3495"/>
                </a:lnTo>
                <a:lnTo>
                  <a:pt x="405598" y="6563"/>
                </a:lnTo>
                <a:lnTo>
                  <a:pt x="458346" y="10583"/>
                </a:lnTo>
              </a:path>
            </a:pathLst>
          </a:custGeom>
          <a:noFill/>
          <a:ln w="4953">
            <a:solidFill>
              <a:srgbClr val="4B67CE">
                <a:alpha val="12000"/>
              </a:srgbClr>
            </a:solidFill>
            <a:prstDash val="solid"/>
          </a:ln>
        </p:spPr>
      </p:sp>
      <p:sp>
        <p:nvSpPr>
          <p:cNvPr id="52" name="knowledge-edge">
            <a:extLst>
              <a:ext uri="{FF2B5EF4-FFF2-40B4-BE49-F238E27FC236}">
                <a16:creationId xmlns:a16="http://schemas.microsoft.com/office/drawing/2014/main" id="{7772CF34-2839-41F1-B67D-A499B9461E5C}"/>
              </a:ext>
            </a:extLst>
          </p:cNvPr>
          <p:cNvSpPr>
            <a:spLocks noGrp="1"/>
          </p:cNvSpPr>
          <p:nvPr/>
        </p:nvSpPr>
        <p:spPr>
          <a:xfrm>
            <a:off x="947618" y="6655206"/>
            <a:ext cx="411109" cy="242033"/>
          </a:xfrm>
          <a:custGeom>
            <a:avLst/>
            <a:gdLst/>
            <a:ahLst/>
            <a:cxnLst/>
            <a:rect l="0" t="0" r="0" b="0"/>
            <a:pathLst>
              <a:path w="411109" h="242033">
                <a:moveTo>
                  <a:pt x="0" y="0"/>
                </a:moveTo>
                <a:lnTo>
                  <a:pt x="29365" y="2034"/>
                </a:lnTo>
                <a:lnTo>
                  <a:pt x="58730" y="6415"/>
                </a:lnTo>
                <a:lnTo>
                  <a:pt x="88095" y="13143"/>
                </a:lnTo>
                <a:lnTo>
                  <a:pt x="117460" y="22217"/>
                </a:lnTo>
                <a:lnTo>
                  <a:pt x="146825" y="33638"/>
                </a:lnTo>
                <a:lnTo>
                  <a:pt x="176190" y="47406"/>
                </a:lnTo>
                <a:lnTo>
                  <a:pt x="205555" y="63521"/>
                </a:lnTo>
                <a:lnTo>
                  <a:pt x="234920" y="81982"/>
                </a:lnTo>
                <a:lnTo>
                  <a:pt x="264285" y="102790"/>
                </a:lnTo>
                <a:lnTo>
                  <a:pt x="293650" y="125945"/>
                </a:lnTo>
                <a:lnTo>
                  <a:pt x="323015" y="151447"/>
                </a:lnTo>
                <a:lnTo>
                  <a:pt x="352379" y="179295"/>
                </a:lnTo>
                <a:lnTo>
                  <a:pt x="381744" y="209491"/>
                </a:lnTo>
                <a:lnTo>
                  <a:pt x="411109" y="242033"/>
                </a:lnTo>
              </a:path>
            </a:pathLst>
          </a:custGeom>
          <a:noFill/>
          <a:ln w="6477">
            <a:solidFill>
              <a:srgbClr val="4B67CE">
                <a:alpha val="17000"/>
              </a:srgbClr>
            </a:solidFill>
            <a:prstDash val="solid"/>
          </a:ln>
        </p:spPr>
      </p:sp>
      <p:sp>
        <p:nvSpPr>
          <p:cNvPr id="53" name="knowledge-cross-edge">
            <a:extLst>
              <a:ext uri="{FF2B5EF4-FFF2-40B4-BE49-F238E27FC236}">
                <a16:creationId xmlns:a16="http://schemas.microsoft.com/office/drawing/2014/main" id="{87E3048B-1ECB-419B-B914-036B9E72CBCF}"/>
              </a:ext>
            </a:extLst>
          </p:cNvPr>
          <p:cNvSpPr>
            <a:spLocks noGrp="1"/>
          </p:cNvSpPr>
          <p:nvPr/>
        </p:nvSpPr>
        <p:spPr>
          <a:xfrm>
            <a:off x="947618" y="6637945"/>
            <a:ext cx="439233" cy="413676"/>
          </a:xfrm>
          <a:custGeom>
            <a:avLst/>
            <a:gdLst/>
            <a:ahLst/>
            <a:cxnLst/>
            <a:rect l="0" t="0" r="0" b="0"/>
            <a:pathLst>
              <a:path w="439233" h="413676">
                <a:moveTo>
                  <a:pt x="0" y="17261"/>
                </a:moveTo>
                <a:lnTo>
                  <a:pt x="51155" y="4464"/>
                </a:lnTo>
                <a:lnTo>
                  <a:pt x="99664" y="0"/>
                </a:lnTo>
                <a:lnTo>
                  <a:pt x="145527" y="3869"/>
                </a:lnTo>
                <a:lnTo>
                  <a:pt x="188744" y="16071"/>
                </a:lnTo>
                <a:lnTo>
                  <a:pt x="229316" y="36606"/>
                </a:lnTo>
                <a:lnTo>
                  <a:pt x="267241" y="65474"/>
                </a:lnTo>
                <a:lnTo>
                  <a:pt x="302521" y="102676"/>
                </a:lnTo>
                <a:lnTo>
                  <a:pt x="335155" y="148210"/>
                </a:lnTo>
                <a:lnTo>
                  <a:pt x="365143" y="202077"/>
                </a:lnTo>
                <a:lnTo>
                  <a:pt x="392486" y="264277"/>
                </a:lnTo>
                <a:lnTo>
                  <a:pt x="417182" y="334810"/>
                </a:lnTo>
                <a:lnTo>
                  <a:pt x="439233" y="413676"/>
                </a:lnTo>
              </a:path>
            </a:pathLst>
          </a:custGeom>
          <a:noFill/>
          <a:ln w="5334">
            <a:solidFill>
              <a:srgbClr val="4B67CE">
                <a:alpha val="13000"/>
              </a:srgbClr>
            </a:solidFill>
            <a:prstDash val="solid"/>
          </a:ln>
        </p:spPr>
      </p:sp>
      <p:sp>
        <p:nvSpPr>
          <p:cNvPr id="54" name="knowledge-cross-edge">
            <a:extLst>
              <a:ext uri="{FF2B5EF4-FFF2-40B4-BE49-F238E27FC236}">
                <a16:creationId xmlns:a16="http://schemas.microsoft.com/office/drawing/2014/main" id="{ED15DBD4-191D-4896-B995-65F8EE24F085}"/>
              </a:ext>
            </a:extLst>
          </p:cNvPr>
          <p:cNvSpPr>
            <a:spLocks noGrp="1"/>
          </p:cNvSpPr>
          <p:nvPr/>
        </p:nvSpPr>
        <p:spPr>
          <a:xfrm>
            <a:off x="947618" y="6362832"/>
            <a:ext cx="340162" cy="292374"/>
          </a:xfrm>
          <a:custGeom>
            <a:avLst/>
            <a:gdLst/>
            <a:ahLst/>
            <a:cxnLst/>
            <a:rect l="0" t="0" r="0" b="0"/>
            <a:pathLst>
              <a:path w="340162" h="292374">
                <a:moveTo>
                  <a:pt x="0" y="292374"/>
                </a:moveTo>
                <a:lnTo>
                  <a:pt x="13795" y="251797"/>
                </a:lnTo>
                <a:lnTo>
                  <a:pt x="30235" y="214167"/>
                </a:lnTo>
                <a:lnTo>
                  <a:pt x="49322" y="179485"/>
                </a:lnTo>
                <a:lnTo>
                  <a:pt x="71054" y="147751"/>
                </a:lnTo>
                <a:lnTo>
                  <a:pt x="95432" y="118965"/>
                </a:lnTo>
                <a:lnTo>
                  <a:pt x="122456" y="93127"/>
                </a:lnTo>
                <a:lnTo>
                  <a:pt x="152126" y="70236"/>
                </a:lnTo>
                <a:lnTo>
                  <a:pt x="184441" y="50293"/>
                </a:lnTo>
                <a:lnTo>
                  <a:pt x="219403" y="33298"/>
                </a:lnTo>
                <a:lnTo>
                  <a:pt x="257010" y="19251"/>
                </a:lnTo>
                <a:lnTo>
                  <a:pt x="297263" y="8152"/>
                </a:lnTo>
                <a:lnTo>
                  <a:pt x="340162" y="0"/>
                </a:lnTo>
              </a:path>
            </a:pathLst>
          </a:custGeom>
          <a:noFill/>
          <a:ln w="4953">
            <a:solidFill>
              <a:srgbClr val="4B67CE">
                <a:alpha val="12000"/>
              </a:srgbClr>
            </a:solidFill>
            <a:prstDash val="solid"/>
          </a:ln>
        </p:spPr>
      </p:sp>
      <p:sp>
        <p:nvSpPr>
          <p:cNvPr id="55" name="knowledge-long-edge">
            <a:extLst>
              <a:ext uri="{FF2B5EF4-FFF2-40B4-BE49-F238E27FC236}">
                <a16:creationId xmlns:a16="http://schemas.microsoft.com/office/drawing/2014/main" id="{2AD05C07-4381-44BC-9F31-17059C41A5E7}"/>
              </a:ext>
            </a:extLst>
          </p:cNvPr>
          <p:cNvSpPr>
            <a:spLocks noGrp="1"/>
          </p:cNvSpPr>
          <p:nvPr/>
        </p:nvSpPr>
        <p:spPr>
          <a:xfrm>
            <a:off x="947618" y="6359477"/>
            <a:ext cx="1038991" cy="295728"/>
          </a:xfrm>
          <a:custGeom>
            <a:avLst/>
            <a:gdLst/>
            <a:ahLst/>
            <a:cxnLst/>
            <a:rect l="0" t="0" r="0" b="0"/>
            <a:pathLst>
              <a:path w="1038991" h="295728">
                <a:moveTo>
                  <a:pt x="0" y="295728"/>
                </a:moveTo>
                <a:lnTo>
                  <a:pt x="64937" y="230909"/>
                </a:lnTo>
                <a:lnTo>
                  <a:pt x="129874" y="174080"/>
                </a:lnTo>
                <a:lnTo>
                  <a:pt x="194811" y="125241"/>
                </a:lnTo>
                <a:lnTo>
                  <a:pt x="259748" y="84392"/>
                </a:lnTo>
                <a:lnTo>
                  <a:pt x="324685" y="51533"/>
                </a:lnTo>
                <a:lnTo>
                  <a:pt x="389622" y="26665"/>
                </a:lnTo>
                <a:lnTo>
                  <a:pt x="454559" y="9786"/>
                </a:lnTo>
                <a:lnTo>
                  <a:pt x="519496" y="898"/>
                </a:lnTo>
                <a:lnTo>
                  <a:pt x="584432" y="0"/>
                </a:lnTo>
                <a:lnTo>
                  <a:pt x="649369" y="7092"/>
                </a:lnTo>
                <a:lnTo>
                  <a:pt x="714306" y="22174"/>
                </a:lnTo>
                <a:lnTo>
                  <a:pt x="779243" y="45247"/>
                </a:lnTo>
                <a:lnTo>
                  <a:pt x="844180" y="76309"/>
                </a:lnTo>
                <a:lnTo>
                  <a:pt x="909117" y="115362"/>
                </a:lnTo>
                <a:lnTo>
                  <a:pt x="974054" y="162405"/>
                </a:lnTo>
                <a:lnTo>
                  <a:pt x="1038991" y="217438"/>
                </a:lnTo>
              </a:path>
            </a:pathLst>
          </a:custGeom>
          <a:noFill/>
          <a:ln w="4286">
            <a:solidFill>
              <a:srgbClr val="4B67CE">
                <a:alpha val="9000"/>
              </a:srgbClr>
            </a:solidFill>
            <a:prstDash val="solid"/>
          </a:ln>
        </p:spPr>
      </p:sp>
      <p:sp>
        <p:nvSpPr>
          <p:cNvPr id="56" name="knowledge-edge">
            <a:extLst>
              <a:ext uri="{FF2B5EF4-FFF2-40B4-BE49-F238E27FC236}">
                <a16:creationId xmlns:a16="http://schemas.microsoft.com/office/drawing/2014/main" id="{AE69E085-6F8E-4354-8D85-335605F47E98}"/>
              </a:ext>
            </a:extLst>
          </p:cNvPr>
          <p:cNvSpPr>
            <a:spLocks noGrp="1"/>
          </p:cNvSpPr>
          <p:nvPr/>
        </p:nvSpPr>
        <p:spPr>
          <a:xfrm>
            <a:off x="1102767" y="6993043"/>
            <a:ext cx="284083" cy="86128"/>
          </a:xfrm>
          <a:custGeom>
            <a:avLst/>
            <a:gdLst/>
            <a:ahLst/>
            <a:cxnLst/>
            <a:rect l="0" t="0" r="0" b="0"/>
            <a:pathLst>
              <a:path w="284083" h="86128">
                <a:moveTo>
                  <a:pt x="0" y="0"/>
                </a:moveTo>
                <a:lnTo>
                  <a:pt x="20292" y="18187"/>
                </a:lnTo>
                <a:lnTo>
                  <a:pt x="40583" y="34219"/>
                </a:lnTo>
                <a:lnTo>
                  <a:pt x="60875" y="48097"/>
                </a:lnTo>
                <a:lnTo>
                  <a:pt x="81167" y="59822"/>
                </a:lnTo>
                <a:lnTo>
                  <a:pt x="101458" y="69391"/>
                </a:lnTo>
                <a:lnTo>
                  <a:pt x="121750" y="76807"/>
                </a:lnTo>
                <a:lnTo>
                  <a:pt x="142042" y="82068"/>
                </a:lnTo>
                <a:lnTo>
                  <a:pt x="162333" y="85175"/>
                </a:lnTo>
                <a:lnTo>
                  <a:pt x="182625" y="86128"/>
                </a:lnTo>
                <a:lnTo>
                  <a:pt x="202916" y="84926"/>
                </a:lnTo>
                <a:lnTo>
                  <a:pt x="223208" y="81571"/>
                </a:lnTo>
                <a:lnTo>
                  <a:pt x="243500" y="76061"/>
                </a:lnTo>
                <a:lnTo>
                  <a:pt x="263791" y="68396"/>
                </a:lnTo>
                <a:lnTo>
                  <a:pt x="284083" y="58578"/>
                </a:lnTo>
              </a:path>
            </a:pathLst>
          </a:custGeom>
          <a:noFill/>
          <a:ln w="6477">
            <a:solidFill>
              <a:srgbClr val="4B67CE">
                <a:alpha val="17000"/>
              </a:srgbClr>
            </a:solidFill>
            <a:prstDash val="solid"/>
          </a:ln>
        </p:spPr>
      </p:sp>
      <p:sp>
        <p:nvSpPr>
          <p:cNvPr id="57" name="knowledge-edge">
            <a:extLst>
              <a:ext uri="{FF2B5EF4-FFF2-40B4-BE49-F238E27FC236}">
                <a16:creationId xmlns:a16="http://schemas.microsoft.com/office/drawing/2014/main" id="{954FA64A-B436-4AC1-BA50-2FDA43A848B8}"/>
              </a:ext>
            </a:extLst>
          </p:cNvPr>
          <p:cNvSpPr>
            <a:spLocks noGrp="1"/>
          </p:cNvSpPr>
          <p:nvPr/>
        </p:nvSpPr>
        <p:spPr>
          <a:xfrm>
            <a:off x="1332415" y="5979729"/>
            <a:ext cx="556584" cy="30039"/>
          </a:xfrm>
          <a:custGeom>
            <a:avLst/>
            <a:gdLst/>
            <a:ahLst/>
            <a:cxnLst/>
            <a:rect l="0" t="0" r="0" b="0"/>
            <a:pathLst>
              <a:path w="556584" h="30039">
                <a:moveTo>
                  <a:pt x="0" y="30039"/>
                </a:moveTo>
                <a:lnTo>
                  <a:pt x="39756" y="23758"/>
                </a:lnTo>
                <a:lnTo>
                  <a:pt x="79512" y="18213"/>
                </a:lnTo>
                <a:lnTo>
                  <a:pt x="119268" y="13404"/>
                </a:lnTo>
                <a:lnTo>
                  <a:pt x="159024" y="9330"/>
                </a:lnTo>
                <a:lnTo>
                  <a:pt x="198780" y="5992"/>
                </a:lnTo>
                <a:lnTo>
                  <a:pt x="238536" y="3390"/>
                </a:lnTo>
                <a:lnTo>
                  <a:pt x="278292" y="1524"/>
                </a:lnTo>
                <a:lnTo>
                  <a:pt x="318048" y="394"/>
                </a:lnTo>
                <a:lnTo>
                  <a:pt x="357804" y="0"/>
                </a:lnTo>
                <a:lnTo>
                  <a:pt x="397560" y="342"/>
                </a:lnTo>
                <a:lnTo>
                  <a:pt x="437316" y="1419"/>
                </a:lnTo>
                <a:lnTo>
                  <a:pt x="477072" y="3232"/>
                </a:lnTo>
                <a:lnTo>
                  <a:pt x="516828" y="5782"/>
                </a:lnTo>
                <a:lnTo>
                  <a:pt x="556584" y="9067"/>
                </a:lnTo>
              </a:path>
            </a:pathLst>
          </a:custGeom>
          <a:noFill/>
          <a:ln w="6477">
            <a:solidFill>
              <a:srgbClr val="4E5EC1">
                <a:alpha val="17000"/>
              </a:srgbClr>
            </a:solidFill>
            <a:prstDash val="solid"/>
          </a:ln>
        </p:spPr>
      </p:sp>
      <p:sp>
        <p:nvSpPr>
          <p:cNvPr id="58" name="knowledge-cross-edge">
            <a:extLst>
              <a:ext uri="{FF2B5EF4-FFF2-40B4-BE49-F238E27FC236}">
                <a16:creationId xmlns:a16="http://schemas.microsoft.com/office/drawing/2014/main" id="{E3617639-9D9A-4310-B000-13A3D61746A9}"/>
              </a:ext>
            </a:extLst>
          </p:cNvPr>
          <p:cNvSpPr>
            <a:spLocks noGrp="1"/>
          </p:cNvSpPr>
          <p:nvPr/>
        </p:nvSpPr>
        <p:spPr>
          <a:xfrm>
            <a:off x="1332415" y="5995603"/>
            <a:ext cx="370795" cy="135065"/>
          </a:xfrm>
          <a:custGeom>
            <a:avLst/>
            <a:gdLst/>
            <a:ahLst/>
            <a:cxnLst/>
            <a:rect l="0" t="0" r="0" b="0"/>
            <a:pathLst>
              <a:path w="370795" h="135065">
                <a:moveTo>
                  <a:pt x="0" y="14166"/>
                </a:moveTo>
                <a:lnTo>
                  <a:pt x="45452" y="6156"/>
                </a:lnTo>
                <a:lnTo>
                  <a:pt x="88257" y="1434"/>
                </a:lnTo>
                <a:lnTo>
                  <a:pt x="128417" y="0"/>
                </a:lnTo>
                <a:lnTo>
                  <a:pt x="165932" y="1854"/>
                </a:lnTo>
                <a:lnTo>
                  <a:pt x="200800" y="6997"/>
                </a:lnTo>
                <a:lnTo>
                  <a:pt x="233022" y="15428"/>
                </a:lnTo>
                <a:lnTo>
                  <a:pt x="262599" y="27147"/>
                </a:lnTo>
                <a:lnTo>
                  <a:pt x="289530" y="42154"/>
                </a:lnTo>
                <a:lnTo>
                  <a:pt x="313815" y="60450"/>
                </a:lnTo>
                <a:lnTo>
                  <a:pt x="335454" y="82033"/>
                </a:lnTo>
                <a:lnTo>
                  <a:pt x="354447" y="106905"/>
                </a:lnTo>
                <a:lnTo>
                  <a:pt x="370795" y="135065"/>
                </a:lnTo>
              </a:path>
            </a:pathLst>
          </a:custGeom>
          <a:noFill/>
          <a:ln w="5334">
            <a:solidFill>
              <a:srgbClr val="4E5EC1">
                <a:alpha val="13000"/>
              </a:srgbClr>
            </a:solidFill>
            <a:prstDash val="solid"/>
          </a:ln>
        </p:spPr>
      </p:sp>
      <p:sp>
        <p:nvSpPr>
          <p:cNvPr id="59" name="knowledge-edge">
            <a:extLst>
              <a:ext uri="{FF2B5EF4-FFF2-40B4-BE49-F238E27FC236}">
                <a16:creationId xmlns:a16="http://schemas.microsoft.com/office/drawing/2014/main" id="{7394A358-6478-452D-B93A-8937122D4F4A}"/>
              </a:ext>
            </a:extLst>
          </p:cNvPr>
          <p:cNvSpPr>
            <a:spLocks noGrp="1"/>
          </p:cNvSpPr>
          <p:nvPr/>
        </p:nvSpPr>
        <p:spPr>
          <a:xfrm>
            <a:off x="1533243" y="6130668"/>
            <a:ext cx="169967" cy="108097"/>
          </a:xfrm>
          <a:custGeom>
            <a:avLst/>
            <a:gdLst/>
            <a:ahLst/>
            <a:cxnLst/>
            <a:rect l="0" t="0" r="0" b="0"/>
            <a:pathLst>
              <a:path w="169967" h="108097">
                <a:moveTo>
                  <a:pt x="0" y="60478"/>
                </a:moveTo>
                <a:lnTo>
                  <a:pt x="12140" y="76075"/>
                </a:lnTo>
                <a:lnTo>
                  <a:pt x="24281" y="88607"/>
                </a:lnTo>
                <a:lnTo>
                  <a:pt x="36421" y="98076"/>
                </a:lnTo>
                <a:lnTo>
                  <a:pt x="48562" y="104481"/>
                </a:lnTo>
                <a:lnTo>
                  <a:pt x="60702" y="107821"/>
                </a:lnTo>
                <a:lnTo>
                  <a:pt x="72843" y="108097"/>
                </a:lnTo>
                <a:lnTo>
                  <a:pt x="84983" y="105310"/>
                </a:lnTo>
                <a:lnTo>
                  <a:pt x="97124" y="99458"/>
                </a:lnTo>
                <a:lnTo>
                  <a:pt x="109264" y="90542"/>
                </a:lnTo>
                <a:lnTo>
                  <a:pt x="121405" y="78562"/>
                </a:lnTo>
                <a:lnTo>
                  <a:pt x="133545" y="63517"/>
                </a:lnTo>
                <a:lnTo>
                  <a:pt x="145686" y="45409"/>
                </a:lnTo>
                <a:lnTo>
                  <a:pt x="157826" y="24237"/>
                </a:lnTo>
                <a:lnTo>
                  <a:pt x="169967" y="0"/>
                </a:lnTo>
              </a:path>
            </a:pathLst>
          </a:custGeom>
          <a:noFill/>
          <a:ln w="6477">
            <a:solidFill>
              <a:srgbClr val="4E5EC1">
                <a:alpha val="17000"/>
              </a:srgbClr>
            </a:solidFill>
            <a:prstDash val="solid"/>
          </a:ln>
        </p:spPr>
      </p:sp>
      <p:sp>
        <p:nvSpPr>
          <p:cNvPr id="60" name="knowledge-cross-edge">
            <a:extLst>
              <a:ext uri="{FF2B5EF4-FFF2-40B4-BE49-F238E27FC236}">
                <a16:creationId xmlns:a16="http://schemas.microsoft.com/office/drawing/2014/main" id="{DD057CED-2CA4-4FE3-B9A0-D851AF2B8DA7}"/>
              </a:ext>
            </a:extLst>
          </p:cNvPr>
          <p:cNvSpPr>
            <a:spLocks noGrp="1"/>
          </p:cNvSpPr>
          <p:nvPr/>
        </p:nvSpPr>
        <p:spPr>
          <a:xfrm>
            <a:off x="1533243" y="6170867"/>
            <a:ext cx="262385" cy="76479"/>
          </a:xfrm>
          <a:custGeom>
            <a:avLst/>
            <a:gdLst/>
            <a:ahLst/>
            <a:cxnLst/>
            <a:rect l="0" t="0" r="0" b="0"/>
            <a:pathLst>
              <a:path w="262385" h="76479">
                <a:moveTo>
                  <a:pt x="0" y="20279"/>
                </a:moveTo>
                <a:lnTo>
                  <a:pt x="36417" y="11552"/>
                </a:lnTo>
                <a:lnTo>
                  <a:pt x="70189" y="5263"/>
                </a:lnTo>
                <a:lnTo>
                  <a:pt x="101315" y="1412"/>
                </a:lnTo>
                <a:lnTo>
                  <a:pt x="129795" y="0"/>
                </a:lnTo>
                <a:lnTo>
                  <a:pt x="155629" y="1026"/>
                </a:lnTo>
                <a:lnTo>
                  <a:pt x="178817" y="4490"/>
                </a:lnTo>
                <a:lnTo>
                  <a:pt x="199360" y="10393"/>
                </a:lnTo>
                <a:lnTo>
                  <a:pt x="217256" y="18733"/>
                </a:lnTo>
                <a:lnTo>
                  <a:pt x="232507" y="29512"/>
                </a:lnTo>
                <a:lnTo>
                  <a:pt x="245112" y="42730"/>
                </a:lnTo>
                <a:lnTo>
                  <a:pt x="255071" y="58385"/>
                </a:lnTo>
                <a:lnTo>
                  <a:pt x="262385" y="76479"/>
                </a:lnTo>
              </a:path>
            </a:pathLst>
          </a:custGeom>
          <a:noFill/>
          <a:ln w="5334">
            <a:solidFill>
              <a:srgbClr val="4E5EC1">
                <a:alpha val="13000"/>
              </a:srgbClr>
            </a:solidFill>
            <a:prstDash val="solid"/>
          </a:ln>
        </p:spPr>
      </p:sp>
      <p:sp>
        <p:nvSpPr>
          <p:cNvPr id="61" name="knowledge-edge">
            <a:extLst>
              <a:ext uri="{FF2B5EF4-FFF2-40B4-BE49-F238E27FC236}">
                <a16:creationId xmlns:a16="http://schemas.microsoft.com/office/drawing/2014/main" id="{CB37241F-0ECB-499D-A336-571D9FAA8411}"/>
              </a:ext>
            </a:extLst>
          </p:cNvPr>
          <p:cNvSpPr>
            <a:spLocks noGrp="1"/>
          </p:cNvSpPr>
          <p:nvPr/>
        </p:nvSpPr>
        <p:spPr>
          <a:xfrm>
            <a:off x="1495298" y="6210961"/>
            <a:ext cx="300330" cy="75029"/>
          </a:xfrm>
          <a:custGeom>
            <a:avLst/>
            <a:gdLst/>
            <a:ahLst/>
            <a:cxnLst/>
            <a:rect l="0" t="0" r="0" b="0"/>
            <a:pathLst>
              <a:path w="300330" h="75029">
                <a:moveTo>
                  <a:pt x="0" y="0"/>
                </a:moveTo>
                <a:lnTo>
                  <a:pt x="21452" y="17288"/>
                </a:lnTo>
                <a:lnTo>
                  <a:pt x="42904" y="32317"/>
                </a:lnTo>
                <a:lnTo>
                  <a:pt x="64356" y="45085"/>
                </a:lnTo>
                <a:lnTo>
                  <a:pt x="85809" y="55594"/>
                </a:lnTo>
                <a:lnTo>
                  <a:pt x="107261" y="63842"/>
                </a:lnTo>
                <a:lnTo>
                  <a:pt x="128713" y="69831"/>
                </a:lnTo>
                <a:lnTo>
                  <a:pt x="150165" y="73560"/>
                </a:lnTo>
                <a:lnTo>
                  <a:pt x="171617" y="75029"/>
                </a:lnTo>
                <a:lnTo>
                  <a:pt x="193069" y="74238"/>
                </a:lnTo>
                <a:lnTo>
                  <a:pt x="214521" y="71187"/>
                </a:lnTo>
                <a:lnTo>
                  <a:pt x="235974" y="65877"/>
                </a:lnTo>
                <a:lnTo>
                  <a:pt x="257426" y="58306"/>
                </a:lnTo>
                <a:lnTo>
                  <a:pt x="278878" y="48476"/>
                </a:lnTo>
                <a:lnTo>
                  <a:pt x="300330" y="36385"/>
                </a:lnTo>
              </a:path>
            </a:pathLst>
          </a:custGeom>
          <a:noFill/>
          <a:ln w="6477">
            <a:solidFill>
              <a:srgbClr val="4E5EC1">
                <a:alpha val="17000"/>
              </a:srgbClr>
            </a:solidFill>
            <a:prstDash val="solid"/>
          </a:ln>
        </p:spPr>
      </p:sp>
      <p:sp>
        <p:nvSpPr>
          <p:cNvPr id="62" name="knowledge-edge">
            <a:extLst>
              <a:ext uri="{FF2B5EF4-FFF2-40B4-BE49-F238E27FC236}">
                <a16:creationId xmlns:a16="http://schemas.microsoft.com/office/drawing/2014/main" id="{1AAF9CDB-B9AB-4ACC-AA66-EAB83F59B8BD}"/>
              </a:ext>
            </a:extLst>
          </p:cNvPr>
          <p:cNvSpPr>
            <a:spLocks noGrp="1"/>
          </p:cNvSpPr>
          <p:nvPr/>
        </p:nvSpPr>
        <p:spPr>
          <a:xfrm>
            <a:off x="1455386" y="6160308"/>
            <a:ext cx="242871" cy="88075"/>
          </a:xfrm>
          <a:custGeom>
            <a:avLst/>
            <a:gdLst/>
            <a:ahLst/>
            <a:cxnLst/>
            <a:rect l="0" t="0" r="0" b="0"/>
            <a:pathLst>
              <a:path w="242871" h="88075">
                <a:moveTo>
                  <a:pt x="0" y="88075"/>
                </a:moveTo>
                <a:lnTo>
                  <a:pt x="17348" y="67926"/>
                </a:lnTo>
                <a:lnTo>
                  <a:pt x="34696" y="50388"/>
                </a:lnTo>
                <a:lnTo>
                  <a:pt x="52044" y="35461"/>
                </a:lnTo>
                <a:lnTo>
                  <a:pt x="69392" y="23146"/>
                </a:lnTo>
                <a:lnTo>
                  <a:pt x="86740" y="13442"/>
                </a:lnTo>
                <a:lnTo>
                  <a:pt x="104087" y="6350"/>
                </a:lnTo>
                <a:lnTo>
                  <a:pt x="121435" y="1869"/>
                </a:lnTo>
                <a:lnTo>
                  <a:pt x="138783" y="0"/>
                </a:lnTo>
                <a:lnTo>
                  <a:pt x="156131" y="742"/>
                </a:lnTo>
                <a:lnTo>
                  <a:pt x="173479" y="4096"/>
                </a:lnTo>
                <a:lnTo>
                  <a:pt x="190827" y="10061"/>
                </a:lnTo>
                <a:lnTo>
                  <a:pt x="208175" y="18638"/>
                </a:lnTo>
                <a:lnTo>
                  <a:pt x="225523" y="29826"/>
                </a:lnTo>
                <a:lnTo>
                  <a:pt x="242871" y="43626"/>
                </a:lnTo>
              </a:path>
            </a:pathLst>
          </a:custGeom>
          <a:noFill/>
          <a:ln w="6477">
            <a:solidFill>
              <a:srgbClr val="4E5EC1">
                <a:alpha val="17000"/>
              </a:srgbClr>
            </a:solidFill>
            <a:prstDash val="solid"/>
          </a:ln>
        </p:spPr>
      </p:sp>
      <p:sp>
        <p:nvSpPr>
          <p:cNvPr id="63" name="knowledge-edge">
            <a:extLst>
              <a:ext uri="{FF2B5EF4-FFF2-40B4-BE49-F238E27FC236}">
                <a16:creationId xmlns:a16="http://schemas.microsoft.com/office/drawing/2014/main" id="{7E2FFD2D-4945-4674-BA90-4CA5FC4BB722}"/>
              </a:ext>
            </a:extLst>
          </p:cNvPr>
          <p:cNvSpPr>
            <a:spLocks noGrp="1"/>
          </p:cNvSpPr>
          <p:nvPr/>
        </p:nvSpPr>
        <p:spPr>
          <a:xfrm>
            <a:off x="1287779" y="6362832"/>
            <a:ext cx="698829" cy="214084"/>
          </a:xfrm>
          <a:custGeom>
            <a:avLst/>
            <a:gdLst/>
            <a:ahLst/>
            <a:cxnLst/>
            <a:rect l="0" t="0" r="0" b="0"/>
            <a:pathLst>
              <a:path w="698829" h="214084">
                <a:moveTo>
                  <a:pt x="0" y="0"/>
                </a:moveTo>
                <a:lnTo>
                  <a:pt x="49916" y="27768"/>
                </a:lnTo>
                <a:lnTo>
                  <a:pt x="99833" y="53616"/>
                </a:lnTo>
                <a:lnTo>
                  <a:pt x="149749" y="77545"/>
                </a:lnTo>
                <a:lnTo>
                  <a:pt x="199665" y="99555"/>
                </a:lnTo>
                <a:lnTo>
                  <a:pt x="249582" y="119645"/>
                </a:lnTo>
                <a:lnTo>
                  <a:pt x="299498" y="137816"/>
                </a:lnTo>
                <a:lnTo>
                  <a:pt x="349415" y="154067"/>
                </a:lnTo>
                <a:lnTo>
                  <a:pt x="399331" y="168399"/>
                </a:lnTo>
                <a:lnTo>
                  <a:pt x="449247" y="180812"/>
                </a:lnTo>
                <a:lnTo>
                  <a:pt x="499164" y="191305"/>
                </a:lnTo>
                <a:lnTo>
                  <a:pt x="549080" y="199879"/>
                </a:lnTo>
                <a:lnTo>
                  <a:pt x="598996" y="206533"/>
                </a:lnTo>
                <a:lnTo>
                  <a:pt x="648913" y="211268"/>
                </a:lnTo>
                <a:lnTo>
                  <a:pt x="698829" y="214084"/>
                </a:lnTo>
              </a:path>
            </a:pathLst>
          </a:custGeom>
          <a:noFill/>
          <a:ln w="6477">
            <a:solidFill>
              <a:srgbClr val="4E5EC1">
                <a:alpha val="17000"/>
              </a:srgbClr>
            </a:solidFill>
            <a:prstDash val="solid"/>
          </a:ln>
        </p:spPr>
      </p:sp>
      <p:sp>
        <p:nvSpPr>
          <p:cNvPr id="64" name="knowledge-cross-edge">
            <a:extLst>
              <a:ext uri="{FF2B5EF4-FFF2-40B4-BE49-F238E27FC236}">
                <a16:creationId xmlns:a16="http://schemas.microsoft.com/office/drawing/2014/main" id="{26B790C7-B81C-4115-B383-D5006FFA5518}"/>
              </a:ext>
            </a:extLst>
          </p:cNvPr>
          <p:cNvSpPr>
            <a:spLocks noGrp="1"/>
          </p:cNvSpPr>
          <p:nvPr/>
        </p:nvSpPr>
        <p:spPr>
          <a:xfrm>
            <a:off x="1287779" y="6344644"/>
            <a:ext cx="475478" cy="558076"/>
          </a:xfrm>
          <a:custGeom>
            <a:avLst/>
            <a:gdLst/>
            <a:ahLst/>
            <a:cxnLst/>
            <a:rect l="0" t="0" r="0" b="0"/>
            <a:pathLst>
              <a:path w="475478" h="558076">
                <a:moveTo>
                  <a:pt x="0" y="18188"/>
                </a:moveTo>
                <a:lnTo>
                  <a:pt x="54175" y="3686"/>
                </a:lnTo>
                <a:lnTo>
                  <a:pt x="105705" y="0"/>
                </a:lnTo>
                <a:lnTo>
                  <a:pt x="154588" y="7131"/>
                </a:lnTo>
                <a:lnTo>
                  <a:pt x="200826" y="25080"/>
                </a:lnTo>
                <a:lnTo>
                  <a:pt x="244418" y="53845"/>
                </a:lnTo>
                <a:lnTo>
                  <a:pt x="285364" y="93427"/>
                </a:lnTo>
                <a:lnTo>
                  <a:pt x="323664" y="143826"/>
                </a:lnTo>
                <a:lnTo>
                  <a:pt x="359318" y="205042"/>
                </a:lnTo>
                <a:lnTo>
                  <a:pt x="392327" y="277075"/>
                </a:lnTo>
                <a:lnTo>
                  <a:pt x="422690" y="359925"/>
                </a:lnTo>
                <a:lnTo>
                  <a:pt x="450407" y="453592"/>
                </a:lnTo>
                <a:lnTo>
                  <a:pt x="475478" y="558076"/>
                </a:lnTo>
              </a:path>
            </a:pathLst>
          </a:custGeom>
          <a:noFill/>
          <a:ln w="5334">
            <a:solidFill>
              <a:srgbClr val="4E5EC1">
                <a:alpha val="13000"/>
              </a:srgbClr>
            </a:solidFill>
            <a:prstDash val="solid"/>
          </a:ln>
        </p:spPr>
      </p:sp>
      <p:sp>
        <p:nvSpPr>
          <p:cNvPr id="65" name="knowledge-long-edge">
            <a:extLst>
              <a:ext uri="{FF2B5EF4-FFF2-40B4-BE49-F238E27FC236}">
                <a16:creationId xmlns:a16="http://schemas.microsoft.com/office/drawing/2014/main" id="{8DC9B9CF-F1E5-4A7F-84A7-58554E640ADC}"/>
              </a:ext>
            </a:extLst>
          </p:cNvPr>
          <p:cNvSpPr>
            <a:spLocks noGrp="1"/>
          </p:cNvSpPr>
          <p:nvPr/>
        </p:nvSpPr>
        <p:spPr>
          <a:xfrm>
            <a:off x="1287779" y="6077085"/>
            <a:ext cx="852696" cy="285747"/>
          </a:xfrm>
          <a:custGeom>
            <a:avLst/>
            <a:gdLst/>
            <a:ahLst/>
            <a:cxnLst/>
            <a:rect l="0" t="0" r="0" b="0"/>
            <a:pathLst>
              <a:path w="852696" h="285747">
                <a:moveTo>
                  <a:pt x="0" y="285747"/>
                </a:moveTo>
                <a:lnTo>
                  <a:pt x="53293" y="223840"/>
                </a:lnTo>
                <a:lnTo>
                  <a:pt x="106587" y="169473"/>
                </a:lnTo>
                <a:lnTo>
                  <a:pt x="159880" y="122644"/>
                </a:lnTo>
                <a:lnTo>
                  <a:pt x="213174" y="83355"/>
                </a:lnTo>
                <a:lnTo>
                  <a:pt x="266467" y="51606"/>
                </a:lnTo>
                <a:lnTo>
                  <a:pt x="319761" y="27395"/>
                </a:lnTo>
                <a:lnTo>
                  <a:pt x="373054" y="10724"/>
                </a:lnTo>
                <a:lnTo>
                  <a:pt x="426348" y="1592"/>
                </a:lnTo>
                <a:lnTo>
                  <a:pt x="479641" y="0"/>
                </a:lnTo>
                <a:lnTo>
                  <a:pt x="532935" y="5947"/>
                </a:lnTo>
                <a:lnTo>
                  <a:pt x="586228" y="19433"/>
                </a:lnTo>
                <a:lnTo>
                  <a:pt x="639522" y="40458"/>
                </a:lnTo>
                <a:lnTo>
                  <a:pt x="692815" y="69023"/>
                </a:lnTo>
                <a:lnTo>
                  <a:pt x="746109" y="105127"/>
                </a:lnTo>
                <a:lnTo>
                  <a:pt x="799402" y="148771"/>
                </a:lnTo>
                <a:lnTo>
                  <a:pt x="852696" y="199953"/>
                </a:lnTo>
              </a:path>
            </a:pathLst>
          </a:custGeom>
          <a:noFill/>
          <a:ln w="4286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66" name="knowledge-edge">
            <a:extLst>
              <a:ext uri="{FF2B5EF4-FFF2-40B4-BE49-F238E27FC236}">
                <a16:creationId xmlns:a16="http://schemas.microsoft.com/office/drawing/2014/main" id="{489F81B6-9056-46AD-AD5C-8EBE61C57EF3}"/>
              </a:ext>
            </a:extLst>
          </p:cNvPr>
          <p:cNvSpPr>
            <a:spLocks noGrp="1"/>
          </p:cNvSpPr>
          <p:nvPr/>
        </p:nvSpPr>
        <p:spPr>
          <a:xfrm>
            <a:off x="1358727" y="6897238"/>
            <a:ext cx="404530" cy="46235"/>
          </a:xfrm>
          <a:custGeom>
            <a:avLst/>
            <a:gdLst/>
            <a:ahLst/>
            <a:cxnLst/>
            <a:rect l="0" t="0" r="0" b="0"/>
            <a:pathLst>
              <a:path w="404530" h="46235">
                <a:moveTo>
                  <a:pt x="0" y="0"/>
                </a:moveTo>
                <a:lnTo>
                  <a:pt x="28895" y="11931"/>
                </a:lnTo>
                <a:lnTo>
                  <a:pt x="57790" y="22087"/>
                </a:lnTo>
                <a:lnTo>
                  <a:pt x="86685" y="30467"/>
                </a:lnTo>
                <a:lnTo>
                  <a:pt x="115580" y="37072"/>
                </a:lnTo>
                <a:lnTo>
                  <a:pt x="144475" y="41902"/>
                </a:lnTo>
                <a:lnTo>
                  <a:pt x="173370" y="44956"/>
                </a:lnTo>
                <a:lnTo>
                  <a:pt x="202265" y="46235"/>
                </a:lnTo>
                <a:lnTo>
                  <a:pt x="231160" y="45739"/>
                </a:lnTo>
                <a:lnTo>
                  <a:pt x="260055" y="43468"/>
                </a:lnTo>
                <a:lnTo>
                  <a:pt x="288950" y="39421"/>
                </a:lnTo>
                <a:lnTo>
                  <a:pt x="317845" y="33599"/>
                </a:lnTo>
                <a:lnTo>
                  <a:pt x="346740" y="26002"/>
                </a:lnTo>
                <a:lnTo>
                  <a:pt x="375635" y="16629"/>
                </a:lnTo>
                <a:lnTo>
                  <a:pt x="404530" y="5481"/>
                </a:lnTo>
              </a:path>
            </a:pathLst>
          </a:custGeom>
          <a:noFill/>
          <a:ln w="6477">
            <a:solidFill>
              <a:srgbClr val="4E5EC1">
                <a:alpha val="17000"/>
              </a:srgbClr>
            </a:solidFill>
            <a:prstDash val="solid"/>
          </a:ln>
        </p:spPr>
      </p:sp>
      <p:sp>
        <p:nvSpPr>
          <p:cNvPr id="67" name="knowledge-long-edge">
            <a:extLst>
              <a:ext uri="{FF2B5EF4-FFF2-40B4-BE49-F238E27FC236}">
                <a16:creationId xmlns:a16="http://schemas.microsoft.com/office/drawing/2014/main" id="{D380C18F-45D2-45FF-B832-2637FDF74E3F}"/>
              </a:ext>
            </a:extLst>
          </p:cNvPr>
          <p:cNvSpPr>
            <a:spLocks noGrp="1"/>
          </p:cNvSpPr>
          <p:nvPr/>
        </p:nvSpPr>
        <p:spPr>
          <a:xfrm>
            <a:off x="1358727" y="6744548"/>
            <a:ext cx="747263" cy="466838"/>
          </a:xfrm>
          <a:custGeom>
            <a:avLst/>
            <a:gdLst/>
            <a:ahLst/>
            <a:cxnLst/>
            <a:rect l="0" t="0" r="0" b="0"/>
            <a:pathLst>
              <a:path w="747263" h="466838">
                <a:moveTo>
                  <a:pt x="0" y="152691"/>
                </a:moveTo>
                <a:lnTo>
                  <a:pt x="46704" y="104701"/>
                </a:lnTo>
                <a:lnTo>
                  <a:pt x="93408" y="65728"/>
                </a:lnTo>
                <a:lnTo>
                  <a:pt x="140112" y="35771"/>
                </a:lnTo>
                <a:lnTo>
                  <a:pt x="186816" y="14831"/>
                </a:lnTo>
                <a:lnTo>
                  <a:pt x="233520" y="2907"/>
                </a:lnTo>
                <a:lnTo>
                  <a:pt x="280224" y="0"/>
                </a:lnTo>
                <a:lnTo>
                  <a:pt x="326928" y="6109"/>
                </a:lnTo>
                <a:lnTo>
                  <a:pt x="373632" y="21235"/>
                </a:lnTo>
                <a:lnTo>
                  <a:pt x="420336" y="45378"/>
                </a:lnTo>
                <a:lnTo>
                  <a:pt x="467040" y="78537"/>
                </a:lnTo>
                <a:lnTo>
                  <a:pt x="513744" y="120712"/>
                </a:lnTo>
                <a:lnTo>
                  <a:pt x="560447" y="171904"/>
                </a:lnTo>
                <a:lnTo>
                  <a:pt x="607151" y="232113"/>
                </a:lnTo>
                <a:lnTo>
                  <a:pt x="653855" y="301338"/>
                </a:lnTo>
                <a:lnTo>
                  <a:pt x="700559" y="379579"/>
                </a:lnTo>
                <a:lnTo>
                  <a:pt x="747263" y="466838"/>
                </a:lnTo>
              </a:path>
            </a:pathLst>
          </a:custGeom>
          <a:noFill/>
          <a:ln w="4286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68" name="knowledge-edge">
            <a:extLst>
              <a:ext uri="{FF2B5EF4-FFF2-40B4-BE49-F238E27FC236}">
                <a16:creationId xmlns:a16="http://schemas.microsoft.com/office/drawing/2014/main" id="{1D3C170E-8F10-4ACE-BC5B-2754D3098428}"/>
              </a:ext>
            </a:extLst>
          </p:cNvPr>
          <p:cNvSpPr>
            <a:spLocks noGrp="1"/>
          </p:cNvSpPr>
          <p:nvPr/>
        </p:nvSpPr>
        <p:spPr>
          <a:xfrm>
            <a:off x="1386850" y="7051621"/>
            <a:ext cx="460640" cy="265709"/>
          </a:xfrm>
          <a:custGeom>
            <a:avLst/>
            <a:gdLst/>
            <a:ahLst/>
            <a:cxnLst/>
            <a:rect l="0" t="0" r="0" b="0"/>
            <a:pathLst>
              <a:path w="460640" h="265709">
                <a:moveTo>
                  <a:pt x="0" y="0"/>
                </a:moveTo>
                <a:lnTo>
                  <a:pt x="32903" y="32255"/>
                </a:lnTo>
                <a:lnTo>
                  <a:pt x="65806" y="62468"/>
                </a:lnTo>
                <a:lnTo>
                  <a:pt x="98709" y="90638"/>
                </a:lnTo>
                <a:lnTo>
                  <a:pt x="131611" y="116766"/>
                </a:lnTo>
                <a:lnTo>
                  <a:pt x="164514" y="140852"/>
                </a:lnTo>
                <a:lnTo>
                  <a:pt x="197417" y="162894"/>
                </a:lnTo>
                <a:lnTo>
                  <a:pt x="230320" y="182895"/>
                </a:lnTo>
                <a:lnTo>
                  <a:pt x="263223" y="200853"/>
                </a:lnTo>
                <a:lnTo>
                  <a:pt x="296126" y="216768"/>
                </a:lnTo>
                <a:lnTo>
                  <a:pt x="329028" y="230641"/>
                </a:lnTo>
                <a:lnTo>
                  <a:pt x="361931" y="242472"/>
                </a:lnTo>
                <a:lnTo>
                  <a:pt x="394834" y="252260"/>
                </a:lnTo>
                <a:lnTo>
                  <a:pt x="427737" y="260006"/>
                </a:lnTo>
                <a:lnTo>
                  <a:pt x="460640" y="265709"/>
                </a:lnTo>
              </a:path>
            </a:pathLst>
          </a:custGeom>
          <a:noFill/>
          <a:ln w="6477">
            <a:solidFill>
              <a:srgbClr val="4E5EC1">
                <a:alpha val="17000"/>
              </a:srgbClr>
            </a:solidFill>
            <a:prstDash val="solid"/>
          </a:ln>
        </p:spPr>
      </p:sp>
      <p:sp>
        <p:nvSpPr>
          <p:cNvPr id="69" name="knowledge-edge">
            <a:extLst>
              <a:ext uri="{FF2B5EF4-FFF2-40B4-BE49-F238E27FC236}">
                <a16:creationId xmlns:a16="http://schemas.microsoft.com/office/drawing/2014/main" id="{BBB88ABE-2B45-4D04-8DF2-72FE7364AB64}"/>
              </a:ext>
            </a:extLst>
          </p:cNvPr>
          <p:cNvSpPr>
            <a:spLocks noGrp="1"/>
          </p:cNvSpPr>
          <p:nvPr/>
        </p:nvSpPr>
        <p:spPr>
          <a:xfrm>
            <a:off x="1888999" y="5985213"/>
            <a:ext cx="234609" cy="138311"/>
          </a:xfrm>
          <a:custGeom>
            <a:avLst/>
            <a:gdLst/>
            <a:ahLst/>
            <a:cxnLst/>
            <a:rect l="0" t="0" r="0" b="0"/>
            <a:pathLst>
              <a:path w="234609" h="138311">
                <a:moveTo>
                  <a:pt x="0" y="3583"/>
                </a:moveTo>
                <a:lnTo>
                  <a:pt x="16758" y="840"/>
                </a:lnTo>
                <a:lnTo>
                  <a:pt x="33516" y="0"/>
                </a:lnTo>
                <a:lnTo>
                  <a:pt x="50273" y="1062"/>
                </a:lnTo>
                <a:lnTo>
                  <a:pt x="67031" y="4027"/>
                </a:lnTo>
                <a:lnTo>
                  <a:pt x="83789" y="8895"/>
                </a:lnTo>
                <a:lnTo>
                  <a:pt x="100547" y="15664"/>
                </a:lnTo>
                <a:lnTo>
                  <a:pt x="117305" y="24337"/>
                </a:lnTo>
                <a:lnTo>
                  <a:pt x="134062" y="34911"/>
                </a:lnTo>
                <a:lnTo>
                  <a:pt x="150820" y="47388"/>
                </a:lnTo>
                <a:lnTo>
                  <a:pt x="167578" y="61768"/>
                </a:lnTo>
                <a:lnTo>
                  <a:pt x="184336" y="78050"/>
                </a:lnTo>
                <a:lnTo>
                  <a:pt x="201094" y="96234"/>
                </a:lnTo>
                <a:lnTo>
                  <a:pt x="217851" y="116321"/>
                </a:lnTo>
                <a:lnTo>
                  <a:pt x="234609" y="138311"/>
                </a:lnTo>
              </a:path>
            </a:pathLst>
          </a:custGeom>
          <a:noFill/>
          <a:ln w="6477">
            <a:solidFill>
              <a:srgbClr val="5154B5">
                <a:alpha val="17000"/>
              </a:srgbClr>
            </a:solidFill>
            <a:prstDash val="solid"/>
          </a:ln>
        </p:spPr>
      </p:sp>
      <p:sp>
        <p:nvSpPr>
          <p:cNvPr id="70" name="knowledge-edge">
            <a:extLst>
              <a:ext uri="{FF2B5EF4-FFF2-40B4-BE49-F238E27FC236}">
                <a16:creationId xmlns:a16="http://schemas.microsoft.com/office/drawing/2014/main" id="{004EE9B5-D43C-4890-A687-E9BFE5A8AE69}"/>
              </a:ext>
            </a:extLst>
          </p:cNvPr>
          <p:cNvSpPr>
            <a:spLocks noGrp="1"/>
          </p:cNvSpPr>
          <p:nvPr/>
        </p:nvSpPr>
        <p:spPr>
          <a:xfrm>
            <a:off x="1703210" y="6130668"/>
            <a:ext cx="594812" cy="65996"/>
          </a:xfrm>
          <a:custGeom>
            <a:avLst/>
            <a:gdLst/>
            <a:ahLst/>
            <a:cxnLst/>
            <a:rect l="0" t="0" r="0" b="0"/>
            <a:pathLst>
              <a:path w="594812" h="65996">
                <a:moveTo>
                  <a:pt x="0" y="0"/>
                </a:moveTo>
                <a:lnTo>
                  <a:pt x="42487" y="8869"/>
                </a:lnTo>
                <a:lnTo>
                  <a:pt x="84973" y="17099"/>
                </a:lnTo>
                <a:lnTo>
                  <a:pt x="127460" y="24690"/>
                </a:lnTo>
                <a:lnTo>
                  <a:pt x="169946" y="31641"/>
                </a:lnTo>
                <a:lnTo>
                  <a:pt x="212433" y="37953"/>
                </a:lnTo>
                <a:lnTo>
                  <a:pt x="254919" y="43626"/>
                </a:lnTo>
                <a:lnTo>
                  <a:pt x="297406" y="48660"/>
                </a:lnTo>
                <a:lnTo>
                  <a:pt x="339892" y="53054"/>
                </a:lnTo>
                <a:lnTo>
                  <a:pt x="382379" y="56809"/>
                </a:lnTo>
                <a:lnTo>
                  <a:pt x="424866" y="59925"/>
                </a:lnTo>
                <a:lnTo>
                  <a:pt x="467352" y="62402"/>
                </a:lnTo>
                <a:lnTo>
                  <a:pt x="509839" y="64239"/>
                </a:lnTo>
                <a:lnTo>
                  <a:pt x="552325" y="65437"/>
                </a:lnTo>
                <a:lnTo>
                  <a:pt x="594812" y="65996"/>
                </a:lnTo>
              </a:path>
            </a:pathLst>
          </a:custGeom>
          <a:noFill/>
          <a:ln w="6477">
            <a:solidFill>
              <a:srgbClr val="5154B5">
                <a:alpha val="17000"/>
              </a:srgbClr>
            </a:solidFill>
            <a:prstDash val="solid"/>
          </a:ln>
        </p:spPr>
      </p:sp>
      <p:sp>
        <p:nvSpPr>
          <p:cNvPr id="71" name="knowledge-cross-edge">
            <a:extLst>
              <a:ext uri="{FF2B5EF4-FFF2-40B4-BE49-F238E27FC236}">
                <a16:creationId xmlns:a16="http://schemas.microsoft.com/office/drawing/2014/main" id="{8E41C9D0-B542-4BAE-B658-60BAB152EF6C}"/>
              </a:ext>
            </a:extLst>
          </p:cNvPr>
          <p:cNvSpPr>
            <a:spLocks noGrp="1"/>
          </p:cNvSpPr>
          <p:nvPr/>
        </p:nvSpPr>
        <p:spPr>
          <a:xfrm>
            <a:off x="1703210" y="6082475"/>
            <a:ext cx="629100" cy="137223"/>
          </a:xfrm>
          <a:custGeom>
            <a:avLst/>
            <a:gdLst/>
            <a:ahLst/>
            <a:cxnLst/>
            <a:rect l="0" t="0" r="0" b="0"/>
            <a:pathLst>
              <a:path w="629100" h="137223">
                <a:moveTo>
                  <a:pt x="0" y="48193"/>
                </a:moveTo>
                <a:lnTo>
                  <a:pt x="66977" y="28845"/>
                </a:lnTo>
                <a:lnTo>
                  <a:pt x="131308" y="14363"/>
                </a:lnTo>
                <a:lnTo>
                  <a:pt x="192994" y="4748"/>
                </a:lnTo>
                <a:lnTo>
                  <a:pt x="252033" y="0"/>
                </a:lnTo>
                <a:lnTo>
                  <a:pt x="308427" y="119"/>
                </a:lnTo>
                <a:lnTo>
                  <a:pt x="362175" y="5105"/>
                </a:lnTo>
                <a:lnTo>
                  <a:pt x="413277" y="14957"/>
                </a:lnTo>
                <a:lnTo>
                  <a:pt x="461733" y="29677"/>
                </a:lnTo>
                <a:lnTo>
                  <a:pt x="507544" y="49263"/>
                </a:lnTo>
                <a:lnTo>
                  <a:pt x="550709" y="73716"/>
                </a:lnTo>
                <a:lnTo>
                  <a:pt x="591227" y="103036"/>
                </a:lnTo>
                <a:lnTo>
                  <a:pt x="629100" y="137223"/>
                </a:lnTo>
              </a:path>
            </a:pathLst>
          </a:custGeom>
          <a:noFill/>
          <a:ln w="5334">
            <a:solidFill>
              <a:srgbClr val="5154B5">
                <a:alpha val="13000"/>
              </a:srgbClr>
            </a:solidFill>
            <a:prstDash val="solid"/>
          </a:ln>
        </p:spPr>
      </p:sp>
      <p:sp>
        <p:nvSpPr>
          <p:cNvPr id="72" name="knowledge-edge">
            <a:extLst>
              <a:ext uri="{FF2B5EF4-FFF2-40B4-BE49-F238E27FC236}">
                <a16:creationId xmlns:a16="http://schemas.microsoft.com/office/drawing/2014/main" id="{9560C17C-3679-415F-922E-7E939D8E5A84}"/>
              </a:ext>
            </a:extLst>
          </p:cNvPr>
          <p:cNvSpPr>
            <a:spLocks noGrp="1"/>
          </p:cNvSpPr>
          <p:nvPr/>
        </p:nvSpPr>
        <p:spPr>
          <a:xfrm>
            <a:off x="1795628" y="6219698"/>
            <a:ext cx="536682" cy="46766"/>
          </a:xfrm>
          <a:custGeom>
            <a:avLst/>
            <a:gdLst/>
            <a:ahLst/>
            <a:cxnLst/>
            <a:rect l="0" t="0" r="0" b="0"/>
            <a:pathLst>
              <a:path w="536682" h="46766">
                <a:moveTo>
                  <a:pt x="0" y="27648"/>
                </a:moveTo>
                <a:lnTo>
                  <a:pt x="38334" y="34048"/>
                </a:lnTo>
                <a:lnTo>
                  <a:pt x="76669" y="39161"/>
                </a:lnTo>
                <a:lnTo>
                  <a:pt x="115003" y="42984"/>
                </a:lnTo>
                <a:lnTo>
                  <a:pt x="153338" y="45519"/>
                </a:lnTo>
                <a:lnTo>
                  <a:pt x="191672" y="46766"/>
                </a:lnTo>
                <a:lnTo>
                  <a:pt x="230007" y="46724"/>
                </a:lnTo>
                <a:lnTo>
                  <a:pt x="268341" y="45393"/>
                </a:lnTo>
                <a:lnTo>
                  <a:pt x="306676" y="42774"/>
                </a:lnTo>
                <a:lnTo>
                  <a:pt x="345010" y="38866"/>
                </a:lnTo>
                <a:lnTo>
                  <a:pt x="383344" y="33670"/>
                </a:lnTo>
                <a:lnTo>
                  <a:pt x="421679" y="27185"/>
                </a:lnTo>
                <a:lnTo>
                  <a:pt x="460013" y="19412"/>
                </a:lnTo>
                <a:lnTo>
                  <a:pt x="498348" y="10350"/>
                </a:lnTo>
                <a:lnTo>
                  <a:pt x="536682" y="0"/>
                </a:lnTo>
              </a:path>
            </a:pathLst>
          </a:custGeom>
          <a:noFill/>
          <a:ln w="6477">
            <a:solidFill>
              <a:srgbClr val="5154B5">
                <a:alpha val="17000"/>
              </a:srgbClr>
            </a:solidFill>
            <a:prstDash val="solid"/>
          </a:ln>
        </p:spPr>
      </p:sp>
      <p:sp>
        <p:nvSpPr>
          <p:cNvPr id="73" name="knowledge-cross-edge">
            <a:extLst>
              <a:ext uri="{FF2B5EF4-FFF2-40B4-BE49-F238E27FC236}">
                <a16:creationId xmlns:a16="http://schemas.microsoft.com/office/drawing/2014/main" id="{9E5A4CF7-9AB4-4F34-9DF5-21262515C541}"/>
              </a:ext>
            </a:extLst>
          </p:cNvPr>
          <p:cNvSpPr>
            <a:spLocks noGrp="1"/>
          </p:cNvSpPr>
          <p:nvPr/>
        </p:nvSpPr>
        <p:spPr>
          <a:xfrm>
            <a:off x="1795628" y="6238109"/>
            <a:ext cx="344847" cy="38929"/>
          </a:xfrm>
          <a:custGeom>
            <a:avLst/>
            <a:gdLst/>
            <a:ahLst/>
            <a:cxnLst/>
            <a:rect l="0" t="0" r="0" b="0"/>
            <a:pathLst>
              <a:path w="344847" h="38929">
                <a:moveTo>
                  <a:pt x="0" y="9237"/>
                </a:moveTo>
                <a:lnTo>
                  <a:pt x="43289" y="5134"/>
                </a:lnTo>
                <a:lnTo>
                  <a:pt x="83933" y="2227"/>
                </a:lnTo>
                <a:lnTo>
                  <a:pt x="121931" y="515"/>
                </a:lnTo>
                <a:lnTo>
                  <a:pt x="157282" y="0"/>
                </a:lnTo>
                <a:lnTo>
                  <a:pt x="189988" y="680"/>
                </a:lnTo>
                <a:lnTo>
                  <a:pt x="220049" y="2557"/>
                </a:lnTo>
                <a:lnTo>
                  <a:pt x="247463" y="5629"/>
                </a:lnTo>
                <a:lnTo>
                  <a:pt x="272232" y="9897"/>
                </a:lnTo>
                <a:lnTo>
                  <a:pt x="294354" y="15361"/>
                </a:lnTo>
                <a:lnTo>
                  <a:pt x="313831" y="22021"/>
                </a:lnTo>
                <a:lnTo>
                  <a:pt x="330662" y="29877"/>
                </a:lnTo>
                <a:lnTo>
                  <a:pt x="344847" y="38929"/>
                </a:lnTo>
              </a:path>
            </a:pathLst>
          </a:custGeom>
          <a:noFill/>
          <a:ln w="5334">
            <a:solidFill>
              <a:srgbClr val="5154B5">
                <a:alpha val="13000"/>
              </a:srgbClr>
            </a:solidFill>
            <a:prstDash val="solid"/>
          </a:ln>
        </p:spPr>
      </p:sp>
      <p:sp>
        <p:nvSpPr>
          <p:cNvPr id="74" name="knowledge-edge">
            <a:extLst>
              <a:ext uri="{FF2B5EF4-FFF2-40B4-BE49-F238E27FC236}">
                <a16:creationId xmlns:a16="http://schemas.microsoft.com/office/drawing/2014/main" id="{338D7AAE-F852-4703-8C6A-AC6C7F6EBA08}"/>
              </a:ext>
            </a:extLst>
          </p:cNvPr>
          <p:cNvSpPr>
            <a:spLocks noGrp="1"/>
          </p:cNvSpPr>
          <p:nvPr/>
        </p:nvSpPr>
        <p:spPr>
          <a:xfrm>
            <a:off x="1698257" y="6172107"/>
            <a:ext cx="442218" cy="104931"/>
          </a:xfrm>
          <a:custGeom>
            <a:avLst/>
            <a:gdLst/>
            <a:ahLst/>
            <a:cxnLst/>
            <a:rect l="0" t="0" r="0" b="0"/>
            <a:pathLst>
              <a:path w="442218" h="104931">
                <a:moveTo>
                  <a:pt x="0" y="31827"/>
                </a:moveTo>
                <a:lnTo>
                  <a:pt x="31587" y="20312"/>
                </a:lnTo>
                <a:lnTo>
                  <a:pt x="63174" y="11372"/>
                </a:lnTo>
                <a:lnTo>
                  <a:pt x="94761" y="5006"/>
                </a:lnTo>
                <a:lnTo>
                  <a:pt x="126348" y="1216"/>
                </a:lnTo>
                <a:lnTo>
                  <a:pt x="157935" y="0"/>
                </a:lnTo>
                <a:lnTo>
                  <a:pt x="189522" y="1359"/>
                </a:lnTo>
                <a:lnTo>
                  <a:pt x="221109" y="5294"/>
                </a:lnTo>
                <a:lnTo>
                  <a:pt x="252696" y="11803"/>
                </a:lnTo>
                <a:lnTo>
                  <a:pt x="284283" y="20887"/>
                </a:lnTo>
                <a:lnTo>
                  <a:pt x="315870" y="32546"/>
                </a:lnTo>
                <a:lnTo>
                  <a:pt x="347457" y="46780"/>
                </a:lnTo>
                <a:lnTo>
                  <a:pt x="379044" y="63588"/>
                </a:lnTo>
                <a:lnTo>
                  <a:pt x="410631" y="82972"/>
                </a:lnTo>
                <a:lnTo>
                  <a:pt x="442218" y="104931"/>
                </a:lnTo>
              </a:path>
            </a:pathLst>
          </a:custGeom>
          <a:noFill/>
          <a:ln w="6477">
            <a:solidFill>
              <a:srgbClr val="5154B5">
                <a:alpha val="17000"/>
              </a:srgbClr>
            </a:solidFill>
            <a:prstDash val="solid"/>
          </a:ln>
        </p:spPr>
      </p:sp>
      <p:sp>
        <p:nvSpPr>
          <p:cNvPr id="75" name="knowledge-cross-edge">
            <a:extLst>
              <a:ext uri="{FF2B5EF4-FFF2-40B4-BE49-F238E27FC236}">
                <a16:creationId xmlns:a16="http://schemas.microsoft.com/office/drawing/2014/main" id="{D69015C6-A739-4466-B1DD-58A9ACB67D8E}"/>
              </a:ext>
            </a:extLst>
          </p:cNvPr>
          <p:cNvSpPr>
            <a:spLocks noGrp="1"/>
          </p:cNvSpPr>
          <p:nvPr/>
        </p:nvSpPr>
        <p:spPr>
          <a:xfrm>
            <a:off x="1698257" y="6188195"/>
            <a:ext cx="506411" cy="394986"/>
          </a:xfrm>
          <a:custGeom>
            <a:avLst/>
            <a:gdLst/>
            <a:ahLst/>
            <a:cxnLst/>
            <a:rect l="0" t="0" r="0" b="0"/>
            <a:pathLst>
              <a:path w="506411" h="394986">
                <a:moveTo>
                  <a:pt x="0" y="15739"/>
                </a:moveTo>
                <a:lnTo>
                  <a:pt x="56753" y="3922"/>
                </a:lnTo>
                <a:lnTo>
                  <a:pt x="110860" y="0"/>
                </a:lnTo>
                <a:lnTo>
                  <a:pt x="162322" y="3972"/>
                </a:lnTo>
                <a:lnTo>
                  <a:pt x="211137" y="15840"/>
                </a:lnTo>
                <a:lnTo>
                  <a:pt x="257307" y="35601"/>
                </a:lnTo>
                <a:lnTo>
                  <a:pt x="300831" y="63258"/>
                </a:lnTo>
                <a:lnTo>
                  <a:pt x="341709" y="98809"/>
                </a:lnTo>
                <a:lnTo>
                  <a:pt x="379941" y="142255"/>
                </a:lnTo>
                <a:lnTo>
                  <a:pt x="415527" y="193596"/>
                </a:lnTo>
                <a:lnTo>
                  <a:pt x="448468" y="252831"/>
                </a:lnTo>
                <a:lnTo>
                  <a:pt x="478762" y="319961"/>
                </a:lnTo>
                <a:lnTo>
                  <a:pt x="506411" y="394986"/>
                </a:lnTo>
              </a:path>
            </a:pathLst>
          </a:custGeom>
          <a:noFill/>
          <a:ln w="5334">
            <a:solidFill>
              <a:srgbClr val="5154B5">
                <a:alpha val="13000"/>
              </a:srgbClr>
            </a:solidFill>
            <a:prstDash val="solid"/>
          </a:ln>
        </p:spPr>
      </p:sp>
      <p:sp>
        <p:nvSpPr>
          <p:cNvPr id="76" name="knowledge-edge">
            <a:extLst>
              <a:ext uri="{FF2B5EF4-FFF2-40B4-BE49-F238E27FC236}">
                <a16:creationId xmlns:a16="http://schemas.microsoft.com/office/drawing/2014/main" id="{8C3C527F-A124-42AC-A167-4C09F2C91A89}"/>
              </a:ext>
            </a:extLst>
          </p:cNvPr>
          <p:cNvSpPr>
            <a:spLocks noGrp="1"/>
          </p:cNvSpPr>
          <p:nvPr/>
        </p:nvSpPr>
        <p:spPr>
          <a:xfrm>
            <a:off x="1986609" y="6527850"/>
            <a:ext cx="218059" cy="55330"/>
          </a:xfrm>
          <a:custGeom>
            <a:avLst/>
            <a:gdLst/>
            <a:ahLst/>
            <a:cxnLst/>
            <a:rect l="0" t="0" r="0" b="0"/>
            <a:pathLst>
              <a:path w="218059" h="55330">
                <a:moveTo>
                  <a:pt x="0" y="49065"/>
                </a:moveTo>
                <a:lnTo>
                  <a:pt x="15576" y="35664"/>
                </a:lnTo>
                <a:lnTo>
                  <a:pt x="31151" y="24394"/>
                </a:lnTo>
                <a:lnTo>
                  <a:pt x="46727" y="15254"/>
                </a:lnTo>
                <a:lnTo>
                  <a:pt x="62303" y="8245"/>
                </a:lnTo>
                <a:lnTo>
                  <a:pt x="77878" y="3366"/>
                </a:lnTo>
                <a:lnTo>
                  <a:pt x="93454" y="618"/>
                </a:lnTo>
                <a:lnTo>
                  <a:pt x="109030" y="0"/>
                </a:lnTo>
                <a:lnTo>
                  <a:pt x="124605" y="1513"/>
                </a:lnTo>
                <a:lnTo>
                  <a:pt x="140181" y="5156"/>
                </a:lnTo>
                <a:lnTo>
                  <a:pt x="155757" y="10930"/>
                </a:lnTo>
                <a:lnTo>
                  <a:pt x="171332" y="18834"/>
                </a:lnTo>
                <a:lnTo>
                  <a:pt x="186908" y="28869"/>
                </a:lnTo>
                <a:lnTo>
                  <a:pt x="202484" y="41034"/>
                </a:lnTo>
                <a:lnTo>
                  <a:pt x="218059" y="55330"/>
                </a:lnTo>
              </a:path>
            </a:pathLst>
          </a:custGeom>
          <a:noFill/>
          <a:ln w="6477">
            <a:solidFill>
              <a:srgbClr val="5154B5">
                <a:alpha val="17000"/>
              </a:srgbClr>
            </a:solidFill>
            <a:prstDash val="solid"/>
          </a:ln>
        </p:spPr>
      </p:sp>
      <p:sp>
        <p:nvSpPr>
          <p:cNvPr id="77" name="knowledge-edge">
            <a:extLst>
              <a:ext uri="{FF2B5EF4-FFF2-40B4-BE49-F238E27FC236}">
                <a16:creationId xmlns:a16="http://schemas.microsoft.com/office/drawing/2014/main" id="{2F4D86B1-EDA6-4ADC-9E7B-292D3B2FCDF9}"/>
              </a:ext>
            </a:extLst>
          </p:cNvPr>
          <p:cNvSpPr>
            <a:spLocks noGrp="1"/>
          </p:cNvSpPr>
          <p:nvPr/>
        </p:nvSpPr>
        <p:spPr>
          <a:xfrm>
            <a:off x="1763257" y="6899013"/>
            <a:ext cx="353882" cy="205314"/>
          </a:xfrm>
          <a:custGeom>
            <a:avLst/>
            <a:gdLst/>
            <a:ahLst/>
            <a:cxnLst/>
            <a:rect l="0" t="0" r="0" b="0"/>
            <a:pathLst>
              <a:path w="353882" h="205314">
                <a:moveTo>
                  <a:pt x="0" y="3706"/>
                </a:moveTo>
                <a:lnTo>
                  <a:pt x="25277" y="499"/>
                </a:lnTo>
                <a:lnTo>
                  <a:pt x="50555" y="0"/>
                </a:lnTo>
                <a:lnTo>
                  <a:pt x="75832" y="2210"/>
                </a:lnTo>
                <a:lnTo>
                  <a:pt x="101109" y="7129"/>
                </a:lnTo>
                <a:lnTo>
                  <a:pt x="126387" y="14758"/>
                </a:lnTo>
                <a:lnTo>
                  <a:pt x="151664" y="25095"/>
                </a:lnTo>
                <a:lnTo>
                  <a:pt x="176941" y="38141"/>
                </a:lnTo>
                <a:lnTo>
                  <a:pt x="202219" y="53896"/>
                </a:lnTo>
                <a:lnTo>
                  <a:pt x="227496" y="72360"/>
                </a:lnTo>
                <a:lnTo>
                  <a:pt x="252773" y="93533"/>
                </a:lnTo>
                <a:lnTo>
                  <a:pt x="278051" y="117415"/>
                </a:lnTo>
                <a:lnTo>
                  <a:pt x="303328" y="144006"/>
                </a:lnTo>
                <a:lnTo>
                  <a:pt x="328605" y="173306"/>
                </a:lnTo>
                <a:lnTo>
                  <a:pt x="353882" y="205314"/>
                </a:lnTo>
              </a:path>
            </a:pathLst>
          </a:custGeom>
          <a:noFill/>
          <a:ln w="6477">
            <a:solidFill>
              <a:srgbClr val="5154B5">
                <a:alpha val="17000"/>
              </a:srgbClr>
            </a:solidFill>
            <a:prstDash val="solid"/>
          </a:ln>
        </p:spPr>
      </p:sp>
      <p:sp>
        <p:nvSpPr>
          <p:cNvPr id="78" name="knowledge-cross-edge">
            <a:extLst>
              <a:ext uri="{FF2B5EF4-FFF2-40B4-BE49-F238E27FC236}">
                <a16:creationId xmlns:a16="http://schemas.microsoft.com/office/drawing/2014/main" id="{6A376C2A-EF93-4938-9C72-05C18271D536}"/>
              </a:ext>
            </a:extLst>
          </p:cNvPr>
          <p:cNvSpPr>
            <a:spLocks noGrp="1"/>
          </p:cNvSpPr>
          <p:nvPr/>
        </p:nvSpPr>
        <p:spPr>
          <a:xfrm>
            <a:off x="1763257" y="6899091"/>
            <a:ext cx="342733" cy="312295"/>
          </a:xfrm>
          <a:custGeom>
            <a:avLst/>
            <a:gdLst/>
            <a:ahLst/>
            <a:cxnLst/>
            <a:rect l="0" t="0" r="0" b="0"/>
            <a:pathLst>
              <a:path w="342733" h="312295">
                <a:moveTo>
                  <a:pt x="0" y="3629"/>
                </a:moveTo>
                <a:lnTo>
                  <a:pt x="43113" y="0"/>
                </a:lnTo>
                <a:lnTo>
                  <a:pt x="83581" y="1708"/>
                </a:lnTo>
                <a:lnTo>
                  <a:pt x="121402" y="8752"/>
                </a:lnTo>
                <a:lnTo>
                  <a:pt x="156578" y="21133"/>
                </a:lnTo>
                <a:lnTo>
                  <a:pt x="189108" y="38850"/>
                </a:lnTo>
                <a:lnTo>
                  <a:pt x="218992" y="61904"/>
                </a:lnTo>
                <a:lnTo>
                  <a:pt x="246230" y="90294"/>
                </a:lnTo>
                <a:lnTo>
                  <a:pt x="270822" y="124021"/>
                </a:lnTo>
                <a:lnTo>
                  <a:pt x="292769" y="163085"/>
                </a:lnTo>
                <a:lnTo>
                  <a:pt x="312069" y="207485"/>
                </a:lnTo>
                <a:lnTo>
                  <a:pt x="328724" y="257221"/>
                </a:lnTo>
                <a:lnTo>
                  <a:pt x="342733" y="312295"/>
                </a:lnTo>
              </a:path>
            </a:pathLst>
          </a:custGeom>
          <a:noFill/>
          <a:ln w="5334">
            <a:solidFill>
              <a:srgbClr val="5154B5">
                <a:alpha val="13000"/>
              </a:srgbClr>
            </a:solidFill>
            <a:prstDash val="solid"/>
          </a:ln>
        </p:spPr>
      </p:sp>
      <p:sp>
        <p:nvSpPr>
          <p:cNvPr id="79" name="knowledge-cross-edge">
            <a:extLst>
              <a:ext uri="{FF2B5EF4-FFF2-40B4-BE49-F238E27FC236}">
                <a16:creationId xmlns:a16="http://schemas.microsoft.com/office/drawing/2014/main" id="{DA2BEF1D-E7A5-4DBA-979B-CF0124725F92}"/>
              </a:ext>
            </a:extLst>
          </p:cNvPr>
          <p:cNvSpPr>
            <a:spLocks noGrp="1"/>
          </p:cNvSpPr>
          <p:nvPr/>
        </p:nvSpPr>
        <p:spPr>
          <a:xfrm>
            <a:off x="1763257" y="6583181"/>
            <a:ext cx="441411" cy="319539"/>
          </a:xfrm>
          <a:custGeom>
            <a:avLst/>
            <a:gdLst/>
            <a:ahLst/>
            <a:cxnLst/>
            <a:rect l="0" t="0" r="0" b="0"/>
            <a:pathLst>
              <a:path w="441411" h="319539">
                <a:moveTo>
                  <a:pt x="0" y="319539"/>
                </a:moveTo>
                <a:lnTo>
                  <a:pt x="22232" y="277785"/>
                </a:lnTo>
                <a:lnTo>
                  <a:pt x="47110" y="238781"/>
                </a:lnTo>
                <a:lnTo>
                  <a:pt x="74634" y="202527"/>
                </a:lnTo>
                <a:lnTo>
                  <a:pt x="104804" y="169023"/>
                </a:lnTo>
                <a:lnTo>
                  <a:pt x="137619" y="138270"/>
                </a:lnTo>
                <a:lnTo>
                  <a:pt x="173081" y="110266"/>
                </a:lnTo>
                <a:lnTo>
                  <a:pt x="211188" y="85013"/>
                </a:lnTo>
                <a:lnTo>
                  <a:pt x="251941" y="62510"/>
                </a:lnTo>
                <a:lnTo>
                  <a:pt x="295340" y="42757"/>
                </a:lnTo>
                <a:lnTo>
                  <a:pt x="341384" y="25755"/>
                </a:lnTo>
                <a:lnTo>
                  <a:pt x="390075" y="11502"/>
                </a:lnTo>
                <a:lnTo>
                  <a:pt x="441411" y="0"/>
                </a:lnTo>
              </a:path>
            </a:pathLst>
          </a:custGeom>
          <a:noFill/>
          <a:ln w="4953">
            <a:solidFill>
              <a:srgbClr val="5154B5">
                <a:alpha val="12000"/>
              </a:srgbClr>
            </a:solidFill>
            <a:prstDash val="solid"/>
          </a:ln>
        </p:spPr>
      </p:sp>
      <p:sp>
        <p:nvSpPr>
          <p:cNvPr id="80" name="knowledge-edge">
            <a:extLst>
              <a:ext uri="{FF2B5EF4-FFF2-40B4-BE49-F238E27FC236}">
                <a16:creationId xmlns:a16="http://schemas.microsoft.com/office/drawing/2014/main" id="{BE917013-4F46-4447-A89E-8C2D3622B941}"/>
              </a:ext>
            </a:extLst>
          </p:cNvPr>
          <p:cNvSpPr>
            <a:spLocks noGrp="1"/>
          </p:cNvSpPr>
          <p:nvPr/>
        </p:nvSpPr>
        <p:spPr>
          <a:xfrm>
            <a:off x="1847490" y="7200149"/>
            <a:ext cx="258500" cy="117180"/>
          </a:xfrm>
          <a:custGeom>
            <a:avLst/>
            <a:gdLst/>
            <a:ahLst/>
            <a:cxnLst/>
            <a:rect l="0" t="0" r="0" b="0"/>
            <a:pathLst>
              <a:path w="258500" h="117180">
                <a:moveTo>
                  <a:pt x="0" y="117180"/>
                </a:moveTo>
                <a:lnTo>
                  <a:pt x="18464" y="96243"/>
                </a:lnTo>
                <a:lnTo>
                  <a:pt x="36929" y="77363"/>
                </a:lnTo>
                <a:lnTo>
                  <a:pt x="55393" y="60540"/>
                </a:lnTo>
                <a:lnTo>
                  <a:pt x="73857" y="45773"/>
                </a:lnTo>
                <a:lnTo>
                  <a:pt x="92322" y="33064"/>
                </a:lnTo>
                <a:lnTo>
                  <a:pt x="110786" y="22411"/>
                </a:lnTo>
                <a:lnTo>
                  <a:pt x="129250" y="13815"/>
                </a:lnTo>
                <a:lnTo>
                  <a:pt x="147714" y="7276"/>
                </a:lnTo>
                <a:lnTo>
                  <a:pt x="166179" y="2794"/>
                </a:lnTo>
                <a:lnTo>
                  <a:pt x="184643" y="368"/>
                </a:lnTo>
                <a:lnTo>
                  <a:pt x="203107" y="0"/>
                </a:lnTo>
                <a:lnTo>
                  <a:pt x="221572" y="1688"/>
                </a:lnTo>
                <a:lnTo>
                  <a:pt x="240036" y="5434"/>
                </a:lnTo>
                <a:lnTo>
                  <a:pt x="258500" y="11236"/>
                </a:lnTo>
              </a:path>
            </a:pathLst>
          </a:custGeom>
          <a:noFill/>
          <a:ln w="6477">
            <a:solidFill>
              <a:srgbClr val="5154B5">
                <a:alpha val="17000"/>
              </a:srgbClr>
            </a:solidFill>
            <a:prstDash val="solid"/>
          </a:ln>
        </p:spPr>
      </p:sp>
      <p:sp>
        <p:nvSpPr>
          <p:cNvPr id="81" name="knowledge-long-edge">
            <a:extLst>
              <a:ext uri="{FF2B5EF4-FFF2-40B4-BE49-F238E27FC236}">
                <a16:creationId xmlns:a16="http://schemas.microsoft.com/office/drawing/2014/main" id="{A08BEF96-753D-491A-BFF3-A3043F271872}"/>
              </a:ext>
            </a:extLst>
          </p:cNvPr>
          <p:cNvSpPr>
            <a:spLocks noGrp="1"/>
          </p:cNvSpPr>
          <p:nvPr/>
        </p:nvSpPr>
        <p:spPr>
          <a:xfrm>
            <a:off x="1847490" y="7064288"/>
            <a:ext cx="983049" cy="287171"/>
          </a:xfrm>
          <a:custGeom>
            <a:avLst/>
            <a:gdLst/>
            <a:ahLst/>
            <a:cxnLst/>
            <a:rect l="0" t="0" r="0" b="0"/>
            <a:pathLst>
              <a:path w="983049" h="287171">
                <a:moveTo>
                  <a:pt x="0" y="253042"/>
                </a:moveTo>
                <a:lnTo>
                  <a:pt x="61441" y="191869"/>
                </a:lnTo>
                <a:lnTo>
                  <a:pt x="122881" y="139136"/>
                </a:lnTo>
                <a:lnTo>
                  <a:pt x="184322" y="94845"/>
                </a:lnTo>
                <a:lnTo>
                  <a:pt x="245762" y="58994"/>
                </a:lnTo>
                <a:lnTo>
                  <a:pt x="307203" y="31585"/>
                </a:lnTo>
                <a:lnTo>
                  <a:pt x="368643" y="12616"/>
                </a:lnTo>
                <a:lnTo>
                  <a:pt x="430084" y="2087"/>
                </a:lnTo>
                <a:lnTo>
                  <a:pt x="491525" y="0"/>
                </a:lnTo>
                <a:lnTo>
                  <a:pt x="552965" y="6353"/>
                </a:lnTo>
                <a:lnTo>
                  <a:pt x="614406" y="21148"/>
                </a:lnTo>
                <a:lnTo>
                  <a:pt x="675846" y="44383"/>
                </a:lnTo>
                <a:lnTo>
                  <a:pt x="737287" y="76059"/>
                </a:lnTo>
                <a:lnTo>
                  <a:pt x="798727" y="116176"/>
                </a:lnTo>
                <a:lnTo>
                  <a:pt x="860168" y="164733"/>
                </a:lnTo>
                <a:lnTo>
                  <a:pt x="921609" y="221732"/>
                </a:lnTo>
                <a:lnTo>
                  <a:pt x="983049" y="287171"/>
                </a:lnTo>
              </a:path>
            </a:pathLst>
          </a:custGeom>
          <a:noFill/>
          <a:ln w="4286">
            <a:solidFill>
              <a:srgbClr val="5154B5">
                <a:alpha val="9000"/>
              </a:srgbClr>
            </a:solidFill>
            <a:prstDash val="solid"/>
          </a:ln>
        </p:spPr>
      </p:sp>
      <p:sp>
        <p:nvSpPr>
          <p:cNvPr id="82" name="knowledge-edge">
            <a:extLst>
              <a:ext uri="{FF2B5EF4-FFF2-40B4-BE49-F238E27FC236}">
                <a16:creationId xmlns:a16="http://schemas.microsoft.com/office/drawing/2014/main" id="{C69ED568-1483-494D-B5A4-1E61021E5BAC}"/>
              </a:ext>
            </a:extLst>
          </p:cNvPr>
          <p:cNvSpPr>
            <a:spLocks noGrp="1"/>
          </p:cNvSpPr>
          <p:nvPr/>
        </p:nvSpPr>
        <p:spPr>
          <a:xfrm>
            <a:off x="2123608" y="6053253"/>
            <a:ext cx="572123" cy="105314"/>
          </a:xfrm>
          <a:custGeom>
            <a:avLst/>
            <a:gdLst/>
            <a:ahLst/>
            <a:cxnLst/>
            <a:rect l="0" t="0" r="0" b="0"/>
            <a:pathLst>
              <a:path w="572123" h="105314">
                <a:moveTo>
                  <a:pt x="0" y="70272"/>
                </a:moveTo>
                <a:lnTo>
                  <a:pt x="40866" y="82626"/>
                </a:lnTo>
                <a:lnTo>
                  <a:pt x="81732" y="92307"/>
                </a:lnTo>
                <a:lnTo>
                  <a:pt x="122598" y="99315"/>
                </a:lnTo>
                <a:lnTo>
                  <a:pt x="163464" y="103651"/>
                </a:lnTo>
                <a:lnTo>
                  <a:pt x="204330" y="105314"/>
                </a:lnTo>
                <a:lnTo>
                  <a:pt x="245196" y="104304"/>
                </a:lnTo>
                <a:lnTo>
                  <a:pt x="286062" y="100621"/>
                </a:lnTo>
                <a:lnTo>
                  <a:pt x="326928" y="94265"/>
                </a:lnTo>
                <a:lnTo>
                  <a:pt x="367794" y="85236"/>
                </a:lnTo>
                <a:lnTo>
                  <a:pt x="408660" y="73535"/>
                </a:lnTo>
                <a:lnTo>
                  <a:pt x="449526" y="59160"/>
                </a:lnTo>
                <a:lnTo>
                  <a:pt x="490392" y="42113"/>
                </a:lnTo>
                <a:lnTo>
                  <a:pt x="531257" y="22393"/>
                </a:lnTo>
                <a:lnTo>
                  <a:pt x="572123" y="0"/>
                </a:lnTo>
              </a:path>
            </a:pathLst>
          </a:custGeom>
          <a:noFill/>
          <a:ln w="6477">
            <a:solidFill>
              <a:srgbClr val="544AA8">
                <a:alpha val="17000"/>
              </a:srgbClr>
            </a:solidFill>
            <a:prstDash val="solid"/>
          </a:ln>
        </p:spPr>
      </p:sp>
      <p:sp>
        <p:nvSpPr>
          <p:cNvPr id="83" name="knowledge-cross-edge">
            <a:extLst>
              <a:ext uri="{FF2B5EF4-FFF2-40B4-BE49-F238E27FC236}">
                <a16:creationId xmlns:a16="http://schemas.microsoft.com/office/drawing/2014/main" id="{4BFE608F-E0FC-4680-955C-59507DD57171}"/>
              </a:ext>
            </a:extLst>
          </p:cNvPr>
          <p:cNvSpPr>
            <a:spLocks noGrp="1"/>
          </p:cNvSpPr>
          <p:nvPr/>
        </p:nvSpPr>
        <p:spPr>
          <a:xfrm>
            <a:off x="2123608" y="6037069"/>
            <a:ext cx="517552" cy="86455"/>
          </a:xfrm>
          <a:custGeom>
            <a:avLst/>
            <a:gdLst/>
            <a:ahLst/>
            <a:cxnLst/>
            <a:rect l="0" t="0" r="0" b="0"/>
            <a:pathLst>
              <a:path w="517552" h="86455">
                <a:moveTo>
                  <a:pt x="0" y="86455"/>
                </a:moveTo>
                <a:lnTo>
                  <a:pt x="57681" y="85859"/>
                </a:lnTo>
                <a:lnTo>
                  <a:pt x="112717" y="84062"/>
                </a:lnTo>
                <a:lnTo>
                  <a:pt x="165107" y="81063"/>
                </a:lnTo>
                <a:lnTo>
                  <a:pt x="214851" y="76863"/>
                </a:lnTo>
                <a:lnTo>
                  <a:pt x="261949" y="71461"/>
                </a:lnTo>
                <a:lnTo>
                  <a:pt x="306401" y="64857"/>
                </a:lnTo>
                <a:lnTo>
                  <a:pt x="348207" y="57052"/>
                </a:lnTo>
                <a:lnTo>
                  <a:pt x="387368" y="48045"/>
                </a:lnTo>
                <a:lnTo>
                  <a:pt x="423883" y="37836"/>
                </a:lnTo>
                <a:lnTo>
                  <a:pt x="457752" y="26426"/>
                </a:lnTo>
                <a:lnTo>
                  <a:pt x="488975" y="13814"/>
                </a:lnTo>
                <a:lnTo>
                  <a:pt x="517552" y="0"/>
                </a:lnTo>
              </a:path>
            </a:pathLst>
          </a:custGeom>
          <a:noFill/>
          <a:ln w="5334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84" name="knowledge-edge">
            <a:extLst>
              <a:ext uri="{FF2B5EF4-FFF2-40B4-BE49-F238E27FC236}">
                <a16:creationId xmlns:a16="http://schemas.microsoft.com/office/drawing/2014/main" id="{86800CC1-372B-42F1-8BC2-8BB1FF335216}"/>
              </a:ext>
            </a:extLst>
          </p:cNvPr>
          <p:cNvSpPr>
            <a:spLocks noGrp="1"/>
          </p:cNvSpPr>
          <p:nvPr/>
        </p:nvSpPr>
        <p:spPr>
          <a:xfrm>
            <a:off x="2298021" y="6037069"/>
            <a:ext cx="343139" cy="159595"/>
          </a:xfrm>
          <a:custGeom>
            <a:avLst/>
            <a:gdLst/>
            <a:ahLst/>
            <a:cxnLst/>
            <a:rect l="0" t="0" r="0" b="0"/>
            <a:pathLst>
              <a:path w="343139" h="159595">
                <a:moveTo>
                  <a:pt x="0" y="159595"/>
                </a:moveTo>
                <a:lnTo>
                  <a:pt x="24510" y="137979"/>
                </a:lnTo>
                <a:lnTo>
                  <a:pt x="49020" y="117935"/>
                </a:lnTo>
                <a:lnTo>
                  <a:pt x="73530" y="99463"/>
                </a:lnTo>
                <a:lnTo>
                  <a:pt x="98040" y="82562"/>
                </a:lnTo>
                <a:lnTo>
                  <a:pt x="122550" y="67234"/>
                </a:lnTo>
                <a:lnTo>
                  <a:pt x="147059" y="53476"/>
                </a:lnTo>
                <a:lnTo>
                  <a:pt x="171569" y="41291"/>
                </a:lnTo>
                <a:lnTo>
                  <a:pt x="196079" y="30677"/>
                </a:lnTo>
                <a:lnTo>
                  <a:pt x="220589" y="21635"/>
                </a:lnTo>
                <a:lnTo>
                  <a:pt x="245099" y="14165"/>
                </a:lnTo>
                <a:lnTo>
                  <a:pt x="269609" y="8266"/>
                </a:lnTo>
                <a:lnTo>
                  <a:pt x="294119" y="3939"/>
                </a:lnTo>
                <a:lnTo>
                  <a:pt x="318629" y="1184"/>
                </a:lnTo>
                <a:lnTo>
                  <a:pt x="343139" y="0"/>
                </a:lnTo>
              </a:path>
            </a:pathLst>
          </a:custGeom>
          <a:noFill/>
          <a:ln w="6477">
            <a:solidFill>
              <a:srgbClr val="544AA8">
                <a:alpha val="17000"/>
              </a:srgbClr>
            </a:solidFill>
            <a:prstDash val="solid"/>
          </a:ln>
        </p:spPr>
      </p:sp>
      <p:sp>
        <p:nvSpPr>
          <p:cNvPr id="85" name="knowledge-cross-edge">
            <a:extLst>
              <a:ext uri="{FF2B5EF4-FFF2-40B4-BE49-F238E27FC236}">
                <a16:creationId xmlns:a16="http://schemas.microsoft.com/office/drawing/2014/main" id="{D4FA675B-524D-4D21-A3B9-08728E33CB68}"/>
              </a:ext>
            </a:extLst>
          </p:cNvPr>
          <p:cNvSpPr>
            <a:spLocks noGrp="1"/>
          </p:cNvSpPr>
          <p:nvPr/>
        </p:nvSpPr>
        <p:spPr>
          <a:xfrm>
            <a:off x="2298021" y="6152813"/>
            <a:ext cx="246558" cy="65893"/>
          </a:xfrm>
          <a:custGeom>
            <a:avLst/>
            <a:gdLst/>
            <a:ahLst/>
            <a:cxnLst/>
            <a:rect l="0" t="0" r="0" b="0"/>
            <a:pathLst>
              <a:path w="246558" h="65893">
                <a:moveTo>
                  <a:pt x="0" y="43851"/>
                </a:moveTo>
                <a:lnTo>
                  <a:pt x="35099" y="29019"/>
                </a:lnTo>
                <a:lnTo>
                  <a:pt x="67551" y="17219"/>
                </a:lnTo>
                <a:lnTo>
                  <a:pt x="97358" y="8449"/>
                </a:lnTo>
                <a:lnTo>
                  <a:pt x="124519" y="2709"/>
                </a:lnTo>
                <a:lnTo>
                  <a:pt x="149034" y="0"/>
                </a:lnTo>
                <a:lnTo>
                  <a:pt x="170904" y="322"/>
                </a:lnTo>
                <a:lnTo>
                  <a:pt x="190127" y="3674"/>
                </a:lnTo>
                <a:lnTo>
                  <a:pt x="206705" y="10056"/>
                </a:lnTo>
                <a:lnTo>
                  <a:pt x="220637" y="19470"/>
                </a:lnTo>
                <a:lnTo>
                  <a:pt x="231923" y="31914"/>
                </a:lnTo>
                <a:lnTo>
                  <a:pt x="240563" y="47388"/>
                </a:lnTo>
                <a:lnTo>
                  <a:pt x="246558" y="65893"/>
                </a:lnTo>
              </a:path>
            </a:pathLst>
          </a:custGeom>
          <a:noFill/>
          <a:ln w="5334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86" name="knowledge-edge">
            <a:extLst>
              <a:ext uri="{FF2B5EF4-FFF2-40B4-BE49-F238E27FC236}">
                <a16:creationId xmlns:a16="http://schemas.microsoft.com/office/drawing/2014/main" id="{652C4D05-8629-4209-B367-D4A22FC1E9F3}"/>
              </a:ext>
            </a:extLst>
          </p:cNvPr>
          <p:cNvSpPr>
            <a:spLocks noGrp="1"/>
          </p:cNvSpPr>
          <p:nvPr/>
        </p:nvSpPr>
        <p:spPr>
          <a:xfrm>
            <a:off x="2332310" y="6156300"/>
            <a:ext cx="212269" cy="63399"/>
          </a:xfrm>
          <a:custGeom>
            <a:avLst/>
            <a:gdLst/>
            <a:ahLst/>
            <a:cxnLst/>
            <a:rect l="0" t="0" r="0" b="0"/>
            <a:pathLst>
              <a:path w="212269" h="63399">
                <a:moveTo>
                  <a:pt x="0" y="63399"/>
                </a:moveTo>
                <a:lnTo>
                  <a:pt x="15162" y="46639"/>
                </a:lnTo>
                <a:lnTo>
                  <a:pt x="30324" y="32447"/>
                </a:lnTo>
                <a:lnTo>
                  <a:pt x="45486" y="20823"/>
                </a:lnTo>
                <a:lnTo>
                  <a:pt x="60648" y="11766"/>
                </a:lnTo>
                <a:lnTo>
                  <a:pt x="75810" y="5277"/>
                </a:lnTo>
                <a:lnTo>
                  <a:pt x="90973" y="1355"/>
                </a:lnTo>
                <a:lnTo>
                  <a:pt x="106135" y="0"/>
                </a:lnTo>
                <a:lnTo>
                  <a:pt x="121297" y="1213"/>
                </a:lnTo>
                <a:lnTo>
                  <a:pt x="136459" y="4993"/>
                </a:lnTo>
                <a:lnTo>
                  <a:pt x="151621" y="11341"/>
                </a:lnTo>
                <a:lnTo>
                  <a:pt x="166783" y="20256"/>
                </a:lnTo>
                <a:lnTo>
                  <a:pt x="181945" y="31739"/>
                </a:lnTo>
                <a:lnTo>
                  <a:pt x="197107" y="45789"/>
                </a:lnTo>
                <a:lnTo>
                  <a:pt x="212269" y="62407"/>
                </a:lnTo>
              </a:path>
            </a:pathLst>
          </a:custGeom>
          <a:noFill/>
          <a:ln w="6477">
            <a:solidFill>
              <a:srgbClr val="544AA8">
                <a:alpha val="17000"/>
              </a:srgbClr>
            </a:solidFill>
            <a:prstDash val="solid"/>
          </a:ln>
        </p:spPr>
      </p:sp>
      <p:sp>
        <p:nvSpPr>
          <p:cNvPr id="87" name="knowledge-cross-edge">
            <a:extLst>
              <a:ext uri="{FF2B5EF4-FFF2-40B4-BE49-F238E27FC236}">
                <a16:creationId xmlns:a16="http://schemas.microsoft.com/office/drawing/2014/main" id="{36D2329E-F787-4939-BA14-AE26C4E2A943}"/>
              </a:ext>
            </a:extLst>
          </p:cNvPr>
          <p:cNvSpPr>
            <a:spLocks noGrp="1"/>
          </p:cNvSpPr>
          <p:nvPr/>
        </p:nvSpPr>
        <p:spPr>
          <a:xfrm>
            <a:off x="2332310" y="6167019"/>
            <a:ext cx="244934" cy="256218"/>
          </a:xfrm>
          <a:custGeom>
            <a:avLst/>
            <a:gdLst/>
            <a:ahLst/>
            <a:cxnLst/>
            <a:rect l="0" t="0" r="0" b="0"/>
            <a:pathLst>
              <a:path w="244934" h="256218">
                <a:moveTo>
                  <a:pt x="0" y="52679"/>
                </a:moveTo>
                <a:lnTo>
                  <a:pt x="34963" y="28210"/>
                </a:lnTo>
                <a:lnTo>
                  <a:pt x="67281" y="11274"/>
                </a:lnTo>
                <a:lnTo>
                  <a:pt x="96952" y="1870"/>
                </a:lnTo>
                <a:lnTo>
                  <a:pt x="123978" y="0"/>
                </a:lnTo>
                <a:lnTo>
                  <a:pt x="148358" y="5662"/>
                </a:lnTo>
                <a:lnTo>
                  <a:pt x="170092" y="18858"/>
                </a:lnTo>
                <a:lnTo>
                  <a:pt x="189180" y="39586"/>
                </a:lnTo>
                <a:lnTo>
                  <a:pt x="205623" y="67846"/>
                </a:lnTo>
                <a:lnTo>
                  <a:pt x="219419" y="103640"/>
                </a:lnTo>
                <a:lnTo>
                  <a:pt x="230570" y="146967"/>
                </a:lnTo>
                <a:lnTo>
                  <a:pt x="239075" y="197826"/>
                </a:lnTo>
                <a:lnTo>
                  <a:pt x="244934" y="256218"/>
                </a:lnTo>
              </a:path>
            </a:pathLst>
          </a:custGeom>
          <a:noFill/>
          <a:ln w="5334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88" name="knowledge-edge">
            <a:extLst>
              <a:ext uri="{FF2B5EF4-FFF2-40B4-BE49-F238E27FC236}">
                <a16:creationId xmlns:a16="http://schemas.microsoft.com/office/drawing/2014/main" id="{958EFFAE-09A6-4AE3-A5A2-10EB5FE6E0C5}"/>
              </a:ext>
            </a:extLst>
          </p:cNvPr>
          <p:cNvSpPr>
            <a:spLocks noGrp="1"/>
          </p:cNvSpPr>
          <p:nvPr/>
        </p:nvSpPr>
        <p:spPr>
          <a:xfrm>
            <a:off x="2140475" y="6277008"/>
            <a:ext cx="436769" cy="146229"/>
          </a:xfrm>
          <a:custGeom>
            <a:avLst/>
            <a:gdLst/>
            <a:ahLst/>
            <a:cxnLst/>
            <a:rect l="0" t="0" r="0" b="0"/>
            <a:pathLst>
              <a:path w="436769" h="146229">
                <a:moveTo>
                  <a:pt x="0" y="30"/>
                </a:moveTo>
                <a:lnTo>
                  <a:pt x="31198" y="0"/>
                </a:lnTo>
                <a:lnTo>
                  <a:pt x="62396" y="1581"/>
                </a:lnTo>
                <a:lnTo>
                  <a:pt x="93593" y="4774"/>
                </a:lnTo>
                <a:lnTo>
                  <a:pt x="124791" y="9577"/>
                </a:lnTo>
                <a:lnTo>
                  <a:pt x="155989" y="15992"/>
                </a:lnTo>
                <a:lnTo>
                  <a:pt x="187187" y="24018"/>
                </a:lnTo>
                <a:lnTo>
                  <a:pt x="218384" y="33655"/>
                </a:lnTo>
                <a:lnTo>
                  <a:pt x="249582" y="44904"/>
                </a:lnTo>
                <a:lnTo>
                  <a:pt x="280780" y="57763"/>
                </a:lnTo>
                <a:lnTo>
                  <a:pt x="311978" y="72234"/>
                </a:lnTo>
                <a:lnTo>
                  <a:pt x="343175" y="88316"/>
                </a:lnTo>
                <a:lnTo>
                  <a:pt x="374373" y="106009"/>
                </a:lnTo>
                <a:lnTo>
                  <a:pt x="405571" y="125314"/>
                </a:lnTo>
                <a:lnTo>
                  <a:pt x="436769" y="146229"/>
                </a:lnTo>
              </a:path>
            </a:pathLst>
          </a:custGeom>
          <a:noFill/>
          <a:ln w="6477">
            <a:solidFill>
              <a:srgbClr val="544AA8">
                <a:alpha val="17000"/>
              </a:srgbClr>
            </a:solidFill>
            <a:prstDash val="solid"/>
          </a:ln>
        </p:spPr>
      </p:sp>
      <p:sp>
        <p:nvSpPr>
          <p:cNvPr id="89" name="knowledge-cross-edge">
            <a:extLst>
              <a:ext uri="{FF2B5EF4-FFF2-40B4-BE49-F238E27FC236}">
                <a16:creationId xmlns:a16="http://schemas.microsoft.com/office/drawing/2014/main" id="{831E441E-9F74-4231-9559-AA718CB949F0}"/>
              </a:ext>
            </a:extLst>
          </p:cNvPr>
          <p:cNvSpPr>
            <a:spLocks noGrp="1"/>
          </p:cNvSpPr>
          <p:nvPr/>
        </p:nvSpPr>
        <p:spPr>
          <a:xfrm>
            <a:off x="2140475" y="6260364"/>
            <a:ext cx="430807" cy="455266"/>
          </a:xfrm>
          <a:custGeom>
            <a:avLst/>
            <a:gdLst/>
            <a:ahLst/>
            <a:cxnLst/>
            <a:rect l="0" t="0" r="0" b="0"/>
            <a:pathLst>
              <a:path w="430807" h="455266">
                <a:moveTo>
                  <a:pt x="0" y="16674"/>
                </a:moveTo>
                <a:lnTo>
                  <a:pt x="50453" y="3848"/>
                </a:lnTo>
                <a:lnTo>
                  <a:pt x="98259" y="0"/>
                </a:lnTo>
                <a:lnTo>
                  <a:pt x="143420" y="5129"/>
                </a:lnTo>
                <a:lnTo>
                  <a:pt x="185936" y="19235"/>
                </a:lnTo>
                <a:lnTo>
                  <a:pt x="225805" y="42318"/>
                </a:lnTo>
                <a:lnTo>
                  <a:pt x="263028" y="74379"/>
                </a:lnTo>
                <a:lnTo>
                  <a:pt x="297606" y="115417"/>
                </a:lnTo>
                <a:lnTo>
                  <a:pt x="329538" y="165432"/>
                </a:lnTo>
                <a:lnTo>
                  <a:pt x="358824" y="224425"/>
                </a:lnTo>
                <a:lnTo>
                  <a:pt x="385464" y="292395"/>
                </a:lnTo>
                <a:lnTo>
                  <a:pt x="409458" y="369342"/>
                </a:lnTo>
                <a:lnTo>
                  <a:pt x="430807" y="455266"/>
                </a:lnTo>
              </a:path>
            </a:pathLst>
          </a:custGeom>
          <a:noFill/>
          <a:ln w="5334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90" name="knowledge-edge">
            <a:extLst>
              <a:ext uri="{FF2B5EF4-FFF2-40B4-BE49-F238E27FC236}">
                <a16:creationId xmlns:a16="http://schemas.microsoft.com/office/drawing/2014/main" id="{75970369-1283-42AD-8FE8-3288E6F3EA64}"/>
              </a:ext>
            </a:extLst>
          </p:cNvPr>
          <p:cNvSpPr>
            <a:spLocks noGrp="1"/>
          </p:cNvSpPr>
          <p:nvPr/>
        </p:nvSpPr>
        <p:spPr>
          <a:xfrm>
            <a:off x="2204668" y="6567490"/>
            <a:ext cx="366614" cy="148140"/>
          </a:xfrm>
          <a:custGeom>
            <a:avLst/>
            <a:gdLst/>
            <a:ahLst/>
            <a:cxnLst/>
            <a:rect l="0" t="0" r="0" b="0"/>
            <a:pathLst>
              <a:path w="366614" h="148140">
                <a:moveTo>
                  <a:pt x="0" y="15691"/>
                </a:moveTo>
                <a:lnTo>
                  <a:pt x="26187" y="7789"/>
                </a:lnTo>
                <a:lnTo>
                  <a:pt x="52373" y="2559"/>
                </a:lnTo>
                <a:lnTo>
                  <a:pt x="78560" y="0"/>
                </a:lnTo>
                <a:lnTo>
                  <a:pt x="104747" y="112"/>
                </a:lnTo>
                <a:lnTo>
                  <a:pt x="130934" y="2895"/>
                </a:lnTo>
                <a:lnTo>
                  <a:pt x="157120" y="8349"/>
                </a:lnTo>
                <a:lnTo>
                  <a:pt x="183307" y="16474"/>
                </a:lnTo>
                <a:lnTo>
                  <a:pt x="209494" y="27270"/>
                </a:lnTo>
                <a:lnTo>
                  <a:pt x="235680" y="40738"/>
                </a:lnTo>
                <a:lnTo>
                  <a:pt x="261867" y="56876"/>
                </a:lnTo>
                <a:lnTo>
                  <a:pt x="288054" y="75685"/>
                </a:lnTo>
                <a:lnTo>
                  <a:pt x="314241" y="97166"/>
                </a:lnTo>
                <a:lnTo>
                  <a:pt x="340427" y="121317"/>
                </a:lnTo>
                <a:lnTo>
                  <a:pt x="366614" y="148140"/>
                </a:lnTo>
              </a:path>
            </a:pathLst>
          </a:custGeom>
          <a:noFill/>
          <a:ln w="6477">
            <a:solidFill>
              <a:srgbClr val="544AA8">
                <a:alpha val="17000"/>
              </a:srgbClr>
            </a:solidFill>
            <a:prstDash val="solid"/>
          </a:ln>
        </p:spPr>
      </p:sp>
      <p:sp>
        <p:nvSpPr>
          <p:cNvPr id="91" name="knowledge-cross-edge">
            <a:extLst>
              <a:ext uri="{FF2B5EF4-FFF2-40B4-BE49-F238E27FC236}">
                <a16:creationId xmlns:a16="http://schemas.microsoft.com/office/drawing/2014/main" id="{4D4EE58F-FDE4-4D80-8D77-3ECB277E2121}"/>
              </a:ext>
            </a:extLst>
          </p:cNvPr>
          <p:cNvSpPr>
            <a:spLocks noGrp="1"/>
          </p:cNvSpPr>
          <p:nvPr/>
        </p:nvSpPr>
        <p:spPr>
          <a:xfrm>
            <a:off x="2204668" y="6572218"/>
            <a:ext cx="580235" cy="435333"/>
          </a:xfrm>
          <a:custGeom>
            <a:avLst/>
            <a:gdLst/>
            <a:ahLst/>
            <a:cxnLst/>
            <a:rect l="0" t="0" r="0" b="0"/>
            <a:pathLst>
              <a:path w="580235" h="435333">
                <a:moveTo>
                  <a:pt x="0" y="10963"/>
                </a:moveTo>
                <a:lnTo>
                  <a:pt x="62905" y="1397"/>
                </a:lnTo>
                <a:lnTo>
                  <a:pt x="123164" y="0"/>
                </a:lnTo>
                <a:lnTo>
                  <a:pt x="180778" y="6772"/>
                </a:lnTo>
                <a:lnTo>
                  <a:pt x="235745" y="21714"/>
                </a:lnTo>
                <a:lnTo>
                  <a:pt x="288067" y="44824"/>
                </a:lnTo>
                <a:lnTo>
                  <a:pt x="337743" y="76104"/>
                </a:lnTo>
                <a:lnTo>
                  <a:pt x="384773" y="115553"/>
                </a:lnTo>
                <a:lnTo>
                  <a:pt x="429157" y="163170"/>
                </a:lnTo>
                <a:lnTo>
                  <a:pt x="470895" y="218957"/>
                </a:lnTo>
                <a:lnTo>
                  <a:pt x="509988" y="282913"/>
                </a:lnTo>
                <a:lnTo>
                  <a:pt x="546434" y="355039"/>
                </a:lnTo>
                <a:lnTo>
                  <a:pt x="580235" y="435333"/>
                </a:lnTo>
              </a:path>
            </a:pathLst>
          </a:custGeom>
          <a:noFill/>
          <a:ln w="5334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92" name="knowledge-cross-edge">
            <a:extLst>
              <a:ext uri="{FF2B5EF4-FFF2-40B4-BE49-F238E27FC236}">
                <a16:creationId xmlns:a16="http://schemas.microsoft.com/office/drawing/2014/main" id="{5082BFDF-4FE0-4E3E-83D5-A6000318DC18}"/>
              </a:ext>
            </a:extLst>
          </p:cNvPr>
          <p:cNvSpPr>
            <a:spLocks noGrp="1"/>
          </p:cNvSpPr>
          <p:nvPr/>
        </p:nvSpPr>
        <p:spPr>
          <a:xfrm>
            <a:off x="2204668" y="6386233"/>
            <a:ext cx="372576" cy="196948"/>
          </a:xfrm>
          <a:custGeom>
            <a:avLst/>
            <a:gdLst/>
            <a:ahLst/>
            <a:cxnLst/>
            <a:rect l="0" t="0" r="0" b="0"/>
            <a:pathLst>
              <a:path w="372576" h="196948">
                <a:moveTo>
                  <a:pt x="0" y="196948"/>
                </a:moveTo>
                <a:lnTo>
                  <a:pt x="16496" y="152572"/>
                </a:lnTo>
                <a:lnTo>
                  <a:pt x="35638" y="113841"/>
                </a:lnTo>
                <a:lnTo>
                  <a:pt x="57425" y="80755"/>
                </a:lnTo>
                <a:lnTo>
                  <a:pt x="81859" y="53314"/>
                </a:lnTo>
                <a:lnTo>
                  <a:pt x="108938" y="31518"/>
                </a:lnTo>
                <a:lnTo>
                  <a:pt x="138663" y="15367"/>
                </a:lnTo>
                <a:lnTo>
                  <a:pt x="171034" y="4861"/>
                </a:lnTo>
                <a:lnTo>
                  <a:pt x="206051" y="0"/>
                </a:lnTo>
                <a:lnTo>
                  <a:pt x="243713" y="784"/>
                </a:lnTo>
                <a:lnTo>
                  <a:pt x="284021" y="7212"/>
                </a:lnTo>
                <a:lnTo>
                  <a:pt x="326976" y="19286"/>
                </a:lnTo>
                <a:lnTo>
                  <a:pt x="372576" y="37004"/>
                </a:lnTo>
              </a:path>
            </a:pathLst>
          </a:custGeom>
          <a:noFill/>
          <a:ln w="4953">
            <a:solidFill>
              <a:srgbClr val="544AA8">
                <a:alpha val="12000"/>
              </a:srgbClr>
            </a:solidFill>
            <a:prstDash val="solid"/>
          </a:ln>
        </p:spPr>
      </p:sp>
      <p:sp>
        <p:nvSpPr>
          <p:cNvPr id="93" name="knowledge-long-edge">
            <a:extLst>
              <a:ext uri="{FF2B5EF4-FFF2-40B4-BE49-F238E27FC236}">
                <a16:creationId xmlns:a16="http://schemas.microsoft.com/office/drawing/2014/main" id="{71524E45-1E2B-42DE-946A-85630BC9A029}"/>
              </a:ext>
            </a:extLst>
          </p:cNvPr>
          <p:cNvSpPr>
            <a:spLocks noGrp="1"/>
          </p:cNvSpPr>
          <p:nvPr/>
        </p:nvSpPr>
        <p:spPr>
          <a:xfrm>
            <a:off x="2204668" y="6365408"/>
            <a:ext cx="793025" cy="670324"/>
          </a:xfrm>
          <a:custGeom>
            <a:avLst/>
            <a:gdLst/>
            <a:ahLst/>
            <a:cxnLst/>
            <a:rect l="0" t="0" r="0" b="0"/>
            <a:pathLst>
              <a:path w="793025" h="670324">
                <a:moveTo>
                  <a:pt x="0" y="217773"/>
                </a:moveTo>
                <a:lnTo>
                  <a:pt x="49564" y="149187"/>
                </a:lnTo>
                <a:lnTo>
                  <a:pt x="99128" y="93518"/>
                </a:lnTo>
                <a:lnTo>
                  <a:pt x="148692" y="50764"/>
                </a:lnTo>
                <a:lnTo>
                  <a:pt x="198256" y="20927"/>
                </a:lnTo>
                <a:lnTo>
                  <a:pt x="247820" y="4005"/>
                </a:lnTo>
                <a:lnTo>
                  <a:pt x="297384" y="0"/>
                </a:lnTo>
                <a:lnTo>
                  <a:pt x="346948" y="8910"/>
                </a:lnTo>
                <a:lnTo>
                  <a:pt x="396512" y="30737"/>
                </a:lnTo>
                <a:lnTo>
                  <a:pt x="446076" y="65479"/>
                </a:lnTo>
                <a:lnTo>
                  <a:pt x="495640" y="113138"/>
                </a:lnTo>
                <a:lnTo>
                  <a:pt x="545204" y="173712"/>
                </a:lnTo>
                <a:lnTo>
                  <a:pt x="594769" y="247203"/>
                </a:lnTo>
                <a:lnTo>
                  <a:pt x="644333" y="333609"/>
                </a:lnTo>
                <a:lnTo>
                  <a:pt x="693897" y="432932"/>
                </a:lnTo>
                <a:lnTo>
                  <a:pt x="743461" y="545170"/>
                </a:lnTo>
                <a:lnTo>
                  <a:pt x="793025" y="670324"/>
                </a:lnTo>
              </a:path>
            </a:pathLst>
          </a:custGeom>
          <a:noFill/>
          <a:ln w="4286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94" name="knowledge-edge">
            <a:extLst>
              <a:ext uri="{FF2B5EF4-FFF2-40B4-BE49-F238E27FC236}">
                <a16:creationId xmlns:a16="http://schemas.microsoft.com/office/drawing/2014/main" id="{49765487-2905-4228-8BC1-1F9D28D38505}"/>
              </a:ext>
            </a:extLst>
          </p:cNvPr>
          <p:cNvSpPr>
            <a:spLocks noGrp="1"/>
          </p:cNvSpPr>
          <p:nvPr/>
        </p:nvSpPr>
        <p:spPr>
          <a:xfrm>
            <a:off x="2117139" y="6984826"/>
            <a:ext cx="667764" cy="119501"/>
          </a:xfrm>
          <a:custGeom>
            <a:avLst/>
            <a:gdLst/>
            <a:ahLst/>
            <a:cxnLst/>
            <a:rect l="0" t="0" r="0" b="0"/>
            <a:pathLst>
              <a:path w="667764" h="119501">
                <a:moveTo>
                  <a:pt x="0" y="119501"/>
                </a:moveTo>
                <a:lnTo>
                  <a:pt x="47697" y="96217"/>
                </a:lnTo>
                <a:lnTo>
                  <a:pt x="95395" y="75451"/>
                </a:lnTo>
                <a:lnTo>
                  <a:pt x="143092" y="57204"/>
                </a:lnTo>
                <a:lnTo>
                  <a:pt x="190790" y="41476"/>
                </a:lnTo>
                <a:lnTo>
                  <a:pt x="238487" y="28266"/>
                </a:lnTo>
                <a:lnTo>
                  <a:pt x="286184" y="17575"/>
                </a:lnTo>
                <a:lnTo>
                  <a:pt x="333882" y="9403"/>
                </a:lnTo>
                <a:lnTo>
                  <a:pt x="381579" y="3750"/>
                </a:lnTo>
                <a:lnTo>
                  <a:pt x="429277" y="616"/>
                </a:lnTo>
                <a:lnTo>
                  <a:pt x="476974" y="0"/>
                </a:lnTo>
                <a:lnTo>
                  <a:pt x="524671" y="1903"/>
                </a:lnTo>
                <a:lnTo>
                  <a:pt x="572369" y="6325"/>
                </a:lnTo>
                <a:lnTo>
                  <a:pt x="620066" y="13265"/>
                </a:lnTo>
                <a:lnTo>
                  <a:pt x="667764" y="22725"/>
                </a:lnTo>
              </a:path>
            </a:pathLst>
          </a:custGeom>
          <a:noFill/>
          <a:ln w="6477">
            <a:solidFill>
              <a:srgbClr val="544AA8">
                <a:alpha val="17000"/>
              </a:srgbClr>
            </a:solidFill>
            <a:prstDash val="solid"/>
          </a:ln>
        </p:spPr>
      </p:sp>
      <p:sp>
        <p:nvSpPr>
          <p:cNvPr id="95" name="knowledge-cross-edge">
            <a:extLst>
              <a:ext uri="{FF2B5EF4-FFF2-40B4-BE49-F238E27FC236}">
                <a16:creationId xmlns:a16="http://schemas.microsoft.com/office/drawing/2014/main" id="{C168F68B-51EE-4AD1-826B-DF22C9043C7B}"/>
              </a:ext>
            </a:extLst>
          </p:cNvPr>
          <p:cNvSpPr>
            <a:spLocks noGrp="1"/>
          </p:cNvSpPr>
          <p:nvPr/>
        </p:nvSpPr>
        <p:spPr>
          <a:xfrm>
            <a:off x="2117139" y="6715630"/>
            <a:ext cx="454143" cy="388698"/>
          </a:xfrm>
          <a:custGeom>
            <a:avLst/>
            <a:gdLst/>
            <a:ahLst/>
            <a:cxnLst/>
            <a:rect l="0" t="0" r="0" b="0"/>
            <a:pathLst>
              <a:path w="454143" h="388698">
                <a:moveTo>
                  <a:pt x="0" y="388698"/>
                </a:moveTo>
                <a:lnTo>
                  <a:pt x="23293" y="332243"/>
                </a:lnTo>
                <a:lnTo>
                  <a:pt x="49232" y="280163"/>
                </a:lnTo>
                <a:lnTo>
                  <a:pt x="77817" y="232458"/>
                </a:lnTo>
                <a:lnTo>
                  <a:pt x="109048" y="189129"/>
                </a:lnTo>
                <a:lnTo>
                  <a:pt x="142924" y="150175"/>
                </a:lnTo>
                <a:lnTo>
                  <a:pt x="179446" y="115596"/>
                </a:lnTo>
                <a:lnTo>
                  <a:pt x="218614" y="85392"/>
                </a:lnTo>
                <a:lnTo>
                  <a:pt x="260428" y="59563"/>
                </a:lnTo>
                <a:lnTo>
                  <a:pt x="304888" y="38110"/>
                </a:lnTo>
                <a:lnTo>
                  <a:pt x="351994" y="21031"/>
                </a:lnTo>
                <a:lnTo>
                  <a:pt x="401745" y="8328"/>
                </a:lnTo>
                <a:lnTo>
                  <a:pt x="454143" y="0"/>
                </a:lnTo>
              </a:path>
            </a:pathLst>
          </a:custGeom>
          <a:noFill/>
          <a:ln w="4953">
            <a:solidFill>
              <a:srgbClr val="544AA8">
                <a:alpha val="12000"/>
              </a:srgbClr>
            </a:solidFill>
            <a:prstDash val="solid"/>
          </a:ln>
        </p:spPr>
      </p:sp>
      <p:sp>
        <p:nvSpPr>
          <p:cNvPr id="96" name="knowledge-edge">
            <a:extLst>
              <a:ext uri="{FF2B5EF4-FFF2-40B4-BE49-F238E27FC236}">
                <a16:creationId xmlns:a16="http://schemas.microsoft.com/office/drawing/2014/main" id="{A2CCFC87-53FF-4F5D-9C14-95E31EE1AC3D}"/>
              </a:ext>
            </a:extLst>
          </p:cNvPr>
          <p:cNvSpPr>
            <a:spLocks noGrp="1"/>
          </p:cNvSpPr>
          <p:nvPr/>
        </p:nvSpPr>
        <p:spPr>
          <a:xfrm>
            <a:off x="2105990" y="7211385"/>
            <a:ext cx="724549" cy="149590"/>
          </a:xfrm>
          <a:custGeom>
            <a:avLst/>
            <a:gdLst/>
            <a:ahLst/>
            <a:cxnLst/>
            <a:rect l="0" t="0" r="0" b="0"/>
            <a:pathLst>
              <a:path w="724549" h="149590">
                <a:moveTo>
                  <a:pt x="0" y="0"/>
                </a:moveTo>
                <a:lnTo>
                  <a:pt x="51753" y="25579"/>
                </a:lnTo>
                <a:lnTo>
                  <a:pt x="103507" y="48761"/>
                </a:lnTo>
                <a:lnTo>
                  <a:pt x="155260" y="69548"/>
                </a:lnTo>
                <a:lnTo>
                  <a:pt x="207014" y="87939"/>
                </a:lnTo>
                <a:lnTo>
                  <a:pt x="258767" y="103934"/>
                </a:lnTo>
                <a:lnTo>
                  <a:pt x="310521" y="117533"/>
                </a:lnTo>
                <a:lnTo>
                  <a:pt x="362274" y="128737"/>
                </a:lnTo>
                <a:lnTo>
                  <a:pt x="414028" y="137544"/>
                </a:lnTo>
                <a:lnTo>
                  <a:pt x="465781" y="143955"/>
                </a:lnTo>
                <a:lnTo>
                  <a:pt x="517535" y="147971"/>
                </a:lnTo>
                <a:lnTo>
                  <a:pt x="569288" y="149590"/>
                </a:lnTo>
                <a:lnTo>
                  <a:pt x="621042" y="148814"/>
                </a:lnTo>
                <a:lnTo>
                  <a:pt x="672795" y="145642"/>
                </a:lnTo>
                <a:lnTo>
                  <a:pt x="724549" y="140074"/>
                </a:lnTo>
              </a:path>
            </a:pathLst>
          </a:custGeom>
          <a:noFill/>
          <a:ln w="6477">
            <a:solidFill>
              <a:srgbClr val="544AA8">
                <a:alpha val="17000"/>
              </a:srgbClr>
            </a:solidFill>
            <a:prstDash val="solid"/>
          </a:ln>
        </p:spPr>
      </p:sp>
      <p:sp>
        <p:nvSpPr>
          <p:cNvPr id="97" name="knowledge-edge">
            <a:extLst>
              <a:ext uri="{FF2B5EF4-FFF2-40B4-BE49-F238E27FC236}">
                <a16:creationId xmlns:a16="http://schemas.microsoft.com/office/drawing/2014/main" id="{200FFF14-01D4-4329-9D10-066BDB922B64}"/>
              </a:ext>
            </a:extLst>
          </p:cNvPr>
          <p:cNvSpPr>
            <a:spLocks noGrp="1"/>
          </p:cNvSpPr>
          <p:nvPr/>
        </p:nvSpPr>
        <p:spPr>
          <a:xfrm>
            <a:off x="2695732" y="5994369"/>
            <a:ext cx="386880" cy="91782"/>
          </a:xfrm>
          <a:custGeom>
            <a:avLst/>
            <a:gdLst/>
            <a:ahLst/>
            <a:cxnLst/>
            <a:rect l="0" t="0" r="0" b="0"/>
            <a:pathLst>
              <a:path w="386880" h="91782">
                <a:moveTo>
                  <a:pt x="0" y="58883"/>
                </a:moveTo>
                <a:lnTo>
                  <a:pt x="27634" y="70257"/>
                </a:lnTo>
                <a:lnTo>
                  <a:pt x="55269" y="79233"/>
                </a:lnTo>
                <a:lnTo>
                  <a:pt x="82903" y="85813"/>
                </a:lnTo>
                <a:lnTo>
                  <a:pt x="110537" y="89996"/>
                </a:lnTo>
                <a:lnTo>
                  <a:pt x="138172" y="91782"/>
                </a:lnTo>
                <a:lnTo>
                  <a:pt x="165806" y="91171"/>
                </a:lnTo>
                <a:lnTo>
                  <a:pt x="193440" y="88164"/>
                </a:lnTo>
                <a:lnTo>
                  <a:pt x="221075" y="82759"/>
                </a:lnTo>
                <a:lnTo>
                  <a:pt x="248709" y="74958"/>
                </a:lnTo>
                <a:lnTo>
                  <a:pt x="276343" y="64760"/>
                </a:lnTo>
                <a:lnTo>
                  <a:pt x="303977" y="52165"/>
                </a:lnTo>
                <a:lnTo>
                  <a:pt x="331612" y="37174"/>
                </a:lnTo>
                <a:lnTo>
                  <a:pt x="359246" y="19785"/>
                </a:lnTo>
                <a:lnTo>
                  <a:pt x="386880" y="0"/>
                </a:lnTo>
              </a:path>
            </a:pathLst>
          </a:custGeom>
          <a:noFill/>
          <a:ln w="6477">
            <a:solidFill>
              <a:srgbClr val="57409B">
                <a:alpha val="17000"/>
              </a:srgbClr>
            </a:solidFill>
            <a:prstDash val="solid"/>
          </a:ln>
        </p:spPr>
      </p:sp>
      <p:sp>
        <p:nvSpPr>
          <p:cNvPr id="98" name="knowledge-cross-edge">
            <a:extLst>
              <a:ext uri="{FF2B5EF4-FFF2-40B4-BE49-F238E27FC236}">
                <a16:creationId xmlns:a16="http://schemas.microsoft.com/office/drawing/2014/main" id="{B1AE1E06-9546-4C5D-BF61-F77D2055BB7B}"/>
              </a:ext>
            </a:extLst>
          </p:cNvPr>
          <p:cNvSpPr>
            <a:spLocks noGrp="1"/>
          </p:cNvSpPr>
          <p:nvPr/>
        </p:nvSpPr>
        <p:spPr>
          <a:xfrm>
            <a:off x="2695732" y="6053253"/>
            <a:ext cx="537222" cy="97582"/>
          </a:xfrm>
          <a:custGeom>
            <a:avLst/>
            <a:gdLst/>
            <a:ahLst/>
            <a:cxnLst/>
            <a:rect l="0" t="0" r="0" b="0"/>
            <a:pathLst>
              <a:path w="537222" h="97582">
                <a:moveTo>
                  <a:pt x="0" y="0"/>
                </a:moveTo>
                <a:lnTo>
                  <a:pt x="59321" y="8938"/>
                </a:lnTo>
                <a:lnTo>
                  <a:pt x="115995" y="17730"/>
                </a:lnTo>
                <a:lnTo>
                  <a:pt x="170024" y="26375"/>
                </a:lnTo>
                <a:lnTo>
                  <a:pt x="221407" y="34873"/>
                </a:lnTo>
                <a:lnTo>
                  <a:pt x="270145" y="43225"/>
                </a:lnTo>
                <a:lnTo>
                  <a:pt x="316236" y="51430"/>
                </a:lnTo>
                <a:lnTo>
                  <a:pt x="359682" y="59488"/>
                </a:lnTo>
                <a:lnTo>
                  <a:pt x="400482" y="67400"/>
                </a:lnTo>
                <a:lnTo>
                  <a:pt x="438636" y="75165"/>
                </a:lnTo>
                <a:lnTo>
                  <a:pt x="474144" y="82784"/>
                </a:lnTo>
                <a:lnTo>
                  <a:pt x="507006" y="90256"/>
                </a:lnTo>
                <a:lnTo>
                  <a:pt x="537222" y="97582"/>
                </a:lnTo>
              </a:path>
            </a:pathLst>
          </a:custGeom>
          <a:noFill/>
          <a:ln w="5334">
            <a:solidFill>
              <a:srgbClr val="57409B">
                <a:alpha val="13000"/>
              </a:srgbClr>
            </a:solidFill>
            <a:prstDash val="solid"/>
          </a:ln>
        </p:spPr>
      </p:sp>
      <p:sp>
        <p:nvSpPr>
          <p:cNvPr id="99" name="knowledge-edge">
            <a:extLst>
              <a:ext uri="{FF2B5EF4-FFF2-40B4-BE49-F238E27FC236}">
                <a16:creationId xmlns:a16="http://schemas.microsoft.com/office/drawing/2014/main" id="{7869F7EF-75B2-4980-A0AA-6E90E4967889}"/>
              </a:ext>
            </a:extLst>
          </p:cNvPr>
          <p:cNvSpPr>
            <a:spLocks noGrp="1"/>
          </p:cNvSpPr>
          <p:nvPr/>
        </p:nvSpPr>
        <p:spPr>
          <a:xfrm>
            <a:off x="2641160" y="6029382"/>
            <a:ext cx="591794" cy="121453"/>
          </a:xfrm>
          <a:custGeom>
            <a:avLst/>
            <a:gdLst/>
            <a:ahLst/>
            <a:cxnLst/>
            <a:rect l="0" t="0" r="0" b="0"/>
            <a:pathLst>
              <a:path w="591794" h="121453">
                <a:moveTo>
                  <a:pt x="0" y="7688"/>
                </a:moveTo>
                <a:lnTo>
                  <a:pt x="42271" y="3182"/>
                </a:lnTo>
                <a:lnTo>
                  <a:pt x="84542" y="619"/>
                </a:lnTo>
                <a:lnTo>
                  <a:pt x="126813" y="0"/>
                </a:lnTo>
                <a:lnTo>
                  <a:pt x="169084" y="1324"/>
                </a:lnTo>
                <a:lnTo>
                  <a:pt x="211355" y="4592"/>
                </a:lnTo>
                <a:lnTo>
                  <a:pt x="253626" y="9803"/>
                </a:lnTo>
                <a:lnTo>
                  <a:pt x="295897" y="16957"/>
                </a:lnTo>
                <a:lnTo>
                  <a:pt x="338168" y="26055"/>
                </a:lnTo>
                <a:lnTo>
                  <a:pt x="380439" y="37096"/>
                </a:lnTo>
                <a:lnTo>
                  <a:pt x="422710" y="50081"/>
                </a:lnTo>
                <a:lnTo>
                  <a:pt x="464981" y="65009"/>
                </a:lnTo>
                <a:lnTo>
                  <a:pt x="507252" y="81880"/>
                </a:lnTo>
                <a:lnTo>
                  <a:pt x="549523" y="100695"/>
                </a:lnTo>
                <a:lnTo>
                  <a:pt x="591794" y="121453"/>
                </a:lnTo>
              </a:path>
            </a:pathLst>
          </a:custGeom>
          <a:noFill/>
          <a:ln w="6477">
            <a:solidFill>
              <a:srgbClr val="57409B">
                <a:alpha val="17000"/>
              </a:srgbClr>
            </a:solidFill>
            <a:prstDash val="solid"/>
          </a:ln>
        </p:spPr>
      </p:sp>
      <p:sp>
        <p:nvSpPr>
          <p:cNvPr id="100" name="knowledge-edge">
            <a:extLst>
              <a:ext uri="{FF2B5EF4-FFF2-40B4-BE49-F238E27FC236}">
                <a16:creationId xmlns:a16="http://schemas.microsoft.com/office/drawing/2014/main" id="{1F0B2D13-5FC9-4785-9D8C-DCCD865252B2}"/>
              </a:ext>
            </a:extLst>
          </p:cNvPr>
          <p:cNvSpPr>
            <a:spLocks noGrp="1"/>
          </p:cNvSpPr>
          <p:nvPr/>
        </p:nvSpPr>
        <p:spPr>
          <a:xfrm>
            <a:off x="2544579" y="6218706"/>
            <a:ext cx="735892" cy="67548"/>
          </a:xfrm>
          <a:custGeom>
            <a:avLst/>
            <a:gdLst/>
            <a:ahLst/>
            <a:cxnLst/>
            <a:rect l="0" t="0" r="0" b="0"/>
            <a:pathLst>
              <a:path w="735892" h="67548">
                <a:moveTo>
                  <a:pt x="0" y="0"/>
                </a:moveTo>
                <a:lnTo>
                  <a:pt x="52564" y="12110"/>
                </a:lnTo>
                <a:lnTo>
                  <a:pt x="105127" y="23026"/>
                </a:lnTo>
                <a:lnTo>
                  <a:pt x="157691" y="32748"/>
                </a:lnTo>
                <a:lnTo>
                  <a:pt x="210255" y="41277"/>
                </a:lnTo>
                <a:lnTo>
                  <a:pt x="262818" y="48611"/>
                </a:lnTo>
                <a:lnTo>
                  <a:pt x="315382" y="54752"/>
                </a:lnTo>
                <a:lnTo>
                  <a:pt x="367946" y="59699"/>
                </a:lnTo>
                <a:lnTo>
                  <a:pt x="420510" y="63452"/>
                </a:lnTo>
                <a:lnTo>
                  <a:pt x="473073" y="66011"/>
                </a:lnTo>
                <a:lnTo>
                  <a:pt x="525637" y="67376"/>
                </a:lnTo>
                <a:lnTo>
                  <a:pt x="578201" y="67548"/>
                </a:lnTo>
                <a:lnTo>
                  <a:pt x="630764" y="66526"/>
                </a:lnTo>
                <a:lnTo>
                  <a:pt x="683328" y="64309"/>
                </a:lnTo>
                <a:lnTo>
                  <a:pt x="735892" y="60899"/>
                </a:lnTo>
              </a:path>
            </a:pathLst>
          </a:custGeom>
          <a:noFill/>
          <a:ln w="6477">
            <a:solidFill>
              <a:srgbClr val="57409B">
                <a:alpha val="17000"/>
              </a:srgbClr>
            </a:solidFill>
            <a:prstDash val="solid"/>
          </a:ln>
        </p:spPr>
      </p:sp>
      <p:sp>
        <p:nvSpPr>
          <p:cNvPr id="101" name="knowledge-cross-edge">
            <a:extLst>
              <a:ext uri="{FF2B5EF4-FFF2-40B4-BE49-F238E27FC236}">
                <a16:creationId xmlns:a16="http://schemas.microsoft.com/office/drawing/2014/main" id="{E585A775-B222-4BF0-9D48-13E482B8C567}"/>
              </a:ext>
            </a:extLst>
          </p:cNvPr>
          <p:cNvSpPr>
            <a:spLocks noGrp="1"/>
          </p:cNvSpPr>
          <p:nvPr/>
        </p:nvSpPr>
        <p:spPr>
          <a:xfrm>
            <a:off x="2544579" y="6191293"/>
            <a:ext cx="539838" cy="383563"/>
          </a:xfrm>
          <a:custGeom>
            <a:avLst/>
            <a:gdLst/>
            <a:ahLst/>
            <a:cxnLst/>
            <a:rect l="0" t="0" r="0" b="0"/>
            <a:pathLst>
              <a:path w="539838" h="383563">
                <a:moveTo>
                  <a:pt x="0" y="27414"/>
                </a:moveTo>
                <a:lnTo>
                  <a:pt x="59539" y="9650"/>
                </a:lnTo>
                <a:lnTo>
                  <a:pt x="116431" y="512"/>
                </a:lnTo>
                <a:lnTo>
                  <a:pt x="170678" y="0"/>
                </a:lnTo>
                <a:lnTo>
                  <a:pt x="222279" y="8114"/>
                </a:lnTo>
                <a:lnTo>
                  <a:pt x="271235" y="24854"/>
                </a:lnTo>
                <a:lnTo>
                  <a:pt x="317544" y="50220"/>
                </a:lnTo>
                <a:lnTo>
                  <a:pt x="361208" y="84212"/>
                </a:lnTo>
                <a:lnTo>
                  <a:pt x="402225" y="126830"/>
                </a:lnTo>
                <a:lnTo>
                  <a:pt x="440597" y="178075"/>
                </a:lnTo>
                <a:lnTo>
                  <a:pt x="476323" y="237945"/>
                </a:lnTo>
                <a:lnTo>
                  <a:pt x="509404" y="306441"/>
                </a:lnTo>
                <a:lnTo>
                  <a:pt x="539838" y="383563"/>
                </a:lnTo>
              </a:path>
            </a:pathLst>
          </a:custGeom>
          <a:noFill/>
          <a:ln w="5334">
            <a:solidFill>
              <a:srgbClr val="57409B">
                <a:alpha val="13000"/>
              </a:srgbClr>
            </a:solidFill>
            <a:prstDash val="solid"/>
          </a:ln>
        </p:spPr>
      </p:sp>
      <p:sp>
        <p:nvSpPr>
          <p:cNvPr id="102" name="knowledge-edge">
            <a:extLst>
              <a:ext uri="{FF2B5EF4-FFF2-40B4-BE49-F238E27FC236}">
                <a16:creationId xmlns:a16="http://schemas.microsoft.com/office/drawing/2014/main" id="{45CEA951-AB23-43C1-848B-077400F8C56F}"/>
              </a:ext>
            </a:extLst>
          </p:cNvPr>
          <p:cNvSpPr>
            <a:spLocks noGrp="1"/>
          </p:cNvSpPr>
          <p:nvPr/>
        </p:nvSpPr>
        <p:spPr>
          <a:xfrm>
            <a:off x="2577244" y="6423237"/>
            <a:ext cx="507173" cy="151618"/>
          </a:xfrm>
          <a:custGeom>
            <a:avLst/>
            <a:gdLst/>
            <a:ahLst/>
            <a:cxnLst/>
            <a:rect l="0" t="0" r="0" b="0"/>
            <a:pathLst>
              <a:path w="507173" h="151618">
                <a:moveTo>
                  <a:pt x="0" y="0"/>
                </a:moveTo>
                <a:lnTo>
                  <a:pt x="36227" y="13790"/>
                </a:lnTo>
                <a:lnTo>
                  <a:pt x="72453" y="27124"/>
                </a:lnTo>
                <a:lnTo>
                  <a:pt x="108680" y="40004"/>
                </a:lnTo>
                <a:lnTo>
                  <a:pt x="144907" y="52427"/>
                </a:lnTo>
                <a:lnTo>
                  <a:pt x="181133" y="64396"/>
                </a:lnTo>
                <a:lnTo>
                  <a:pt x="217360" y="75909"/>
                </a:lnTo>
                <a:lnTo>
                  <a:pt x="253587" y="86966"/>
                </a:lnTo>
                <a:lnTo>
                  <a:pt x="289813" y="97568"/>
                </a:lnTo>
                <a:lnTo>
                  <a:pt x="326040" y="107715"/>
                </a:lnTo>
                <a:lnTo>
                  <a:pt x="362267" y="117407"/>
                </a:lnTo>
                <a:lnTo>
                  <a:pt x="398493" y="126643"/>
                </a:lnTo>
                <a:lnTo>
                  <a:pt x="434720" y="135423"/>
                </a:lnTo>
                <a:lnTo>
                  <a:pt x="470947" y="143748"/>
                </a:lnTo>
                <a:lnTo>
                  <a:pt x="507173" y="151618"/>
                </a:lnTo>
              </a:path>
            </a:pathLst>
          </a:custGeom>
          <a:noFill/>
          <a:ln w="6477">
            <a:solidFill>
              <a:srgbClr val="57409B">
                <a:alpha val="17000"/>
              </a:srgbClr>
            </a:solidFill>
            <a:prstDash val="solid"/>
          </a:ln>
        </p:spPr>
      </p:sp>
      <p:sp>
        <p:nvSpPr>
          <p:cNvPr id="103" name="knowledge-cross-edge">
            <a:extLst>
              <a:ext uri="{FF2B5EF4-FFF2-40B4-BE49-F238E27FC236}">
                <a16:creationId xmlns:a16="http://schemas.microsoft.com/office/drawing/2014/main" id="{9876ED21-BEED-4E20-AFE4-72BBAFE2680E}"/>
              </a:ext>
            </a:extLst>
          </p:cNvPr>
          <p:cNvSpPr>
            <a:spLocks noGrp="1"/>
          </p:cNvSpPr>
          <p:nvPr/>
        </p:nvSpPr>
        <p:spPr>
          <a:xfrm>
            <a:off x="2577244" y="6245512"/>
            <a:ext cx="703227" cy="177725"/>
          </a:xfrm>
          <a:custGeom>
            <a:avLst/>
            <a:gdLst/>
            <a:ahLst/>
            <a:cxnLst/>
            <a:rect l="0" t="0" r="0" b="0"/>
            <a:pathLst>
              <a:path w="703227" h="177725">
                <a:moveTo>
                  <a:pt x="0" y="177725"/>
                </a:moveTo>
                <a:lnTo>
                  <a:pt x="44050" y="137579"/>
                </a:lnTo>
                <a:lnTo>
                  <a:pt x="90746" y="102555"/>
                </a:lnTo>
                <a:lnTo>
                  <a:pt x="140088" y="72654"/>
                </a:lnTo>
                <a:lnTo>
                  <a:pt x="192076" y="47877"/>
                </a:lnTo>
                <a:lnTo>
                  <a:pt x="246709" y="28223"/>
                </a:lnTo>
                <a:lnTo>
                  <a:pt x="303988" y="13692"/>
                </a:lnTo>
                <a:lnTo>
                  <a:pt x="363914" y="4284"/>
                </a:lnTo>
                <a:lnTo>
                  <a:pt x="426485" y="0"/>
                </a:lnTo>
                <a:lnTo>
                  <a:pt x="491701" y="839"/>
                </a:lnTo>
                <a:lnTo>
                  <a:pt x="559564" y="6801"/>
                </a:lnTo>
                <a:lnTo>
                  <a:pt x="630073" y="17886"/>
                </a:lnTo>
                <a:lnTo>
                  <a:pt x="703227" y="34094"/>
                </a:lnTo>
              </a:path>
            </a:pathLst>
          </a:custGeom>
          <a:noFill/>
          <a:ln w="4953">
            <a:solidFill>
              <a:srgbClr val="57409B">
                <a:alpha val="12000"/>
              </a:srgbClr>
            </a:solidFill>
            <a:prstDash val="solid"/>
          </a:ln>
        </p:spPr>
      </p:sp>
      <p:sp>
        <p:nvSpPr>
          <p:cNvPr id="104" name="knowledge-edge">
            <a:extLst>
              <a:ext uri="{FF2B5EF4-FFF2-40B4-BE49-F238E27FC236}">
                <a16:creationId xmlns:a16="http://schemas.microsoft.com/office/drawing/2014/main" id="{AF2D7E06-4755-4D29-BD12-1AEF18592278}"/>
              </a:ext>
            </a:extLst>
          </p:cNvPr>
          <p:cNvSpPr>
            <a:spLocks noGrp="1"/>
          </p:cNvSpPr>
          <p:nvPr/>
        </p:nvSpPr>
        <p:spPr>
          <a:xfrm>
            <a:off x="2571282" y="6715630"/>
            <a:ext cx="545681" cy="206432"/>
          </a:xfrm>
          <a:custGeom>
            <a:avLst/>
            <a:gdLst/>
            <a:ahLst/>
            <a:cxnLst/>
            <a:rect l="0" t="0" r="0" b="0"/>
            <a:pathLst>
              <a:path w="545681" h="206432">
                <a:moveTo>
                  <a:pt x="0" y="0"/>
                </a:moveTo>
                <a:lnTo>
                  <a:pt x="38977" y="32844"/>
                </a:lnTo>
                <a:lnTo>
                  <a:pt x="77954" y="62844"/>
                </a:lnTo>
                <a:lnTo>
                  <a:pt x="116932" y="90000"/>
                </a:lnTo>
                <a:lnTo>
                  <a:pt x="155909" y="114312"/>
                </a:lnTo>
                <a:lnTo>
                  <a:pt x="194886" y="135781"/>
                </a:lnTo>
                <a:lnTo>
                  <a:pt x="233863" y="154405"/>
                </a:lnTo>
                <a:lnTo>
                  <a:pt x="272841" y="170186"/>
                </a:lnTo>
                <a:lnTo>
                  <a:pt x="311818" y="183123"/>
                </a:lnTo>
                <a:lnTo>
                  <a:pt x="350795" y="193216"/>
                </a:lnTo>
                <a:lnTo>
                  <a:pt x="389772" y="200465"/>
                </a:lnTo>
                <a:lnTo>
                  <a:pt x="428750" y="204871"/>
                </a:lnTo>
                <a:lnTo>
                  <a:pt x="467727" y="206432"/>
                </a:lnTo>
                <a:lnTo>
                  <a:pt x="506704" y="205150"/>
                </a:lnTo>
                <a:lnTo>
                  <a:pt x="545681" y="201024"/>
                </a:lnTo>
              </a:path>
            </a:pathLst>
          </a:custGeom>
          <a:noFill/>
          <a:ln w="6477">
            <a:solidFill>
              <a:srgbClr val="57409B">
                <a:alpha val="17000"/>
              </a:srgbClr>
            </a:solidFill>
            <a:prstDash val="solid"/>
          </a:ln>
        </p:spPr>
      </p:sp>
      <p:sp>
        <p:nvSpPr>
          <p:cNvPr id="105" name="knowledge-cross-edge">
            <a:extLst>
              <a:ext uri="{FF2B5EF4-FFF2-40B4-BE49-F238E27FC236}">
                <a16:creationId xmlns:a16="http://schemas.microsoft.com/office/drawing/2014/main" id="{547DA5CA-451F-4D5E-91FE-A8ABEC39C4DD}"/>
              </a:ext>
            </a:extLst>
          </p:cNvPr>
          <p:cNvSpPr>
            <a:spLocks noGrp="1"/>
          </p:cNvSpPr>
          <p:nvPr/>
        </p:nvSpPr>
        <p:spPr>
          <a:xfrm>
            <a:off x="2571282" y="6715630"/>
            <a:ext cx="426411" cy="320102"/>
          </a:xfrm>
          <a:custGeom>
            <a:avLst/>
            <a:gdLst/>
            <a:ahLst/>
            <a:cxnLst/>
            <a:rect l="0" t="0" r="0" b="0"/>
            <a:pathLst>
              <a:path w="426411" h="320102">
                <a:moveTo>
                  <a:pt x="0" y="0"/>
                </a:moveTo>
                <a:lnTo>
                  <a:pt x="50086" y="5578"/>
                </a:lnTo>
                <a:lnTo>
                  <a:pt x="97527" y="14992"/>
                </a:lnTo>
                <a:lnTo>
                  <a:pt x="142321" y="28242"/>
                </a:lnTo>
                <a:lnTo>
                  <a:pt x="184470" y="45327"/>
                </a:lnTo>
                <a:lnTo>
                  <a:pt x="223973" y="66249"/>
                </a:lnTo>
                <a:lnTo>
                  <a:pt x="260830" y="91006"/>
                </a:lnTo>
                <a:lnTo>
                  <a:pt x="295042" y="119599"/>
                </a:lnTo>
                <a:lnTo>
                  <a:pt x="326607" y="152028"/>
                </a:lnTo>
                <a:lnTo>
                  <a:pt x="355527" y="188293"/>
                </a:lnTo>
                <a:lnTo>
                  <a:pt x="381801" y="228394"/>
                </a:lnTo>
                <a:lnTo>
                  <a:pt x="405429" y="272330"/>
                </a:lnTo>
                <a:lnTo>
                  <a:pt x="426411" y="320102"/>
                </a:lnTo>
              </a:path>
            </a:pathLst>
          </a:custGeom>
          <a:noFill/>
          <a:ln w="5334">
            <a:solidFill>
              <a:srgbClr val="57409B">
                <a:alpha val="13000"/>
              </a:srgbClr>
            </a:solidFill>
            <a:prstDash val="solid"/>
          </a:ln>
        </p:spPr>
      </p:sp>
      <p:sp>
        <p:nvSpPr>
          <p:cNvPr id="106" name="knowledge-cross-edge">
            <a:extLst>
              <a:ext uri="{FF2B5EF4-FFF2-40B4-BE49-F238E27FC236}">
                <a16:creationId xmlns:a16="http://schemas.microsoft.com/office/drawing/2014/main" id="{BA6F9FCA-013F-4D1C-B2CB-73550B1F551B}"/>
              </a:ext>
            </a:extLst>
          </p:cNvPr>
          <p:cNvSpPr>
            <a:spLocks noGrp="1"/>
          </p:cNvSpPr>
          <p:nvPr/>
        </p:nvSpPr>
        <p:spPr>
          <a:xfrm>
            <a:off x="2571282" y="6574856"/>
            <a:ext cx="513135" cy="140774"/>
          </a:xfrm>
          <a:custGeom>
            <a:avLst/>
            <a:gdLst/>
            <a:ahLst/>
            <a:cxnLst/>
            <a:rect l="0" t="0" r="0" b="0"/>
            <a:pathLst>
              <a:path w="513135" h="140774">
                <a:moveTo>
                  <a:pt x="0" y="140774"/>
                </a:moveTo>
                <a:lnTo>
                  <a:pt x="28209" y="120074"/>
                </a:lnTo>
                <a:lnTo>
                  <a:pt x="59064" y="101005"/>
                </a:lnTo>
                <a:lnTo>
                  <a:pt x="92565" y="83566"/>
                </a:lnTo>
                <a:lnTo>
                  <a:pt x="128712" y="67758"/>
                </a:lnTo>
                <a:lnTo>
                  <a:pt x="167504" y="53581"/>
                </a:lnTo>
                <a:lnTo>
                  <a:pt x="208943" y="41034"/>
                </a:lnTo>
                <a:lnTo>
                  <a:pt x="253027" y="30118"/>
                </a:lnTo>
                <a:lnTo>
                  <a:pt x="299757" y="20833"/>
                </a:lnTo>
                <a:lnTo>
                  <a:pt x="349133" y="13179"/>
                </a:lnTo>
                <a:lnTo>
                  <a:pt x="401154" y="7155"/>
                </a:lnTo>
                <a:lnTo>
                  <a:pt x="455822" y="2762"/>
                </a:lnTo>
                <a:lnTo>
                  <a:pt x="513135" y="0"/>
                </a:lnTo>
              </a:path>
            </a:pathLst>
          </a:custGeom>
          <a:noFill/>
          <a:ln w="4953">
            <a:solidFill>
              <a:srgbClr val="57409B">
                <a:alpha val="12000"/>
              </a:srgbClr>
            </a:solidFill>
            <a:prstDash val="solid"/>
          </a:ln>
        </p:spPr>
      </p:sp>
      <p:sp>
        <p:nvSpPr>
          <p:cNvPr id="107" name="knowledge-long-edge">
            <a:extLst>
              <a:ext uri="{FF2B5EF4-FFF2-40B4-BE49-F238E27FC236}">
                <a16:creationId xmlns:a16="http://schemas.microsoft.com/office/drawing/2014/main" id="{A50EEB3C-59E8-4ECC-80EA-14EDED148AB7}"/>
              </a:ext>
            </a:extLst>
          </p:cNvPr>
          <p:cNvSpPr>
            <a:spLocks noGrp="1"/>
          </p:cNvSpPr>
          <p:nvPr/>
        </p:nvSpPr>
        <p:spPr>
          <a:xfrm>
            <a:off x="2571282" y="6501024"/>
            <a:ext cx="828566" cy="646443"/>
          </a:xfrm>
          <a:custGeom>
            <a:avLst/>
            <a:gdLst/>
            <a:ahLst/>
            <a:cxnLst/>
            <a:rect l="0" t="0" r="0" b="0"/>
            <a:pathLst>
              <a:path w="828566" h="646443">
                <a:moveTo>
                  <a:pt x="0" y="214606"/>
                </a:moveTo>
                <a:lnTo>
                  <a:pt x="51785" y="147460"/>
                </a:lnTo>
                <a:lnTo>
                  <a:pt x="103571" y="92865"/>
                </a:lnTo>
                <a:lnTo>
                  <a:pt x="155356" y="50821"/>
                </a:lnTo>
                <a:lnTo>
                  <a:pt x="207142" y="21329"/>
                </a:lnTo>
                <a:lnTo>
                  <a:pt x="258927" y="4389"/>
                </a:lnTo>
                <a:lnTo>
                  <a:pt x="310712" y="0"/>
                </a:lnTo>
                <a:lnTo>
                  <a:pt x="362498" y="8163"/>
                </a:lnTo>
                <a:lnTo>
                  <a:pt x="414283" y="28877"/>
                </a:lnTo>
                <a:lnTo>
                  <a:pt x="466068" y="62142"/>
                </a:lnTo>
                <a:lnTo>
                  <a:pt x="517854" y="107959"/>
                </a:lnTo>
                <a:lnTo>
                  <a:pt x="569639" y="166328"/>
                </a:lnTo>
                <a:lnTo>
                  <a:pt x="621425" y="237248"/>
                </a:lnTo>
                <a:lnTo>
                  <a:pt x="673210" y="320719"/>
                </a:lnTo>
                <a:lnTo>
                  <a:pt x="724995" y="416742"/>
                </a:lnTo>
                <a:lnTo>
                  <a:pt x="776781" y="525317"/>
                </a:lnTo>
                <a:lnTo>
                  <a:pt x="828566" y="646443"/>
                </a:lnTo>
              </a:path>
            </a:pathLst>
          </a:custGeom>
          <a:noFill/>
          <a:ln w="4286">
            <a:solidFill>
              <a:srgbClr val="57409B">
                <a:alpha val="9000"/>
              </a:srgbClr>
            </a:solidFill>
            <a:prstDash val="solid"/>
          </a:ln>
        </p:spPr>
      </p:sp>
      <p:sp>
        <p:nvSpPr>
          <p:cNvPr id="108" name="knowledge-edge">
            <a:extLst>
              <a:ext uri="{FF2B5EF4-FFF2-40B4-BE49-F238E27FC236}">
                <a16:creationId xmlns:a16="http://schemas.microsoft.com/office/drawing/2014/main" id="{4064D402-575E-43BE-9227-19FB86A289A4}"/>
              </a:ext>
            </a:extLst>
          </p:cNvPr>
          <p:cNvSpPr>
            <a:spLocks noGrp="1"/>
          </p:cNvSpPr>
          <p:nvPr/>
        </p:nvSpPr>
        <p:spPr>
          <a:xfrm>
            <a:off x="2784903" y="7007551"/>
            <a:ext cx="212790" cy="35059"/>
          </a:xfrm>
          <a:custGeom>
            <a:avLst/>
            <a:gdLst/>
            <a:ahLst/>
            <a:cxnLst/>
            <a:rect l="0" t="0" r="0" b="0"/>
            <a:pathLst>
              <a:path w="212790" h="35059">
                <a:moveTo>
                  <a:pt x="0" y="0"/>
                </a:moveTo>
                <a:lnTo>
                  <a:pt x="15199" y="6865"/>
                </a:lnTo>
                <a:lnTo>
                  <a:pt x="30399" y="12983"/>
                </a:lnTo>
                <a:lnTo>
                  <a:pt x="45598" y="18355"/>
                </a:lnTo>
                <a:lnTo>
                  <a:pt x="60797" y="22981"/>
                </a:lnTo>
                <a:lnTo>
                  <a:pt x="75996" y="26860"/>
                </a:lnTo>
                <a:lnTo>
                  <a:pt x="91196" y="29993"/>
                </a:lnTo>
                <a:lnTo>
                  <a:pt x="106395" y="32379"/>
                </a:lnTo>
                <a:lnTo>
                  <a:pt x="121594" y="34018"/>
                </a:lnTo>
                <a:lnTo>
                  <a:pt x="136793" y="34912"/>
                </a:lnTo>
                <a:lnTo>
                  <a:pt x="151993" y="35059"/>
                </a:lnTo>
                <a:lnTo>
                  <a:pt x="167192" y="34459"/>
                </a:lnTo>
                <a:lnTo>
                  <a:pt x="182391" y="33113"/>
                </a:lnTo>
                <a:lnTo>
                  <a:pt x="197590" y="31020"/>
                </a:lnTo>
                <a:lnTo>
                  <a:pt x="212790" y="28181"/>
                </a:lnTo>
              </a:path>
            </a:pathLst>
          </a:custGeom>
          <a:noFill/>
          <a:ln w="6477">
            <a:solidFill>
              <a:srgbClr val="57409B">
                <a:alpha val="17000"/>
              </a:srgbClr>
            </a:solidFill>
            <a:prstDash val="solid"/>
          </a:ln>
        </p:spPr>
      </p:sp>
      <p:sp>
        <p:nvSpPr>
          <p:cNvPr id="109" name="knowledge-edge">
            <a:extLst>
              <a:ext uri="{FF2B5EF4-FFF2-40B4-BE49-F238E27FC236}">
                <a16:creationId xmlns:a16="http://schemas.microsoft.com/office/drawing/2014/main" id="{5E55D992-19AF-40FC-87E2-3E9174658242}"/>
              </a:ext>
            </a:extLst>
          </p:cNvPr>
          <p:cNvSpPr>
            <a:spLocks noGrp="1"/>
          </p:cNvSpPr>
          <p:nvPr/>
        </p:nvSpPr>
        <p:spPr>
          <a:xfrm>
            <a:off x="2830539" y="7269802"/>
            <a:ext cx="136264" cy="81657"/>
          </a:xfrm>
          <a:custGeom>
            <a:avLst/>
            <a:gdLst/>
            <a:ahLst/>
            <a:cxnLst/>
            <a:rect l="0" t="0" r="0" b="0"/>
            <a:pathLst>
              <a:path w="136264" h="81657">
                <a:moveTo>
                  <a:pt x="0" y="81657"/>
                </a:moveTo>
                <a:lnTo>
                  <a:pt x="9733" y="63854"/>
                </a:lnTo>
                <a:lnTo>
                  <a:pt x="19466" y="48233"/>
                </a:lnTo>
                <a:lnTo>
                  <a:pt x="29200" y="34795"/>
                </a:lnTo>
                <a:lnTo>
                  <a:pt x="38933" y="23540"/>
                </a:lnTo>
                <a:lnTo>
                  <a:pt x="48666" y="14467"/>
                </a:lnTo>
                <a:lnTo>
                  <a:pt x="58399" y="7576"/>
                </a:lnTo>
                <a:lnTo>
                  <a:pt x="68132" y="2868"/>
                </a:lnTo>
                <a:lnTo>
                  <a:pt x="77865" y="343"/>
                </a:lnTo>
                <a:lnTo>
                  <a:pt x="87599" y="0"/>
                </a:lnTo>
                <a:lnTo>
                  <a:pt x="97332" y="1840"/>
                </a:lnTo>
                <a:lnTo>
                  <a:pt x="107065" y="5862"/>
                </a:lnTo>
                <a:lnTo>
                  <a:pt x="116798" y="12066"/>
                </a:lnTo>
                <a:lnTo>
                  <a:pt x="126531" y="20453"/>
                </a:lnTo>
                <a:lnTo>
                  <a:pt x="136264" y="31023"/>
                </a:lnTo>
              </a:path>
            </a:pathLst>
          </a:custGeom>
          <a:noFill/>
          <a:ln w="6477">
            <a:solidFill>
              <a:srgbClr val="57409B">
                <a:alpha val="17000"/>
              </a:srgbClr>
            </a:solidFill>
            <a:prstDash val="solid"/>
          </a:ln>
        </p:spPr>
      </p:sp>
      <p:sp>
        <p:nvSpPr>
          <p:cNvPr id="110" name="knowledge-cross-edge">
            <a:extLst>
              <a:ext uri="{FF2B5EF4-FFF2-40B4-BE49-F238E27FC236}">
                <a16:creationId xmlns:a16="http://schemas.microsoft.com/office/drawing/2014/main" id="{20DC371B-7A6E-4535-8B63-029223470F7F}"/>
              </a:ext>
            </a:extLst>
          </p:cNvPr>
          <p:cNvSpPr>
            <a:spLocks noGrp="1"/>
          </p:cNvSpPr>
          <p:nvPr/>
        </p:nvSpPr>
        <p:spPr>
          <a:xfrm>
            <a:off x="2829916" y="7035732"/>
            <a:ext cx="167776" cy="315727"/>
          </a:xfrm>
          <a:custGeom>
            <a:avLst/>
            <a:gdLst/>
            <a:ahLst/>
            <a:cxnLst/>
            <a:rect l="0" t="0" r="0" b="0"/>
            <a:pathLst>
              <a:path w="167776" h="315727">
                <a:moveTo>
                  <a:pt x="623" y="315727"/>
                </a:moveTo>
                <a:lnTo>
                  <a:pt x="0" y="272450"/>
                </a:lnTo>
                <a:lnTo>
                  <a:pt x="2023" y="232257"/>
                </a:lnTo>
                <a:lnTo>
                  <a:pt x="6692" y="195150"/>
                </a:lnTo>
                <a:lnTo>
                  <a:pt x="14007" y="161127"/>
                </a:lnTo>
                <a:lnTo>
                  <a:pt x="23968" y="130189"/>
                </a:lnTo>
                <a:lnTo>
                  <a:pt x="36574" y="102336"/>
                </a:lnTo>
                <a:lnTo>
                  <a:pt x="51827" y="77568"/>
                </a:lnTo>
                <a:lnTo>
                  <a:pt x="69725" y="55885"/>
                </a:lnTo>
                <a:lnTo>
                  <a:pt x="90269" y="37286"/>
                </a:lnTo>
                <a:lnTo>
                  <a:pt x="113459" y="21773"/>
                </a:lnTo>
                <a:lnTo>
                  <a:pt x="139295" y="9344"/>
                </a:lnTo>
                <a:lnTo>
                  <a:pt x="167776" y="0"/>
                </a:lnTo>
              </a:path>
            </a:pathLst>
          </a:custGeom>
          <a:noFill/>
          <a:ln w="4953">
            <a:solidFill>
              <a:srgbClr val="57409B">
                <a:alpha val="12000"/>
              </a:srgbClr>
            </a:solidFill>
            <a:prstDash val="solid"/>
          </a:ln>
        </p:spPr>
      </p:sp>
      <p:sp>
        <p:nvSpPr>
          <p:cNvPr id="111" name="knowledge-edge">
            <a:extLst>
              <a:ext uri="{FF2B5EF4-FFF2-40B4-BE49-F238E27FC236}">
                <a16:creationId xmlns:a16="http://schemas.microsoft.com/office/drawing/2014/main" id="{7E6583FA-02F7-462B-AEDB-D1EDBD26954A}"/>
              </a:ext>
            </a:extLst>
          </p:cNvPr>
          <p:cNvSpPr>
            <a:spLocks noGrp="1"/>
          </p:cNvSpPr>
          <p:nvPr/>
        </p:nvSpPr>
        <p:spPr>
          <a:xfrm>
            <a:off x="3082612" y="5935265"/>
            <a:ext cx="593933" cy="69940"/>
          </a:xfrm>
          <a:custGeom>
            <a:avLst/>
            <a:gdLst/>
            <a:ahLst/>
            <a:cxnLst/>
            <a:rect l="0" t="0" r="0" b="0"/>
            <a:pathLst>
              <a:path w="593933" h="69940">
                <a:moveTo>
                  <a:pt x="0" y="59105"/>
                </a:moveTo>
                <a:lnTo>
                  <a:pt x="42424" y="63893"/>
                </a:lnTo>
                <a:lnTo>
                  <a:pt x="84848" y="67294"/>
                </a:lnTo>
                <a:lnTo>
                  <a:pt x="127271" y="69310"/>
                </a:lnTo>
                <a:lnTo>
                  <a:pt x="169695" y="69940"/>
                </a:lnTo>
                <a:lnTo>
                  <a:pt x="212119" y="69183"/>
                </a:lnTo>
                <a:lnTo>
                  <a:pt x="254543" y="67041"/>
                </a:lnTo>
                <a:lnTo>
                  <a:pt x="296966" y="63512"/>
                </a:lnTo>
                <a:lnTo>
                  <a:pt x="339390" y="58597"/>
                </a:lnTo>
                <a:lnTo>
                  <a:pt x="381814" y="52296"/>
                </a:lnTo>
                <a:lnTo>
                  <a:pt x="424238" y="44609"/>
                </a:lnTo>
                <a:lnTo>
                  <a:pt x="466661" y="35536"/>
                </a:lnTo>
                <a:lnTo>
                  <a:pt x="509085" y="25077"/>
                </a:lnTo>
                <a:lnTo>
                  <a:pt x="551509" y="13231"/>
                </a:lnTo>
                <a:lnTo>
                  <a:pt x="593933" y="0"/>
                </a:lnTo>
              </a:path>
            </a:pathLst>
          </a:custGeom>
          <a:noFill/>
          <a:ln w="6477">
            <a:solidFill>
              <a:srgbClr val="623C8F">
                <a:alpha val="17000"/>
              </a:srgbClr>
            </a:solidFill>
            <a:prstDash val="solid"/>
          </a:ln>
        </p:spPr>
      </p:sp>
      <p:sp>
        <p:nvSpPr>
          <p:cNvPr id="112" name="knowledge-cross-edge">
            <a:extLst>
              <a:ext uri="{FF2B5EF4-FFF2-40B4-BE49-F238E27FC236}">
                <a16:creationId xmlns:a16="http://schemas.microsoft.com/office/drawing/2014/main" id="{0AFBD489-8AA0-4747-8807-952BA9DF9AB3}"/>
              </a:ext>
            </a:extLst>
          </p:cNvPr>
          <p:cNvSpPr>
            <a:spLocks noGrp="1"/>
          </p:cNvSpPr>
          <p:nvPr/>
        </p:nvSpPr>
        <p:spPr>
          <a:xfrm>
            <a:off x="3082612" y="5987262"/>
            <a:ext cx="615848" cy="48758"/>
          </a:xfrm>
          <a:custGeom>
            <a:avLst/>
            <a:gdLst/>
            <a:ahLst/>
            <a:cxnLst/>
            <a:rect l="0" t="0" r="0" b="0"/>
            <a:pathLst>
              <a:path w="615848" h="48758">
                <a:moveTo>
                  <a:pt x="0" y="7107"/>
                </a:moveTo>
                <a:lnTo>
                  <a:pt x="65873" y="3440"/>
                </a:lnTo>
                <a:lnTo>
                  <a:pt x="129100" y="1071"/>
                </a:lnTo>
                <a:lnTo>
                  <a:pt x="189681" y="0"/>
                </a:lnTo>
                <a:lnTo>
                  <a:pt x="247616" y="226"/>
                </a:lnTo>
                <a:lnTo>
                  <a:pt x="302905" y="1751"/>
                </a:lnTo>
                <a:lnTo>
                  <a:pt x="355549" y="4573"/>
                </a:lnTo>
                <a:lnTo>
                  <a:pt x="405547" y="8693"/>
                </a:lnTo>
                <a:lnTo>
                  <a:pt x="452898" y="14110"/>
                </a:lnTo>
                <a:lnTo>
                  <a:pt x="497604" y="20826"/>
                </a:lnTo>
                <a:lnTo>
                  <a:pt x="539665" y="28839"/>
                </a:lnTo>
                <a:lnTo>
                  <a:pt x="579079" y="38150"/>
                </a:lnTo>
                <a:lnTo>
                  <a:pt x="615848" y="48758"/>
                </a:lnTo>
              </a:path>
            </a:pathLst>
          </a:custGeom>
          <a:noFill/>
          <a:ln w="5334">
            <a:solidFill>
              <a:srgbClr val="623C8F">
                <a:alpha val="13000"/>
              </a:srgbClr>
            </a:solidFill>
            <a:prstDash val="solid"/>
          </a:ln>
        </p:spPr>
      </p:sp>
      <p:sp>
        <p:nvSpPr>
          <p:cNvPr id="113" name="knowledge-edge">
            <a:extLst>
              <a:ext uri="{FF2B5EF4-FFF2-40B4-BE49-F238E27FC236}">
                <a16:creationId xmlns:a16="http://schemas.microsoft.com/office/drawing/2014/main" id="{086224C4-4B76-4765-93D1-2C793F4A2CBB}"/>
              </a:ext>
            </a:extLst>
          </p:cNvPr>
          <p:cNvSpPr>
            <a:spLocks noGrp="1"/>
          </p:cNvSpPr>
          <p:nvPr/>
        </p:nvSpPr>
        <p:spPr>
          <a:xfrm>
            <a:off x="3232954" y="6036020"/>
            <a:ext cx="465506" cy="114814"/>
          </a:xfrm>
          <a:custGeom>
            <a:avLst/>
            <a:gdLst/>
            <a:ahLst/>
            <a:cxnLst/>
            <a:rect l="0" t="0" r="0" b="0"/>
            <a:pathLst>
              <a:path w="465506" h="114814">
                <a:moveTo>
                  <a:pt x="0" y="114814"/>
                </a:moveTo>
                <a:lnTo>
                  <a:pt x="33250" y="107712"/>
                </a:lnTo>
                <a:lnTo>
                  <a:pt x="66501" y="100442"/>
                </a:lnTo>
                <a:lnTo>
                  <a:pt x="99751" y="93002"/>
                </a:lnTo>
                <a:lnTo>
                  <a:pt x="133002" y="85393"/>
                </a:lnTo>
                <a:lnTo>
                  <a:pt x="166252" y="77615"/>
                </a:lnTo>
                <a:lnTo>
                  <a:pt x="199502" y="69668"/>
                </a:lnTo>
                <a:lnTo>
                  <a:pt x="232753" y="61551"/>
                </a:lnTo>
                <a:lnTo>
                  <a:pt x="266003" y="53266"/>
                </a:lnTo>
                <a:lnTo>
                  <a:pt x="299254" y="44811"/>
                </a:lnTo>
                <a:lnTo>
                  <a:pt x="332504" y="36187"/>
                </a:lnTo>
                <a:lnTo>
                  <a:pt x="365754" y="27394"/>
                </a:lnTo>
                <a:lnTo>
                  <a:pt x="399005" y="18432"/>
                </a:lnTo>
                <a:lnTo>
                  <a:pt x="432255" y="9301"/>
                </a:lnTo>
                <a:lnTo>
                  <a:pt x="465506" y="0"/>
                </a:lnTo>
              </a:path>
            </a:pathLst>
          </a:custGeom>
          <a:noFill/>
          <a:ln w="6477">
            <a:solidFill>
              <a:srgbClr val="623C8F">
                <a:alpha val="17000"/>
              </a:srgbClr>
            </a:solidFill>
            <a:prstDash val="solid"/>
          </a:ln>
        </p:spPr>
      </p:sp>
      <p:sp>
        <p:nvSpPr>
          <p:cNvPr id="114" name="knowledge-cross-edge">
            <a:extLst>
              <a:ext uri="{FF2B5EF4-FFF2-40B4-BE49-F238E27FC236}">
                <a16:creationId xmlns:a16="http://schemas.microsoft.com/office/drawing/2014/main" id="{32EE786B-77D5-4702-A1D3-4EFAC3168C18}"/>
              </a:ext>
            </a:extLst>
          </p:cNvPr>
          <p:cNvSpPr>
            <a:spLocks noGrp="1"/>
          </p:cNvSpPr>
          <p:nvPr/>
        </p:nvSpPr>
        <p:spPr>
          <a:xfrm>
            <a:off x="3232954" y="5917052"/>
            <a:ext cx="443591" cy="233782"/>
          </a:xfrm>
          <a:custGeom>
            <a:avLst/>
            <a:gdLst/>
            <a:ahLst/>
            <a:cxnLst/>
            <a:rect l="0" t="0" r="0" b="0"/>
            <a:pathLst>
              <a:path w="443591" h="233782">
                <a:moveTo>
                  <a:pt x="0" y="233782"/>
                </a:moveTo>
                <a:lnTo>
                  <a:pt x="22414" y="186442"/>
                </a:lnTo>
                <a:lnTo>
                  <a:pt x="47473" y="144443"/>
                </a:lnTo>
                <a:lnTo>
                  <a:pt x="75179" y="107785"/>
                </a:lnTo>
                <a:lnTo>
                  <a:pt x="105530" y="76468"/>
                </a:lnTo>
                <a:lnTo>
                  <a:pt x="138527" y="50492"/>
                </a:lnTo>
                <a:lnTo>
                  <a:pt x="174170" y="29857"/>
                </a:lnTo>
                <a:lnTo>
                  <a:pt x="212459" y="14564"/>
                </a:lnTo>
                <a:lnTo>
                  <a:pt x="253394" y="4611"/>
                </a:lnTo>
                <a:lnTo>
                  <a:pt x="296974" y="0"/>
                </a:lnTo>
                <a:lnTo>
                  <a:pt x="343201" y="730"/>
                </a:lnTo>
                <a:lnTo>
                  <a:pt x="392073" y="6801"/>
                </a:lnTo>
                <a:lnTo>
                  <a:pt x="443591" y="18212"/>
                </a:lnTo>
              </a:path>
            </a:pathLst>
          </a:custGeom>
          <a:noFill/>
          <a:ln w="4953">
            <a:solidFill>
              <a:srgbClr val="623C8F">
                <a:alpha val="12000"/>
              </a:srgbClr>
            </a:solidFill>
            <a:prstDash val="solid"/>
          </a:ln>
        </p:spPr>
      </p:sp>
      <p:sp>
        <p:nvSpPr>
          <p:cNvPr id="115" name="knowledge-edge">
            <a:extLst>
              <a:ext uri="{FF2B5EF4-FFF2-40B4-BE49-F238E27FC236}">
                <a16:creationId xmlns:a16="http://schemas.microsoft.com/office/drawing/2014/main" id="{D4F0D5E3-A81A-4813-AE7F-8B1E10D5C94D}"/>
              </a:ext>
            </a:extLst>
          </p:cNvPr>
          <p:cNvSpPr>
            <a:spLocks noGrp="1"/>
          </p:cNvSpPr>
          <p:nvPr/>
        </p:nvSpPr>
        <p:spPr>
          <a:xfrm>
            <a:off x="3280471" y="6274273"/>
            <a:ext cx="197652" cy="18464"/>
          </a:xfrm>
          <a:custGeom>
            <a:avLst/>
            <a:gdLst/>
            <a:ahLst/>
            <a:cxnLst/>
            <a:rect l="0" t="0" r="0" b="0"/>
            <a:pathLst>
              <a:path w="197652" h="18464">
                <a:moveTo>
                  <a:pt x="0" y="5333"/>
                </a:moveTo>
                <a:lnTo>
                  <a:pt x="14118" y="3376"/>
                </a:lnTo>
                <a:lnTo>
                  <a:pt x="28236" y="1863"/>
                </a:lnTo>
                <a:lnTo>
                  <a:pt x="42354" y="797"/>
                </a:lnTo>
                <a:lnTo>
                  <a:pt x="56472" y="176"/>
                </a:lnTo>
                <a:lnTo>
                  <a:pt x="70590" y="0"/>
                </a:lnTo>
                <a:lnTo>
                  <a:pt x="84708" y="270"/>
                </a:lnTo>
                <a:lnTo>
                  <a:pt x="98826" y="985"/>
                </a:lnTo>
                <a:lnTo>
                  <a:pt x="112944" y="2146"/>
                </a:lnTo>
                <a:lnTo>
                  <a:pt x="127062" y="3752"/>
                </a:lnTo>
                <a:lnTo>
                  <a:pt x="141180" y="5803"/>
                </a:lnTo>
                <a:lnTo>
                  <a:pt x="155298" y="8300"/>
                </a:lnTo>
                <a:lnTo>
                  <a:pt x="169416" y="11243"/>
                </a:lnTo>
                <a:lnTo>
                  <a:pt x="183534" y="14631"/>
                </a:lnTo>
                <a:lnTo>
                  <a:pt x="197652" y="18464"/>
                </a:lnTo>
              </a:path>
            </a:pathLst>
          </a:custGeom>
          <a:noFill/>
          <a:ln w="6477">
            <a:solidFill>
              <a:srgbClr val="623C8F">
                <a:alpha val="17000"/>
              </a:srgbClr>
            </a:solidFill>
            <a:prstDash val="solid"/>
          </a:ln>
        </p:spPr>
      </p:sp>
      <p:sp>
        <p:nvSpPr>
          <p:cNvPr id="116" name="knowledge-cross-edge">
            <a:extLst>
              <a:ext uri="{FF2B5EF4-FFF2-40B4-BE49-F238E27FC236}">
                <a16:creationId xmlns:a16="http://schemas.microsoft.com/office/drawing/2014/main" id="{3185A5FB-6671-4D0A-BAA9-0352986489B0}"/>
              </a:ext>
            </a:extLst>
          </p:cNvPr>
          <p:cNvSpPr>
            <a:spLocks noGrp="1"/>
          </p:cNvSpPr>
          <p:nvPr/>
        </p:nvSpPr>
        <p:spPr>
          <a:xfrm>
            <a:off x="3280471" y="6268621"/>
            <a:ext cx="371902" cy="345882"/>
          </a:xfrm>
          <a:custGeom>
            <a:avLst/>
            <a:gdLst/>
            <a:ahLst/>
            <a:cxnLst/>
            <a:rect l="0" t="0" r="0" b="0"/>
            <a:pathLst>
              <a:path w="371902" h="345882">
                <a:moveTo>
                  <a:pt x="0" y="10984"/>
                </a:moveTo>
                <a:lnTo>
                  <a:pt x="45544" y="2152"/>
                </a:lnTo>
                <a:lnTo>
                  <a:pt x="88442" y="0"/>
                </a:lnTo>
                <a:lnTo>
                  <a:pt x="128694" y="4528"/>
                </a:lnTo>
                <a:lnTo>
                  <a:pt x="166301" y="15736"/>
                </a:lnTo>
                <a:lnTo>
                  <a:pt x="201261" y="33624"/>
                </a:lnTo>
                <a:lnTo>
                  <a:pt x="233576" y="58192"/>
                </a:lnTo>
                <a:lnTo>
                  <a:pt x="263245" y="89440"/>
                </a:lnTo>
                <a:lnTo>
                  <a:pt x="290268" y="127368"/>
                </a:lnTo>
                <a:lnTo>
                  <a:pt x="314645" y="171976"/>
                </a:lnTo>
                <a:lnTo>
                  <a:pt x="336377" y="223265"/>
                </a:lnTo>
                <a:lnTo>
                  <a:pt x="355462" y="281233"/>
                </a:lnTo>
                <a:lnTo>
                  <a:pt x="371902" y="345882"/>
                </a:lnTo>
              </a:path>
            </a:pathLst>
          </a:custGeom>
          <a:noFill/>
          <a:ln w="5334">
            <a:solidFill>
              <a:srgbClr val="623C8F">
                <a:alpha val="13000"/>
              </a:srgbClr>
            </a:solidFill>
            <a:prstDash val="solid"/>
          </a:ln>
        </p:spPr>
      </p:sp>
      <p:sp>
        <p:nvSpPr>
          <p:cNvPr id="117" name="knowledge-long-edge">
            <a:extLst>
              <a:ext uri="{FF2B5EF4-FFF2-40B4-BE49-F238E27FC236}">
                <a16:creationId xmlns:a16="http://schemas.microsoft.com/office/drawing/2014/main" id="{64DE6447-03AD-4DFC-BE45-43DB49ABDB8A}"/>
              </a:ext>
            </a:extLst>
          </p:cNvPr>
          <p:cNvSpPr>
            <a:spLocks noGrp="1"/>
          </p:cNvSpPr>
          <p:nvPr/>
        </p:nvSpPr>
        <p:spPr>
          <a:xfrm>
            <a:off x="3280471" y="6052772"/>
            <a:ext cx="738657" cy="690685"/>
          </a:xfrm>
          <a:custGeom>
            <a:avLst/>
            <a:gdLst/>
            <a:ahLst/>
            <a:cxnLst/>
            <a:rect l="0" t="0" r="0" b="0"/>
            <a:pathLst>
              <a:path w="738657" h="690685">
                <a:moveTo>
                  <a:pt x="0" y="226834"/>
                </a:moveTo>
                <a:lnTo>
                  <a:pt x="46166" y="155630"/>
                </a:lnTo>
                <a:lnTo>
                  <a:pt x="92332" y="97786"/>
                </a:lnTo>
                <a:lnTo>
                  <a:pt x="138498" y="53300"/>
                </a:lnTo>
                <a:lnTo>
                  <a:pt x="184664" y="22174"/>
                </a:lnTo>
                <a:lnTo>
                  <a:pt x="230830" y="4407"/>
                </a:lnTo>
                <a:lnTo>
                  <a:pt x="276996" y="0"/>
                </a:lnTo>
                <a:lnTo>
                  <a:pt x="323163" y="8952"/>
                </a:lnTo>
                <a:lnTo>
                  <a:pt x="369329" y="31263"/>
                </a:lnTo>
                <a:lnTo>
                  <a:pt x="415495" y="66933"/>
                </a:lnTo>
                <a:lnTo>
                  <a:pt x="461661" y="115963"/>
                </a:lnTo>
                <a:lnTo>
                  <a:pt x="507827" y="178352"/>
                </a:lnTo>
                <a:lnTo>
                  <a:pt x="553993" y="254100"/>
                </a:lnTo>
                <a:lnTo>
                  <a:pt x="600159" y="343207"/>
                </a:lnTo>
                <a:lnTo>
                  <a:pt x="646325" y="445674"/>
                </a:lnTo>
                <a:lnTo>
                  <a:pt x="692491" y="561500"/>
                </a:lnTo>
                <a:lnTo>
                  <a:pt x="738657" y="690685"/>
                </a:lnTo>
              </a:path>
            </a:pathLst>
          </a:custGeom>
          <a:noFill/>
          <a:ln w="4286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118" name="knowledge-edge">
            <a:extLst>
              <a:ext uri="{FF2B5EF4-FFF2-40B4-BE49-F238E27FC236}">
                <a16:creationId xmlns:a16="http://schemas.microsoft.com/office/drawing/2014/main" id="{61DA91B9-4DE9-47CE-AAE3-BE1745B8388E}"/>
              </a:ext>
            </a:extLst>
          </p:cNvPr>
          <p:cNvSpPr>
            <a:spLocks noGrp="1"/>
          </p:cNvSpPr>
          <p:nvPr/>
        </p:nvSpPr>
        <p:spPr>
          <a:xfrm>
            <a:off x="3084417" y="6548427"/>
            <a:ext cx="567956" cy="66076"/>
          </a:xfrm>
          <a:custGeom>
            <a:avLst/>
            <a:gdLst/>
            <a:ahLst/>
            <a:cxnLst/>
            <a:rect l="0" t="0" r="0" b="0"/>
            <a:pathLst>
              <a:path w="567956" h="66076">
                <a:moveTo>
                  <a:pt x="0" y="26429"/>
                </a:moveTo>
                <a:lnTo>
                  <a:pt x="40568" y="17535"/>
                </a:lnTo>
                <a:lnTo>
                  <a:pt x="81137" y="10445"/>
                </a:lnTo>
                <a:lnTo>
                  <a:pt x="121705" y="5160"/>
                </a:lnTo>
                <a:lnTo>
                  <a:pt x="162273" y="1678"/>
                </a:lnTo>
                <a:lnTo>
                  <a:pt x="202841" y="0"/>
                </a:lnTo>
                <a:lnTo>
                  <a:pt x="243410" y="126"/>
                </a:lnTo>
                <a:lnTo>
                  <a:pt x="283978" y="2056"/>
                </a:lnTo>
                <a:lnTo>
                  <a:pt x="324546" y="5790"/>
                </a:lnTo>
                <a:lnTo>
                  <a:pt x="365114" y="11328"/>
                </a:lnTo>
                <a:lnTo>
                  <a:pt x="405683" y="18670"/>
                </a:lnTo>
                <a:lnTo>
                  <a:pt x="446251" y="27815"/>
                </a:lnTo>
                <a:lnTo>
                  <a:pt x="486819" y="38765"/>
                </a:lnTo>
                <a:lnTo>
                  <a:pt x="527387" y="51519"/>
                </a:lnTo>
                <a:lnTo>
                  <a:pt x="567956" y="66076"/>
                </a:lnTo>
              </a:path>
            </a:pathLst>
          </a:custGeom>
          <a:noFill/>
          <a:ln w="6477">
            <a:solidFill>
              <a:srgbClr val="623C8F">
                <a:alpha val="17000"/>
              </a:srgbClr>
            </a:solidFill>
            <a:prstDash val="solid"/>
          </a:ln>
        </p:spPr>
      </p:sp>
      <p:sp>
        <p:nvSpPr>
          <p:cNvPr id="119" name="knowledge-cross-edge">
            <a:extLst>
              <a:ext uri="{FF2B5EF4-FFF2-40B4-BE49-F238E27FC236}">
                <a16:creationId xmlns:a16="http://schemas.microsoft.com/office/drawing/2014/main" id="{DEF82064-1B3C-4B70-96E7-D12C80084F57}"/>
              </a:ext>
            </a:extLst>
          </p:cNvPr>
          <p:cNvSpPr>
            <a:spLocks noGrp="1"/>
          </p:cNvSpPr>
          <p:nvPr/>
        </p:nvSpPr>
        <p:spPr>
          <a:xfrm>
            <a:off x="3084417" y="6574696"/>
            <a:ext cx="560479" cy="246417"/>
          </a:xfrm>
          <a:custGeom>
            <a:avLst/>
            <a:gdLst/>
            <a:ahLst/>
            <a:cxnLst/>
            <a:rect l="0" t="0" r="0" b="0"/>
            <a:pathLst>
              <a:path w="560479" h="246417">
                <a:moveTo>
                  <a:pt x="0" y="160"/>
                </a:moveTo>
                <a:lnTo>
                  <a:pt x="61259" y="0"/>
                </a:lnTo>
                <a:lnTo>
                  <a:pt x="119872" y="3601"/>
                </a:lnTo>
                <a:lnTo>
                  <a:pt x="175839" y="10961"/>
                </a:lnTo>
                <a:lnTo>
                  <a:pt x="229160" y="22083"/>
                </a:lnTo>
                <a:lnTo>
                  <a:pt x="279835" y="36964"/>
                </a:lnTo>
                <a:lnTo>
                  <a:pt x="327865" y="55605"/>
                </a:lnTo>
                <a:lnTo>
                  <a:pt x="373248" y="78007"/>
                </a:lnTo>
                <a:lnTo>
                  <a:pt x="415986" y="104168"/>
                </a:lnTo>
                <a:lnTo>
                  <a:pt x="456078" y="134090"/>
                </a:lnTo>
                <a:lnTo>
                  <a:pt x="493524" y="167772"/>
                </a:lnTo>
                <a:lnTo>
                  <a:pt x="528325" y="205215"/>
                </a:lnTo>
                <a:lnTo>
                  <a:pt x="560479" y="246417"/>
                </a:lnTo>
              </a:path>
            </a:pathLst>
          </a:custGeom>
          <a:noFill/>
          <a:ln w="5334">
            <a:solidFill>
              <a:srgbClr val="623C8F">
                <a:alpha val="13000"/>
              </a:srgbClr>
            </a:solidFill>
            <a:prstDash val="solid"/>
          </a:ln>
        </p:spPr>
      </p:sp>
      <p:sp>
        <p:nvSpPr>
          <p:cNvPr id="120" name="knowledge-edge">
            <a:extLst>
              <a:ext uri="{FF2B5EF4-FFF2-40B4-BE49-F238E27FC236}">
                <a16:creationId xmlns:a16="http://schemas.microsoft.com/office/drawing/2014/main" id="{C80DF27B-3D1C-4606-9F53-E672CE925513}"/>
              </a:ext>
            </a:extLst>
          </p:cNvPr>
          <p:cNvSpPr>
            <a:spLocks noGrp="1"/>
          </p:cNvSpPr>
          <p:nvPr/>
        </p:nvSpPr>
        <p:spPr>
          <a:xfrm>
            <a:off x="3116963" y="6793741"/>
            <a:ext cx="527933" cy="122913"/>
          </a:xfrm>
          <a:custGeom>
            <a:avLst/>
            <a:gdLst/>
            <a:ahLst/>
            <a:cxnLst/>
            <a:rect l="0" t="0" r="0" b="0"/>
            <a:pathLst>
              <a:path w="527933" h="122913">
                <a:moveTo>
                  <a:pt x="0" y="122913"/>
                </a:moveTo>
                <a:lnTo>
                  <a:pt x="37709" y="98324"/>
                </a:lnTo>
                <a:lnTo>
                  <a:pt x="75419" y="76467"/>
                </a:lnTo>
                <a:lnTo>
                  <a:pt x="113128" y="57344"/>
                </a:lnTo>
                <a:lnTo>
                  <a:pt x="150838" y="40954"/>
                </a:lnTo>
                <a:lnTo>
                  <a:pt x="188547" y="27297"/>
                </a:lnTo>
                <a:lnTo>
                  <a:pt x="226257" y="16373"/>
                </a:lnTo>
                <a:lnTo>
                  <a:pt x="263966" y="8182"/>
                </a:lnTo>
                <a:lnTo>
                  <a:pt x="301676" y="2725"/>
                </a:lnTo>
                <a:lnTo>
                  <a:pt x="339385" y="0"/>
                </a:lnTo>
                <a:lnTo>
                  <a:pt x="377095" y="8"/>
                </a:lnTo>
                <a:lnTo>
                  <a:pt x="414804" y="2750"/>
                </a:lnTo>
                <a:lnTo>
                  <a:pt x="452514" y="8224"/>
                </a:lnTo>
                <a:lnTo>
                  <a:pt x="490223" y="16432"/>
                </a:lnTo>
                <a:lnTo>
                  <a:pt x="527933" y="27372"/>
                </a:lnTo>
              </a:path>
            </a:pathLst>
          </a:custGeom>
          <a:noFill/>
          <a:ln w="6477">
            <a:solidFill>
              <a:srgbClr val="623C8F">
                <a:alpha val="17000"/>
              </a:srgbClr>
            </a:solidFill>
            <a:prstDash val="solid"/>
          </a:ln>
        </p:spPr>
      </p:sp>
      <p:sp>
        <p:nvSpPr>
          <p:cNvPr id="121" name="knowledge-edge">
            <a:extLst>
              <a:ext uri="{FF2B5EF4-FFF2-40B4-BE49-F238E27FC236}">
                <a16:creationId xmlns:a16="http://schemas.microsoft.com/office/drawing/2014/main" id="{626271F9-CE0D-487F-871F-9E409BE4B4DC}"/>
              </a:ext>
            </a:extLst>
          </p:cNvPr>
          <p:cNvSpPr>
            <a:spLocks noGrp="1"/>
          </p:cNvSpPr>
          <p:nvPr/>
        </p:nvSpPr>
        <p:spPr>
          <a:xfrm>
            <a:off x="2997693" y="7035732"/>
            <a:ext cx="402155" cy="111734"/>
          </a:xfrm>
          <a:custGeom>
            <a:avLst/>
            <a:gdLst/>
            <a:ahLst/>
            <a:cxnLst/>
            <a:rect l="0" t="0" r="0" b="0"/>
            <a:pathLst>
              <a:path w="402155" h="111734">
                <a:moveTo>
                  <a:pt x="0" y="0"/>
                </a:moveTo>
                <a:lnTo>
                  <a:pt x="28725" y="15701"/>
                </a:lnTo>
                <a:lnTo>
                  <a:pt x="57451" y="30215"/>
                </a:lnTo>
                <a:lnTo>
                  <a:pt x="86176" y="43541"/>
                </a:lnTo>
                <a:lnTo>
                  <a:pt x="114902" y="55679"/>
                </a:lnTo>
                <a:lnTo>
                  <a:pt x="143627" y="66630"/>
                </a:lnTo>
                <a:lnTo>
                  <a:pt x="172352" y="76392"/>
                </a:lnTo>
                <a:lnTo>
                  <a:pt x="201078" y="84967"/>
                </a:lnTo>
                <a:lnTo>
                  <a:pt x="229803" y="92354"/>
                </a:lnTo>
                <a:lnTo>
                  <a:pt x="258528" y="98554"/>
                </a:lnTo>
                <a:lnTo>
                  <a:pt x="287254" y="103565"/>
                </a:lnTo>
                <a:lnTo>
                  <a:pt x="315979" y="107389"/>
                </a:lnTo>
                <a:lnTo>
                  <a:pt x="344705" y="110025"/>
                </a:lnTo>
                <a:lnTo>
                  <a:pt x="373430" y="111474"/>
                </a:lnTo>
                <a:lnTo>
                  <a:pt x="402155" y="111734"/>
                </a:lnTo>
              </a:path>
            </a:pathLst>
          </a:custGeom>
          <a:noFill/>
          <a:ln w="6477">
            <a:solidFill>
              <a:srgbClr val="623C8F">
                <a:alpha val="17000"/>
              </a:srgbClr>
            </a:solidFill>
            <a:prstDash val="solid"/>
          </a:ln>
        </p:spPr>
      </p:sp>
      <p:sp>
        <p:nvSpPr>
          <p:cNvPr id="122" name="knowledge-edge">
            <a:extLst>
              <a:ext uri="{FF2B5EF4-FFF2-40B4-BE49-F238E27FC236}">
                <a16:creationId xmlns:a16="http://schemas.microsoft.com/office/drawing/2014/main" id="{6BDD6154-D40A-44D2-A322-E6FDF19863BB}"/>
              </a:ext>
            </a:extLst>
          </p:cNvPr>
          <p:cNvSpPr>
            <a:spLocks noGrp="1"/>
          </p:cNvSpPr>
          <p:nvPr/>
        </p:nvSpPr>
        <p:spPr>
          <a:xfrm>
            <a:off x="2966804" y="7245474"/>
            <a:ext cx="566226" cy="55351"/>
          </a:xfrm>
          <a:custGeom>
            <a:avLst/>
            <a:gdLst/>
            <a:ahLst/>
            <a:cxnLst/>
            <a:rect l="0" t="0" r="0" b="0"/>
            <a:pathLst>
              <a:path w="566226" h="55351">
                <a:moveTo>
                  <a:pt x="0" y="55351"/>
                </a:moveTo>
                <a:lnTo>
                  <a:pt x="40445" y="41334"/>
                </a:lnTo>
                <a:lnTo>
                  <a:pt x="80889" y="29353"/>
                </a:lnTo>
                <a:lnTo>
                  <a:pt x="121334" y="19409"/>
                </a:lnTo>
                <a:lnTo>
                  <a:pt x="161779" y="11502"/>
                </a:lnTo>
                <a:lnTo>
                  <a:pt x="202224" y="5631"/>
                </a:lnTo>
                <a:lnTo>
                  <a:pt x="242668" y="1797"/>
                </a:lnTo>
                <a:lnTo>
                  <a:pt x="283113" y="0"/>
                </a:lnTo>
                <a:lnTo>
                  <a:pt x="323558" y="240"/>
                </a:lnTo>
                <a:lnTo>
                  <a:pt x="364003" y="2516"/>
                </a:lnTo>
                <a:lnTo>
                  <a:pt x="404447" y="6829"/>
                </a:lnTo>
                <a:lnTo>
                  <a:pt x="444892" y="13178"/>
                </a:lnTo>
                <a:lnTo>
                  <a:pt x="485337" y="21565"/>
                </a:lnTo>
                <a:lnTo>
                  <a:pt x="525782" y="31988"/>
                </a:lnTo>
                <a:lnTo>
                  <a:pt x="566226" y="44448"/>
                </a:lnTo>
              </a:path>
            </a:pathLst>
          </a:custGeom>
          <a:noFill/>
          <a:ln w="6477">
            <a:solidFill>
              <a:srgbClr val="623C8F">
                <a:alpha val="17000"/>
              </a:srgbClr>
            </a:solidFill>
            <a:prstDash val="solid"/>
          </a:ln>
        </p:spPr>
      </p:sp>
      <p:sp>
        <p:nvSpPr>
          <p:cNvPr id="123" name="knowledge-long-edge">
            <a:extLst>
              <a:ext uri="{FF2B5EF4-FFF2-40B4-BE49-F238E27FC236}">
                <a16:creationId xmlns:a16="http://schemas.microsoft.com/office/drawing/2014/main" id="{B1310D26-2DAC-479F-A361-D949724053BE}"/>
              </a:ext>
            </a:extLst>
          </p:cNvPr>
          <p:cNvSpPr>
            <a:spLocks noGrp="1"/>
          </p:cNvSpPr>
          <p:nvPr/>
        </p:nvSpPr>
        <p:spPr>
          <a:xfrm>
            <a:off x="2966804" y="7027042"/>
            <a:ext cx="1003325" cy="273784"/>
          </a:xfrm>
          <a:custGeom>
            <a:avLst/>
            <a:gdLst/>
            <a:ahLst/>
            <a:cxnLst/>
            <a:rect l="0" t="0" r="0" b="0"/>
            <a:pathLst>
              <a:path w="1003325" h="273784">
                <a:moveTo>
                  <a:pt x="0" y="273784"/>
                </a:moveTo>
                <a:lnTo>
                  <a:pt x="62708" y="213107"/>
                </a:lnTo>
                <a:lnTo>
                  <a:pt x="125416" y="159994"/>
                </a:lnTo>
                <a:lnTo>
                  <a:pt x="188123" y="114446"/>
                </a:lnTo>
                <a:lnTo>
                  <a:pt x="250831" y="76461"/>
                </a:lnTo>
                <a:lnTo>
                  <a:pt x="313539" y="46041"/>
                </a:lnTo>
                <a:lnTo>
                  <a:pt x="376247" y="23184"/>
                </a:lnTo>
                <a:lnTo>
                  <a:pt x="438955" y="7892"/>
                </a:lnTo>
                <a:lnTo>
                  <a:pt x="501663" y="164"/>
                </a:lnTo>
                <a:lnTo>
                  <a:pt x="564370" y="0"/>
                </a:lnTo>
                <a:lnTo>
                  <a:pt x="627078" y="7400"/>
                </a:lnTo>
                <a:lnTo>
                  <a:pt x="689786" y="22364"/>
                </a:lnTo>
                <a:lnTo>
                  <a:pt x="752494" y="44892"/>
                </a:lnTo>
                <a:lnTo>
                  <a:pt x="815202" y="74985"/>
                </a:lnTo>
                <a:lnTo>
                  <a:pt x="877909" y="112641"/>
                </a:lnTo>
                <a:lnTo>
                  <a:pt x="940617" y="157862"/>
                </a:lnTo>
                <a:lnTo>
                  <a:pt x="1003325" y="210646"/>
                </a:lnTo>
              </a:path>
            </a:pathLst>
          </a:custGeom>
          <a:noFill/>
          <a:ln w="4286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124" name="knowledge-edge">
            <a:extLst>
              <a:ext uri="{FF2B5EF4-FFF2-40B4-BE49-F238E27FC236}">
                <a16:creationId xmlns:a16="http://schemas.microsoft.com/office/drawing/2014/main" id="{DDA4BADA-5A11-434B-8AB9-8C59FDD8F9FE}"/>
              </a:ext>
            </a:extLst>
          </p:cNvPr>
          <p:cNvSpPr>
            <a:spLocks noGrp="1"/>
          </p:cNvSpPr>
          <p:nvPr/>
        </p:nvSpPr>
        <p:spPr>
          <a:xfrm>
            <a:off x="3676545" y="5935265"/>
            <a:ext cx="221492" cy="54438"/>
          </a:xfrm>
          <a:custGeom>
            <a:avLst/>
            <a:gdLst/>
            <a:ahLst/>
            <a:cxnLst/>
            <a:rect l="0" t="0" r="0" b="0"/>
            <a:pathLst>
              <a:path w="221492" h="54438">
                <a:moveTo>
                  <a:pt x="0" y="0"/>
                </a:moveTo>
                <a:lnTo>
                  <a:pt x="15821" y="12513"/>
                </a:lnTo>
                <a:lnTo>
                  <a:pt x="31642" y="23395"/>
                </a:lnTo>
                <a:lnTo>
                  <a:pt x="47463" y="32646"/>
                </a:lnTo>
                <a:lnTo>
                  <a:pt x="63284" y="40266"/>
                </a:lnTo>
                <a:lnTo>
                  <a:pt x="79104" y="46255"/>
                </a:lnTo>
                <a:lnTo>
                  <a:pt x="94925" y="50614"/>
                </a:lnTo>
                <a:lnTo>
                  <a:pt x="110746" y="53341"/>
                </a:lnTo>
                <a:lnTo>
                  <a:pt x="126567" y="54438"/>
                </a:lnTo>
                <a:lnTo>
                  <a:pt x="142388" y="53904"/>
                </a:lnTo>
                <a:lnTo>
                  <a:pt x="158209" y="51739"/>
                </a:lnTo>
                <a:lnTo>
                  <a:pt x="174030" y="47943"/>
                </a:lnTo>
                <a:lnTo>
                  <a:pt x="189851" y="42516"/>
                </a:lnTo>
                <a:lnTo>
                  <a:pt x="205672" y="35458"/>
                </a:lnTo>
                <a:lnTo>
                  <a:pt x="221492" y="26770"/>
                </a:lnTo>
              </a:path>
            </a:pathLst>
          </a:custGeom>
          <a:noFill/>
          <a:ln w="6477">
            <a:solidFill>
              <a:srgbClr val="753D82">
                <a:alpha val="17000"/>
              </a:srgbClr>
            </a:solidFill>
            <a:prstDash val="solid"/>
          </a:ln>
        </p:spPr>
      </p:sp>
      <p:sp>
        <p:nvSpPr>
          <p:cNvPr id="125" name="knowledge-edge">
            <a:extLst>
              <a:ext uri="{FF2B5EF4-FFF2-40B4-BE49-F238E27FC236}">
                <a16:creationId xmlns:a16="http://schemas.microsoft.com/office/drawing/2014/main" id="{8473E4B4-152C-4553-93AD-7E1BEF0CE3E2}"/>
              </a:ext>
            </a:extLst>
          </p:cNvPr>
          <p:cNvSpPr>
            <a:spLocks noGrp="1"/>
          </p:cNvSpPr>
          <p:nvPr/>
        </p:nvSpPr>
        <p:spPr>
          <a:xfrm>
            <a:off x="3698460" y="6036020"/>
            <a:ext cx="391551" cy="90251"/>
          </a:xfrm>
          <a:custGeom>
            <a:avLst/>
            <a:gdLst/>
            <a:ahLst/>
            <a:cxnLst/>
            <a:rect l="0" t="0" r="0" b="0"/>
            <a:pathLst>
              <a:path w="391551" h="90251">
                <a:moveTo>
                  <a:pt x="0" y="0"/>
                </a:moveTo>
                <a:lnTo>
                  <a:pt x="27968" y="14886"/>
                </a:lnTo>
                <a:lnTo>
                  <a:pt x="55936" y="28433"/>
                </a:lnTo>
                <a:lnTo>
                  <a:pt x="83904" y="40641"/>
                </a:lnTo>
                <a:lnTo>
                  <a:pt x="111872" y="51510"/>
                </a:lnTo>
                <a:lnTo>
                  <a:pt x="139840" y="61039"/>
                </a:lnTo>
                <a:lnTo>
                  <a:pt x="167808" y="69230"/>
                </a:lnTo>
                <a:lnTo>
                  <a:pt x="195775" y="76081"/>
                </a:lnTo>
                <a:lnTo>
                  <a:pt x="223743" y="81593"/>
                </a:lnTo>
                <a:lnTo>
                  <a:pt x="251711" y="85767"/>
                </a:lnTo>
                <a:lnTo>
                  <a:pt x="279679" y="88601"/>
                </a:lnTo>
                <a:lnTo>
                  <a:pt x="307647" y="90096"/>
                </a:lnTo>
                <a:lnTo>
                  <a:pt x="335615" y="90251"/>
                </a:lnTo>
                <a:lnTo>
                  <a:pt x="363583" y="89068"/>
                </a:lnTo>
                <a:lnTo>
                  <a:pt x="391551" y="86546"/>
                </a:lnTo>
              </a:path>
            </a:pathLst>
          </a:custGeom>
          <a:noFill/>
          <a:ln w="6477">
            <a:solidFill>
              <a:srgbClr val="753D82">
                <a:alpha val="17000"/>
              </a:srgbClr>
            </a:solidFill>
            <a:prstDash val="solid"/>
          </a:ln>
        </p:spPr>
      </p:sp>
      <p:sp>
        <p:nvSpPr>
          <p:cNvPr id="126" name="knowledge-cross-edge">
            <a:extLst>
              <a:ext uri="{FF2B5EF4-FFF2-40B4-BE49-F238E27FC236}">
                <a16:creationId xmlns:a16="http://schemas.microsoft.com/office/drawing/2014/main" id="{DAF5B404-A820-43AD-BA8A-C6D126577BAA}"/>
              </a:ext>
            </a:extLst>
          </p:cNvPr>
          <p:cNvSpPr>
            <a:spLocks noGrp="1"/>
          </p:cNvSpPr>
          <p:nvPr/>
        </p:nvSpPr>
        <p:spPr>
          <a:xfrm>
            <a:off x="3698460" y="6036020"/>
            <a:ext cx="344268" cy="249226"/>
          </a:xfrm>
          <a:custGeom>
            <a:avLst/>
            <a:gdLst/>
            <a:ahLst/>
            <a:cxnLst/>
            <a:rect l="0" t="0" r="0" b="0"/>
            <a:pathLst>
              <a:path w="344268" h="249226">
                <a:moveTo>
                  <a:pt x="0" y="0"/>
                </a:moveTo>
                <a:lnTo>
                  <a:pt x="43241" y="13637"/>
                </a:lnTo>
                <a:lnTo>
                  <a:pt x="83836" y="28570"/>
                </a:lnTo>
                <a:lnTo>
                  <a:pt x="121786" y="44800"/>
                </a:lnTo>
                <a:lnTo>
                  <a:pt x="157089" y="62327"/>
                </a:lnTo>
                <a:lnTo>
                  <a:pt x="189747" y="81151"/>
                </a:lnTo>
                <a:lnTo>
                  <a:pt x="219759" y="101272"/>
                </a:lnTo>
                <a:lnTo>
                  <a:pt x="247125" y="122689"/>
                </a:lnTo>
                <a:lnTo>
                  <a:pt x="271845" y="145403"/>
                </a:lnTo>
                <a:lnTo>
                  <a:pt x="293919" y="169413"/>
                </a:lnTo>
                <a:lnTo>
                  <a:pt x="313348" y="194721"/>
                </a:lnTo>
                <a:lnTo>
                  <a:pt x="330131" y="221325"/>
                </a:lnTo>
                <a:lnTo>
                  <a:pt x="344268" y="249226"/>
                </a:lnTo>
              </a:path>
            </a:pathLst>
          </a:custGeom>
          <a:noFill/>
          <a:ln w="5334">
            <a:solidFill>
              <a:srgbClr val="753D82">
                <a:alpha val="13000"/>
              </a:srgbClr>
            </a:solidFill>
            <a:prstDash val="solid"/>
          </a:ln>
        </p:spPr>
      </p:sp>
      <p:sp>
        <p:nvSpPr>
          <p:cNvPr id="127" name="knowledge-edge">
            <a:extLst>
              <a:ext uri="{FF2B5EF4-FFF2-40B4-BE49-F238E27FC236}">
                <a16:creationId xmlns:a16="http://schemas.microsoft.com/office/drawing/2014/main" id="{33315B94-69D3-4765-B7F5-B82E0D4EFB7D}"/>
              </a:ext>
            </a:extLst>
          </p:cNvPr>
          <p:cNvSpPr>
            <a:spLocks noGrp="1"/>
          </p:cNvSpPr>
          <p:nvPr/>
        </p:nvSpPr>
        <p:spPr>
          <a:xfrm>
            <a:off x="3478123" y="6285247"/>
            <a:ext cx="564604" cy="18877"/>
          </a:xfrm>
          <a:custGeom>
            <a:avLst/>
            <a:gdLst/>
            <a:ahLst/>
            <a:cxnLst/>
            <a:rect l="0" t="0" r="0" b="0"/>
            <a:pathLst>
              <a:path w="564604" h="18877">
                <a:moveTo>
                  <a:pt x="0" y="7490"/>
                </a:moveTo>
                <a:lnTo>
                  <a:pt x="40329" y="10909"/>
                </a:lnTo>
                <a:lnTo>
                  <a:pt x="80658" y="13719"/>
                </a:lnTo>
                <a:lnTo>
                  <a:pt x="120987" y="15920"/>
                </a:lnTo>
                <a:lnTo>
                  <a:pt x="161316" y="17514"/>
                </a:lnTo>
                <a:lnTo>
                  <a:pt x="201644" y="18499"/>
                </a:lnTo>
                <a:lnTo>
                  <a:pt x="241973" y="18877"/>
                </a:lnTo>
                <a:lnTo>
                  <a:pt x="282302" y="18646"/>
                </a:lnTo>
                <a:lnTo>
                  <a:pt x="322631" y="17806"/>
                </a:lnTo>
                <a:lnTo>
                  <a:pt x="362960" y="16359"/>
                </a:lnTo>
                <a:lnTo>
                  <a:pt x="403289" y="14304"/>
                </a:lnTo>
                <a:lnTo>
                  <a:pt x="443618" y="11640"/>
                </a:lnTo>
                <a:lnTo>
                  <a:pt x="483947" y="8368"/>
                </a:lnTo>
                <a:lnTo>
                  <a:pt x="524275" y="4488"/>
                </a:lnTo>
                <a:lnTo>
                  <a:pt x="564604" y="0"/>
                </a:lnTo>
              </a:path>
            </a:pathLst>
          </a:custGeom>
          <a:noFill/>
          <a:ln w="6477">
            <a:solidFill>
              <a:srgbClr val="753D82">
                <a:alpha val="17000"/>
              </a:srgbClr>
            </a:solidFill>
            <a:prstDash val="solid"/>
          </a:ln>
        </p:spPr>
      </p:sp>
      <p:sp>
        <p:nvSpPr>
          <p:cNvPr id="128" name="knowledge-cross-edge">
            <a:extLst>
              <a:ext uri="{FF2B5EF4-FFF2-40B4-BE49-F238E27FC236}">
                <a16:creationId xmlns:a16="http://schemas.microsoft.com/office/drawing/2014/main" id="{FE758088-33C4-4C0F-952C-BDB5DA9B50B2}"/>
              </a:ext>
            </a:extLst>
          </p:cNvPr>
          <p:cNvSpPr>
            <a:spLocks noGrp="1"/>
          </p:cNvSpPr>
          <p:nvPr/>
        </p:nvSpPr>
        <p:spPr>
          <a:xfrm>
            <a:off x="3478123" y="6292737"/>
            <a:ext cx="541005" cy="450720"/>
          </a:xfrm>
          <a:custGeom>
            <a:avLst/>
            <a:gdLst/>
            <a:ahLst/>
            <a:cxnLst/>
            <a:rect l="0" t="0" r="0" b="0"/>
            <a:pathLst>
              <a:path w="541005" h="450720">
                <a:moveTo>
                  <a:pt x="0" y="0"/>
                </a:moveTo>
                <a:lnTo>
                  <a:pt x="59636" y="16299"/>
                </a:lnTo>
                <a:lnTo>
                  <a:pt x="116626" y="36464"/>
                </a:lnTo>
                <a:lnTo>
                  <a:pt x="170970" y="60495"/>
                </a:lnTo>
                <a:lnTo>
                  <a:pt x="222668" y="88391"/>
                </a:lnTo>
                <a:lnTo>
                  <a:pt x="271721" y="120153"/>
                </a:lnTo>
                <a:lnTo>
                  <a:pt x="318127" y="155780"/>
                </a:lnTo>
                <a:lnTo>
                  <a:pt x="361888" y="195273"/>
                </a:lnTo>
                <a:lnTo>
                  <a:pt x="403003" y="238631"/>
                </a:lnTo>
                <a:lnTo>
                  <a:pt x="441472" y="285855"/>
                </a:lnTo>
                <a:lnTo>
                  <a:pt x="477296" y="336944"/>
                </a:lnTo>
                <a:lnTo>
                  <a:pt x="510473" y="391899"/>
                </a:lnTo>
                <a:lnTo>
                  <a:pt x="541005" y="450720"/>
                </a:lnTo>
              </a:path>
            </a:pathLst>
          </a:custGeom>
          <a:noFill/>
          <a:ln w="5334">
            <a:solidFill>
              <a:srgbClr val="753D82">
                <a:alpha val="13000"/>
              </a:srgbClr>
            </a:solidFill>
            <a:prstDash val="solid"/>
          </a:ln>
        </p:spPr>
      </p:sp>
      <p:sp>
        <p:nvSpPr>
          <p:cNvPr id="129" name="knowledge-cross-edge">
            <a:extLst>
              <a:ext uri="{FF2B5EF4-FFF2-40B4-BE49-F238E27FC236}">
                <a16:creationId xmlns:a16="http://schemas.microsoft.com/office/drawing/2014/main" id="{EDB6ED00-6C78-4816-94BB-5EA50E21F944}"/>
              </a:ext>
            </a:extLst>
          </p:cNvPr>
          <p:cNvSpPr>
            <a:spLocks noGrp="1"/>
          </p:cNvSpPr>
          <p:nvPr/>
        </p:nvSpPr>
        <p:spPr>
          <a:xfrm>
            <a:off x="3478123" y="6122566"/>
            <a:ext cx="611888" cy="170171"/>
          </a:xfrm>
          <a:custGeom>
            <a:avLst/>
            <a:gdLst/>
            <a:ahLst/>
            <a:cxnLst/>
            <a:rect l="0" t="0" r="0" b="0"/>
            <a:pathLst>
              <a:path w="611888" h="170171">
                <a:moveTo>
                  <a:pt x="0" y="170171"/>
                </a:moveTo>
                <a:lnTo>
                  <a:pt x="36439" y="144145"/>
                </a:lnTo>
                <a:lnTo>
                  <a:pt x="75523" y="120272"/>
                </a:lnTo>
                <a:lnTo>
                  <a:pt x="117253" y="98553"/>
                </a:lnTo>
                <a:lnTo>
                  <a:pt x="161629" y="78988"/>
                </a:lnTo>
                <a:lnTo>
                  <a:pt x="208651" y="61577"/>
                </a:lnTo>
                <a:lnTo>
                  <a:pt x="258319" y="46319"/>
                </a:lnTo>
                <a:lnTo>
                  <a:pt x="310632" y="33215"/>
                </a:lnTo>
                <a:lnTo>
                  <a:pt x="365592" y="22264"/>
                </a:lnTo>
                <a:lnTo>
                  <a:pt x="423197" y="13468"/>
                </a:lnTo>
                <a:lnTo>
                  <a:pt x="483448" y="6825"/>
                </a:lnTo>
                <a:lnTo>
                  <a:pt x="546345" y="2336"/>
                </a:lnTo>
                <a:lnTo>
                  <a:pt x="611888" y="0"/>
                </a:lnTo>
              </a:path>
            </a:pathLst>
          </a:custGeom>
          <a:noFill/>
          <a:ln w="4953">
            <a:solidFill>
              <a:srgbClr val="753D82">
                <a:alpha val="12000"/>
              </a:srgbClr>
            </a:solidFill>
            <a:prstDash val="solid"/>
          </a:ln>
        </p:spPr>
      </p:sp>
      <p:sp>
        <p:nvSpPr>
          <p:cNvPr id="130" name="knowledge-edge">
            <a:extLst>
              <a:ext uri="{FF2B5EF4-FFF2-40B4-BE49-F238E27FC236}">
                <a16:creationId xmlns:a16="http://schemas.microsoft.com/office/drawing/2014/main" id="{E26BDE06-074D-456C-BDBE-D90FD090A43E}"/>
              </a:ext>
            </a:extLst>
          </p:cNvPr>
          <p:cNvSpPr>
            <a:spLocks noGrp="1"/>
          </p:cNvSpPr>
          <p:nvPr/>
        </p:nvSpPr>
        <p:spPr>
          <a:xfrm>
            <a:off x="3652373" y="6614503"/>
            <a:ext cx="366755" cy="148964"/>
          </a:xfrm>
          <a:custGeom>
            <a:avLst/>
            <a:gdLst/>
            <a:ahLst/>
            <a:cxnLst/>
            <a:rect l="0" t="0" r="0" b="0"/>
            <a:pathLst>
              <a:path w="366755" h="148964">
                <a:moveTo>
                  <a:pt x="0" y="0"/>
                </a:moveTo>
                <a:lnTo>
                  <a:pt x="26197" y="27689"/>
                </a:lnTo>
                <a:lnTo>
                  <a:pt x="52394" y="52535"/>
                </a:lnTo>
                <a:lnTo>
                  <a:pt x="78590" y="74538"/>
                </a:lnTo>
                <a:lnTo>
                  <a:pt x="104787" y="93698"/>
                </a:lnTo>
                <a:lnTo>
                  <a:pt x="130984" y="110016"/>
                </a:lnTo>
                <a:lnTo>
                  <a:pt x="157181" y="123491"/>
                </a:lnTo>
                <a:lnTo>
                  <a:pt x="183377" y="134123"/>
                </a:lnTo>
                <a:lnTo>
                  <a:pt x="209574" y="141913"/>
                </a:lnTo>
                <a:lnTo>
                  <a:pt x="235771" y="146860"/>
                </a:lnTo>
                <a:lnTo>
                  <a:pt x="261968" y="148964"/>
                </a:lnTo>
                <a:lnTo>
                  <a:pt x="288165" y="148226"/>
                </a:lnTo>
                <a:lnTo>
                  <a:pt x="314361" y="144644"/>
                </a:lnTo>
                <a:lnTo>
                  <a:pt x="340558" y="138221"/>
                </a:lnTo>
                <a:lnTo>
                  <a:pt x="366755" y="128954"/>
                </a:lnTo>
              </a:path>
            </a:pathLst>
          </a:custGeom>
          <a:noFill/>
          <a:ln w="6477">
            <a:solidFill>
              <a:srgbClr val="753D82">
                <a:alpha val="17000"/>
              </a:srgbClr>
            </a:solidFill>
            <a:prstDash val="solid"/>
          </a:ln>
        </p:spPr>
      </p:sp>
      <p:sp>
        <p:nvSpPr>
          <p:cNvPr id="131" name="knowledge-edge">
            <a:extLst>
              <a:ext uri="{FF2B5EF4-FFF2-40B4-BE49-F238E27FC236}">
                <a16:creationId xmlns:a16="http://schemas.microsoft.com/office/drawing/2014/main" id="{05A9DAFB-DC7B-4F8D-80EA-85E59540CD33}"/>
              </a:ext>
            </a:extLst>
          </p:cNvPr>
          <p:cNvSpPr>
            <a:spLocks noGrp="1"/>
          </p:cNvSpPr>
          <p:nvPr/>
        </p:nvSpPr>
        <p:spPr>
          <a:xfrm>
            <a:off x="3644896" y="6821113"/>
            <a:ext cx="341975" cy="64434"/>
          </a:xfrm>
          <a:custGeom>
            <a:avLst/>
            <a:gdLst/>
            <a:ahLst/>
            <a:cxnLst/>
            <a:rect l="0" t="0" r="0" b="0"/>
            <a:pathLst>
              <a:path w="341975" h="64434">
                <a:moveTo>
                  <a:pt x="0" y="0"/>
                </a:moveTo>
                <a:lnTo>
                  <a:pt x="24427" y="13414"/>
                </a:lnTo>
                <a:lnTo>
                  <a:pt x="48854" y="25265"/>
                </a:lnTo>
                <a:lnTo>
                  <a:pt x="73280" y="35552"/>
                </a:lnTo>
                <a:lnTo>
                  <a:pt x="97707" y="44275"/>
                </a:lnTo>
                <a:lnTo>
                  <a:pt x="122134" y="51434"/>
                </a:lnTo>
                <a:lnTo>
                  <a:pt x="146561" y="57030"/>
                </a:lnTo>
                <a:lnTo>
                  <a:pt x="170987" y="61062"/>
                </a:lnTo>
                <a:lnTo>
                  <a:pt x="195414" y="63530"/>
                </a:lnTo>
                <a:lnTo>
                  <a:pt x="219841" y="64434"/>
                </a:lnTo>
                <a:lnTo>
                  <a:pt x="244268" y="63775"/>
                </a:lnTo>
                <a:lnTo>
                  <a:pt x="268694" y="61552"/>
                </a:lnTo>
                <a:lnTo>
                  <a:pt x="293121" y="57765"/>
                </a:lnTo>
                <a:lnTo>
                  <a:pt x="317548" y="52414"/>
                </a:lnTo>
                <a:lnTo>
                  <a:pt x="341975" y="45499"/>
                </a:lnTo>
              </a:path>
            </a:pathLst>
          </a:custGeom>
          <a:noFill/>
          <a:ln w="6477">
            <a:solidFill>
              <a:srgbClr val="753D82">
                <a:alpha val="17000"/>
              </a:srgbClr>
            </a:solidFill>
            <a:prstDash val="solid"/>
          </a:ln>
        </p:spPr>
      </p:sp>
      <p:sp>
        <p:nvSpPr>
          <p:cNvPr id="132" name="knowledge-cross-edge">
            <a:extLst>
              <a:ext uri="{FF2B5EF4-FFF2-40B4-BE49-F238E27FC236}">
                <a16:creationId xmlns:a16="http://schemas.microsoft.com/office/drawing/2014/main" id="{2148EC7E-A681-4725-8BC9-7BBB02ED3EC2}"/>
              </a:ext>
            </a:extLst>
          </p:cNvPr>
          <p:cNvSpPr>
            <a:spLocks noGrp="1"/>
          </p:cNvSpPr>
          <p:nvPr/>
        </p:nvSpPr>
        <p:spPr>
          <a:xfrm>
            <a:off x="3644896" y="6815274"/>
            <a:ext cx="325232" cy="422414"/>
          </a:xfrm>
          <a:custGeom>
            <a:avLst/>
            <a:gdLst/>
            <a:ahLst/>
            <a:cxnLst/>
            <a:rect l="0" t="0" r="0" b="0"/>
            <a:pathLst>
              <a:path w="325232" h="422414">
                <a:moveTo>
                  <a:pt x="0" y="5839"/>
                </a:moveTo>
                <a:lnTo>
                  <a:pt x="41655" y="0"/>
                </a:lnTo>
                <a:lnTo>
                  <a:pt x="80664" y="1534"/>
                </a:lnTo>
                <a:lnTo>
                  <a:pt x="117027" y="10442"/>
                </a:lnTo>
                <a:lnTo>
                  <a:pt x="150744" y="26723"/>
                </a:lnTo>
                <a:lnTo>
                  <a:pt x="181815" y="50377"/>
                </a:lnTo>
                <a:lnTo>
                  <a:pt x="210241" y="81405"/>
                </a:lnTo>
                <a:lnTo>
                  <a:pt x="236021" y="119806"/>
                </a:lnTo>
                <a:lnTo>
                  <a:pt x="259155" y="165581"/>
                </a:lnTo>
                <a:lnTo>
                  <a:pt x="279643" y="218729"/>
                </a:lnTo>
                <a:lnTo>
                  <a:pt x="297485" y="279251"/>
                </a:lnTo>
                <a:lnTo>
                  <a:pt x="312682" y="347146"/>
                </a:lnTo>
                <a:lnTo>
                  <a:pt x="325232" y="422414"/>
                </a:lnTo>
              </a:path>
            </a:pathLst>
          </a:custGeom>
          <a:noFill/>
          <a:ln w="5334">
            <a:solidFill>
              <a:srgbClr val="753D82">
                <a:alpha val="13000"/>
              </a:srgbClr>
            </a:solidFill>
            <a:prstDash val="solid"/>
          </a:ln>
        </p:spPr>
      </p:sp>
      <p:sp>
        <p:nvSpPr>
          <p:cNvPr id="133" name="knowledge-edge">
            <a:extLst>
              <a:ext uri="{FF2B5EF4-FFF2-40B4-BE49-F238E27FC236}">
                <a16:creationId xmlns:a16="http://schemas.microsoft.com/office/drawing/2014/main" id="{8A1149E4-4389-47BA-AF94-FC9CE2E5E55E}"/>
              </a:ext>
            </a:extLst>
          </p:cNvPr>
          <p:cNvSpPr>
            <a:spLocks noGrp="1"/>
          </p:cNvSpPr>
          <p:nvPr/>
        </p:nvSpPr>
        <p:spPr>
          <a:xfrm>
            <a:off x="3399848" y="7147467"/>
            <a:ext cx="570281" cy="114073"/>
          </a:xfrm>
          <a:custGeom>
            <a:avLst/>
            <a:gdLst/>
            <a:ahLst/>
            <a:cxnLst/>
            <a:rect l="0" t="0" r="0" b="0"/>
            <a:pathLst>
              <a:path w="570281" h="114073">
                <a:moveTo>
                  <a:pt x="0" y="0"/>
                </a:moveTo>
                <a:lnTo>
                  <a:pt x="40734" y="22574"/>
                </a:lnTo>
                <a:lnTo>
                  <a:pt x="81469" y="42666"/>
                </a:lnTo>
                <a:lnTo>
                  <a:pt x="122203" y="60277"/>
                </a:lnTo>
                <a:lnTo>
                  <a:pt x="162937" y="75407"/>
                </a:lnTo>
                <a:lnTo>
                  <a:pt x="203672" y="88055"/>
                </a:lnTo>
                <a:lnTo>
                  <a:pt x="244406" y="98221"/>
                </a:lnTo>
                <a:lnTo>
                  <a:pt x="285140" y="105907"/>
                </a:lnTo>
                <a:lnTo>
                  <a:pt x="325875" y="111110"/>
                </a:lnTo>
                <a:lnTo>
                  <a:pt x="366609" y="113832"/>
                </a:lnTo>
                <a:lnTo>
                  <a:pt x="407343" y="114073"/>
                </a:lnTo>
                <a:lnTo>
                  <a:pt x="448078" y="111832"/>
                </a:lnTo>
                <a:lnTo>
                  <a:pt x="488812" y="107110"/>
                </a:lnTo>
                <a:lnTo>
                  <a:pt x="529546" y="99906"/>
                </a:lnTo>
                <a:lnTo>
                  <a:pt x="570281" y="90221"/>
                </a:lnTo>
              </a:path>
            </a:pathLst>
          </a:custGeom>
          <a:noFill/>
          <a:ln w="6477">
            <a:solidFill>
              <a:srgbClr val="753D82">
                <a:alpha val="17000"/>
              </a:srgbClr>
            </a:solidFill>
            <a:prstDash val="solid"/>
          </a:ln>
        </p:spPr>
      </p:sp>
      <p:sp>
        <p:nvSpPr>
          <p:cNvPr id="134" name="knowledge-long-edge">
            <a:extLst>
              <a:ext uri="{FF2B5EF4-FFF2-40B4-BE49-F238E27FC236}">
                <a16:creationId xmlns:a16="http://schemas.microsoft.com/office/drawing/2014/main" id="{B4440761-1B4E-47BF-809B-49894BDD52A8}"/>
              </a:ext>
            </a:extLst>
          </p:cNvPr>
          <p:cNvSpPr>
            <a:spLocks noGrp="1"/>
          </p:cNvSpPr>
          <p:nvPr/>
        </p:nvSpPr>
        <p:spPr>
          <a:xfrm>
            <a:off x="3399848" y="6808831"/>
            <a:ext cx="1072775" cy="338635"/>
          </a:xfrm>
          <a:custGeom>
            <a:avLst/>
            <a:gdLst/>
            <a:ahLst/>
            <a:cxnLst/>
            <a:rect l="0" t="0" r="0" b="0"/>
            <a:pathLst>
              <a:path w="1072775" h="338635">
                <a:moveTo>
                  <a:pt x="0" y="338635"/>
                </a:moveTo>
                <a:lnTo>
                  <a:pt x="67048" y="270174"/>
                </a:lnTo>
                <a:lnTo>
                  <a:pt x="134097" y="209421"/>
                </a:lnTo>
                <a:lnTo>
                  <a:pt x="201145" y="156377"/>
                </a:lnTo>
                <a:lnTo>
                  <a:pt x="268194" y="111042"/>
                </a:lnTo>
                <a:lnTo>
                  <a:pt x="335242" y="73416"/>
                </a:lnTo>
                <a:lnTo>
                  <a:pt x="402291" y="43499"/>
                </a:lnTo>
                <a:lnTo>
                  <a:pt x="469339" y="21290"/>
                </a:lnTo>
                <a:lnTo>
                  <a:pt x="536387" y="6791"/>
                </a:lnTo>
                <a:lnTo>
                  <a:pt x="603436" y="0"/>
                </a:lnTo>
                <a:lnTo>
                  <a:pt x="670484" y="918"/>
                </a:lnTo>
                <a:lnTo>
                  <a:pt x="737533" y="9545"/>
                </a:lnTo>
                <a:lnTo>
                  <a:pt x="804581" y="25881"/>
                </a:lnTo>
                <a:lnTo>
                  <a:pt x="871630" y="49925"/>
                </a:lnTo>
                <a:lnTo>
                  <a:pt x="938678" y="81678"/>
                </a:lnTo>
                <a:lnTo>
                  <a:pt x="1005726" y="121141"/>
                </a:lnTo>
                <a:lnTo>
                  <a:pt x="1072775" y="168312"/>
                </a:lnTo>
              </a:path>
            </a:pathLst>
          </a:custGeom>
          <a:noFill/>
          <a:ln w="4286">
            <a:solidFill>
              <a:srgbClr val="753D82">
                <a:alpha val="9000"/>
              </a:srgbClr>
            </a:solidFill>
            <a:prstDash val="solid"/>
          </a:ln>
        </p:spPr>
      </p:sp>
      <p:sp>
        <p:nvSpPr>
          <p:cNvPr id="135" name="knowledge-edge">
            <a:extLst>
              <a:ext uri="{FF2B5EF4-FFF2-40B4-BE49-F238E27FC236}">
                <a16:creationId xmlns:a16="http://schemas.microsoft.com/office/drawing/2014/main" id="{8C218C79-2AF9-4F5B-8497-F0340EAA3B23}"/>
              </a:ext>
            </a:extLst>
          </p:cNvPr>
          <p:cNvSpPr>
            <a:spLocks noGrp="1"/>
          </p:cNvSpPr>
          <p:nvPr/>
        </p:nvSpPr>
        <p:spPr>
          <a:xfrm>
            <a:off x="3533030" y="7243378"/>
            <a:ext cx="514370" cy="67040"/>
          </a:xfrm>
          <a:custGeom>
            <a:avLst/>
            <a:gdLst/>
            <a:ahLst/>
            <a:cxnLst/>
            <a:rect l="0" t="0" r="0" b="0"/>
            <a:pathLst>
              <a:path w="514370" h="67040">
                <a:moveTo>
                  <a:pt x="0" y="46543"/>
                </a:moveTo>
                <a:lnTo>
                  <a:pt x="36741" y="33023"/>
                </a:lnTo>
                <a:lnTo>
                  <a:pt x="73481" y="21808"/>
                </a:lnTo>
                <a:lnTo>
                  <a:pt x="110222" y="12898"/>
                </a:lnTo>
                <a:lnTo>
                  <a:pt x="146963" y="6293"/>
                </a:lnTo>
                <a:lnTo>
                  <a:pt x="183703" y="1994"/>
                </a:lnTo>
                <a:lnTo>
                  <a:pt x="220444" y="0"/>
                </a:lnTo>
                <a:lnTo>
                  <a:pt x="257185" y="311"/>
                </a:lnTo>
                <a:lnTo>
                  <a:pt x="293925" y="2928"/>
                </a:lnTo>
                <a:lnTo>
                  <a:pt x="330666" y="7850"/>
                </a:lnTo>
                <a:lnTo>
                  <a:pt x="367407" y="15077"/>
                </a:lnTo>
                <a:lnTo>
                  <a:pt x="404148" y="24610"/>
                </a:lnTo>
                <a:lnTo>
                  <a:pt x="440888" y="36448"/>
                </a:lnTo>
                <a:lnTo>
                  <a:pt x="477629" y="50591"/>
                </a:lnTo>
                <a:lnTo>
                  <a:pt x="514370" y="67040"/>
                </a:lnTo>
              </a:path>
            </a:pathLst>
          </a:custGeom>
          <a:noFill/>
          <a:ln w="6477">
            <a:solidFill>
              <a:srgbClr val="753D82">
                <a:alpha val="17000"/>
              </a:srgbClr>
            </a:solidFill>
            <a:prstDash val="solid"/>
          </a:ln>
        </p:spPr>
      </p:sp>
      <p:sp>
        <p:nvSpPr>
          <p:cNvPr id="136" name="knowledge-long-edge">
            <a:extLst>
              <a:ext uri="{FF2B5EF4-FFF2-40B4-BE49-F238E27FC236}">
                <a16:creationId xmlns:a16="http://schemas.microsoft.com/office/drawing/2014/main" id="{D76B498C-43A2-4899-83F5-331B24E461B2}"/>
              </a:ext>
            </a:extLst>
          </p:cNvPr>
          <p:cNvSpPr>
            <a:spLocks noGrp="1"/>
          </p:cNvSpPr>
          <p:nvPr/>
        </p:nvSpPr>
        <p:spPr>
          <a:xfrm>
            <a:off x="3533030" y="6873240"/>
            <a:ext cx="770797" cy="416681"/>
          </a:xfrm>
          <a:custGeom>
            <a:avLst/>
            <a:gdLst/>
            <a:ahLst/>
            <a:cxnLst/>
            <a:rect l="0" t="0" r="0" b="0"/>
            <a:pathLst>
              <a:path w="770797" h="416681">
                <a:moveTo>
                  <a:pt x="0" y="416681"/>
                </a:moveTo>
                <a:lnTo>
                  <a:pt x="48175" y="331457"/>
                </a:lnTo>
                <a:lnTo>
                  <a:pt x="96350" y="255964"/>
                </a:lnTo>
                <a:lnTo>
                  <a:pt x="144524" y="190203"/>
                </a:lnTo>
                <a:lnTo>
                  <a:pt x="192699" y="134173"/>
                </a:lnTo>
                <a:lnTo>
                  <a:pt x="240874" y="87875"/>
                </a:lnTo>
                <a:lnTo>
                  <a:pt x="289049" y="51309"/>
                </a:lnTo>
                <a:lnTo>
                  <a:pt x="337224" y="24474"/>
                </a:lnTo>
                <a:lnTo>
                  <a:pt x="385399" y="7371"/>
                </a:lnTo>
                <a:lnTo>
                  <a:pt x="433573" y="0"/>
                </a:lnTo>
                <a:lnTo>
                  <a:pt x="481748" y="2360"/>
                </a:lnTo>
                <a:lnTo>
                  <a:pt x="529923" y="14452"/>
                </a:lnTo>
                <a:lnTo>
                  <a:pt x="578098" y="36276"/>
                </a:lnTo>
                <a:lnTo>
                  <a:pt x="626273" y="67831"/>
                </a:lnTo>
                <a:lnTo>
                  <a:pt x="674448" y="109118"/>
                </a:lnTo>
                <a:lnTo>
                  <a:pt x="722622" y="160137"/>
                </a:lnTo>
                <a:lnTo>
                  <a:pt x="770797" y="220887"/>
                </a:lnTo>
              </a:path>
            </a:pathLst>
          </a:custGeom>
          <a:noFill/>
          <a:ln w="4286">
            <a:solidFill>
              <a:srgbClr val="753D82">
                <a:alpha val="9000"/>
              </a:srgbClr>
            </a:solidFill>
            <a:prstDash val="solid"/>
          </a:ln>
        </p:spPr>
      </p:sp>
      <p:sp>
        <p:nvSpPr>
          <p:cNvPr id="137" name="knowledge-edge">
            <a:extLst>
              <a:ext uri="{FF2B5EF4-FFF2-40B4-BE49-F238E27FC236}">
                <a16:creationId xmlns:a16="http://schemas.microsoft.com/office/drawing/2014/main" id="{8B9E2DF7-E109-4DDC-9E04-CACDBB2875FA}"/>
              </a:ext>
            </a:extLst>
          </p:cNvPr>
          <p:cNvSpPr>
            <a:spLocks noGrp="1"/>
          </p:cNvSpPr>
          <p:nvPr/>
        </p:nvSpPr>
        <p:spPr>
          <a:xfrm>
            <a:off x="3898037" y="5792135"/>
            <a:ext cx="614570" cy="182567"/>
          </a:xfrm>
          <a:custGeom>
            <a:avLst/>
            <a:gdLst/>
            <a:ahLst/>
            <a:cxnLst/>
            <a:rect l="0" t="0" r="0" b="0"/>
            <a:pathLst>
              <a:path w="614570" h="182567">
                <a:moveTo>
                  <a:pt x="0" y="169900"/>
                </a:moveTo>
                <a:lnTo>
                  <a:pt x="43898" y="177096"/>
                </a:lnTo>
                <a:lnTo>
                  <a:pt x="87796" y="181319"/>
                </a:lnTo>
                <a:lnTo>
                  <a:pt x="131694" y="182567"/>
                </a:lnTo>
                <a:lnTo>
                  <a:pt x="175591" y="180841"/>
                </a:lnTo>
                <a:lnTo>
                  <a:pt x="219489" y="176141"/>
                </a:lnTo>
                <a:lnTo>
                  <a:pt x="263387" y="168467"/>
                </a:lnTo>
                <a:lnTo>
                  <a:pt x="307285" y="157818"/>
                </a:lnTo>
                <a:lnTo>
                  <a:pt x="351183" y="144195"/>
                </a:lnTo>
                <a:lnTo>
                  <a:pt x="395081" y="127598"/>
                </a:lnTo>
                <a:lnTo>
                  <a:pt x="438978" y="108027"/>
                </a:lnTo>
                <a:lnTo>
                  <a:pt x="482876" y="85482"/>
                </a:lnTo>
                <a:lnTo>
                  <a:pt x="526774" y="59962"/>
                </a:lnTo>
                <a:lnTo>
                  <a:pt x="570672" y="31468"/>
                </a:lnTo>
                <a:lnTo>
                  <a:pt x="614570" y="0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38" name="knowledge-edge">
            <a:extLst>
              <a:ext uri="{FF2B5EF4-FFF2-40B4-BE49-F238E27FC236}">
                <a16:creationId xmlns:a16="http://schemas.microsoft.com/office/drawing/2014/main" id="{5685F7D6-4B66-4DAE-95E3-3F0640DF1953}"/>
              </a:ext>
            </a:extLst>
          </p:cNvPr>
          <p:cNvSpPr>
            <a:spLocks noGrp="1"/>
          </p:cNvSpPr>
          <p:nvPr/>
        </p:nvSpPr>
        <p:spPr>
          <a:xfrm>
            <a:off x="4090011" y="6122566"/>
            <a:ext cx="469451" cy="92512"/>
          </a:xfrm>
          <a:custGeom>
            <a:avLst/>
            <a:gdLst/>
            <a:ahLst/>
            <a:cxnLst/>
            <a:rect l="0" t="0" r="0" b="0"/>
            <a:pathLst>
              <a:path w="469451" h="92512">
                <a:moveTo>
                  <a:pt x="0" y="0"/>
                </a:moveTo>
                <a:lnTo>
                  <a:pt x="33532" y="19598"/>
                </a:lnTo>
                <a:lnTo>
                  <a:pt x="67064" y="36867"/>
                </a:lnTo>
                <a:lnTo>
                  <a:pt x="100597" y="51806"/>
                </a:lnTo>
                <a:lnTo>
                  <a:pt x="134129" y="64415"/>
                </a:lnTo>
                <a:lnTo>
                  <a:pt x="167661" y="74694"/>
                </a:lnTo>
                <a:lnTo>
                  <a:pt x="201193" y="82643"/>
                </a:lnTo>
                <a:lnTo>
                  <a:pt x="234725" y="88262"/>
                </a:lnTo>
                <a:lnTo>
                  <a:pt x="268258" y="91552"/>
                </a:lnTo>
                <a:lnTo>
                  <a:pt x="301790" y="92512"/>
                </a:lnTo>
                <a:lnTo>
                  <a:pt x="335322" y="91141"/>
                </a:lnTo>
                <a:lnTo>
                  <a:pt x="368854" y="87441"/>
                </a:lnTo>
                <a:lnTo>
                  <a:pt x="402386" y="81412"/>
                </a:lnTo>
                <a:lnTo>
                  <a:pt x="435919" y="73052"/>
                </a:lnTo>
                <a:lnTo>
                  <a:pt x="469451" y="62363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39" name="knowledge-cross-edge">
            <a:extLst>
              <a:ext uri="{FF2B5EF4-FFF2-40B4-BE49-F238E27FC236}">
                <a16:creationId xmlns:a16="http://schemas.microsoft.com/office/drawing/2014/main" id="{3ABEE476-F812-447B-9B58-B07B2E13D419}"/>
              </a:ext>
            </a:extLst>
          </p:cNvPr>
          <p:cNvSpPr>
            <a:spLocks noGrp="1"/>
          </p:cNvSpPr>
          <p:nvPr/>
        </p:nvSpPr>
        <p:spPr>
          <a:xfrm>
            <a:off x="4090011" y="6122566"/>
            <a:ext cx="390316" cy="260415"/>
          </a:xfrm>
          <a:custGeom>
            <a:avLst/>
            <a:gdLst/>
            <a:ahLst/>
            <a:cxnLst/>
            <a:rect l="0" t="0" r="0" b="0"/>
            <a:pathLst>
              <a:path w="390316" h="260415">
                <a:moveTo>
                  <a:pt x="0" y="0"/>
                </a:moveTo>
                <a:lnTo>
                  <a:pt x="47078" y="8480"/>
                </a:lnTo>
                <a:lnTo>
                  <a:pt x="91511" y="19364"/>
                </a:lnTo>
                <a:lnTo>
                  <a:pt x="133298" y="32652"/>
                </a:lnTo>
                <a:lnTo>
                  <a:pt x="172439" y="48344"/>
                </a:lnTo>
                <a:lnTo>
                  <a:pt x="208934" y="66439"/>
                </a:lnTo>
                <a:lnTo>
                  <a:pt x="242783" y="86939"/>
                </a:lnTo>
                <a:lnTo>
                  <a:pt x="273987" y="109842"/>
                </a:lnTo>
                <a:lnTo>
                  <a:pt x="302544" y="135149"/>
                </a:lnTo>
                <a:lnTo>
                  <a:pt x="328456" y="162860"/>
                </a:lnTo>
                <a:lnTo>
                  <a:pt x="351722" y="192974"/>
                </a:lnTo>
                <a:lnTo>
                  <a:pt x="372342" y="225493"/>
                </a:lnTo>
                <a:lnTo>
                  <a:pt x="390316" y="260415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40" name="knowledge-long-edge">
            <a:extLst>
              <a:ext uri="{FF2B5EF4-FFF2-40B4-BE49-F238E27FC236}">
                <a16:creationId xmlns:a16="http://schemas.microsoft.com/office/drawing/2014/main" id="{0E944CB9-5F22-48C8-AC7B-5D70363291E4}"/>
              </a:ext>
            </a:extLst>
          </p:cNvPr>
          <p:cNvSpPr>
            <a:spLocks noGrp="1"/>
          </p:cNvSpPr>
          <p:nvPr/>
        </p:nvSpPr>
        <p:spPr>
          <a:xfrm>
            <a:off x="4090011" y="5636569"/>
            <a:ext cx="787611" cy="485997"/>
          </a:xfrm>
          <a:custGeom>
            <a:avLst/>
            <a:gdLst/>
            <a:ahLst/>
            <a:cxnLst/>
            <a:rect l="0" t="0" r="0" b="0"/>
            <a:pathLst>
              <a:path w="787611" h="485997">
                <a:moveTo>
                  <a:pt x="0" y="485997"/>
                </a:moveTo>
                <a:lnTo>
                  <a:pt x="49226" y="386992"/>
                </a:lnTo>
                <a:lnTo>
                  <a:pt x="98451" y="299238"/>
                </a:lnTo>
                <a:lnTo>
                  <a:pt x="147677" y="222736"/>
                </a:lnTo>
                <a:lnTo>
                  <a:pt x="196903" y="157485"/>
                </a:lnTo>
                <a:lnTo>
                  <a:pt x="246128" y="103485"/>
                </a:lnTo>
                <a:lnTo>
                  <a:pt x="295354" y="60737"/>
                </a:lnTo>
                <a:lnTo>
                  <a:pt x="344580" y="29240"/>
                </a:lnTo>
                <a:lnTo>
                  <a:pt x="393805" y="8994"/>
                </a:lnTo>
                <a:lnTo>
                  <a:pt x="443031" y="0"/>
                </a:lnTo>
                <a:lnTo>
                  <a:pt x="492257" y="2257"/>
                </a:lnTo>
                <a:lnTo>
                  <a:pt x="541483" y="15766"/>
                </a:lnTo>
                <a:lnTo>
                  <a:pt x="590708" y="40525"/>
                </a:lnTo>
                <a:lnTo>
                  <a:pt x="639934" y="76537"/>
                </a:lnTo>
                <a:lnTo>
                  <a:pt x="689160" y="123799"/>
                </a:lnTo>
                <a:lnTo>
                  <a:pt x="738385" y="182313"/>
                </a:lnTo>
                <a:lnTo>
                  <a:pt x="787611" y="252078"/>
                </a:lnTo>
              </a:path>
            </a:pathLst>
          </a:custGeom>
          <a:noFill/>
          <a:ln w="4286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141" name="knowledge-edge">
            <a:extLst>
              <a:ext uri="{FF2B5EF4-FFF2-40B4-BE49-F238E27FC236}">
                <a16:creationId xmlns:a16="http://schemas.microsoft.com/office/drawing/2014/main" id="{B2DDFB5C-1CB8-48CD-9C0F-1B78CF7C7A41}"/>
              </a:ext>
            </a:extLst>
          </p:cNvPr>
          <p:cNvSpPr>
            <a:spLocks noGrp="1"/>
          </p:cNvSpPr>
          <p:nvPr/>
        </p:nvSpPr>
        <p:spPr>
          <a:xfrm>
            <a:off x="4042727" y="6285247"/>
            <a:ext cx="437599" cy="97735"/>
          </a:xfrm>
          <a:custGeom>
            <a:avLst/>
            <a:gdLst/>
            <a:ahLst/>
            <a:cxnLst/>
            <a:rect l="0" t="0" r="0" b="0"/>
            <a:pathLst>
              <a:path w="437599" h="97735">
                <a:moveTo>
                  <a:pt x="0" y="0"/>
                </a:moveTo>
                <a:lnTo>
                  <a:pt x="31257" y="13912"/>
                </a:lnTo>
                <a:lnTo>
                  <a:pt x="62514" y="26757"/>
                </a:lnTo>
                <a:lnTo>
                  <a:pt x="93771" y="38536"/>
                </a:lnTo>
                <a:lnTo>
                  <a:pt x="125028" y="49249"/>
                </a:lnTo>
                <a:lnTo>
                  <a:pt x="156286" y="58895"/>
                </a:lnTo>
                <a:lnTo>
                  <a:pt x="187543" y="67476"/>
                </a:lnTo>
                <a:lnTo>
                  <a:pt x="218800" y="74990"/>
                </a:lnTo>
                <a:lnTo>
                  <a:pt x="250057" y="81438"/>
                </a:lnTo>
                <a:lnTo>
                  <a:pt x="281314" y="86820"/>
                </a:lnTo>
                <a:lnTo>
                  <a:pt x="312571" y="91135"/>
                </a:lnTo>
                <a:lnTo>
                  <a:pt x="343828" y="94384"/>
                </a:lnTo>
                <a:lnTo>
                  <a:pt x="375085" y="96567"/>
                </a:lnTo>
                <a:lnTo>
                  <a:pt x="406342" y="97684"/>
                </a:lnTo>
                <a:lnTo>
                  <a:pt x="437599" y="97735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42" name="knowledge-cross-edge">
            <a:extLst>
              <a:ext uri="{FF2B5EF4-FFF2-40B4-BE49-F238E27FC236}">
                <a16:creationId xmlns:a16="http://schemas.microsoft.com/office/drawing/2014/main" id="{8B610F02-B6BE-4324-9A63-7A7A4BAC6D86}"/>
              </a:ext>
            </a:extLst>
          </p:cNvPr>
          <p:cNvSpPr>
            <a:spLocks noGrp="1"/>
          </p:cNvSpPr>
          <p:nvPr/>
        </p:nvSpPr>
        <p:spPr>
          <a:xfrm>
            <a:off x="4042727" y="6285247"/>
            <a:ext cx="366824" cy="330163"/>
          </a:xfrm>
          <a:custGeom>
            <a:avLst/>
            <a:gdLst/>
            <a:ahLst/>
            <a:cxnLst/>
            <a:rect l="0" t="0" r="0" b="0"/>
            <a:pathLst>
              <a:path w="366824" h="330163">
                <a:moveTo>
                  <a:pt x="0" y="0"/>
                </a:moveTo>
                <a:lnTo>
                  <a:pt x="45121" y="3636"/>
                </a:lnTo>
                <a:lnTo>
                  <a:pt x="87596" y="11613"/>
                </a:lnTo>
                <a:lnTo>
                  <a:pt x="127425" y="23931"/>
                </a:lnTo>
                <a:lnTo>
                  <a:pt x="164608" y="40591"/>
                </a:lnTo>
                <a:lnTo>
                  <a:pt x="199145" y="61592"/>
                </a:lnTo>
                <a:lnTo>
                  <a:pt x="231037" y="86935"/>
                </a:lnTo>
                <a:lnTo>
                  <a:pt x="260282" y="116620"/>
                </a:lnTo>
                <a:lnTo>
                  <a:pt x="286882" y="150645"/>
                </a:lnTo>
                <a:lnTo>
                  <a:pt x="310836" y="189013"/>
                </a:lnTo>
                <a:lnTo>
                  <a:pt x="332145" y="231721"/>
                </a:lnTo>
                <a:lnTo>
                  <a:pt x="350807" y="278771"/>
                </a:lnTo>
                <a:lnTo>
                  <a:pt x="366824" y="330163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43" name="knowledge-edge">
            <a:extLst>
              <a:ext uri="{FF2B5EF4-FFF2-40B4-BE49-F238E27FC236}">
                <a16:creationId xmlns:a16="http://schemas.microsoft.com/office/drawing/2014/main" id="{394A06E9-72D7-4312-B84F-A0DD63F7E792}"/>
              </a:ext>
            </a:extLst>
          </p:cNvPr>
          <p:cNvSpPr>
            <a:spLocks noGrp="1"/>
          </p:cNvSpPr>
          <p:nvPr/>
        </p:nvSpPr>
        <p:spPr>
          <a:xfrm>
            <a:off x="4019128" y="6615410"/>
            <a:ext cx="390423" cy="128047"/>
          </a:xfrm>
          <a:custGeom>
            <a:avLst/>
            <a:gdLst/>
            <a:ahLst/>
            <a:cxnLst/>
            <a:rect l="0" t="0" r="0" b="0"/>
            <a:pathLst>
              <a:path w="390423" h="128047">
                <a:moveTo>
                  <a:pt x="0" y="128047"/>
                </a:moveTo>
                <a:lnTo>
                  <a:pt x="27887" y="124957"/>
                </a:lnTo>
                <a:lnTo>
                  <a:pt x="55775" y="120936"/>
                </a:lnTo>
                <a:lnTo>
                  <a:pt x="83662" y="115982"/>
                </a:lnTo>
                <a:lnTo>
                  <a:pt x="111549" y="110097"/>
                </a:lnTo>
                <a:lnTo>
                  <a:pt x="139437" y="103280"/>
                </a:lnTo>
                <a:lnTo>
                  <a:pt x="167324" y="95531"/>
                </a:lnTo>
                <a:lnTo>
                  <a:pt x="195212" y="86851"/>
                </a:lnTo>
                <a:lnTo>
                  <a:pt x="223099" y="77239"/>
                </a:lnTo>
                <a:lnTo>
                  <a:pt x="250986" y="66695"/>
                </a:lnTo>
                <a:lnTo>
                  <a:pt x="278874" y="55219"/>
                </a:lnTo>
                <a:lnTo>
                  <a:pt x="306761" y="42812"/>
                </a:lnTo>
                <a:lnTo>
                  <a:pt x="334648" y="29473"/>
                </a:lnTo>
                <a:lnTo>
                  <a:pt x="362536" y="15202"/>
                </a:lnTo>
                <a:lnTo>
                  <a:pt x="390423" y="0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44" name="knowledge-cross-edge">
            <a:extLst>
              <a:ext uri="{FF2B5EF4-FFF2-40B4-BE49-F238E27FC236}">
                <a16:creationId xmlns:a16="http://schemas.microsoft.com/office/drawing/2014/main" id="{599710FA-ABA0-476F-BE05-E8A10F815E92}"/>
              </a:ext>
            </a:extLst>
          </p:cNvPr>
          <p:cNvSpPr>
            <a:spLocks noGrp="1"/>
          </p:cNvSpPr>
          <p:nvPr/>
        </p:nvSpPr>
        <p:spPr>
          <a:xfrm>
            <a:off x="4019128" y="6737131"/>
            <a:ext cx="453495" cy="240012"/>
          </a:xfrm>
          <a:custGeom>
            <a:avLst/>
            <a:gdLst/>
            <a:ahLst/>
            <a:cxnLst/>
            <a:rect l="0" t="0" r="0" b="0"/>
            <a:pathLst>
              <a:path w="453495" h="240012">
                <a:moveTo>
                  <a:pt x="0" y="6326"/>
                </a:moveTo>
                <a:lnTo>
                  <a:pt x="52343" y="899"/>
                </a:lnTo>
                <a:lnTo>
                  <a:pt x="102041" y="0"/>
                </a:lnTo>
                <a:lnTo>
                  <a:pt x="149093" y="3628"/>
                </a:lnTo>
                <a:lnTo>
                  <a:pt x="193498" y="11784"/>
                </a:lnTo>
                <a:lnTo>
                  <a:pt x="235258" y="24466"/>
                </a:lnTo>
                <a:lnTo>
                  <a:pt x="274373" y="41677"/>
                </a:lnTo>
                <a:lnTo>
                  <a:pt x="310841" y="63414"/>
                </a:lnTo>
                <a:lnTo>
                  <a:pt x="344663" y="89679"/>
                </a:lnTo>
                <a:lnTo>
                  <a:pt x="375840" y="120471"/>
                </a:lnTo>
                <a:lnTo>
                  <a:pt x="404371" y="155791"/>
                </a:lnTo>
                <a:lnTo>
                  <a:pt x="430256" y="195637"/>
                </a:lnTo>
                <a:lnTo>
                  <a:pt x="453495" y="240012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45" name="knowledge-edge">
            <a:extLst>
              <a:ext uri="{FF2B5EF4-FFF2-40B4-BE49-F238E27FC236}">
                <a16:creationId xmlns:a16="http://schemas.microsoft.com/office/drawing/2014/main" id="{E1569239-3A87-4953-86DA-39430827E751}"/>
              </a:ext>
            </a:extLst>
          </p:cNvPr>
          <p:cNvSpPr>
            <a:spLocks noGrp="1"/>
          </p:cNvSpPr>
          <p:nvPr/>
        </p:nvSpPr>
        <p:spPr>
          <a:xfrm>
            <a:off x="3986871" y="6866613"/>
            <a:ext cx="485752" cy="112694"/>
          </a:xfrm>
          <a:custGeom>
            <a:avLst/>
            <a:gdLst/>
            <a:ahLst/>
            <a:cxnLst/>
            <a:rect l="0" t="0" r="0" b="0"/>
            <a:pathLst>
              <a:path w="485752" h="112694">
                <a:moveTo>
                  <a:pt x="0" y="0"/>
                </a:moveTo>
                <a:lnTo>
                  <a:pt x="34697" y="17620"/>
                </a:lnTo>
                <a:lnTo>
                  <a:pt x="69393" y="33744"/>
                </a:lnTo>
                <a:lnTo>
                  <a:pt x="104090" y="48372"/>
                </a:lnTo>
                <a:lnTo>
                  <a:pt x="138786" y="61504"/>
                </a:lnTo>
                <a:lnTo>
                  <a:pt x="173483" y="73139"/>
                </a:lnTo>
                <a:lnTo>
                  <a:pt x="208179" y="83278"/>
                </a:lnTo>
                <a:lnTo>
                  <a:pt x="242876" y="91922"/>
                </a:lnTo>
                <a:lnTo>
                  <a:pt x="277573" y="99068"/>
                </a:lnTo>
                <a:lnTo>
                  <a:pt x="312269" y="104719"/>
                </a:lnTo>
                <a:lnTo>
                  <a:pt x="346966" y="108874"/>
                </a:lnTo>
                <a:lnTo>
                  <a:pt x="381662" y="111532"/>
                </a:lnTo>
                <a:lnTo>
                  <a:pt x="416359" y="112694"/>
                </a:lnTo>
                <a:lnTo>
                  <a:pt x="451055" y="112360"/>
                </a:lnTo>
                <a:lnTo>
                  <a:pt x="485752" y="110530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46" name="knowledge-cross-edge">
            <a:extLst>
              <a:ext uri="{FF2B5EF4-FFF2-40B4-BE49-F238E27FC236}">
                <a16:creationId xmlns:a16="http://schemas.microsoft.com/office/drawing/2014/main" id="{ABFA98B4-7347-4CA5-BB8D-01245FA47333}"/>
              </a:ext>
            </a:extLst>
          </p:cNvPr>
          <p:cNvSpPr>
            <a:spLocks noGrp="1"/>
          </p:cNvSpPr>
          <p:nvPr/>
        </p:nvSpPr>
        <p:spPr>
          <a:xfrm>
            <a:off x="3986871" y="6866613"/>
            <a:ext cx="471799" cy="200569"/>
          </a:xfrm>
          <a:custGeom>
            <a:avLst/>
            <a:gdLst/>
            <a:ahLst/>
            <a:cxnLst/>
            <a:rect l="0" t="0" r="0" b="0"/>
            <a:pathLst>
              <a:path w="471799" h="200569">
                <a:moveTo>
                  <a:pt x="0" y="0"/>
                </a:moveTo>
                <a:lnTo>
                  <a:pt x="53869" y="10385"/>
                </a:lnTo>
                <a:lnTo>
                  <a:pt x="105091" y="21921"/>
                </a:lnTo>
                <a:lnTo>
                  <a:pt x="153668" y="34608"/>
                </a:lnTo>
                <a:lnTo>
                  <a:pt x="199600" y="48445"/>
                </a:lnTo>
                <a:lnTo>
                  <a:pt x="242885" y="63433"/>
                </a:lnTo>
                <a:lnTo>
                  <a:pt x="283524" y="79572"/>
                </a:lnTo>
                <a:lnTo>
                  <a:pt x="321518" y="96861"/>
                </a:lnTo>
                <a:lnTo>
                  <a:pt x="356866" y="115302"/>
                </a:lnTo>
                <a:lnTo>
                  <a:pt x="389568" y="134892"/>
                </a:lnTo>
                <a:lnTo>
                  <a:pt x="419624" y="155634"/>
                </a:lnTo>
                <a:lnTo>
                  <a:pt x="447034" y="177526"/>
                </a:lnTo>
                <a:lnTo>
                  <a:pt x="471799" y="200569"/>
                </a:lnTo>
              </a:path>
            </a:pathLst>
          </a:custGeom>
          <a:noFill/>
          <a:ln w="5334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147" name="knowledge-cross-edge">
            <a:extLst>
              <a:ext uri="{FF2B5EF4-FFF2-40B4-BE49-F238E27FC236}">
                <a16:creationId xmlns:a16="http://schemas.microsoft.com/office/drawing/2014/main" id="{C390B081-B98F-452C-A6AB-CB4990338428}"/>
              </a:ext>
            </a:extLst>
          </p:cNvPr>
          <p:cNvSpPr>
            <a:spLocks noGrp="1"/>
          </p:cNvSpPr>
          <p:nvPr/>
        </p:nvSpPr>
        <p:spPr>
          <a:xfrm>
            <a:off x="3986871" y="6611231"/>
            <a:ext cx="422680" cy="255381"/>
          </a:xfrm>
          <a:custGeom>
            <a:avLst/>
            <a:gdLst/>
            <a:ahLst/>
            <a:cxnLst/>
            <a:rect l="0" t="0" r="0" b="0"/>
            <a:pathLst>
              <a:path w="422680" h="255381">
                <a:moveTo>
                  <a:pt x="0" y="255381"/>
                </a:moveTo>
                <a:lnTo>
                  <a:pt x="20671" y="209336"/>
                </a:lnTo>
                <a:lnTo>
                  <a:pt x="43988" y="167856"/>
                </a:lnTo>
                <a:lnTo>
                  <a:pt x="69951" y="130942"/>
                </a:lnTo>
                <a:lnTo>
                  <a:pt x="98560" y="98594"/>
                </a:lnTo>
                <a:lnTo>
                  <a:pt x="129815" y="70812"/>
                </a:lnTo>
                <a:lnTo>
                  <a:pt x="163715" y="47595"/>
                </a:lnTo>
                <a:lnTo>
                  <a:pt x="200261" y="28945"/>
                </a:lnTo>
                <a:lnTo>
                  <a:pt x="239453" y="14860"/>
                </a:lnTo>
                <a:lnTo>
                  <a:pt x="281291" y="5341"/>
                </a:lnTo>
                <a:lnTo>
                  <a:pt x="325775" y="387"/>
                </a:lnTo>
                <a:lnTo>
                  <a:pt x="372904" y="0"/>
                </a:lnTo>
                <a:lnTo>
                  <a:pt x="422680" y="4178"/>
                </a:lnTo>
              </a:path>
            </a:pathLst>
          </a:custGeom>
          <a:noFill/>
          <a:ln w="4953">
            <a:solidFill>
              <a:srgbClr val="893E75">
                <a:alpha val="12000"/>
              </a:srgbClr>
            </a:solidFill>
            <a:prstDash val="solid"/>
          </a:ln>
        </p:spPr>
      </p:sp>
      <p:sp>
        <p:nvSpPr>
          <p:cNvPr id="148" name="knowledge-edge">
            <a:extLst>
              <a:ext uri="{FF2B5EF4-FFF2-40B4-BE49-F238E27FC236}">
                <a16:creationId xmlns:a16="http://schemas.microsoft.com/office/drawing/2014/main" id="{B76DA39C-7B0D-41BD-8462-D44A5BEC5EB4}"/>
              </a:ext>
            </a:extLst>
          </p:cNvPr>
          <p:cNvSpPr>
            <a:spLocks noGrp="1"/>
          </p:cNvSpPr>
          <p:nvPr/>
        </p:nvSpPr>
        <p:spPr>
          <a:xfrm>
            <a:off x="3970129" y="7065843"/>
            <a:ext cx="488541" cy="171845"/>
          </a:xfrm>
          <a:custGeom>
            <a:avLst/>
            <a:gdLst/>
            <a:ahLst/>
            <a:cxnLst/>
            <a:rect l="0" t="0" r="0" b="0"/>
            <a:pathLst>
              <a:path w="488541" h="171845">
                <a:moveTo>
                  <a:pt x="0" y="171845"/>
                </a:moveTo>
                <a:lnTo>
                  <a:pt x="34896" y="146148"/>
                </a:lnTo>
                <a:lnTo>
                  <a:pt x="69792" y="122531"/>
                </a:lnTo>
                <a:lnTo>
                  <a:pt x="104687" y="100994"/>
                </a:lnTo>
                <a:lnTo>
                  <a:pt x="139583" y="81536"/>
                </a:lnTo>
                <a:lnTo>
                  <a:pt x="174479" y="64158"/>
                </a:lnTo>
                <a:lnTo>
                  <a:pt x="209375" y="48859"/>
                </a:lnTo>
                <a:lnTo>
                  <a:pt x="244270" y="35640"/>
                </a:lnTo>
                <a:lnTo>
                  <a:pt x="279166" y="24501"/>
                </a:lnTo>
                <a:lnTo>
                  <a:pt x="314062" y="15442"/>
                </a:lnTo>
                <a:lnTo>
                  <a:pt x="348958" y="8462"/>
                </a:lnTo>
                <a:lnTo>
                  <a:pt x="383854" y="3562"/>
                </a:lnTo>
                <a:lnTo>
                  <a:pt x="418749" y="741"/>
                </a:lnTo>
                <a:lnTo>
                  <a:pt x="453645" y="0"/>
                </a:lnTo>
                <a:lnTo>
                  <a:pt x="488541" y="1339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49" name="knowledge-edge">
            <a:extLst>
              <a:ext uri="{FF2B5EF4-FFF2-40B4-BE49-F238E27FC236}">
                <a16:creationId xmlns:a16="http://schemas.microsoft.com/office/drawing/2014/main" id="{7F6D34AB-10C6-46EA-9C62-69FC02A2DFEB}"/>
              </a:ext>
            </a:extLst>
          </p:cNvPr>
          <p:cNvSpPr>
            <a:spLocks noGrp="1"/>
          </p:cNvSpPr>
          <p:nvPr/>
        </p:nvSpPr>
        <p:spPr>
          <a:xfrm>
            <a:off x="4047400" y="7094128"/>
            <a:ext cx="256428" cy="216374"/>
          </a:xfrm>
          <a:custGeom>
            <a:avLst/>
            <a:gdLst/>
            <a:ahLst/>
            <a:cxnLst/>
            <a:rect l="0" t="0" r="0" b="0"/>
            <a:pathLst>
              <a:path w="256428" h="216374">
                <a:moveTo>
                  <a:pt x="0" y="216290"/>
                </a:moveTo>
                <a:lnTo>
                  <a:pt x="18316" y="216374"/>
                </a:lnTo>
                <a:lnTo>
                  <a:pt x="36633" y="214068"/>
                </a:lnTo>
                <a:lnTo>
                  <a:pt x="54949" y="209372"/>
                </a:lnTo>
                <a:lnTo>
                  <a:pt x="73265" y="202287"/>
                </a:lnTo>
                <a:lnTo>
                  <a:pt x="91581" y="192812"/>
                </a:lnTo>
                <a:lnTo>
                  <a:pt x="109898" y="180947"/>
                </a:lnTo>
                <a:lnTo>
                  <a:pt x="128214" y="166692"/>
                </a:lnTo>
                <a:lnTo>
                  <a:pt x="146530" y="150048"/>
                </a:lnTo>
                <a:lnTo>
                  <a:pt x="164846" y="131014"/>
                </a:lnTo>
                <a:lnTo>
                  <a:pt x="183163" y="109591"/>
                </a:lnTo>
                <a:lnTo>
                  <a:pt x="201479" y="85778"/>
                </a:lnTo>
                <a:lnTo>
                  <a:pt x="219795" y="59575"/>
                </a:lnTo>
                <a:lnTo>
                  <a:pt x="238111" y="30982"/>
                </a:lnTo>
                <a:lnTo>
                  <a:pt x="256428" y="0"/>
                </a:lnTo>
              </a:path>
            </a:pathLst>
          </a:custGeom>
          <a:noFill/>
          <a:ln w="6477">
            <a:solidFill>
              <a:srgbClr val="893E75">
                <a:alpha val="17000"/>
              </a:srgbClr>
            </a:solidFill>
            <a:prstDash val="solid"/>
          </a:ln>
        </p:spPr>
      </p:sp>
      <p:sp>
        <p:nvSpPr>
          <p:cNvPr id="150" name="knowledge-edge">
            <a:extLst>
              <a:ext uri="{FF2B5EF4-FFF2-40B4-BE49-F238E27FC236}">
                <a16:creationId xmlns:a16="http://schemas.microsoft.com/office/drawing/2014/main" id="{B9851DBB-6388-481D-9818-F9B58941CD22}"/>
              </a:ext>
            </a:extLst>
          </p:cNvPr>
          <p:cNvSpPr>
            <a:spLocks noGrp="1"/>
          </p:cNvSpPr>
          <p:nvPr/>
        </p:nvSpPr>
        <p:spPr>
          <a:xfrm>
            <a:off x="4512607" y="5762275"/>
            <a:ext cx="365014" cy="126373"/>
          </a:xfrm>
          <a:custGeom>
            <a:avLst/>
            <a:gdLst/>
            <a:ahLst/>
            <a:cxnLst/>
            <a:rect l="0" t="0" r="0" b="0"/>
            <a:pathLst>
              <a:path w="365014" h="126373">
                <a:moveTo>
                  <a:pt x="0" y="29860"/>
                </a:moveTo>
                <a:lnTo>
                  <a:pt x="26072" y="18170"/>
                </a:lnTo>
                <a:lnTo>
                  <a:pt x="52145" y="9339"/>
                </a:lnTo>
                <a:lnTo>
                  <a:pt x="78217" y="3367"/>
                </a:lnTo>
                <a:lnTo>
                  <a:pt x="104290" y="254"/>
                </a:lnTo>
                <a:lnTo>
                  <a:pt x="130362" y="0"/>
                </a:lnTo>
                <a:lnTo>
                  <a:pt x="156435" y="2605"/>
                </a:lnTo>
                <a:lnTo>
                  <a:pt x="182507" y="8069"/>
                </a:lnTo>
                <a:lnTo>
                  <a:pt x="208580" y="16393"/>
                </a:lnTo>
                <a:lnTo>
                  <a:pt x="234652" y="27575"/>
                </a:lnTo>
                <a:lnTo>
                  <a:pt x="260725" y="41616"/>
                </a:lnTo>
                <a:lnTo>
                  <a:pt x="286797" y="58517"/>
                </a:lnTo>
                <a:lnTo>
                  <a:pt x="312869" y="78276"/>
                </a:lnTo>
                <a:lnTo>
                  <a:pt x="338942" y="100895"/>
                </a:lnTo>
                <a:lnTo>
                  <a:pt x="365014" y="126373"/>
                </a:lnTo>
              </a:path>
            </a:pathLst>
          </a:custGeom>
          <a:noFill/>
          <a:ln w="6477">
            <a:solidFill>
              <a:srgbClr val="9C3F68">
                <a:alpha val="17000"/>
              </a:srgbClr>
            </a:solidFill>
            <a:prstDash val="solid"/>
          </a:ln>
        </p:spPr>
      </p:sp>
      <p:sp>
        <p:nvSpPr>
          <p:cNvPr id="151" name="knowledge-cross-edge">
            <a:extLst>
              <a:ext uri="{FF2B5EF4-FFF2-40B4-BE49-F238E27FC236}">
                <a16:creationId xmlns:a16="http://schemas.microsoft.com/office/drawing/2014/main" id="{841AA92F-189D-417B-B06C-70DF9FF8C6D5}"/>
              </a:ext>
            </a:extLst>
          </p:cNvPr>
          <p:cNvSpPr>
            <a:spLocks noGrp="1"/>
          </p:cNvSpPr>
          <p:nvPr/>
        </p:nvSpPr>
        <p:spPr>
          <a:xfrm>
            <a:off x="4512607" y="5792135"/>
            <a:ext cx="498559" cy="430947"/>
          </a:xfrm>
          <a:custGeom>
            <a:avLst/>
            <a:gdLst/>
            <a:ahLst/>
            <a:cxnLst/>
            <a:rect l="0" t="0" r="0" b="0"/>
            <a:pathLst>
              <a:path w="498559" h="430947">
                <a:moveTo>
                  <a:pt x="0" y="0"/>
                </a:moveTo>
                <a:lnTo>
                  <a:pt x="56099" y="6066"/>
                </a:lnTo>
                <a:lnTo>
                  <a:pt x="109552" y="17558"/>
                </a:lnTo>
                <a:lnTo>
                  <a:pt x="160359" y="34477"/>
                </a:lnTo>
                <a:lnTo>
                  <a:pt x="208520" y="56823"/>
                </a:lnTo>
                <a:lnTo>
                  <a:pt x="254035" y="84595"/>
                </a:lnTo>
                <a:lnTo>
                  <a:pt x="296905" y="117794"/>
                </a:lnTo>
                <a:lnTo>
                  <a:pt x="337128" y="156419"/>
                </a:lnTo>
                <a:lnTo>
                  <a:pt x="374706" y="200472"/>
                </a:lnTo>
                <a:lnTo>
                  <a:pt x="409638" y="249950"/>
                </a:lnTo>
                <a:lnTo>
                  <a:pt x="441924" y="304856"/>
                </a:lnTo>
                <a:lnTo>
                  <a:pt x="471565" y="365188"/>
                </a:lnTo>
                <a:lnTo>
                  <a:pt x="498559" y="430947"/>
                </a:lnTo>
              </a:path>
            </a:pathLst>
          </a:custGeom>
          <a:noFill/>
          <a:ln w="5334">
            <a:solidFill>
              <a:srgbClr val="9C3F68">
                <a:alpha val="13000"/>
              </a:srgbClr>
            </a:solidFill>
            <a:prstDash val="solid"/>
          </a:ln>
        </p:spPr>
      </p:sp>
      <p:sp>
        <p:nvSpPr>
          <p:cNvPr id="152" name="knowledge-edge">
            <a:extLst>
              <a:ext uri="{FF2B5EF4-FFF2-40B4-BE49-F238E27FC236}">
                <a16:creationId xmlns:a16="http://schemas.microsoft.com/office/drawing/2014/main" id="{1387C202-B6B3-40D7-B203-BF9B328D434C}"/>
              </a:ext>
            </a:extLst>
          </p:cNvPr>
          <p:cNvSpPr>
            <a:spLocks noGrp="1"/>
          </p:cNvSpPr>
          <p:nvPr/>
        </p:nvSpPr>
        <p:spPr>
          <a:xfrm>
            <a:off x="4559461" y="6129848"/>
            <a:ext cx="451705" cy="93234"/>
          </a:xfrm>
          <a:custGeom>
            <a:avLst/>
            <a:gdLst/>
            <a:ahLst/>
            <a:cxnLst/>
            <a:rect l="0" t="0" r="0" b="0"/>
            <a:pathLst>
              <a:path w="451705" h="93234">
                <a:moveTo>
                  <a:pt x="0" y="55081"/>
                </a:moveTo>
                <a:lnTo>
                  <a:pt x="32265" y="38460"/>
                </a:lnTo>
                <a:lnTo>
                  <a:pt x="64529" y="24815"/>
                </a:lnTo>
                <a:lnTo>
                  <a:pt x="96794" y="14147"/>
                </a:lnTo>
                <a:lnTo>
                  <a:pt x="129059" y="6455"/>
                </a:lnTo>
                <a:lnTo>
                  <a:pt x="161323" y="1739"/>
                </a:lnTo>
                <a:lnTo>
                  <a:pt x="193588" y="0"/>
                </a:lnTo>
                <a:lnTo>
                  <a:pt x="225853" y="1237"/>
                </a:lnTo>
                <a:lnTo>
                  <a:pt x="258117" y="5450"/>
                </a:lnTo>
                <a:lnTo>
                  <a:pt x="290382" y="12640"/>
                </a:lnTo>
                <a:lnTo>
                  <a:pt x="322646" y="22806"/>
                </a:lnTo>
                <a:lnTo>
                  <a:pt x="354911" y="35949"/>
                </a:lnTo>
                <a:lnTo>
                  <a:pt x="387176" y="52067"/>
                </a:lnTo>
                <a:lnTo>
                  <a:pt x="419440" y="71162"/>
                </a:lnTo>
                <a:lnTo>
                  <a:pt x="451705" y="93234"/>
                </a:lnTo>
              </a:path>
            </a:pathLst>
          </a:custGeom>
          <a:noFill/>
          <a:ln w="6477">
            <a:solidFill>
              <a:srgbClr val="9C3F68">
                <a:alpha val="17000"/>
              </a:srgbClr>
            </a:solidFill>
            <a:prstDash val="solid"/>
          </a:ln>
        </p:spPr>
      </p:sp>
      <p:sp>
        <p:nvSpPr>
          <p:cNvPr id="153" name="knowledge-cross-edge">
            <a:extLst>
              <a:ext uri="{FF2B5EF4-FFF2-40B4-BE49-F238E27FC236}">
                <a16:creationId xmlns:a16="http://schemas.microsoft.com/office/drawing/2014/main" id="{768A6DEC-F09E-4411-8E15-6776159293E8}"/>
              </a:ext>
            </a:extLst>
          </p:cNvPr>
          <p:cNvSpPr>
            <a:spLocks noGrp="1"/>
          </p:cNvSpPr>
          <p:nvPr/>
        </p:nvSpPr>
        <p:spPr>
          <a:xfrm>
            <a:off x="4559461" y="5888648"/>
            <a:ext cx="318160" cy="296281"/>
          </a:xfrm>
          <a:custGeom>
            <a:avLst/>
            <a:gdLst/>
            <a:ahLst/>
            <a:cxnLst/>
            <a:rect l="0" t="0" r="0" b="0"/>
            <a:pathLst>
              <a:path w="318160" h="296281">
                <a:moveTo>
                  <a:pt x="0" y="296281"/>
                </a:moveTo>
                <a:lnTo>
                  <a:pt x="11961" y="253143"/>
                </a:lnTo>
                <a:lnTo>
                  <a:pt x="26568" y="213359"/>
                </a:lnTo>
                <a:lnTo>
                  <a:pt x="43821" y="176930"/>
                </a:lnTo>
                <a:lnTo>
                  <a:pt x="63720" y="143855"/>
                </a:lnTo>
                <a:lnTo>
                  <a:pt x="86265" y="114133"/>
                </a:lnTo>
                <a:lnTo>
                  <a:pt x="111455" y="87766"/>
                </a:lnTo>
                <a:lnTo>
                  <a:pt x="139291" y="64753"/>
                </a:lnTo>
                <a:lnTo>
                  <a:pt x="169773" y="45094"/>
                </a:lnTo>
                <a:lnTo>
                  <a:pt x="202901" y="28789"/>
                </a:lnTo>
                <a:lnTo>
                  <a:pt x="238675" y="15839"/>
                </a:lnTo>
                <a:lnTo>
                  <a:pt x="277095" y="6242"/>
                </a:lnTo>
                <a:lnTo>
                  <a:pt x="318160" y="0"/>
                </a:lnTo>
              </a:path>
            </a:pathLst>
          </a:custGeom>
          <a:noFill/>
          <a:ln w="4953">
            <a:solidFill>
              <a:srgbClr val="9C3F68">
                <a:alpha val="12000"/>
              </a:srgbClr>
            </a:solidFill>
            <a:prstDash val="solid"/>
          </a:ln>
        </p:spPr>
      </p:sp>
      <p:sp>
        <p:nvSpPr>
          <p:cNvPr id="154" name="knowledge-edge">
            <a:extLst>
              <a:ext uri="{FF2B5EF4-FFF2-40B4-BE49-F238E27FC236}">
                <a16:creationId xmlns:a16="http://schemas.microsoft.com/office/drawing/2014/main" id="{0DC1E1CD-7EEA-4D1A-8F7F-37327248B04B}"/>
              </a:ext>
            </a:extLst>
          </p:cNvPr>
          <p:cNvSpPr>
            <a:spLocks noGrp="1"/>
          </p:cNvSpPr>
          <p:nvPr/>
        </p:nvSpPr>
        <p:spPr>
          <a:xfrm>
            <a:off x="4480327" y="6382981"/>
            <a:ext cx="493784" cy="143810"/>
          </a:xfrm>
          <a:custGeom>
            <a:avLst/>
            <a:gdLst/>
            <a:ahLst/>
            <a:cxnLst/>
            <a:rect l="0" t="0" r="0" b="0"/>
            <a:pathLst>
              <a:path w="493784" h="143810">
                <a:moveTo>
                  <a:pt x="0" y="0"/>
                </a:moveTo>
                <a:lnTo>
                  <a:pt x="35270" y="9994"/>
                </a:lnTo>
                <a:lnTo>
                  <a:pt x="70541" y="20031"/>
                </a:lnTo>
                <a:lnTo>
                  <a:pt x="105811" y="30110"/>
                </a:lnTo>
                <a:lnTo>
                  <a:pt x="141081" y="40233"/>
                </a:lnTo>
                <a:lnTo>
                  <a:pt x="176351" y="50398"/>
                </a:lnTo>
                <a:lnTo>
                  <a:pt x="211622" y="60606"/>
                </a:lnTo>
                <a:lnTo>
                  <a:pt x="246892" y="70857"/>
                </a:lnTo>
                <a:lnTo>
                  <a:pt x="282162" y="81150"/>
                </a:lnTo>
                <a:lnTo>
                  <a:pt x="317432" y="91487"/>
                </a:lnTo>
                <a:lnTo>
                  <a:pt x="352703" y="101866"/>
                </a:lnTo>
                <a:lnTo>
                  <a:pt x="387973" y="112288"/>
                </a:lnTo>
                <a:lnTo>
                  <a:pt x="423243" y="122752"/>
                </a:lnTo>
                <a:lnTo>
                  <a:pt x="458513" y="133260"/>
                </a:lnTo>
                <a:lnTo>
                  <a:pt x="493784" y="143810"/>
                </a:lnTo>
              </a:path>
            </a:pathLst>
          </a:custGeom>
          <a:noFill/>
          <a:ln w="6477">
            <a:solidFill>
              <a:srgbClr val="9C3F68">
                <a:alpha val="17000"/>
              </a:srgbClr>
            </a:solidFill>
            <a:prstDash val="solid"/>
          </a:ln>
        </p:spPr>
      </p:sp>
      <p:sp>
        <p:nvSpPr>
          <p:cNvPr id="155" name="knowledge-cross-edge">
            <a:extLst>
              <a:ext uri="{FF2B5EF4-FFF2-40B4-BE49-F238E27FC236}">
                <a16:creationId xmlns:a16="http://schemas.microsoft.com/office/drawing/2014/main" id="{10ED644D-E7DF-4FA0-BADF-E50CC0423418}"/>
              </a:ext>
            </a:extLst>
          </p:cNvPr>
          <p:cNvSpPr>
            <a:spLocks noGrp="1"/>
          </p:cNvSpPr>
          <p:nvPr/>
        </p:nvSpPr>
        <p:spPr>
          <a:xfrm>
            <a:off x="4480327" y="6359811"/>
            <a:ext cx="524976" cy="447501"/>
          </a:xfrm>
          <a:custGeom>
            <a:avLst/>
            <a:gdLst/>
            <a:ahLst/>
            <a:cxnLst/>
            <a:rect l="0" t="0" r="0" b="0"/>
            <a:pathLst>
              <a:path w="524976" h="447501">
                <a:moveTo>
                  <a:pt x="0" y="23170"/>
                </a:moveTo>
                <a:lnTo>
                  <a:pt x="58300" y="6891"/>
                </a:lnTo>
                <a:lnTo>
                  <a:pt x="113954" y="0"/>
                </a:lnTo>
                <a:lnTo>
                  <a:pt x="166963" y="2499"/>
                </a:lnTo>
                <a:lnTo>
                  <a:pt x="217325" y="14386"/>
                </a:lnTo>
                <a:lnTo>
                  <a:pt x="265042" y="35664"/>
                </a:lnTo>
                <a:lnTo>
                  <a:pt x="310113" y="66330"/>
                </a:lnTo>
                <a:lnTo>
                  <a:pt x="352538" y="106385"/>
                </a:lnTo>
                <a:lnTo>
                  <a:pt x="392317" y="155830"/>
                </a:lnTo>
                <a:lnTo>
                  <a:pt x="429451" y="214664"/>
                </a:lnTo>
                <a:lnTo>
                  <a:pt x="463939" y="282887"/>
                </a:lnTo>
                <a:lnTo>
                  <a:pt x="495780" y="360499"/>
                </a:lnTo>
                <a:lnTo>
                  <a:pt x="524976" y="447501"/>
                </a:lnTo>
              </a:path>
            </a:pathLst>
          </a:custGeom>
          <a:noFill/>
          <a:ln w="5334">
            <a:solidFill>
              <a:srgbClr val="9C3F68">
                <a:alpha val="13000"/>
              </a:srgbClr>
            </a:solidFill>
            <a:prstDash val="solid"/>
          </a:ln>
        </p:spPr>
      </p:sp>
      <p:sp>
        <p:nvSpPr>
          <p:cNvPr id="156" name="knowledge-edge">
            <a:extLst>
              <a:ext uri="{FF2B5EF4-FFF2-40B4-BE49-F238E27FC236}">
                <a16:creationId xmlns:a16="http://schemas.microsoft.com/office/drawing/2014/main" id="{93C796B0-33F4-4410-8C65-21730FAA1487}"/>
              </a:ext>
            </a:extLst>
          </p:cNvPr>
          <p:cNvSpPr>
            <a:spLocks noGrp="1"/>
          </p:cNvSpPr>
          <p:nvPr/>
        </p:nvSpPr>
        <p:spPr>
          <a:xfrm>
            <a:off x="4409551" y="6615410"/>
            <a:ext cx="595752" cy="191902"/>
          </a:xfrm>
          <a:custGeom>
            <a:avLst/>
            <a:gdLst/>
            <a:ahLst/>
            <a:cxnLst/>
            <a:rect l="0" t="0" r="0" b="0"/>
            <a:pathLst>
              <a:path w="595752" h="191902">
                <a:moveTo>
                  <a:pt x="0" y="0"/>
                </a:moveTo>
                <a:lnTo>
                  <a:pt x="42554" y="25411"/>
                </a:lnTo>
                <a:lnTo>
                  <a:pt x="85107" y="49022"/>
                </a:lnTo>
                <a:lnTo>
                  <a:pt x="127661" y="70833"/>
                </a:lnTo>
                <a:lnTo>
                  <a:pt x="170215" y="90842"/>
                </a:lnTo>
                <a:lnTo>
                  <a:pt x="212769" y="109051"/>
                </a:lnTo>
                <a:lnTo>
                  <a:pt x="255322" y="125459"/>
                </a:lnTo>
                <a:lnTo>
                  <a:pt x="297876" y="140067"/>
                </a:lnTo>
                <a:lnTo>
                  <a:pt x="340430" y="152874"/>
                </a:lnTo>
                <a:lnTo>
                  <a:pt x="382983" y="163880"/>
                </a:lnTo>
                <a:lnTo>
                  <a:pt x="425537" y="173086"/>
                </a:lnTo>
                <a:lnTo>
                  <a:pt x="468091" y="180491"/>
                </a:lnTo>
                <a:lnTo>
                  <a:pt x="510645" y="186095"/>
                </a:lnTo>
                <a:lnTo>
                  <a:pt x="553198" y="189899"/>
                </a:lnTo>
                <a:lnTo>
                  <a:pt x="595752" y="191902"/>
                </a:lnTo>
              </a:path>
            </a:pathLst>
          </a:custGeom>
          <a:noFill/>
          <a:ln w="6477">
            <a:solidFill>
              <a:srgbClr val="9C3F68">
                <a:alpha val="17000"/>
              </a:srgbClr>
            </a:solidFill>
            <a:prstDash val="solid"/>
          </a:ln>
        </p:spPr>
      </p:sp>
      <p:sp>
        <p:nvSpPr>
          <p:cNvPr id="157" name="knowledge-cross-edge">
            <a:extLst>
              <a:ext uri="{FF2B5EF4-FFF2-40B4-BE49-F238E27FC236}">
                <a16:creationId xmlns:a16="http://schemas.microsoft.com/office/drawing/2014/main" id="{53181F12-8DB8-4128-9189-B590AD68CB59}"/>
              </a:ext>
            </a:extLst>
          </p:cNvPr>
          <p:cNvSpPr>
            <a:spLocks noGrp="1"/>
          </p:cNvSpPr>
          <p:nvPr/>
        </p:nvSpPr>
        <p:spPr>
          <a:xfrm>
            <a:off x="4409551" y="6600673"/>
            <a:ext cx="397285" cy="392503"/>
          </a:xfrm>
          <a:custGeom>
            <a:avLst/>
            <a:gdLst/>
            <a:ahLst/>
            <a:cxnLst/>
            <a:rect l="0" t="0" r="0" b="0"/>
            <a:pathLst>
              <a:path w="397285" h="392503">
                <a:moveTo>
                  <a:pt x="0" y="14737"/>
                </a:moveTo>
                <a:lnTo>
                  <a:pt x="47659" y="3483"/>
                </a:lnTo>
                <a:lnTo>
                  <a:pt x="92673" y="0"/>
                </a:lnTo>
                <a:lnTo>
                  <a:pt x="135040" y="4286"/>
                </a:lnTo>
                <a:lnTo>
                  <a:pt x="174762" y="16342"/>
                </a:lnTo>
                <a:lnTo>
                  <a:pt x="211838" y="36168"/>
                </a:lnTo>
                <a:lnTo>
                  <a:pt x="246268" y="63764"/>
                </a:lnTo>
                <a:lnTo>
                  <a:pt x="278052" y="99129"/>
                </a:lnTo>
                <a:lnTo>
                  <a:pt x="307190" y="142265"/>
                </a:lnTo>
                <a:lnTo>
                  <a:pt x="333683" y="193169"/>
                </a:lnTo>
                <a:lnTo>
                  <a:pt x="357529" y="251844"/>
                </a:lnTo>
                <a:lnTo>
                  <a:pt x="378730" y="318289"/>
                </a:lnTo>
                <a:lnTo>
                  <a:pt x="397285" y="392503"/>
                </a:lnTo>
              </a:path>
            </a:pathLst>
          </a:custGeom>
          <a:noFill/>
          <a:ln w="5334">
            <a:solidFill>
              <a:srgbClr val="9C3F68">
                <a:alpha val="13000"/>
              </a:srgbClr>
            </a:solidFill>
            <a:prstDash val="solid"/>
          </a:ln>
        </p:spPr>
      </p:sp>
      <p:sp>
        <p:nvSpPr>
          <p:cNvPr id="158" name="knowledge-edge">
            <a:extLst>
              <a:ext uri="{FF2B5EF4-FFF2-40B4-BE49-F238E27FC236}">
                <a16:creationId xmlns:a16="http://schemas.microsoft.com/office/drawing/2014/main" id="{1F989334-1B95-4DB7-93AE-DC0F78A5B933}"/>
              </a:ext>
            </a:extLst>
          </p:cNvPr>
          <p:cNvSpPr>
            <a:spLocks noGrp="1"/>
          </p:cNvSpPr>
          <p:nvPr/>
        </p:nvSpPr>
        <p:spPr>
          <a:xfrm>
            <a:off x="4472623" y="6977143"/>
            <a:ext cx="334213" cy="54602"/>
          </a:xfrm>
          <a:custGeom>
            <a:avLst/>
            <a:gdLst/>
            <a:ahLst/>
            <a:cxnLst/>
            <a:rect l="0" t="0" r="0" b="0"/>
            <a:pathLst>
              <a:path w="334213" h="54602">
                <a:moveTo>
                  <a:pt x="0" y="0"/>
                </a:moveTo>
                <a:lnTo>
                  <a:pt x="23872" y="13452"/>
                </a:lnTo>
                <a:lnTo>
                  <a:pt x="47745" y="25011"/>
                </a:lnTo>
                <a:lnTo>
                  <a:pt x="71617" y="34676"/>
                </a:lnTo>
                <a:lnTo>
                  <a:pt x="95490" y="42448"/>
                </a:lnTo>
                <a:lnTo>
                  <a:pt x="119362" y="48327"/>
                </a:lnTo>
                <a:lnTo>
                  <a:pt x="143234" y="52312"/>
                </a:lnTo>
                <a:lnTo>
                  <a:pt x="167107" y="54404"/>
                </a:lnTo>
                <a:lnTo>
                  <a:pt x="190979" y="54602"/>
                </a:lnTo>
                <a:lnTo>
                  <a:pt x="214851" y="52908"/>
                </a:lnTo>
                <a:lnTo>
                  <a:pt x="238724" y="49319"/>
                </a:lnTo>
                <a:lnTo>
                  <a:pt x="262596" y="43838"/>
                </a:lnTo>
                <a:lnTo>
                  <a:pt x="286469" y="36463"/>
                </a:lnTo>
                <a:lnTo>
                  <a:pt x="310341" y="27195"/>
                </a:lnTo>
                <a:lnTo>
                  <a:pt x="334213" y="16033"/>
                </a:lnTo>
              </a:path>
            </a:pathLst>
          </a:custGeom>
          <a:noFill/>
          <a:ln w="6477">
            <a:solidFill>
              <a:srgbClr val="9C3F68">
                <a:alpha val="17000"/>
              </a:srgbClr>
            </a:solidFill>
            <a:prstDash val="solid"/>
          </a:ln>
        </p:spPr>
      </p:sp>
      <p:sp>
        <p:nvSpPr>
          <p:cNvPr id="159" name="knowledge-cross-edge">
            <a:extLst>
              <a:ext uri="{FF2B5EF4-FFF2-40B4-BE49-F238E27FC236}">
                <a16:creationId xmlns:a16="http://schemas.microsoft.com/office/drawing/2014/main" id="{645D27D2-31BC-4925-8DFF-9D4D787B2353}"/>
              </a:ext>
            </a:extLst>
          </p:cNvPr>
          <p:cNvSpPr>
            <a:spLocks noGrp="1"/>
          </p:cNvSpPr>
          <p:nvPr/>
        </p:nvSpPr>
        <p:spPr>
          <a:xfrm>
            <a:off x="4472623" y="6945050"/>
            <a:ext cx="332792" cy="37365"/>
          </a:xfrm>
          <a:custGeom>
            <a:avLst/>
            <a:gdLst/>
            <a:ahLst/>
            <a:cxnLst/>
            <a:rect l="0" t="0" r="0" b="0"/>
            <a:pathLst>
              <a:path w="332792" h="37365">
                <a:moveTo>
                  <a:pt x="0" y="32093"/>
                </a:moveTo>
                <a:lnTo>
                  <a:pt x="42285" y="34835"/>
                </a:lnTo>
                <a:lnTo>
                  <a:pt x="81924" y="36592"/>
                </a:lnTo>
                <a:lnTo>
                  <a:pt x="118917" y="37365"/>
                </a:lnTo>
                <a:lnTo>
                  <a:pt x="153264" y="37152"/>
                </a:lnTo>
                <a:lnTo>
                  <a:pt x="184965" y="35955"/>
                </a:lnTo>
                <a:lnTo>
                  <a:pt x="214021" y="33773"/>
                </a:lnTo>
                <a:lnTo>
                  <a:pt x="240431" y="30607"/>
                </a:lnTo>
                <a:lnTo>
                  <a:pt x="264195" y="26455"/>
                </a:lnTo>
                <a:lnTo>
                  <a:pt x="285313" y="21318"/>
                </a:lnTo>
                <a:lnTo>
                  <a:pt x="303785" y="15197"/>
                </a:lnTo>
                <a:lnTo>
                  <a:pt x="319611" y="8091"/>
                </a:lnTo>
                <a:lnTo>
                  <a:pt x="332792" y="0"/>
                </a:lnTo>
              </a:path>
            </a:pathLst>
          </a:custGeom>
          <a:noFill/>
          <a:ln w="5334">
            <a:solidFill>
              <a:srgbClr val="9C3F68">
                <a:alpha val="13000"/>
              </a:srgbClr>
            </a:solidFill>
            <a:prstDash val="solid"/>
          </a:ln>
        </p:spPr>
      </p:sp>
      <p:sp>
        <p:nvSpPr>
          <p:cNvPr id="160" name="knowledge-cross-edge">
            <a:extLst>
              <a:ext uri="{FF2B5EF4-FFF2-40B4-BE49-F238E27FC236}">
                <a16:creationId xmlns:a16="http://schemas.microsoft.com/office/drawing/2014/main" id="{CBCA63BA-BF99-4EC9-B33A-F277BB10BD95}"/>
              </a:ext>
            </a:extLst>
          </p:cNvPr>
          <p:cNvSpPr>
            <a:spLocks noGrp="1"/>
          </p:cNvSpPr>
          <p:nvPr/>
        </p:nvSpPr>
        <p:spPr>
          <a:xfrm>
            <a:off x="4472623" y="6759081"/>
            <a:ext cx="532680" cy="218062"/>
          </a:xfrm>
          <a:custGeom>
            <a:avLst/>
            <a:gdLst/>
            <a:ahLst/>
            <a:cxnLst/>
            <a:rect l="0" t="0" r="0" b="0"/>
            <a:pathLst>
              <a:path w="532680" h="218062">
                <a:moveTo>
                  <a:pt x="0" y="218062"/>
                </a:moveTo>
                <a:lnTo>
                  <a:pt x="29838" y="167870"/>
                </a:lnTo>
                <a:lnTo>
                  <a:pt x="62322" y="124231"/>
                </a:lnTo>
                <a:lnTo>
                  <a:pt x="97451" y="87144"/>
                </a:lnTo>
                <a:lnTo>
                  <a:pt x="135227" y="56610"/>
                </a:lnTo>
                <a:lnTo>
                  <a:pt x="175648" y="32629"/>
                </a:lnTo>
                <a:lnTo>
                  <a:pt x="218715" y="15200"/>
                </a:lnTo>
                <a:lnTo>
                  <a:pt x="264428" y="4324"/>
                </a:lnTo>
                <a:lnTo>
                  <a:pt x="312787" y="0"/>
                </a:lnTo>
                <a:lnTo>
                  <a:pt x="363791" y="2229"/>
                </a:lnTo>
                <a:lnTo>
                  <a:pt x="417442" y="11010"/>
                </a:lnTo>
                <a:lnTo>
                  <a:pt x="473738" y="26344"/>
                </a:lnTo>
                <a:lnTo>
                  <a:pt x="532680" y="48231"/>
                </a:lnTo>
              </a:path>
            </a:pathLst>
          </a:custGeom>
          <a:noFill/>
          <a:ln w="4953">
            <a:solidFill>
              <a:srgbClr val="9C3F68">
                <a:alpha val="12000"/>
              </a:srgbClr>
            </a:solidFill>
            <a:prstDash val="solid"/>
          </a:ln>
        </p:spPr>
      </p:sp>
      <p:sp>
        <p:nvSpPr>
          <p:cNvPr id="161" name="knowledge-long-edge">
            <a:extLst>
              <a:ext uri="{FF2B5EF4-FFF2-40B4-BE49-F238E27FC236}">
                <a16:creationId xmlns:a16="http://schemas.microsoft.com/office/drawing/2014/main" id="{6CF2F4D4-27B5-4DB1-9C4D-0D033BECECE5}"/>
              </a:ext>
            </a:extLst>
          </p:cNvPr>
          <p:cNvSpPr>
            <a:spLocks noGrp="1"/>
          </p:cNvSpPr>
          <p:nvPr/>
        </p:nvSpPr>
        <p:spPr>
          <a:xfrm>
            <a:off x="4472623" y="6669092"/>
            <a:ext cx="791186" cy="311275"/>
          </a:xfrm>
          <a:custGeom>
            <a:avLst/>
            <a:gdLst/>
            <a:ahLst/>
            <a:cxnLst/>
            <a:rect l="0" t="0" r="0" b="0"/>
            <a:pathLst>
              <a:path w="791186" h="311275">
                <a:moveTo>
                  <a:pt x="0" y="308051"/>
                </a:moveTo>
                <a:lnTo>
                  <a:pt x="49449" y="235675"/>
                </a:lnTo>
                <a:lnTo>
                  <a:pt x="98898" y="172977"/>
                </a:lnTo>
                <a:lnTo>
                  <a:pt x="148347" y="119955"/>
                </a:lnTo>
                <a:lnTo>
                  <a:pt x="197796" y="76610"/>
                </a:lnTo>
                <a:lnTo>
                  <a:pt x="247246" y="42942"/>
                </a:lnTo>
                <a:lnTo>
                  <a:pt x="296695" y="18951"/>
                </a:lnTo>
                <a:lnTo>
                  <a:pt x="346144" y="4637"/>
                </a:lnTo>
                <a:lnTo>
                  <a:pt x="395593" y="0"/>
                </a:lnTo>
                <a:lnTo>
                  <a:pt x="445042" y="5040"/>
                </a:lnTo>
                <a:lnTo>
                  <a:pt x="494491" y="19757"/>
                </a:lnTo>
                <a:lnTo>
                  <a:pt x="543940" y="44151"/>
                </a:lnTo>
                <a:lnTo>
                  <a:pt x="593389" y="78222"/>
                </a:lnTo>
                <a:lnTo>
                  <a:pt x="642838" y="121970"/>
                </a:lnTo>
                <a:lnTo>
                  <a:pt x="692288" y="175394"/>
                </a:lnTo>
                <a:lnTo>
                  <a:pt x="741737" y="238496"/>
                </a:lnTo>
                <a:lnTo>
                  <a:pt x="791186" y="311275"/>
                </a:lnTo>
              </a:path>
            </a:pathLst>
          </a:custGeom>
          <a:noFill/>
          <a:ln w="4286">
            <a:solidFill>
              <a:srgbClr val="9C3F68">
                <a:alpha val="9000"/>
              </a:srgbClr>
            </a:solidFill>
            <a:prstDash val="solid"/>
          </a:ln>
        </p:spPr>
      </p:sp>
      <p:sp>
        <p:nvSpPr>
          <p:cNvPr id="162" name="knowledge-edge">
            <a:extLst>
              <a:ext uri="{FF2B5EF4-FFF2-40B4-BE49-F238E27FC236}">
                <a16:creationId xmlns:a16="http://schemas.microsoft.com/office/drawing/2014/main" id="{816157B0-E148-4144-9EFA-9C90EA5DACFA}"/>
              </a:ext>
            </a:extLst>
          </p:cNvPr>
          <p:cNvSpPr>
            <a:spLocks noGrp="1"/>
          </p:cNvSpPr>
          <p:nvPr/>
        </p:nvSpPr>
        <p:spPr>
          <a:xfrm>
            <a:off x="4458670" y="6945050"/>
            <a:ext cx="346745" cy="122131"/>
          </a:xfrm>
          <a:custGeom>
            <a:avLst/>
            <a:gdLst/>
            <a:ahLst/>
            <a:cxnLst/>
            <a:rect l="0" t="0" r="0" b="0"/>
            <a:pathLst>
              <a:path w="346745" h="122131">
                <a:moveTo>
                  <a:pt x="0" y="122131"/>
                </a:moveTo>
                <a:lnTo>
                  <a:pt x="24768" y="112688"/>
                </a:lnTo>
                <a:lnTo>
                  <a:pt x="49535" y="103356"/>
                </a:lnTo>
                <a:lnTo>
                  <a:pt x="74303" y="94134"/>
                </a:lnTo>
                <a:lnTo>
                  <a:pt x="99070" y="85023"/>
                </a:lnTo>
                <a:lnTo>
                  <a:pt x="123838" y="76022"/>
                </a:lnTo>
                <a:lnTo>
                  <a:pt x="148605" y="67133"/>
                </a:lnTo>
                <a:lnTo>
                  <a:pt x="173373" y="58354"/>
                </a:lnTo>
                <a:lnTo>
                  <a:pt x="198140" y="49685"/>
                </a:lnTo>
                <a:lnTo>
                  <a:pt x="222908" y="41128"/>
                </a:lnTo>
                <a:lnTo>
                  <a:pt x="247675" y="32681"/>
                </a:lnTo>
                <a:lnTo>
                  <a:pt x="272443" y="24344"/>
                </a:lnTo>
                <a:lnTo>
                  <a:pt x="297210" y="16119"/>
                </a:lnTo>
                <a:lnTo>
                  <a:pt x="321978" y="8004"/>
                </a:lnTo>
                <a:lnTo>
                  <a:pt x="346745" y="0"/>
                </a:lnTo>
              </a:path>
            </a:pathLst>
          </a:custGeom>
          <a:noFill/>
          <a:ln w="6477">
            <a:solidFill>
              <a:srgbClr val="9C3F68">
                <a:alpha val="17000"/>
              </a:srgbClr>
            </a:solidFill>
            <a:prstDash val="solid"/>
          </a:ln>
        </p:spPr>
      </p:sp>
      <p:sp>
        <p:nvSpPr>
          <p:cNvPr id="163" name="knowledge-long-edge">
            <a:extLst>
              <a:ext uri="{FF2B5EF4-FFF2-40B4-BE49-F238E27FC236}">
                <a16:creationId xmlns:a16="http://schemas.microsoft.com/office/drawing/2014/main" id="{B6756DCD-17E2-42B0-A00B-E692D73DB5FD}"/>
              </a:ext>
            </a:extLst>
          </p:cNvPr>
          <p:cNvSpPr>
            <a:spLocks noGrp="1"/>
          </p:cNvSpPr>
          <p:nvPr/>
        </p:nvSpPr>
        <p:spPr>
          <a:xfrm>
            <a:off x="4458670" y="6751371"/>
            <a:ext cx="957284" cy="315811"/>
          </a:xfrm>
          <a:custGeom>
            <a:avLst/>
            <a:gdLst/>
            <a:ahLst/>
            <a:cxnLst/>
            <a:rect l="0" t="0" r="0" b="0"/>
            <a:pathLst>
              <a:path w="957284" h="315811">
                <a:moveTo>
                  <a:pt x="0" y="315811"/>
                </a:moveTo>
                <a:lnTo>
                  <a:pt x="59830" y="249128"/>
                </a:lnTo>
                <a:lnTo>
                  <a:pt x="119661" y="190344"/>
                </a:lnTo>
                <a:lnTo>
                  <a:pt x="179491" y="139457"/>
                </a:lnTo>
                <a:lnTo>
                  <a:pt x="239321" y="96469"/>
                </a:lnTo>
                <a:lnTo>
                  <a:pt x="299151" y="61379"/>
                </a:lnTo>
                <a:lnTo>
                  <a:pt x="358982" y="34187"/>
                </a:lnTo>
                <a:lnTo>
                  <a:pt x="418812" y="14893"/>
                </a:lnTo>
                <a:lnTo>
                  <a:pt x="478642" y="3497"/>
                </a:lnTo>
                <a:lnTo>
                  <a:pt x="538472" y="0"/>
                </a:lnTo>
                <a:lnTo>
                  <a:pt x="598303" y="4401"/>
                </a:lnTo>
                <a:lnTo>
                  <a:pt x="658133" y="16700"/>
                </a:lnTo>
                <a:lnTo>
                  <a:pt x="717963" y="36897"/>
                </a:lnTo>
                <a:lnTo>
                  <a:pt x="777793" y="64992"/>
                </a:lnTo>
                <a:lnTo>
                  <a:pt x="837624" y="100986"/>
                </a:lnTo>
                <a:lnTo>
                  <a:pt x="897454" y="144878"/>
                </a:lnTo>
                <a:lnTo>
                  <a:pt x="957284" y="196668"/>
                </a:lnTo>
              </a:path>
            </a:pathLst>
          </a:custGeom>
          <a:noFill/>
          <a:ln w="4286">
            <a:solidFill>
              <a:srgbClr val="9C3F68">
                <a:alpha val="9000"/>
              </a:srgbClr>
            </a:solidFill>
            <a:prstDash val="solid"/>
          </a:ln>
        </p:spPr>
      </p:sp>
      <p:sp>
        <p:nvSpPr>
          <p:cNvPr id="164" name="knowledge-edge">
            <a:extLst>
              <a:ext uri="{FF2B5EF4-FFF2-40B4-BE49-F238E27FC236}">
                <a16:creationId xmlns:a16="http://schemas.microsoft.com/office/drawing/2014/main" id="{0A7E5C7C-B3BF-4673-AEFA-6318F4EF1664}"/>
              </a:ext>
            </a:extLst>
          </p:cNvPr>
          <p:cNvSpPr>
            <a:spLocks noGrp="1"/>
          </p:cNvSpPr>
          <p:nvPr/>
        </p:nvSpPr>
        <p:spPr>
          <a:xfrm>
            <a:off x="4303827" y="7094128"/>
            <a:ext cx="679823" cy="135014"/>
          </a:xfrm>
          <a:custGeom>
            <a:avLst/>
            <a:gdLst/>
            <a:ahLst/>
            <a:cxnLst/>
            <a:rect l="0" t="0" r="0" b="0"/>
            <a:pathLst>
              <a:path w="679823" h="135014">
                <a:moveTo>
                  <a:pt x="0" y="0"/>
                </a:moveTo>
                <a:lnTo>
                  <a:pt x="48559" y="25251"/>
                </a:lnTo>
                <a:lnTo>
                  <a:pt x="97118" y="47890"/>
                </a:lnTo>
                <a:lnTo>
                  <a:pt x="145676" y="67919"/>
                </a:lnTo>
                <a:lnTo>
                  <a:pt x="194235" y="85337"/>
                </a:lnTo>
                <a:lnTo>
                  <a:pt x="242794" y="100144"/>
                </a:lnTo>
                <a:lnTo>
                  <a:pt x="291353" y="112340"/>
                </a:lnTo>
                <a:lnTo>
                  <a:pt x="339912" y="121924"/>
                </a:lnTo>
                <a:lnTo>
                  <a:pt x="388470" y="128899"/>
                </a:lnTo>
                <a:lnTo>
                  <a:pt x="437029" y="133262"/>
                </a:lnTo>
                <a:lnTo>
                  <a:pt x="485588" y="135014"/>
                </a:lnTo>
                <a:lnTo>
                  <a:pt x="534147" y="134155"/>
                </a:lnTo>
                <a:lnTo>
                  <a:pt x="582706" y="130685"/>
                </a:lnTo>
                <a:lnTo>
                  <a:pt x="631264" y="124605"/>
                </a:lnTo>
                <a:lnTo>
                  <a:pt x="679823" y="115913"/>
                </a:lnTo>
              </a:path>
            </a:pathLst>
          </a:custGeom>
          <a:noFill/>
          <a:ln w="6477">
            <a:solidFill>
              <a:srgbClr val="9C3F68">
                <a:alpha val="17000"/>
              </a:srgbClr>
            </a:solidFill>
            <a:prstDash val="solid"/>
          </a:ln>
        </p:spPr>
      </p:sp>
      <p:sp>
        <p:nvSpPr>
          <p:cNvPr id="165" name="knowledge-cross-edge">
            <a:extLst>
              <a:ext uri="{FF2B5EF4-FFF2-40B4-BE49-F238E27FC236}">
                <a16:creationId xmlns:a16="http://schemas.microsoft.com/office/drawing/2014/main" id="{E3EA73D1-2C0A-4BC4-A457-7CC5A8FFB0B2}"/>
              </a:ext>
            </a:extLst>
          </p:cNvPr>
          <p:cNvSpPr>
            <a:spLocks noGrp="1"/>
          </p:cNvSpPr>
          <p:nvPr/>
        </p:nvSpPr>
        <p:spPr>
          <a:xfrm>
            <a:off x="4303827" y="6944750"/>
            <a:ext cx="501588" cy="149378"/>
          </a:xfrm>
          <a:custGeom>
            <a:avLst/>
            <a:gdLst/>
            <a:ahLst/>
            <a:cxnLst/>
            <a:rect l="0" t="0" r="0" b="0"/>
            <a:pathLst>
              <a:path w="501588" h="149378">
                <a:moveTo>
                  <a:pt x="0" y="149378"/>
                </a:moveTo>
                <a:lnTo>
                  <a:pt x="27247" y="124231"/>
                </a:lnTo>
                <a:lnTo>
                  <a:pt x="57140" y="101398"/>
                </a:lnTo>
                <a:lnTo>
                  <a:pt x="89678" y="80879"/>
                </a:lnTo>
                <a:lnTo>
                  <a:pt x="124863" y="62672"/>
                </a:lnTo>
                <a:lnTo>
                  <a:pt x="162693" y="46779"/>
                </a:lnTo>
                <a:lnTo>
                  <a:pt x="203169" y="33199"/>
                </a:lnTo>
                <a:lnTo>
                  <a:pt x="246291" y="21933"/>
                </a:lnTo>
                <a:lnTo>
                  <a:pt x="292058" y="12980"/>
                </a:lnTo>
                <a:lnTo>
                  <a:pt x="340472" y="6340"/>
                </a:lnTo>
                <a:lnTo>
                  <a:pt x="391531" y="2013"/>
                </a:lnTo>
                <a:lnTo>
                  <a:pt x="445237" y="0"/>
                </a:lnTo>
                <a:lnTo>
                  <a:pt x="501588" y="300"/>
                </a:lnTo>
              </a:path>
            </a:pathLst>
          </a:custGeom>
          <a:noFill/>
          <a:ln w="4953">
            <a:solidFill>
              <a:srgbClr val="9C3F68">
                <a:alpha val="12000"/>
              </a:srgbClr>
            </a:solidFill>
            <a:prstDash val="solid"/>
          </a:ln>
        </p:spPr>
      </p:sp>
      <p:sp>
        <p:nvSpPr>
          <p:cNvPr id="166" name="knowledge-edge">
            <a:extLst>
              <a:ext uri="{FF2B5EF4-FFF2-40B4-BE49-F238E27FC236}">
                <a16:creationId xmlns:a16="http://schemas.microsoft.com/office/drawing/2014/main" id="{342768EB-C1DD-4AD5-8FCD-D634C1681B24}"/>
              </a:ext>
            </a:extLst>
          </p:cNvPr>
          <p:cNvSpPr>
            <a:spLocks noGrp="1"/>
          </p:cNvSpPr>
          <p:nvPr/>
        </p:nvSpPr>
        <p:spPr>
          <a:xfrm>
            <a:off x="4877622" y="5868233"/>
            <a:ext cx="450790" cy="121055"/>
          </a:xfrm>
          <a:custGeom>
            <a:avLst/>
            <a:gdLst/>
            <a:ahLst/>
            <a:cxnLst/>
            <a:rect l="0" t="0" r="0" b="0"/>
            <a:pathLst>
              <a:path w="450790" h="121055">
                <a:moveTo>
                  <a:pt x="0" y="20414"/>
                </a:moveTo>
                <a:lnTo>
                  <a:pt x="32199" y="11623"/>
                </a:lnTo>
                <a:lnTo>
                  <a:pt x="64399" y="5290"/>
                </a:lnTo>
                <a:lnTo>
                  <a:pt x="96598" y="1416"/>
                </a:lnTo>
                <a:lnTo>
                  <a:pt x="128797" y="0"/>
                </a:lnTo>
                <a:lnTo>
                  <a:pt x="160996" y="1043"/>
                </a:lnTo>
                <a:lnTo>
                  <a:pt x="193196" y="4543"/>
                </a:lnTo>
                <a:lnTo>
                  <a:pt x="225395" y="10503"/>
                </a:lnTo>
                <a:lnTo>
                  <a:pt x="257594" y="18921"/>
                </a:lnTo>
                <a:lnTo>
                  <a:pt x="289793" y="29797"/>
                </a:lnTo>
                <a:lnTo>
                  <a:pt x="321993" y="43132"/>
                </a:lnTo>
                <a:lnTo>
                  <a:pt x="354192" y="58925"/>
                </a:lnTo>
                <a:lnTo>
                  <a:pt x="386391" y="77177"/>
                </a:lnTo>
                <a:lnTo>
                  <a:pt x="418591" y="97887"/>
                </a:lnTo>
                <a:lnTo>
                  <a:pt x="450790" y="121055"/>
                </a:lnTo>
              </a:path>
            </a:pathLst>
          </a:custGeom>
          <a:noFill/>
          <a:ln w="6477">
            <a:solidFill>
              <a:srgbClr val="B0405B">
                <a:alpha val="17000"/>
              </a:srgbClr>
            </a:solidFill>
            <a:prstDash val="solid"/>
          </a:ln>
        </p:spPr>
      </p:sp>
      <p:sp>
        <p:nvSpPr>
          <p:cNvPr id="167" name="knowledge-edge">
            <a:extLst>
              <a:ext uri="{FF2B5EF4-FFF2-40B4-BE49-F238E27FC236}">
                <a16:creationId xmlns:a16="http://schemas.microsoft.com/office/drawing/2014/main" id="{277F193F-375A-4786-A6D4-B81925AFB147}"/>
              </a:ext>
            </a:extLst>
          </p:cNvPr>
          <p:cNvSpPr>
            <a:spLocks noGrp="1"/>
          </p:cNvSpPr>
          <p:nvPr/>
        </p:nvSpPr>
        <p:spPr>
          <a:xfrm>
            <a:off x="5011166" y="6186950"/>
            <a:ext cx="371679" cy="51089"/>
          </a:xfrm>
          <a:custGeom>
            <a:avLst/>
            <a:gdLst/>
            <a:ahLst/>
            <a:cxnLst/>
            <a:rect l="0" t="0" r="0" b="0"/>
            <a:pathLst>
              <a:path w="371679" h="51089">
                <a:moveTo>
                  <a:pt x="0" y="36131"/>
                </a:moveTo>
                <a:lnTo>
                  <a:pt x="26548" y="41599"/>
                </a:lnTo>
                <a:lnTo>
                  <a:pt x="53097" y="45829"/>
                </a:lnTo>
                <a:lnTo>
                  <a:pt x="79645" y="48821"/>
                </a:lnTo>
                <a:lnTo>
                  <a:pt x="106194" y="50574"/>
                </a:lnTo>
                <a:lnTo>
                  <a:pt x="132742" y="51089"/>
                </a:lnTo>
                <a:lnTo>
                  <a:pt x="159291" y="50365"/>
                </a:lnTo>
                <a:lnTo>
                  <a:pt x="185839" y="48404"/>
                </a:lnTo>
                <a:lnTo>
                  <a:pt x="212388" y="45204"/>
                </a:lnTo>
                <a:lnTo>
                  <a:pt x="238936" y="40765"/>
                </a:lnTo>
                <a:lnTo>
                  <a:pt x="265485" y="35089"/>
                </a:lnTo>
                <a:lnTo>
                  <a:pt x="292033" y="28174"/>
                </a:lnTo>
                <a:lnTo>
                  <a:pt x="318582" y="20021"/>
                </a:lnTo>
                <a:lnTo>
                  <a:pt x="345130" y="10630"/>
                </a:lnTo>
                <a:lnTo>
                  <a:pt x="371679" y="0"/>
                </a:lnTo>
              </a:path>
            </a:pathLst>
          </a:custGeom>
          <a:noFill/>
          <a:ln w="6477">
            <a:solidFill>
              <a:srgbClr val="B0405B">
                <a:alpha val="17000"/>
              </a:srgbClr>
            </a:solidFill>
            <a:prstDash val="solid"/>
          </a:ln>
        </p:spPr>
      </p:sp>
      <p:sp>
        <p:nvSpPr>
          <p:cNvPr id="168" name="knowledge-edge">
            <a:extLst>
              <a:ext uri="{FF2B5EF4-FFF2-40B4-BE49-F238E27FC236}">
                <a16:creationId xmlns:a16="http://schemas.microsoft.com/office/drawing/2014/main" id="{A1BF0B2C-AC69-4736-A516-BB760FC3AA51}"/>
              </a:ext>
            </a:extLst>
          </p:cNvPr>
          <p:cNvSpPr>
            <a:spLocks noGrp="1"/>
          </p:cNvSpPr>
          <p:nvPr/>
        </p:nvSpPr>
        <p:spPr>
          <a:xfrm>
            <a:off x="4974110" y="6512227"/>
            <a:ext cx="265784" cy="36630"/>
          </a:xfrm>
          <a:custGeom>
            <a:avLst/>
            <a:gdLst/>
            <a:ahLst/>
            <a:cxnLst/>
            <a:rect l="0" t="0" r="0" b="0"/>
            <a:pathLst>
              <a:path w="265784" h="36630">
                <a:moveTo>
                  <a:pt x="0" y="14564"/>
                </a:moveTo>
                <a:lnTo>
                  <a:pt x="18985" y="9656"/>
                </a:lnTo>
                <a:lnTo>
                  <a:pt x="37969" y="5746"/>
                </a:lnTo>
                <a:lnTo>
                  <a:pt x="56954" y="2833"/>
                </a:lnTo>
                <a:lnTo>
                  <a:pt x="75938" y="918"/>
                </a:lnTo>
                <a:lnTo>
                  <a:pt x="94923" y="0"/>
                </a:lnTo>
                <a:lnTo>
                  <a:pt x="113907" y="80"/>
                </a:lnTo>
                <a:lnTo>
                  <a:pt x="132892" y="1157"/>
                </a:lnTo>
                <a:lnTo>
                  <a:pt x="151876" y="3232"/>
                </a:lnTo>
                <a:lnTo>
                  <a:pt x="170861" y="6304"/>
                </a:lnTo>
                <a:lnTo>
                  <a:pt x="189845" y="10374"/>
                </a:lnTo>
                <a:lnTo>
                  <a:pt x="208830" y="15442"/>
                </a:lnTo>
                <a:lnTo>
                  <a:pt x="227815" y="21507"/>
                </a:lnTo>
                <a:lnTo>
                  <a:pt x="246799" y="28570"/>
                </a:lnTo>
                <a:lnTo>
                  <a:pt x="265784" y="36630"/>
                </a:lnTo>
              </a:path>
            </a:pathLst>
          </a:custGeom>
          <a:noFill/>
          <a:ln w="6477">
            <a:solidFill>
              <a:srgbClr val="B0405B">
                <a:alpha val="17000"/>
              </a:srgbClr>
            </a:solidFill>
            <a:prstDash val="solid"/>
          </a:ln>
        </p:spPr>
      </p:sp>
      <p:sp>
        <p:nvSpPr>
          <p:cNvPr id="169" name="knowledge-cross-edge">
            <a:extLst>
              <a:ext uri="{FF2B5EF4-FFF2-40B4-BE49-F238E27FC236}">
                <a16:creationId xmlns:a16="http://schemas.microsoft.com/office/drawing/2014/main" id="{0A50430B-B9DC-4D55-9B6D-EA627E2D4129}"/>
              </a:ext>
            </a:extLst>
          </p:cNvPr>
          <p:cNvSpPr>
            <a:spLocks noGrp="1"/>
          </p:cNvSpPr>
          <p:nvPr/>
        </p:nvSpPr>
        <p:spPr>
          <a:xfrm>
            <a:off x="4974110" y="6526791"/>
            <a:ext cx="340316" cy="257622"/>
          </a:xfrm>
          <a:custGeom>
            <a:avLst/>
            <a:gdLst/>
            <a:ahLst/>
            <a:cxnLst/>
            <a:rect l="0" t="0" r="0" b="0"/>
            <a:pathLst>
              <a:path w="340316" h="257622">
                <a:moveTo>
                  <a:pt x="0" y="0"/>
                </a:moveTo>
                <a:lnTo>
                  <a:pt x="42912" y="13450"/>
                </a:lnTo>
                <a:lnTo>
                  <a:pt x="83178" y="28359"/>
                </a:lnTo>
                <a:lnTo>
                  <a:pt x="120798" y="44725"/>
                </a:lnTo>
                <a:lnTo>
                  <a:pt x="155772" y="62549"/>
                </a:lnTo>
                <a:lnTo>
                  <a:pt x="188101" y="81830"/>
                </a:lnTo>
                <a:lnTo>
                  <a:pt x="217783" y="102570"/>
                </a:lnTo>
                <a:lnTo>
                  <a:pt x="244820" y="124767"/>
                </a:lnTo>
                <a:lnTo>
                  <a:pt x="269211" y="148423"/>
                </a:lnTo>
                <a:lnTo>
                  <a:pt x="290956" y="173536"/>
                </a:lnTo>
                <a:lnTo>
                  <a:pt x="310055" y="200107"/>
                </a:lnTo>
                <a:lnTo>
                  <a:pt x="326509" y="228135"/>
                </a:lnTo>
                <a:lnTo>
                  <a:pt x="340316" y="257622"/>
                </a:lnTo>
              </a:path>
            </a:pathLst>
          </a:custGeom>
          <a:noFill/>
          <a:ln w="5334">
            <a:solidFill>
              <a:srgbClr val="B0405B">
                <a:alpha val="13000"/>
              </a:srgbClr>
            </a:solidFill>
            <a:prstDash val="solid"/>
          </a:ln>
        </p:spPr>
      </p:sp>
      <p:sp>
        <p:nvSpPr>
          <p:cNvPr id="170" name="knowledge-edge">
            <a:extLst>
              <a:ext uri="{FF2B5EF4-FFF2-40B4-BE49-F238E27FC236}">
                <a16:creationId xmlns:a16="http://schemas.microsoft.com/office/drawing/2014/main" id="{47A44C46-8A37-4C4A-9419-67D1AEC1B5B9}"/>
              </a:ext>
            </a:extLst>
          </p:cNvPr>
          <p:cNvSpPr>
            <a:spLocks noGrp="1"/>
          </p:cNvSpPr>
          <p:nvPr/>
        </p:nvSpPr>
        <p:spPr>
          <a:xfrm>
            <a:off x="5005303" y="6784413"/>
            <a:ext cx="309124" cy="40936"/>
          </a:xfrm>
          <a:custGeom>
            <a:avLst/>
            <a:gdLst/>
            <a:ahLst/>
            <a:cxnLst/>
            <a:rect l="0" t="0" r="0" b="0"/>
            <a:pathLst>
              <a:path w="309124" h="40936">
                <a:moveTo>
                  <a:pt x="0" y="22898"/>
                </a:moveTo>
                <a:lnTo>
                  <a:pt x="22080" y="28806"/>
                </a:lnTo>
                <a:lnTo>
                  <a:pt x="44161" y="33553"/>
                </a:lnTo>
                <a:lnTo>
                  <a:pt x="66241" y="37139"/>
                </a:lnTo>
                <a:lnTo>
                  <a:pt x="88321" y="39565"/>
                </a:lnTo>
                <a:lnTo>
                  <a:pt x="110401" y="40831"/>
                </a:lnTo>
                <a:lnTo>
                  <a:pt x="132482" y="40936"/>
                </a:lnTo>
                <a:lnTo>
                  <a:pt x="154562" y="39880"/>
                </a:lnTo>
                <a:lnTo>
                  <a:pt x="176642" y="37664"/>
                </a:lnTo>
                <a:lnTo>
                  <a:pt x="198722" y="34288"/>
                </a:lnTo>
                <a:lnTo>
                  <a:pt x="220803" y="29751"/>
                </a:lnTo>
                <a:lnTo>
                  <a:pt x="242883" y="24054"/>
                </a:lnTo>
                <a:lnTo>
                  <a:pt x="264963" y="17197"/>
                </a:lnTo>
                <a:lnTo>
                  <a:pt x="287043" y="9179"/>
                </a:lnTo>
                <a:lnTo>
                  <a:pt x="309124" y="0"/>
                </a:lnTo>
              </a:path>
            </a:pathLst>
          </a:custGeom>
          <a:noFill/>
          <a:ln w="6477">
            <a:solidFill>
              <a:srgbClr val="B0405B">
                <a:alpha val="17000"/>
              </a:srgbClr>
            </a:solidFill>
            <a:prstDash val="solid"/>
          </a:ln>
        </p:spPr>
      </p:sp>
      <p:sp>
        <p:nvSpPr>
          <p:cNvPr id="171" name="knowledge-cross-edge">
            <a:extLst>
              <a:ext uri="{FF2B5EF4-FFF2-40B4-BE49-F238E27FC236}">
                <a16:creationId xmlns:a16="http://schemas.microsoft.com/office/drawing/2014/main" id="{C4D535A2-6779-4AF6-BD5B-A22E82AA6A7A}"/>
              </a:ext>
            </a:extLst>
          </p:cNvPr>
          <p:cNvSpPr>
            <a:spLocks noGrp="1"/>
          </p:cNvSpPr>
          <p:nvPr/>
        </p:nvSpPr>
        <p:spPr>
          <a:xfrm>
            <a:off x="5005303" y="6803206"/>
            <a:ext cx="410651" cy="144832"/>
          </a:xfrm>
          <a:custGeom>
            <a:avLst/>
            <a:gdLst/>
            <a:ahLst/>
            <a:cxnLst/>
            <a:rect l="0" t="0" r="0" b="0"/>
            <a:pathLst>
              <a:path w="410651" h="144832">
                <a:moveTo>
                  <a:pt x="0" y="4105"/>
                </a:moveTo>
                <a:lnTo>
                  <a:pt x="48773" y="675"/>
                </a:lnTo>
                <a:lnTo>
                  <a:pt x="94900" y="0"/>
                </a:lnTo>
                <a:lnTo>
                  <a:pt x="138381" y="2081"/>
                </a:lnTo>
                <a:lnTo>
                  <a:pt x="179217" y="6918"/>
                </a:lnTo>
                <a:lnTo>
                  <a:pt x="217407" y="14512"/>
                </a:lnTo>
                <a:lnTo>
                  <a:pt x="252950" y="24861"/>
                </a:lnTo>
                <a:lnTo>
                  <a:pt x="285848" y="37966"/>
                </a:lnTo>
                <a:lnTo>
                  <a:pt x="316101" y="53827"/>
                </a:lnTo>
                <a:lnTo>
                  <a:pt x="343707" y="72444"/>
                </a:lnTo>
                <a:lnTo>
                  <a:pt x="368667" y="93818"/>
                </a:lnTo>
                <a:lnTo>
                  <a:pt x="390982" y="117947"/>
                </a:lnTo>
                <a:lnTo>
                  <a:pt x="410651" y="144832"/>
                </a:lnTo>
              </a:path>
            </a:pathLst>
          </a:custGeom>
          <a:noFill/>
          <a:ln w="5334">
            <a:solidFill>
              <a:srgbClr val="B0405B">
                <a:alpha val="13000"/>
              </a:srgbClr>
            </a:solidFill>
            <a:prstDash val="solid"/>
          </a:ln>
        </p:spPr>
      </p:sp>
      <p:sp>
        <p:nvSpPr>
          <p:cNvPr id="172" name="knowledge-cross-edge">
            <a:extLst>
              <a:ext uri="{FF2B5EF4-FFF2-40B4-BE49-F238E27FC236}">
                <a16:creationId xmlns:a16="http://schemas.microsoft.com/office/drawing/2014/main" id="{9BD465CD-7B45-4C9A-9E10-6E99B560EDB9}"/>
              </a:ext>
            </a:extLst>
          </p:cNvPr>
          <p:cNvSpPr>
            <a:spLocks noGrp="1"/>
          </p:cNvSpPr>
          <p:nvPr/>
        </p:nvSpPr>
        <p:spPr>
          <a:xfrm>
            <a:off x="5005303" y="6533218"/>
            <a:ext cx="234591" cy="274094"/>
          </a:xfrm>
          <a:custGeom>
            <a:avLst/>
            <a:gdLst/>
            <a:ahLst/>
            <a:cxnLst/>
            <a:rect l="0" t="0" r="0" b="0"/>
            <a:pathLst>
              <a:path w="234591" h="274094">
                <a:moveTo>
                  <a:pt x="0" y="274094"/>
                </a:moveTo>
                <a:lnTo>
                  <a:pt x="4997" y="220263"/>
                </a:lnTo>
                <a:lnTo>
                  <a:pt x="12640" y="172303"/>
                </a:lnTo>
                <a:lnTo>
                  <a:pt x="22929" y="130215"/>
                </a:lnTo>
                <a:lnTo>
                  <a:pt x="35864" y="93998"/>
                </a:lnTo>
                <a:lnTo>
                  <a:pt x="51444" y="63653"/>
                </a:lnTo>
                <a:lnTo>
                  <a:pt x="69670" y="39179"/>
                </a:lnTo>
                <a:lnTo>
                  <a:pt x="90543" y="20577"/>
                </a:lnTo>
                <a:lnTo>
                  <a:pt x="114061" y="7847"/>
                </a:lnTo>
                <a:lnTo>
                  <a:pt x="140224" y="988"/>
                </a:lnTo>
                <a:lnTo>
                  <a:pt x="169034" y="0"/>
                </a:lnTo>
                <a:lnTo>
                  <a:pt x="200490" y="4884"/>
                </a:lnTo>
                <a:lnTo>
                  <a:pt x="234591" y="15639"/>
                </a:lnTo>
              </a:path>
            </a:pathLst>
          </a:custGeom>
          <a:noFill/>
          <a:ln w="4953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173" name="knowledge-long-edge">
            <a:extLst>
              <a:ext uri="{FF2B5EF4-FFF2-40B4-BE49-F238E27FC236}">
                <a16:creationId xmlns:a16="http://schemas.microsoft.com/office/drawing/2014/main" id="{AB401953-A9B3-446B-B43D-DA0ABF853772}"/>
              </a:ext>
            </a:extLst>
          </p:cNvPr>
          <p:cNvSpPr>
            <a:spLocks noGrp="1"/>
          </p:cNvSpPr>
          <p:nvPr/>
        </p:nvSpPr>
        <p:spPr>
          <a:xfrm>
            <a:off x="5005303" y="6342883"/>
            <a:ext cx="823725" cy="464429"/>
          </a:xfrm>
          <a:custGeom>
            <a:avLst/>
            <a:gdLst/>
            <a:ahLst/>
            <a:cxnLst/>
            <a:rect l="0" t="0" r="0" b="0"/>
            <a:pathLst>
              <a:path w="823725" h="464429">
                <a:moveTo>
                  <a:pt x="0" y="464429"/>
                </a:moveTo>
                <a:lnTo>
                  <a:pt x="51483" y="371085"/>
                </a:lnTo>
                <a:lnTo>
                  <a:pt x="102966" y="288176"/>
                </a:lnTo>
                <a:lnTo>
                  <a:pt x="154448" y="215703"/>
                </a:lnTo>
                <a:lnTo>
                  <a:pt x="205931" y="153665"/>
                </a:lnTo>
                <a:lnTo>
                  <a:pt x="257414" y="102061"/>
                </a:lnTo>
                <a:lnTo>
                  <a:pt x="308897" y="60893"/>
                </a:lnTo>
                <a:lnTo>
                  <a:pt x="360380" y="30160"/>
                </a:lnTo>
                <a:lnTo>
                  <a:pt x="411862" y="9863"/>
                </a:lnTo>
                <a:lnTo>
                  <a:pt x="463345" y="0"/>
                </a:lnTo>
                <a:lnTo>
                  <a:pt x="514828" y="572"/>
                </a:lnTo>
                <a:lnTo>
                  <a:pt x="566311" y="11580"/>
                </a:lnTo>
                <a:lnTo>
                  <a:pt x="617794" y="33023"/>
                </a:lnTo>
                <a:lnTo>
                  <a:pt x="669276" y="64901"/>
                </a:lnTo>
                <a:lnTo>
                  <a:pt x="720759" y="107214"/>
                </a:lnTo>
                <a:lnTo>
                  <a:pt x="772242" y="159962"/>
                </a:lnTo>
                <a:lnTo>
                  <a:pt x="823725" y="223145"/>
                </a:lnTo>
              </a:path>
            </a:pathLst>
          </a:custGeom>
          <a:noFill/>
          <a:ln w="4286">
            <a:solidFill>
              <a:srgbClr val="B0405B">
                <a:alpha val="9000"/>
              </a:srgbClr>
            </a:solidFill>
            <a:prstDash val="solid"/>
          </a:ln>
        </p:spPr>
      </p:sp>
      <p:sp>
        <p:nvSpPr>
          <p:cNvPr id="174" name="knowledge-edge">
            <a:extLst>
              <a:ext uri="{FF2B5EF4-FFF2-40B4-BE49-F238E27FC236}">
                <a16:creationId xmlns:a16="http://schemas.microsoft.com/office/drawing/2014/main" id="{D7C32473-E24F-45DD-ABD9-1CD75B6D280D}"/>
              </a:ext>
            </a:extLst>
          </p:cNvPr>
          <p:cNvSpPr>
            <a:spLocks noGrp="1"/>
          </p:cNvSpPr>
          <p:nvPr/>
        </p:nvSpPr>
        <p:spPr>
          <a:xfrm>
            <a:off x="4806836" y="6947868"/>
            <a:ext cx="609118" cy="45307"/>
          </a:xfrm>
          <a:custGeom>
            <a:avLst/>
            <a:gdLst/>
            <a:ahLst/>
            <a:cxnLst/>
            <a:rect l="0" t="0" r="0" b="0"/>
            <a:pathLst>
              <a:path w="609118" h="45307">
                <a:moveTo>
                  <a:pt x="0" y="45307"/>
                </a:moveTo>
                <a:lnTo>
                  <a:pt x="43508" y="38689"/>
                </a:lnTo>
                <a:lnTo>
                  <a:pt x="87017" y="32594"/>
                </a:lnTo>
                <a:lnTo>
                  <a:pt x="130525" y="27020"/>
                </a:lnTo>
                <a:lnTo>
                  <a:pt x="174034" y="21968"/>
                </a:lnTo>
                <a:lnTo>
                  <a:pt x="217542" y="17439"/>
                </a:lnTo>
                <a:lnTo>
                  <a:pt x="261050" y="13432"/>
                </a:lnTo>
                <a:lnTo>
                  <a:pt x="304559" y="9947"/>
                </a:lnTo>
                <a:lnTo>
                  <a:pt x="348067" y="6984"/>
                </a:lnTo>
                <a:lnTo>
                  <a:pt x="391576" y="4543"/>
                </a:lnTo>
                <a:lnTo>
                  <a:pt x="435084" y="2624"/>
                </a:lnTo>
                <a:lnTo>
                  <a:pt x="478592" y="1227"/>
                </a:lnTo>
                <a:lnTo>
                  <a:pt x="522101" y="352"/>
                </a:lnTo>
                <a:lnTo>
                  <a:pt x="565609" y="0"/>
                </a:lnTo>
                <a:lnTo>
                  <a:pt x="609118" y="170"/>
                </a:lnTo>
              </a:path>
            </a:pathLst>
          </a:custGeom>
          <a:noFill/>
          <a:ln w="6477">
            <a:solidFill>
              <a:srgbClr val="B0405B">
                <a:alpha val="17000"/>
              </a:srgbClr>
            </a:solidFill>
            <a:prstDash val="solid"/>
          </a:ln>
        </p:spPr>
      </p:sp>
      <p:sp>
        <p:nvSpPr>
          <p:cNvPr id="175" name="knowledge-cross-edge">
            <a:extLst>
              <a:ext uri="{FF2B5EF4-FFF2-40B4-BE49-F238E27FC236}">
                <a16:creationId xmlns:a16="http://schemas.microsoft.com/office/drawing/2014/main" id="{3762A71D-363C-40CF-859E-D55F7B53A5BB}"/>
              </a:ext>
            </a:extLst>
          </p:cNvPr>
          <p:cNvSpPr>
            <a:spLocks noGrp="1"/>
          </p:cNvSpPr>
          <p:nvPr/>
        </p:nvSpPr>
        <p:spPr>
          <a:xfrm>
            <a:off x="4806836" y="6980366"/>
            <a:ext cx="456972" cy="38519"/>
          </a:xfrm>
          <a:custGeom>
            <a:avLst/>
            <a:gdLst/>
            <a:ahLst/>
            <a:cxnLst/>
            <a:rect l="0" t="0" r="0" b="0"/>
            <a:pathLst>
              <a:path w="456972" h="38519">
                <a:moveTo>
                  <a:pt x="0" y="12809"/>
                </a:moveTo>
                <a:lnTo>
                  <a:pt x="52633" y="21499"/>
                </a:lnTo>
                <a:lnTo>
                  <a:pt x="102620" y="28415"/>
                </a:lnTo>
                <a:lnTo>
                  <a:pt x="149962" y="33557"/>
                </a:lnTo>
                <a:lnTo>
                  <a:pt x="194657" y="36925"/>
                </a:lnTo>
                <a:lnTo>
                  <a:pt x="236707" y="38519"/>
                </a:lnTo>
                <a:lnTo>
                  <a:pt x="276111" y="38338"/>
                </a:lnTo>
                <a:lnTo>
                  <a:pt x="312869" y="36384"/>
                </a:lnTo>
                <a:lnTo>
                  <a:pt x="346982" y="32655"/>
                </a:lnTo>
                <a:lnTo>
                  <a:pt x="378448" y="27153"/>
                </a:lnTo>
                <a:lnTo>
                  <a:pt x="407269" y="19876"/>
                </a:lnTo>
                <a:lnTo>
                  <a:pt x="433443" y="10825"/>
                </a:lnTo>
                <a:lnTo>
                  <a:pt x="456972" y="0"/>
                </a:lnTo>
              </a:path>
            </a:pathLst>
          </a:custGeom>
          <a:noFill/>
          <a:ln w="5334">
            <a:solidFill>
              <a:srgbClr val="B0405B">
                <a:alpha val="13000"/>
              </a:srgbClr>
            </a:solidFill>
            <a:prstDash val="solid"/>
          </a:ln>
        </p:spPr>
      </p:sp>
      <p:sp>
        <p:nvSpPr>
          <p:cNvPr id="176" name="knowledge-edge">
            <a:extLst>
              <a:ext uri="{FF2B5EF4-FFF2-40B4-BE49-F238E27FC236}">
                <a16:creationId xmlns:a16="http://schemas.microsoft.com/office/drawing/2014/main" id="{7AAE55A8-B955-4FDD-9D23-0CD0554CD8FA}"/>
              </a:ext>
            </a:extLst>
          </p:cNvPr>
          <p:cNvSpPr>
            <a:spLocks noGrp="1"/>
          </p:cNvSpPr>
          <p:nvPr/>
        </p:nvSpPr>
        <p:spPr>
          <a:xfrm>
            <a:off x="4805415" y="6945050"/>
            <a:ext cx="458394" cy="35316"/>
          </a:xfrm>
          <a:custGeom>
            <a:avLst/>
            <a:gdLst/>
            <a:ahLst/>
            <a:cxnLst/>
            <a:rect l="0" t="0" r="0" b="0"/>
            <a:pathLst>
              <a:path w="458394" h="35316">
                <a:moveTo>
                  <a:pt x="0" y="0"/>
                </a:moveTo>
                <a:lnTo>
                  <a:pt x="32742" y="679"/>
                </a:lnTo>
                <a:lnTo>
                  <a:pt x="65485" y="1641"/>
                </a:lnTo>
                <a:lnTo>
                  <a:pt x="98227" y="2888"/>
                </a:lnTo>
                <a:lnTo>
                  <a:pt x="130970" y="4417"/>
                </a:lnTo>
                <a:lnTo>
                  <a:pt x="163712" y="6231"/>
                </a:lnTo>
                <a:lnTo>
                  <a:pt x="196454" y="8328"/>
                </a:lnTo>
                <a:lnTo>
                  <a:pt x="229197" y="10709"/>
                </a:lnTo>
                <a:lnTo>
                  <a:pt x="261939" y="13373"/>
                </a:lnTo>
                <a:lnTo>
                  <a:pt x="294682" y="16321"/>
                </a:lnTo>
                <a:lnTo>
                  <a:pt x="327424" y="19553"/>
                </a:lnTo>
                <a:lnTo>
                  <a:pt x="360166" y="23068"/>
                </a:lnTo>
                <a:lnTo>
                  <a:pt x="392909" y="26867"/>
                </a:lnTo>
                <a:lnTo>
                  <a:pt x="425651" y="30950"/>
                </a:lnTo>
                <a:lnTo>
                  <a:pt x="458394" y="35316"/>
                </a:lnTo>
              </a:path>
            </a:pathLst>
          </a:custGeom>
          <a:noFill/>
          <a:ln w="6477">
            <a:solidFill>
              <a:srgbClr val="B0405B">
                <a:alpha val="17000"/>
              </a:srgbClr>
            </a:solidFill>
            <a:prstDash val="solid"/>
          </a:ln>
        </p:spPr>
      </p:sp>
      <p:sp>
        <p:nvSpPr>
          <p:cNvPr id="177" name="knowledge-edge">
            <a:extLst>
              <a:ext uri="{FF2B5EF4-FFF2-40B4-BE49-F238E27FC236}">
                <a16:creationId xmlns:a16="http://schemas.microsoft.com/office/drawing/2014/main" id="{12488992-E982-4BBB-821A-223AF8C538E4}"/>
              </a:ext>
            </a:extLst>
          </p:cNvPr>
          <p:cNvSpPr>
            <a:spLocks noGrp="1"/>
          </p:cNvSpPr>
          <p:nvPr/>
        </p:nvSpPr>
        <p:spPr>
          <a:xfrm>
            <a:off x="4983650" y="7057051"/>
            <a:ext cx="323939" cy="152990"/>
          </a:xfrm>
          <a:custGeom>
            <a:avLst/>
            <a:gdLst/>
            <a:ahLst/>
            <a:cxnLst/>
            <a:rect l="0" t="0" r="0" b="0"/>
            <a:pathLst>
              <a:path w="323939" h="152990">
                <a:moveTo>
                  <a:pt x="0" y="152990"/>
                </a:moveTo>
                <a:lnTo>
                  <a:pt x="23139" y="136619"/>
                </a:lnTo>
                <a:lnTo>
                  <a:pt x="46277" y="121086"/>
                </a:lnTo>
                <a:lnTo>
                  <a:pt x="69416" y="106390"/>
                </a:lnTo>
                <a:lnTo>
                  <a:pt x="92554" y="92531"/>
                </a:lnTo>
                <a:lnTo>
                  <a:pt x="115693" y="79510"/>
                </a:lnTo>
                <a:lnTo>
                  <a:pt x="138831" y="67326"/>
                </a:lnTo>
                <a:lnTo>
                  <a:pt x="161970" y="55980"/>
                </a:lnTo>
                <a:lnTo>
                  <a:pt x="185108" y="45470"/>
                </a:lnTo>
                <a:lnTo>
                  <a:pt x="208247" y="35799"/>
                </a:lnTo>
                <a:lnTo>
                  <a:pt x="231385" y="26964"/>
                </a:lnTo>
                <a:lnTo>
                  <a:pt x="254524" y="18967"/>
                </a:lnTo>
                <a:lnTo>
                  <a:pt x="277662" y="11807"/>
                </a:lnTo>
                <a:lnTo>
                  <a:pt x="300801" y="5485"/>
                </a:lnTo>
                <a:lnTo>
                  <a:pt x="323939" y="0"/>
                </a:lnTo>
              </a:path>
            </a:pathLst>
          </a:custGeom>
          <a:noFill/>
          <a:ln w="6477">
            <a:solidFill>
              <a:srgbClr val="B0405B">
                <a:alpha val="17000"/>
              </a:srgbClr>
            </a:solidFill>
            <a:prstDash val="solid"/>
          </a:ln>
        </p:spPr>
      </p:sp>
      <p:sp>
        <p:nvSpPr>
          <p:cNvPr id="178" name="knowledge-cross-edge">
            <a:extLst>
              <a:ext uri="{FF2B5EF4-FFF2-40B4-BE49-F238E27FC236}">
                <a16:creationId xmlns:a16="http://schemas.microsoft.com/office/drawing/2014/main" id="{892DDFC1-3BB4-476C-8B53-37B4D8BC4A95}"/>
              </a:ext>
            </a:extLst>
          </p:cNvPr>
          <p:cNvSpPr>
            <a:spLocks noGrp="1"/>
          </p:cNvSpPr>
          <p:nvPr/>
        </p:nvSpPr>
        <p:spPr>
          <a:xfrm>
            <a:off x="4983650" y="6980366"/>
            <a:ext cx="280158" cy="229674"/>
          </a:xfrm>
          <a:custGeom>
            <a:avLst/>
            <a:gdLst/>
            <a:ahLst/>
            <a:cxnLst/>
            <a:rect l="0" t="0" r="0" b="0"/>
            <a:pathLst>
              <a:path w="280158" h="229674">
                <a:moveTo>
                  <a:pt x="0" y="229674"/>
                </a:moveTo>
                <a:lnTo>
                  <a:pt x="8794" y="191731"/>
                </a:lnTo>
                <a:lnTo>
                  <a:pt x="20235" y="157207"/>
                </a:lnTo>
                <a:lnTo>
                  <a:pt x="34321" y="126102"/>
                </a:lnTo>
                <a:lnTo>
                  <a:pt x="51053" y="98415"/>
                </a:lnTo>
                <a:lnTo>
                  <a:pt x="70430" y="74147"/>
                </a:lnTo>
                <a:lnTo>
                  <a:pt x="92454" y="53298"/>
                </a:lnTo>
                <a:lnTo>
                  <a:pt x="117124" y="35868"/>
                </a:lnTo>
                <a:lnTo>
                  <a:pt x="144439" y="21857"/>
                </a:lnTo>
                <a:lnTo>
                  <a:pt x="174400" y="11265"/>
                </a:lnTo>
                <a:lnTo>
                  <a:pt x="207007" y="4091"/>
                </a:lnTo>
                <a:lnTo>
                  <a:pt x="242260" y="336"/>
                </a:lnTo>
                <a:lnTo>
                  <a:pt x="280158" y="0"/>
                </a:lnTo>
              </a:path>
            </a:pathLst>
          </a:custGeom>
          <a:noFill/>
          <a:ln w="4953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179" name="knowledge-edge">
            <a:extLst>
              <a:ext uri="{FF2B5EF4-FFF2-40B4-BE49-F238E27FC236}">
                <a16:creationId xmlns:a16="http://schemas.microsoft.com/office/drawing/2014/main" id="{FF2354BA-2A18-4806-B3ED-904F88D9C76F}"/>
              </a:ext>
            </a:extLst>
          </p:cNvPr>
          <p:cNvSpPr>
            <a:spLocks noGrp="1"/>
          </p:cNvSpPr>
          <p:nvPr/>
        </p:nvSpPr>
        <p:spPr>
          <a:xfrm>
            <a:off x="5328411" y="5885186"/>
            <a:ext cx="379810" cy="104102"/>
          </a:xfrm>
          <a:custGeom>
            <a:avLst/>
            <a:gdLst/>
            <a:ahLst/>
            <a:cxnLst/>
            <a:rect l="0" t="0" r="0" b="0"/>
            <a:pathLst>
              <a:path w="379810" h="104102">
                <a:moveTo>
                  <a:pt x="0" y="104102"/>
                </a:moveTo>
                <a:lnTo>
                  <a:pt x="27129" y="89399"/>
                </a:lnTo>
                <a:lnTo>
                  <a:pt x="54259" y="75813"/>
                </a:lnTo>
                <a:lnTo>
                  <a:pt x="81388" y="63346"/>
                </a:lnTo>
                <a:lnTo>
                  <a:pt x="108517" y="51996"/>
                </a:lnTo>
                <a:lnTo>
                  <a:pt x="135646" y="41765"/>
                </a:lnTo>
                <a:lnTo>
                  <a:pt x="162776" y="32652"/>
                </a:lnTo>
                <a:lnTo>
                  <a:pt x="189905" y="24657"/>
                </a:lnTo>
                <a:lnTo>
                  <a:pt x="217034" y="17780"/>
                </a:lnTo>
                <a:lnTo>
                  <a:pt x="244164" y="12021"/>
                </a:lnTo>
                <a:lnTo>
                  <a:pt x="271293" y="7381"/>
                </a:lnTo>
                <a:lnTo>
                  <a:pt x="298422" y="3858"/>
                </a:lnTo>
                <a:lnTo>
                  <a:pt x="325552" y="1454"/>
                </a:lnTo>
                <a:lnTo>
                  <a:pt x="352681" y="168"/>
                </a:lnTo>
                <a:lnTo>
                  <a:pt x="379810" y="0"/>
                </a:lnTo>
              </a:path>
            </a:pathLst>
          </a:custGeom>
          <a:noFill/>
          <a:ln w="6477">
            <a:solidFill>
              <a:srgbClr val="C3414F">
                <a:alpha val="17000"/>
              </a:srgbClr>
            </a:solidFill>
            <a:prstDash val="solid"/>
          </a:ln>
        </p:spPr>
      </p:sp>
      <p:sp>
        <p:nvSpPr>
          <p:cNvPr id="180" name="knowledge-cross-edge">
            <a:extLst>
              <a:ext uri="{FF2B5EF4-FFF2-40B4-BE49-F238E27FC236}">
                <a16:creationId xmlns:a16="http://schemas.microsoft.com/office/drawing/2014/main" id="{20D5360E-59F9-4AC2-A86F-D39A908E6F71}"/>
              </a:ext>
            </a:extLst>
          </p:cNvPr>
          <p:cNvSpPr>
            <a:spLocks noGrp="1"/>
          </p:cNvSpPr>
          <p:nvPr/>
        </p:nvSpPr>
        <p:spPr>
          <a:xfrm>
            <a:off x="5328411" y="5965588"/>
            <a:ext cx="317031" cy="268606"/>
          </a:xfrm>
          <a:custGeom>
            <a:avLst/>
            <a:gdLst/>
            <a:ahLst/>
            <a:cxnLst/>
            <a:rect l="0" t="0" r="0" b="0"/>
            <a:pathLst>
              <a:path w="317031" h="268606">
                <a:moveTo>
                  <a:pt x="0" y="23701"/>
                </a:moveTo>
                <a:lnTo>
                  <a:pt x="40971" y="9509"/>
                </a:lnTo>
                <a:lnTo>
                  <a:pt x="79297" y="1609"/>
                </a:lnTo>
                <a:lnTo>
                  <a:pt x="114976" y="0"/>
                </a:lnTo>
                <a:lnTo>
                  <a:pt x="148010" y="4682"/>
                </a:lnTo>
                <a:lnTo>
                  <a:pt x="178398" y="15654"/>
                </a:lnTo>
                <a:lnTo>
                  <a:pt x="206140" y="32917"/>
                </a:lnTo>
                <a:lnTo>
                  <a:pt x="231237" y="56472"/>
                </a:lnTo>
                <a:lnTo>
                  <a:pt x="253687" y="86317"/>
                </a:lnTo>
                <a:lnTo>
                  <a:pt x="273492" y="122453"/>
                </a:lnTo>
                <a:lnTo>
                  <a:pt x="290651" y="164879"/>
                </a:lnTo>
                <a:lnTo>
                  <a:pt x="305163" y="213597"/>
                </a:lnTo>
                <a:lnTo>
                  <a:pt x="317031" y="268606"/>
                </a:lnTo>
              </a:path>
            </a:pathLst>
          </a:custGeom>
          <a:noFill/>
          <a:ln w="5334">
            <a:solidFill>
              <a:srgbClr val="C3414F">
                <a:alpha val="13000"/>
              </a:srgbClr>
            </a:solidFill>
            <a:prstDash val="solid"/>
          </a:ln>
        </p:spPr>
      </p:sp>
      <p:sp>
        <p:nvSpPr>
          <p:cNvPr id="181" name="knowledge-edge">
            <a:extLst>
              <a:ext uri="{FF2B5EF4-FFF2-40B4-BE49-F238E27FC236}">
                <a16:creationId xmlns:a16="http://schemas.microsoft.com/office/drawing/2014/main" id="{42788FDB-83F3-4961-BF63-B83209E375A6}"/>
              </a:ext>
            </a:extLst>
          </p:cNvPr>
          <p:cNvSpPr>
            <a:spLocks noGrp="1"/>
          </p:cNvSpPr>
          <p:nvPr/>
        </p:nvSpPr>
        <p:spPr>
          <a:xfrm>
            <a:off x="5382845" y="6186950"/>
            <a:ext cx="262597" cy="47244"/>
          </a:xfrm>
          <a:custGeom>
            <a:avLst/>
            <a:gdLst/>
            <a:ahLst/>
            <a:cxnLst/>
            <a:rect l="0" t="0" r="0" b="0"/>
            <a:pathLst>
              <a:path w="262597" h="47244">
                <a:moveTo>
                  <a:pt x="0" y="0"/>
                </a:moveTo>
                <a:lnTo>
                  <a:pt x="18757" y="283"/>
                </a:lnTo>
                <a:lnTo>
                  <a:pt x="37514" y="1041"/>
                </a:lnTo>
                <a:lnTo>
                  <a:pt x="56271" y="2275"/>
                </a:lnTo>
                <a:lnTo>
                  <a:pt x="75028" y="3984"/>
                </a:lnTo>
                <a:lnTo>
                  <a:pt x="93785" y="6170"/>
                </a:lnTo>
                <a:lnTo>
                  <a:pt x="112542" y="8830"/>
                </a:lnTo>
                <a:lnTo>
                  <a:pt x="131298" y="11967"/>
                </a:lnTo>
                <a:lnTo>
                  <a:pt x="150055" y="15580"/>
                </a:lnTo>
                <a:lnTo>
                  <a:pt x="168812" y="19668"/>
                </a:lnTo>
                <a:lnTo>
                  <a:pt x="187569" y="24231"/>
                </a:lnTo>
                <a:lnTo>
                  <a:pt x="206326" y="29271"/>
                </a:lnTo>
                <a:lnTo>
                  <a:pt x="225083" y="34786"/>
                </a:lnTo>
                <a:lnTo>
                  <a:pt x="243840" y="40777"/>
                </a:lnTo>
                <a:lnTo>
                  <a:pt x="262597" y="47244"/>
                </a:lnTo>
              </a:path>
            </a:pathLst>
          </a:custGeom>
          <a:noFill/>
          <a:ln w="6477">
            <a:solidFill>
              <a:srgbClr val="C3414F">
                <a:alpha val="17000"/>
              </a:srgbClr>
            </a:solidFill>
            <a:prstDash val="solid"/>
          </a:ln>
        </p:spPr>
      </p:sp>
      <p:sp>
        <p:nvSpPr>
          <p:cNvPr id="182" name="knowledge-cross-edge">
            <a:extLst>
              <a:ext uri="{FF2B5EF4-FFF2-40B4-BE49-F238E27FC236}">
                <a16:creationId xmlns:a16="http://schemas.microsoft.com/office/drawing/2014/main" id="{AB170FFC-9CCE-4770-924F-0CCCF7458C1B}"/>
              </a:ext>
            </a:extLst>
          </p:cNvPr>
          <p:cNvSpPr>
            <a:spLocks noGrp="1"/>
          </p:cNvSpPr>
          <p:nvPr/>
        </p:nvSpPr>
        <p:spPr>
          <a:xfrm>
            <a:off x="5382845" y="5847338"/>
            <a:ext cx="325376" cy="339612"/>
          </a:xfrm>
          <a:custGeom>
            <a:avLst/>
            <a:gdLst/>
            <a:ahLst/>
            <a:cxnLst/>
            <a:rect l="0" t="0" r="0" b="0"/>
            <a:pathLst>
              <a:path w="325376" h="339612">
                <a:moveTo>
                  <a:pt x="0" y="339612"/>
                </a:moveTo>
                <a:lnTo>
                  <a:pt x="12563" y="268310"/>
                </a:lnTo>
                <a:lnTo>
                  <a:pt x="27771" y="205400"/>
                </a:lnTo>
                <a:lnTo>
                  <a:pt x="45625" y="150882"/>
                </a:lnTo>
                <a:lnTo>
                  <a:pt x="66125" y="104756"/>
                </a:lnTo>
                <a:lnTo>
                  <a:pt x="89271" y="67021"/>
                </a:lnTo>
                <a:lnTo>
                  <a:pt x="115063" y="37678"/>
                </a:lnTo>
                <a:lnTo>
                  <a:pt x="143501" y="16727"/>
                </a:lnTo>
                <a:lnTo>
                  <a:pt x="174584" y="4168"/>
                </a:lnTo>
                <a:lnTo>
                  <a:pt x="208314" y="0"/>
                </a:lnTo>
                <a:lnTo>
                  <a:pt x="244689" y="4224"/>
                </a:lnTo>
                <a:lnTo>
                  <a:pt x="283710" y="16840"/>
                </a:lnTo>
                <a:lnTo>
                  <a:pt x="325376" y="37848"/>
                </a:lnTo>
              </a:path>
            </a:pathLst>
          </a:custGeom>
          <a:noFill/>
          <a:ln w="4953">
            <a:solidFill>
              <a:srgbClr val="C3414F">
                <a:alpha val="12000"/>
              </a:srgbClr>
            </a:solidFill>
            <a:prstDash val="solid"/>
          </a:ln>
        </p:spPr>
      </p:sp>
      <p:sp>
        <p:nvSpPr>
          <p:cNvPr id="183" name="knowledge-edge">
            <a:extLst>
              <a:ext uri="{FF2B5EF4-FFF2-40B4-BE49-F238E27FC236}">
                <a16:creationId xmlns:a16="http://schemas.microsoft.com/office/drawing/2014/main" id="{4DA7A52C-F546-4E55-8BCB-CB86788CFCE3}"/>
              </a:ext>
            </a:extLst>
          </p:cNvPr>
          <p:cNvSpPr>
            <a:spLocks noGrp="1"/>
          </p:cNvSpPr>
          <p:nvPr/>
        </p:nvSpPr>
        <p:spPr>
          <a:xfrm>
            <a:off x="5239894" y="6483104"/>
            <a:ext cx="589134" cy="82925"/>
          </a:xfrm>
          <a:custGeom>
            <a:avLst/>
            <a:gdLst/>
            <a:ahLst/>
            <a:cxnLst/>
            <a:rect l="0" t="0" r="0" b="0"/>
            <a:pathLst>
              <a:path w="589134" h="82925">
                <a:moveTo>
                  <a:pt x="0" y="65753"/>
                </a:moveTo>
                <a:lnTo>
                  <a:pt x="42081" y="47257"/>
                </a:lnTo>
                <a:lnTo>
                  <a:pt x="84162" y="31795"/>
                </a:lnTo>
                <a:lnTo>
                  <a:pt x="126243" y="19368"/>
                </a:lnTo>
                <a:lnTo>
                  <a:pt x="168324" y="9975"/>
                </a:lnTo>
                <a:lnTo>
                  <a:pt x="210405" y="3615"/>
                </a:lnTo>
                <a:lnTo>
                  <a:pt x="252486" y="291"/>
                </a:lnTo>
                <a:lnTo>
                  <a:pt x="294567" y="0"/>
                </a:lnTo>
                <a:lnTo>
                  <a:pt x="336648" y="2744"/>
                </a:lnTo>
                <a:lnTo>
                  <a:pt x="378729" y="8522"/>
                </a:lnTo>
                <a:lnTo>
                  <a:pt x="420810" y="17334"/>
                </a:lnTo>
                <a:lnTo>
                  <a:pt x="462891" y="29180"/>
                </a:lnTo>
                <a:lnTo>
                  <a:pt x="504972" y="44061"/>
                </a:lnTo>
                <a:lnTo>
                  <a:pt x="547053" y="61975"/>
                </a:lnTo>
                <a:lnTo>
                  <a:pt x="589134" y="82925"/>
                </a:lnTo>
              </a:path>
            </a:pathLst>
          </a:custGeom>
          <a:noFill/>
          <a:ln w="6477">
            <a:solidFill>
              <a:srgbClr val="C3414F">
                <a:alpha val="17000"/>
              </a:srgbClr>
            </a:solidFill>
            <a:prstDash val="solid"/>
          </a:ln>
        </p:spPr>
      </p:sp>
      <p:sp>
        <p:nvSpPr>
          <p:cNvPr id="184" name="knowledge-cross-edge">
            <a:extLst>
              <a:ext uri="{FF2B5EF4-FFF2-40B4-BE49-F238E27FC236}">
                <a16:creationId xmlns:a16="http://schemas.microsoft.com/office/drawing/2014/main" id="{299643BF-1EC4-43C6-91FD-4A09C459345D}"/>
              </a:ext>
            </a:extLst>
          </p:cNvPr>
          <p:cNvSpPr>
            <a:spLocks noGrp="1"/>
          </p:cNvSpPr>
          <p:nvPr/>
        </p:nvSpPr>
        <p:spPr>
          <a:xfrm>
            <a:off x="5239894" y="6505484"/>
            <a:ext cx="580272" cy="210581"/>
          </a:xfrm>
          <a:custGeom>
            <a:avLst/>
            <a:gdLst/>
            <a:ahLst/>
            <a:cxnLst/>
            <a:rect l="0" t="0" r="0" b="0"/>
            <a:pathLst>
              <a:path w="580272" h="210581">
                <a:moveTo>
                  <a:pt x="0" y="43373"/>
                </a:moveTo>
                <a:lnTo>
                  <a:pt x="62908" y="23238"/>
                </a:lnTo>
                <a:lnTo>
                  <a:pt x="123170" y="9298"/>
                </a:lnTo>
                <a:lnTo>
                  <a:pt x="180787" y="1552"/>
                </a:lnTo>
                <a:lnTo>
                  <a:pt x="235757" y="0"/>
                </a:lnTo>
                <a:lnTo>
                  <a:pt x="288082" y="4643"/>
                </a:lnTo>
                <a:lnTo>
                  <a:pt x="337761" y="15479"/>
                </a:lnTo>
                <a:lnTo>
                  <a:pt x="384794" y="32511"/>
                </a:lnTo>
                <a:lnTo>
                  <a:pt x="429181" y="55736"/>
                </a:lnTo>
                <a:lnTo>
                  <a:pt x="470923" y="85156"/>
                </a:lnTo>
                <a:lnTo>
                  <a:pt x="510018" y="120770"/>
                </a:lnTo>
                <a:lnTo>
                  <a:pt x="546468" y="162579"/>
                </a:lnTo>
                <a:lnTo>
                  <a:pt x="580272" y="210581"/>
                </a:lnTo>
              </a:path>
            </a:pathLst>
          </a:custGeom>
          <a:noFill/>
          <a:ln w="5334">
            <a:solidFill>
              <a:srgbClr val="C3414F">
                <a:alpha val="13000"/>
              </a:srgbClr>
            </a:solidFill>
            <a:prstDash val="solid"/>
          </a:ln>
        </p:spPr>
      </p:sp>
      <p:sp>
        <p:nvSpPr>
          <p:cNvPr id="185" name="knowledge-cross-edge">
            <a:extLst>
              <a:ext uri="{FF2B5EF4-FFF2-40B4-BE49-F238E27FC236}">
                <a16:creationId xmlns:a16="http://schemas.microsoft.com/office/drawing/2014/main" id="{28207D4F-9E83-41A3-ACD4-043D83C5A98D}"/>
              </a:ext>
            </a:extLst>
          </p:cNvPr>
          <p:cNvSpPr>
            <a:spLocks noGrp="1"/>
          </p:cNvSpPr>
          <p:nvPr/>
        </p:nvSpPr>
        <p:spPr>
          <a:xfrm>
            <a:off x="5239894" y="6213882"/>
            <a:ext cx="405548" cy="334975"/>
          </a:xfrm>
          <a:custGeom>
            <a:avLst/>
            <a:gdLst/>
            <a:ahLst/>
            <a:cxnLst/>
            <a:rect l="0" t="0" r="0" b="0"/>
            <a:pathLst>
              <a:path w="405548" h="334975">
                <a:moveTo>
                  <a:pt x="0" y="334975"/>
                </a:moveTo>
                <a:lnTo>
                  <a:pt x="19244" y="268738"/>
                </a:lnTo>
                <a:lnTo>
                  <a:pt x="41133" y="209776"/>
                </a:lnTo>
                <a:lnTo>
                  <a:pt x="65668" y="158089"/>
                </a:lnTo>
                <a:lnTo>
                  <a:pt x="92849" y="113678"/>
                </a:lnTo>
                <a:lnTo>
                  <a:pt x="122676" y="76543"/>
                </a:lnTo>
                <a:lnTo>
                  <a:pt x="155149" y="46683"/>
                </a:lnTo>
                <a:lnTo>
                  <a:pt x="190268" y="24099"/>
                </a:lnTo>
                <a:lnTo>
                  <a:pt x="228032" y="8791"/>
                </a:lnTo>
                <a:lnTo>
                  <a:pt x="268442" y="757"/>
                </a:lnTo>
                <a:lnTo>
                  <a:pt x="311498" y="0"/>
                </a:lnTo>
                <a:lnTo>
                  <a:pt x="357200" y="6518"/>
                </a:lnTo>
                <a:lnTo>
                  <a:pt x="405548" y="20312"/>
                </a:lnTo>
              </a:path>
            </a:pathLst>
          </a:custGeom>
          <a:noFill/>
          <a:ln w="4953">
            <a:solidFill>
              <a:srgbClr val="C3414F">
                <a:alpha val="12000"/>
              </a:srgbClr>
            </a:solidFill>
            <a:prstDash val="solid"/>
          </a:ln>
        </p:spPr>
      </p:sp>
      <p:sp>
        <p:nvSpPr>
          <p:cNvPr id="186" name="knowledge-edge">
            <a:extLst>
              <a:ext uri="{FF2B5EF4-FFF2-40B4-BE49-F238E27FC236}">
                <a16:creationId xmlns:a16="http://schemas.microsoft.com/office/drawing/2014/main" id="{DB0CA02A-73B2-4C68-9381-0E01B30E6C95}"/>
              </a:ext>
            </a:extLst>
          </p:cNvPr>
          <p:cNvSpPr>
            <a:spLocks noGrp="1"/>
          </p:cNvSpPr>
          <p:nvPr/>
        </p:nvSpPr>
        <p:spPr>
          <a:xfrm>
            <a:off x="5314427" y="6715543"/>
            <a:ext cx="505740" cy="68870"/>
          </a:xfrm>
          <a:custGeom>
            <a:avLst/>
            <a:gdLst/>
            <a:ahLst/>
            <a:cxnLst/>
            <a:rect l="0" t="0" r="0" b="0"/>
            <a:pathLst>
              <a:path w="505740" h="68870">
                <a:moveTo>
                  <a:pt x="0" y="68870"/>
                </a:moveTo>
                <a:lnTo>
                  <a:pt x="36124" y="58584"/>
                </a:lnTo>
                <a:lnTo>
                  <a:pt x="72249" y="49129"/>
                </a:lnTo>
                <a:lnTo>
                  <a:pt x="108373" y="40505"/>
                </a:lnTo>
                <a:lnTo>
                  <a:pt x="144497" y="32713"/>
                </a:lnTo>
                <a:lnTo>
                  <a:pt x="180621" y="25753"/>
                </a:lnTo>
                <a:lnTo>
                  <a:pt x="216746" y="19623"/>
                </a:lnTo>
                <a:lnTo>
                  <a:pt x="252870" y="14326"/>
                </a:lnTo>
                <a:lnTo>
                  <a:pt x="288994" y="9859"/>
                </a:lnTo>
                <a:lnTo>
                  <a:pt x="325118" y="6225"/>
                </a:lnTo>
                <a:lnTo>
                  <a:pt x="361243" y="3421"/>
                </a:lnTo>
                <a:lnTo>
                  <a:pt x="397367" y="1449"/>
                </a:lnTo>
                <a:lnTo>
                  <a:pt x="433491" y="309"/>
                </a:lnTo>
                <a:lnTo>
                  <a:pt x="469615" y="0"/>
                </a:lnTo>
                <a:lnTo>
                  <a:pt x="505740" y="522"/>
                </a:lnTo>
              </a:path>
            </a:pathLst>
          </a:custGeom>
          <a:noFill/>
          <a:ln w="6477">
            <a:solidFill>
              <a:srgbClr val="C3414F">
                <a:alpha val="17000"/>
              </a:srgbClr>
            </a:solidFill>
            <a:prstDash val="solid"/>
          </a:ln>
        </p:spPr>
      </p:sp>
      <p:sp>
        <p:nvSpPr>
          <p:cNvPr id="187" name="knowledge-edge">
            <a:extLst>
              <a:ext uri="{FF2B5EF4-FFF2-40B4-BE49-F238E27FC236}">
                <a16:creationId xmlns:a16="http://schemas.microsoft.com/office/drawing/2014/main" id="{378B04A0-D617-45BE-9EFA-86F9AB7EDD4B}"/>
              </a:ext>
            </a:extLst>
          </p:cNvPr>
          <p:cNvSpPr>
            <a:spLocks noGrp="1"/>
          </p:cNvSpPr>
          <p:nvPr/>
        </p:nvSpPr>
        <p:spPr>
          <a:xfrm>
            <a:off x="5415954" y="6892770"/>
            <a:ext cx="424943" cy="55268"/>
          </a:xfrm>
          <a:custGeom>
            <a:avLst/>
            <a:gdLst/>
            <a:ahLst/>
            <a:cxnLst/>
            <a:rect l="0" t="0" r="0" b="0"/>
            <a:pathLst>
              <a:path w="424943" h="55268">
                <a:moveTo>
                  <a:pt x="0" y="55268"/>
                </a:moveTo>
                <a:lnTo>
                  <a:pt x="30353" y="45411"/>
                </a:lnTo>
                <a:lnTo>
                  <a:pt x="60706" y="36520"/>
                </a:lnTo>
                <a:lnTo>
                  <a:pt x="91059" y="28596"/>
                </a:lnTo>
                <a:lnTo>
                  <a:pt x="121412" y="21638"/>
                </a:lnTo>
                <a:lnTo>
                  <a:pt x="151765" y="15647"/>
                </a:lnTo>
                <a:lnTo>
                  <a:pt x="182118" y="10623"/>
                </a:lnTo>
                <a:lnTo>
                  <a:pt x="212472" y="6565"/>
                </a:lnTo>
                <a:lnTo>
                  <a:pt x="242825" y="3474"/>
                </a:lnTo>
                <a:lnTo>
                  <a:pt x="273178" y="1349"/>
                </a:lnTo>
                <a:lnTo>
                  <a:pt x="303531" y="191"/>
                </a:lnTo>
                <a:lnTo>
                  <a:pt x="333884" y="0"/>
                </a:lnTo>
                <a:lnTo>
                  <a:pt x="364237" y="775"/>
                </a:lnTo>
                <a:lnTo>
                  <a:pt x="394590" y="2517"/>
                </a:lnTo>
                <a:lnTo>
                  <a:pt x="424943" y="5226"/>
                </a:lnTo>
              </a:path>
            </a:pathLst>
          </a:custGeom>
          <a:noFill/>
          <a:ln w="6477">
            <a:solidFill>
              <a:srgbClr val="C3414F">
                <a:alpha val="17000"/>
              </a:srgbClr>
            </a:solidFill>
            <a:prstDash val="solid"/>
          </a:ln>
        </p:spPr>
      </p:sp>
      <p:sp>
        <p:nvSpPr>
          <p:cNvPr id="188" name="knowledge-cross-edge">
            <a:extLst>
              <a:ext uri="{FF2B5EF4-FFF2-40B4-BE49-F238E27FC236}">
                <a16:creationId xmlns:a16="http://schemas.microsoft.com/office/drawing/2014/main" id="{6774BF55-9BBC-43CA-ACC2-99FFF33DD453}"/>
              </a:ext>
            </a:extLst>
          </p:cNvPr>
          <p:cNvSpPr>
            <a:spLocks noGrp="1"/>
          </p:cNvSpPr>
          <p:nvPr/>
        </p:nvSpPr>
        <p:spPr>
          <a:xfrm>
            <a:off x="5415954" y="6712900"/>
            <a:ext cx="404212" cy="235139"/>
          </a:xfrm>
          <a:custGeom>
            <a:avLst/>
            <a:gdLst/>
            <a:ahLst/>
            <a:cxnLst/>
            <a:rect l="0" t="0" r="0" b="0"/>
            <a:pathLst>
              <a:path w="404212" h="235139">
                <a:moveTo>
                  <a:pt x="0" y="235139"/>
                </a:moveTo>
                <a:lnTo>
                  <a:pt x="19132" y="193310"/>
                </a:lnTo>
                <a:lnTo>
                  <a:pt x="40910" y="155573"/>
                </a:lnTo>
                <a:lnTo>
                  <a:pt x="65334" y="121925"/>
                </a:lnTo>
                <a:lnTo>
                  <a:pt x="92404" y="92368"/>
                </a:lnTo>
                <a:lnTo>
                  <a:pt x="122120" y="66901"/>
                </a:lnTo>
                <a:lnTo>
                  <a:pt x="154481" y="45525"/>
                </a:lnTo>
                <a:lnTo>
                  <a:pt x="189488" y="28239"/>
                </a:lnTo>
                <a:lnTo>
                  <a:pt x="227142" y="15044"/>
                </a:lnTo>
                <a:lnTo>
                  <a:pt x="267441" y="5939"/>
                </a:lnTo>
                <a:lnTo>
                  <a:pt x="310385" y="924"/>
                </a:lnTo>
                <a:lnTo>
                  <a:pt x="355976" y="0"/>
                </a:lnTo>
                <a:lnTo>
                  <a:pt x="404212" y="3166"/>
                </a:lnTo>
              </a:path>
            </a:pathLst>
          </a:custGeom>
          <a:noFill/>
          <a:ln w="4953">
            <a:solidFill>
              <a:srgbClr val="C3414F">
                <a:alpha val="12000"/>
              </a:srgbClr>
            </a:solidFill>
            <a:prstDash val="solid"/>
          </a:ln>
        </p:spPr>
      </p:sp>
      <p:sp>
        <p:nvSpPr>
          <p:cNvPr id="189" name="knowledge-long-edge">
            <a:extLst>
              <a:ext uri="{FF2B5EF4-FFF2-40B4-BE49-F238E27FC236}">
                <a16:creationId xmlns:a16="http://schemas.microsoft.com/office/drawing/2014/main" id="{B0C874C7-5BB8-478F-A766-7524CAFD4EB6}"/>
              </a:ext>
            </a:extLst>
          </p:cNvPr>
          <p:cNvSpPr>
            <a:spLocks noGrp="1"/>
          </p:cNvSpPr>
          <p:nvPr/>
        </p:nvSpPr>
        <p:spPr>
          <a:xfrm>
            <a:off x="5415954" y="6622004"/>
            <a:ext cx="681135" cy="326034"/>
          </a:xfrm>
          <a:custGeom>
            <a:avLst/>
            <a:gdLst/>
            <a:ahLst/>
            <a:cxnLst/>
            <a:rect l="0" t="0" r="0" b="0"/>
            <a:pathLst>
              <a:path w="681135" h="326034">
                <a:moveTo>
                  <a:pt x="0" y="326034"/>
                </a:moveTo>
                <a:lnTo>
                  <a:pt x="42571" y="252218"/>
                </a:lnTo>
                <a:lnTo>
                  <a:pt x="85142" y="187848"/>
                </a:lnTo>
                <a:lnTo>
                  <a:pt x="127713" y="132924"/>
                </a:lnTo>
                <a:lnTo>
                  <a:pt x="170284" y="87447"/>
                </a:lnTo>
                <a:lnTo>
                  <a:pt x="212855" y="51416"/>
                </a:lnTo>
                <a:lnTo>
                  <a:pt x="255425" y="24831"/>
                </a:lnTo>
                <a:lnTo>
                  <a:pt x="297996" y="7692"/>
                </a:lnTo>
                <a:lnTo>
                  <a:pt x="340567" y="0"/>
                </a:lnTo>
                <a:lnTo>
                  <a:pt x="383138" y="1754"/>
                </a:lnTo>
                <a:lnTo>
                  <a:pt x="425709" y="12954"/>
                </a:lnTo>
                <a:lnTo>
                  <a:pt x="468280" y="33601"/>
                </a:lnTo>
                <a:lnTo>
                  <a:pt x="510851" y="63693"/>
                </a:lnTo>
                <a:lnTo>
                  <a:pt x="553422" y="103232"/>
                </a:lnTo>
                <a:lnTo>
                  <a:pt x="595993" y="152218"/>
                </a:lnTo>
                <a:lnTo>
                  <a:pt x="638564" y="210649"/>
                </a:lnTo>
                <a:lnTo>
                  <a:pt x="681135" y="278527"/>
                </a:lnTo>
              </a:path>
            </a:pathLst>
          </a:custGeom>
          <a:noFill/>
          <a:ln w="4286">
            <a:solidFill>
              <a:srgbClr val="C3414F">
                <a:alpha val="9000"/>
              </a:srgbClr>
            </a:solidFill>
            <a:prstDash val="solid"/>
          </a:ln>
        </p:spPr>
      </p:sp>
      <p:sp>
        <p:nvSpPr>
          <p:cNvPr id="190" name="knowledge-edge">
            <a:extLst>
              <a:ext uri="{FF2B5EF4-FFF2-40B4-BE49-F238E27FC236}">
                <a16:creationId xmlns:a16="http://schemas.microsoft.com/office/drawing/2014/main" id="{7B15838E-437A-4715-8477-5BF6000DCA27}"/>
              </a:ext>
            </a:extLst>
          </p:cNvPr>
          <p:cNvSpPr>
            <a:spLocks noGrp="1"/>
          </p:cNvSpPr>
          <p:nvPr/>
        </p:nvSpPr>
        <p:spPr>
          <a:xfrm>
            <a:off x="5263809" y="6956560"/>
            <a:ext cx="473662" cy="24022"/>
          </a:xfrm>
          <a:custGeom>
            <a:avLst/>
            <a:gdLst/>
            <a:ahLst/>
            <a:cxnLst/>
            <a:rect l="0" t="0" r="0" b="0"/>
            <a:pathLst>
              <a:path w="473662" h="24022">
                <a:moveTo>
                  <a:pt x="0" y="23807"/>
                </a:moveTo>
                <a:lnTo>
                  <a:pt x="33833" y="24022"/>
                </a:lnTo>
                <a:lnTo>
                  <a:pt x="67666" y="23942"/>
                </a:lnTo>
                <a:lnTo>
                  <a:pt x="101499" y="23568"/>
                </a:lnTo>
                <a:lnTo>
                  <a:pt x="135332" y="22899"/>
                </a:lnTo>
                <a:lnTo>
                  <a:pt x="169165" y="21935"/>
                </a:lnTo>
                <a:lnTo>
                  <a:pt x="202998" y="20677"/>
                </a:lnTo>
                <a:lnTo>
                  <a:pt x="236831" y="19123"/>
                </a:lnTo>
                <a:lnTo>
                  <a:pt x="270664" y="17276"/>
                </a:lnTo>
                <a:lnTo>
                  <a:pt x="304497" y="15133"/>
                </a:lnTo>
                <a:lnTo>
                  <a:pt x="338330" y="12696"/>
                </a:lnTo>
                <a:lnTo>
                  <a:pt x="372163" y="9964"/>
                </a:lnTo>
                <a:lnTo>
                  <a:pt x="405996" y="6937"/>
                </a:lnTo>
                <a:lnTo>
                  <a:pt x="439829" y="3616"/>
                </a:lnTo>
                <a:lnTo>
                  <a:pt x="473662" y="0"/>
                </a:lnTo>
              </a:path>
            </a:pathLst>
          </a:custGeom>
          <a:noFill/>
          <a:ln w="6477">
            <a:solidFill>
              <a:srgbClr val="C3414F">
                <a:alpha val="17000"/>
              </a:srgbClr>
            </a:solidFill>
            <a:prstDash val="solid"/>
          </a:ln>
        </p:spPr>
      </p:sp>
      <p:sp>
        <p:nvSpPr>
          <p:cNvPr id="191" name="knowledge-edge">
            <a:extLst>
              <a:ext uri="{FF2B5EF4-FFF2-40B4-BE49-F238E27FC236}">
                <a16:creationId xmlns:a16="http://schemas.microsoft.com/office/drawing/2014/main" id="{B8178BDC-C6DC-4D96-989E-0FCA7583E7D5}"/>
              </a:ext>
            </a:extLst>
          </p:cNvPr>
          <p:cNvSpPr>
            <a:spLocks noGrp="1"/>
          </p:cNvSpPr>
          <p:nvPr/>
        </p:nvSpPr>
        <p:spPr>
          <a:xfrm>
            <a:off x="5307590" y="6954431"/>
            <a:ext cx="428941" cy="125341"/>
          </a:xfrm>
          <a:custGeom>
            <a:avLst/>
            <a:gdLst/>
            <a:ahLst/>
            <a:cxnLst/>
            <a:rect l="0" t="0" r="0" b="0"/>
            <a:pathLst>
              <a:path w="428941" h="125341">
                <a:moveTo>
                  <a:pt x="0" y="102620"/>
                </a:moveTo>
                <a:lnTo>
                  <a:pt x="30639" y="112203"/>
                </a:lnTo>
                <a:lnTo>
                  <a:pt x="61277" y="119184"/>
                </a:lnTo>
                <a:lnTo>
                  <a:pt x="91916" y="123563"/>
                </a:lnTo>
                <a:lnTo>
                  <a:pt x="122555" y="125341"/>
                </a:lnTo>
                <a:lnTo>
                  <a:pt x="153193" y="124516"/>
                </a:lnTo>
                <a:lnTo>
                  <a:pt x="183832" y="121089"/>
                </a:lnTo>
                <a:lnTo>
                  <a:pt x="214471" y="115060"/>
                </a:lnTo>
                <a:lnTo>
                  <a:pt x="245109" y="106429"/>
                </a:lnTo>
                <a:lnTo>
                  <a:pt x="275748" y="95196"/>
                </a:lnTo>
                <a:lnTo>
                  <a:pt x="306386" y="81361"/>
                </a:lnTo>
                <a:lnTo>
                  <a:pt x="337025" y="64924"/>
                </a:lnTo>
                <a:lnTo>
                  <a:pt x="367664" y="45885"/>
                </a:lnTo>
                <a:lnTo>
                  <a:pt x="398302" y="24243"/>
                </a:lnTo>
                <a:lnTo>
                  <a:pt x="428941" y="0"/>
                </a:lnTo>
              </a:path>
            </a:pathLst>
          </a:custGeom>
          <a:noFill/>
          <a:ln w="6477">
            <a:solidFill>
              <a:srgbClr val="C3414F">
                <a:alpha val="17000"/>
              </a:srgbClr>
            </a:solidFill>
            <a:prstDash val="solid"/>
          </a:ln>
        </p:spPr>
      </p:sp>
      <p:sp>
        <p:nvSpPr>
          <p:cNvPr id="192" name="knowledge-cross-edge">
            <a:extLst>
              <a:ext uri="{FF2B5EF4-FFF2-40B4-BE49-F238E27FC236}">
                <a16:creationId xmlns:a16="http://schemas.microsoft.com/office/drawing/2014/main" id="{8BD83130-E4F5-46BD-A3CA-7F7E0653C588}"/>
              </a:ext>
            </a:extLst>
          </p:cNvPr>
          <p:cNvSpPr>
            <a:spLocks noGrp="1"/>
          </p:cNvSpPr>
          <p:nvPr/>
        </p:nvSpPr>
        <p:spPr>
          <a:xfrm>
            <a:off x="5307590" y="6956560"/>
            <a:ext cx="429881" cy="100491"/>
          </a:xfrm>
          <a:custGeom>
            <a:avLst/>
            <a:gdLst/>
            <a:ahLst/>
            <a:cxnLst/>
            <a:rect l="0" t="0" r="0" b="0"/>
            <a:pathLst>
              <a:path w="429881" h="100491">
                <a:moveTo>
                  <a:pt x="0" y="100491"/>
                </a:moveTo>
                <a:lnTo>
                  <a:pt x="21271" y="85029"/>
                </a:lnTo>
                <a:lnTo>
                  <a:pt x="45188" y="70856"/>
                </a:lnTo>
                <a:lnTo>
                  <a:pt x="71751" y="57972"/>
                </a:lnTo>
                <a:lnTo>
                  <a:pt x="100960" y="46376"/>
                </a:lnTo>
                <a:lnTo>
                  <a:pt x="132815" y="36069"/>
                </a:lnTo>
                <a:lnTo>
                  <a:pt x="167315" y="27050"/>
                </a:lnTo>
                <a:lnTo>
                  <a:pt x="204462" y="19320"/>
                </a:lnTo>
                <a:lnTo>
                  <a:pt x="244254" y="12879"/>
                </a:lnTo>
                <a:lnTo>
                  <a:pt x="286692" y="7726"/>
                </a:lnTo>
                <a:lnTo>
                  <a:pt x="331776" y="3862"/>
                </a:lnTo>
                <a:lnTo>
                  <a:pt x="379505" y="1287"/>
                </a:lnTo>
                <a:lnTo>
                  <a:pt x="429881" y="0"/>
                </a:lnTo>
              </a:path>
            </a:pathLst>
          </a:custGeom>
          <a:noFill/>
          <a:ln w="4953">
            <a:solidFill>
              <a:srgbClr val="C3414F">
                <a:alpha val="12000"/>
              </a:srgbClr>
            </a:solidFill>
            <a:prstDash val="solid"/>
          </a:ln>
        </p:spPr>
      </p:sp>
      <p:sp>
        <p:nvSpPr>
          <p:cNvPr id="193" name="knowledge-edge">
            <a:extLst>
              <a:ext uri="{FF2B5EF4-FFF2-40B4-BE49-F238E27FC236}">
                <a16:creationId xmlns:a16="http://schemas.microsoft.com/office/drawing/2014/main" id="{656E6145-ACB0-4B85-99E3-7E315A258EE8}"/>
              </a:ext>
            </a:extLst>
          </p:cNvPr>
          <p:cNvSpPr>
            <a:spLocks noGrp="1"/>
          </p:cNvSpPr>
          <p:nvPr/>
        </p:nvSpPr>
        <p:spPr>
          <a:xfrm>
            <a:off x="5708221" y="5885186"/>
            <a:ext cx="565747" cy="68662"/>
          </a:xfrm>
          <a:custGeom>
            <a:avLst/>
            <a:gdLst/>
            <a:ahLst/>
            <a:cxnLst/>
            <a:rect l="0" t="0" r="0" b="0"/>
            <a:pathLst>
              <a:path w="565747" h="68662">
                <a:moveTo>
                  <a:pt x="0" y="0"/>
                </a:moveTo>
                <a:lnTo>
                  <a:pt x="40410" y="15006"/>
                </a:lnTo>
                <a:lnTo>
                  <a:pt x="80821" y="28168"/>
                </a:lnTo>
                <a:lnTo>
                  <a:pt x="121231" y="39486"/>
                </a:lnTo>
                <a:lnTo>
                  <a:pt x="161642" y="48960"/>
                </a:lnTo>
                <a:lnTo>
                  <a:pt x="202052" y="56589"/>
                </a:lnTo>
                <a:lnTo>
                  <a:pt x="242463" y="62373"/>
                </a:lnTo>
                <a:lnTo>
                  <a:pt x="282873" y="66314"/>
                </a:lnTo>
                <a:lnTo>
                  <a:pt x="323284" y="68410"/>
                </a:lnTo>
                <a:lnTo>
                  <a:pt x="363694" y="68662"/>
                </a:lnTo>
                <a:lnTo>
                  <a:pt x="404105" y="67069"/>
                </a:lnTo>
                <a:lnTo>
                  <a:pt x="444515" y="63633"/>
                </a:lnTo>
                <a:lnTo>
                  <a:pt x="484926" y="58352"/>
                </a:lnTo>
                <a:lnTo>
                  <a:pt x="525336" y="51226"/>
                </a:lnTo>
                <a:lnTo>
                  <a:pt x="565747" y="42256"/>
                </a:lnTo>
              </a:path>
            </a:pathLst>
          </a:custGeom>
          <a:noFill/>
          <a:ln w="6477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194" name="knowledge-cross-edge">
            <a:extLst>
              <a:ext uri="{FF2B5EF4-FFF2-40B4-BE49-F238E27FC236}">
                <a16:creationId xmlns:a16="http://schemas.microsoft.com/office/drawing/2014/main" id="{CE42697A-4B7E-4D31-AB6F-C973C9E3FDA1}"/>
              </a:ext>
            </a:extLst>
          </p:cNvPr>
          <p:cNvSpPr>
            <a:spLocks noGrp="1"/>
          </p:cNvSpPr>
          <p:nvPr/>
        </p:nvSpPr>
        <p:spPr>
          <a:xfrm>
            <a:off x="5708221" y="5885186"/>
            <a:ext cx="382898" cy="302646"/>
          </a:xfrm>
          <a:custGeom>
            <a:avLst/>
            <a:gdLst/>
            <a:ahLst/>
            <a:cxnLst/>
            <a:rect l="0" t="0" r="0" b="0"/>
            <a:pathLst>
              <a:path w="382898" h="302646">
                <a:moveTo>
                  <a:pt x="0" y="0"/>
                </a:moveTo>
                <a:lnTo>
                  <a:pt x="46460" y="7556"/>
                </a:lnTo>
                <a:lnTo>
                  <a:pt x="90275" y="18323"/>
                </a:lnTo>
                <a:lnTo>
                  <a:pt x="131443" y="32303"/>
                </a:lnTo>
                <a:lnTo>
                  <a:pt x="169966" y="49494"/>
                </a:lnTo>
                <a:lnTo>
                  <a:pt x="205843" y="69897"/>
                </a:lnTo>
                <a:lnTo>
                  <a:pt x="239074" y="93512"/>
                </a:lnTo>
                <a:lnTo>
                  <a:pt x="269659" y="120338"/>
                </a:lnTo>
                <a:lnTo>
                  <a:pt x="297599" y="150376"/>
                </a:lnTo>
                <a:lnTo>
                  <a:pt x="322892" y="183626"/>
                </a:lnTo>
                <a:lnTo>
                  <a:pt x="345540" y="220088"/>
                </a:lnTo>
                <a:lnTo>
                  <a:pt x="365542" y="259761"/>
                </a:lnTo>
                <a:lnTo>
                  <a:pt x="382898" y="302646"/>
                </a:lnTo>
              </a:path>
            </a:pathLst>
          </a:custGeom>
          <a:noFill/>
          <a:ln w="5334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195" name="knowledge-long-edge">
            <a:extLst>
              <a:ext uri="{FF2B5EF4-FFF2-40B4-BE49-F238E27FC236}">
                <a16:creationId xmlns:a16="http://schemas.microsoft.com/office/drawing/2014/main" id="{2172DFDC-65C9-4EA0-83A3-0E1EF70C591F}"/>
              </a:ext>
            </a:extLst>
          </p:cNvPr>
          <p:cNvSpPr>
            <a:spLocks noGrp="1"/>
          </p:cNvSpPr>
          <p:nvPr/>
        </p:nvSpPr>
        <p:spPr>
          <a:xfrm>
            <a:off x="5708221" y="5606890"/>
            <a:ext cx="828145" cy="383620"/>
          </a:xfrm>
          <a:custGeom>
            <a:avLst/>
            <a:gdLst/>
            <a:ahLst/>
            <a:cxnLst/>
            <a:rect l="0" t="0" r="0" b="0"/>
            <a:pathLst>
              <a:path w="828145" h="383620">
                <a:moveTo>
                  <a:pt x="0" y="278297"/>
                </a:moveTo>
                <a:lnTo>
                  <a:pt x="51759" y="207647"/>
                </a:lnTo>
                <a:lnTo>
                  <a:pt x="103518" y="147295"/>
                </a:lnTo>
                <a:lnTo>
                  <a:pt x="155277" y="97241"/>
                </a:lnTo>
                <a:lnTo>
                  <a:pt x="207036" y="57484"/>
                </a:lnTo>
                <a:lnTo>
                  <a:pt x="258795" y="28025"/>
                </a:lnTo>
                <a:lnTo>
                  <a:pt x="310554" y="8864"/>
                </a:lnTo>
                <a:lnTo>
                  <a:pt x="362313" y="0"/>
                </a:lnTo>
                <a:lnTo>
                  <a:pt x="414072" y="1434"/>
                </a:lnTo>
                <a:lnTo>
                  <a:pt x="465831" y="13165"/>
                </a:lnTo>
                <a:lnTo>
                  <a:pt x="517590" y="35195"/>
                </a:lnTo>
                <a:lnTo>
                  <a:pt x="569349" y="67521"/>
                </a:lnTo>
                <a:lnTo>
                  <a:pt x="621108" y="110146"/>
                </a:lnTo>
                <a:lnTo>
                  <a:pt x="672867" y="163068"/>
                </a:lnTo>
                <a:lnTo>
                  <a:pt x="724626" y="226288"/>
                </a:lnTo>
                <a:lnTo>
                  <a:pt x="776386" y="299805"/>
                </a:lnTo>
                <a:lnTo>
                  <a:pt x="828145" y="383620"/>
                </a:lnTo>
              </a:path>
            </a:pathLst>
          </a:custGeom>
          <a:noFill/>
          <a:ln w="4286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196" name="knowledge-edge">
            <a:extLst>
              <a:ext uri="{FF2B5EF4-FFF2-40B4-BE49-F238E27FC236}">
                <a16:creationId xmlns:a16="http://schemas.microsoft.com/office/drawing/2014/main" id="{8C32B7E7-3528-4DBA-B4E2-AF0C2EEAEDD2}"/>
              </a:ext>
            </a:extLst>
          </p:cNvPr>
          <p:cNvSpPr>
            <a:spLocks noGrp="1"/>
          </p:cNvSpPr>
          <p:nvPr/>
        </p:nvSpPr>
        <p:spPr>
          <a:xfrm>
            <a:off x="5645442" y="6187833"/>
            <a:ext cx="445678" cy="59538"/>
          </a:xfrm>
          <a:custGeom>
            <a:avLst/>
            <a:gdLst/>
            <a:ahLst/>
            <a:cxnLst/>
            <a:rect l="0" t="0" r="0" b="0"/>
            <a:pathLst>
              <a:path w="445678" h="59538">
                <a:moveTo>
                  <a:pt x="0" y="46361"/>
                </a:moveTo>
                <a:lnTo>
                  <a:pt x="31834" y="51637"/>
                </a:lnTo>
                <a:lnTo>
                  <a:pt x="63668" y="55592"/>
                </a:lnTo>
                <a:lnTo>
                  <a:pt x="95502" y="58225"/>
                </a:lnTo>
                <a:lnTo>
                  <a:pt x="127336" y="59538"/>
                </a:lnTo>
                <a:lnTo>
                  <a:pt x="159171" y="59529"/>
                </a:lnTo>
                <a:lnTo>
                  <a:pt x="191005" y="58199"/>
                </a:lnTo>
                <a:lnTo>
                  <a:pt x="222839" y="55548"/>
                </a:lnTo>
                <a:lnTo>
                  <a:pt x="254673" y="51576"/>
                </a:lnTo>
                <a:lnTo>
                  <a:pt x="286507" y="46283"/>
                </a:lnTo>
                <a:lnTo>
                  <a:pt x="318341" y="39669"/>
                </a:lnTo>
                <a:lnTo>
                  <a:pt x="350175" y="31733"/>
                </a:lnTo>
                <a:lnTo>
                  <a:pt x="382009" y="22477"/>
                </a:lnTo>
                <a:lnTo>
                  <a:pt x="413844" y="11899"/>
                </a:lnTo>
                <a:lnTo>
                  <a:pt x="445678" y="0"/>
                </a:lnTo>
              </a:path>
            </a:pathLst>
          </a:custGeom>
          <a:noFill/>
          <a:ln w="6477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197" name="knowledge-cross-edge">
            <a:extLst>
              <a:ext uri="{FF2B5EF4-FFF2-40B4-BE49-F238E27FC236}">
                <a16:creationId xmlns:a16="http://schemas.microsoft.com/office/drawing/2014/main" id="{E9520170-B89C-407E-A34E-64418875B22F}"/>
              </a:ext>
            </a:extLst>
          </p:cNvPr>
          <p:cNvSpPr>
            <a:spLocks noGrp="1"/>
          </p:cNvSpPr>
          <p:nvPr/>
        </p:nvSpPr>
        <p:spPr>
          <a:xfrm>
            <a:off x="5645442" y="6221975"/>
            <a:ext cx="485501" cy="252622"/>
          </a:xfrm>
          <a:custGeom>
            <a:avLst/>
            <a:gdLst/>
            <a:ahLst/>
            <a:cxnLst/>
            <a:rect l="0" t="0" r="0" b="0"/>
            <a:pathLst>
              <a:path w="485501" h="252622">
                <a:moveTo>
                  <a:pt x="0" y="12219"/>
                </a:moveTo>
                <a:lnTo>
                  <a:pt x="55010" y="3495"/>
                </a:lnTo>
                <a:lnTo>
                  <a:pt x="107375" y="0"/>
                </a:lnTo>
                <a:lnTo>
                  <a:pt x="157094" y="1733"/>
                </a:lnTo>
                <a:lnTo>
                  <a:pt x="204167" y="8696"/>
                </a:lnTo>
                <a:lnTo>
                  <a:pt x="248594" y="20886"/>
                </a:lnTo>
                <a:lnTo>
                  <a:pt x="290375" y="38305"/>
                </a:lnTo>
                <a:lnTo>
                  <a:pt x="329511" y="60953"/>
                </a:lnTo>
                <a:lnTo>
                  <a:pt x="366001" y="88830"/>
                </a:lnTo>
                <a:lnTo>
                  <a:pt x="399844" y="121935"/>
                </a:lnTo>
                <a:lnTo>
                  <a:pt x="431042" y="160269"/>
                </a:lnTo>
                <a:lnTo>
                  <a:pt x="459595" y="203831"/>
                </a:lnTo>
                <a:lnTo>
                  <a:pt x="485501" y="252622"/>
                </a:lnTo>
              </a:path>
            </a:pathLst>
          </a:custGeom>
          <a:noFill/>
          <a:ln w="5334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198" name="knowledge-edge">
            <a:extLst>
              <a:ext uri="{FF2B5EF4-FFF2-40B4-BE49-F238E27FC236}">
                <a16:creationId xmlns:a16="http://schemas.microsoft.com/office/drawing/2014/main" id="{BD8C2C16-50F0-4F6D-B7CF-FEA006DE7FDE}"/>
              </a:ext>
            </a:extLst>
          </p:cNvPr>
          <p:cNvSpPr>
            <a:spLocks noGrp="1"/>
          </p:cNvSpPr>
          <p:nvPr/>
        </p:nvSpPr>
        <p:spPr>
          <a:xfrm>
            <a:off x="5829028" y="6450467"/>
            <a:ext cx="301915" cy="115562"/>
          </a:xfrm>
          <a:custGeom>
            <a:avLst/>
            <a:gdLst/>
            <a:ahLst/>
            <a:cxnLst/>
            <a:rect l="0" t="0" r="0" b="0"/>
            <a:pathLst>
              <a:path w="301915" h="115562">
                <a:moveTo>
                  <a:pt x="0" y="115562"/>
                </a:moveTo>
                <a:lnTo>
                  <a:pt x="21565" y="92698"/>
                </a:lnTo>
                <a:lnTo>
                  <a:pt x="43131" y="72348"/>
                </a:lnTo>
                <a:lnTo>
                  <a:pt x="64696" y="54510"/>
                </a:lnTo>
                <a:lnTo>
                  <a:pt x="86261" y="39185"/>
                </a:lnTo>
                <a:lnTo>
                  <a:pt x="107827" y="26373"/>
                </a:lnTo>
                <a:lnTo>
                  <a:pt x="129392" y="16073"/>
                </a:lnTo>
                <a:lnTo>
                  <a:pt x="150957" y="8286"/>
                </a:lnTo>
                <a:lnTo>
                  <a:pt x="172523" y="3011"/>
                </a:lnTo>
                <a:lnTo>
                  <a:pt x="194088" y="249"/>
                </a:lnTo>
                <a:lnTo>
                  <a:pt x="215654" y="0"/>
                </a:lnTo>
                <a:lnTo>
                  <a:pt x="237219" y="2263"/>
                </a:lnTo>
                <a:lnTo>
                  <a:pt x="258784" y="7040"/>
                </a:lnTo>
                <a:lnTo>
                  <a:pt x="280350" y="14328"/>
                </a:lnTo>
                <a:lnTo>
                  <a:pt x="301915" y="24130"/>
                </a:lnTo>
              </a:path>
            </a:pathLst>
          </a:custGeom>
          <a:noFill/>
          <a:ln w="6477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199" name="knowledge-cross-edge">
            <a:extLst>
              <a:ext uri="{FF2B5EF4-FFF2-40B4-BE49-F238E27FC236}">
                <a16:creationId xmlns:a16="http://schemas.microsoft.com/office/drawing/2014/main" id="{5704DADC-9AF5-4849-922C-DAB7FAD1B6C8}"/>
              </a:ext>
            </a:extLst>
          </p:cNvPr>
          <p:cNvSpPr>
            <a:spLocks noGrp="1"/>
          </p:cNvSpPr>
          <p:nvPr/>
        </p:nvSpPr>
        <p:spPr>
          <a:xfrm>
            <a:off x="5829028" y="6566028"/>
            <a:ext cx="452109" cy="54216"/>
          </a:xfrm>
          <a:custGeom>
            <a:avLst/>
            <a:gdLst/>
            <a:ahLst/>
            <a:cxnLst/>
            <a:rect l="0" t="0" r="0" b="0"/>
            <a:pathLst>
              <a:path w="452109" h="54216">
                <a:moveTo>
                  <a:pt x="0" y="0"/>
                </a:moveTo>
                <a:lnTo>
                  <a:pt x="52228" y="7264"/>
                </a:lnTo>
                <a:lnTo>
                  <a:pt x="101810" y="14029"/>
                </a:lnTo>
                <a:lnTo>
                  <a:pt x="148746" y="20295"/>
                </a:lnTo>
                <a:lnTo>
                  <a:pt x="193036" y="26061"/>
                </a:lnTo>
                <a:lnTo>
                  <a:pt x="234681" y="31328"/>
                </a:lnTo>
                <a:lnTo>
                  <a:pt x="273680" y="36096"/>
                </a:lnTo>
                <a:lnTo>
                  <a:pt x="310033" y="40364"/>
                </a:lnTo>
                <a:lnTo>
                  <a:pt x="343740" y="44133"/>
                </a:lnTo>
                <a:lnTo>
                  <a:pt x="374801" y="47403"/>
                </a:lnTo>
                <a:lnTo>
                  <a:pt x="403216" y="50173"/>
                </a:lnTo>
                <a:lnTo>
                  <a:pt x="428986" y="52444"/>
                </a:lnTo>
                <a:lnTo>
                  <a:pt x="452109" y="54216"/>
                </a:lnTo>
              </a:path>
            </a:pathLst>
          </a:custGeom>
          <a:noFill/>
          <a:ln w="5334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200" name="knowledge-edge">
            <a:extLst>
              <a:ext uri="{FF2B5EF4-FFF2-40B4-BE49-F238E27FC236}">
                <a16:creationId xmlns:a16="http://schemas.microsoft.com/office/drawing/2014/main" id="{C2E958A4-E946-4020-BF56-B14236873D0C}"/>
              </a:ext>
            </a:extLst>
          </p:cNvPr>
          <p:cNvSpPr>
            <a:spLocks noGrp="1"/>
          </p:cNvSpPr>
          <p:nvPr/>
        </p:nvSpPr>
        <p:spPr>
          <a:xfrm>
            <a:off x="5820166" y="6592584"/>
            <a:ext cx="460971" cy="123481"/>
          </a:xfrm>
          <a:custGeom>
            <a:avLst/>
            <a:gdLst/>
            <a:ahLst/>
            <a:cxnLst/>
            <a:rect l="0" t="0" r="0" b="0"/>
            <a:pathLst>
              <a:path w="460971" h="123481">
                <a:moveTo>
                  <a:pt x="0" y="123481"/>
                </a:moveTo>
                <a:lnTo>
                  <a:pt x="32927" y="98760"/>
                </a:lnTo>
                <a:lnTo>
                  <a:pt x="65853" y="76789"/>
                </a:lnTo>
                <a:lnTo>
                  <a:pt x="98780" y="57568"/>
                </a:lnTo>
                <a:lnTo>
                  <a:pt x="131706" y="41098"/>
                </a:lnTo>
                <a:lnTo>
                  <a:pt x="164633" y="27377"/>
                </a:lnTo>
                <a:lnTo>
                  <a:pt x="197559" y="16408"/>
                </a:lnTo>
                <a:lnTo>
                  <a:pt x="230486" y="8188"/>
                </a:lnTo>
                <a:lnTo>
                  <a:pt x="263412" y="2719"/>
                </a:lnTo>
                <a:lnTo>
                  <a:pt x="296339" y="0"/>
                </a:lnTo>
                <a:lnTo>
                  <a:pt x="329265" y="31"/>
                </a:lnTo>
                <a:lnTo>
                  <a:pt x="362192" y="2813"/>
                </a:lnTo>
                <a:lnTo>
                  <a:pt x="395118" y="8345"/>
                </a:lnTo>
                <a:lnTo>
                  <a:pt x="428045" y="16628"/>
                </a:lnTo>
                <a:lnTo>
                  <a:pt x="460971" y="27660"/>
                </a:lnTo>
              </a:path>
            </a:pathLst>
          </a:custGeom>
          <a:noFill/>
          <a:ln w="6477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201" name="knowledge-edge">
            <a:extLst>
              <a:ext uri="{FF2B5EF4-FFF2-40B4-BE49-F238E27FC236}">
                <a16:creationId xmlns:a16="http://schemas.microsoft.com/office/drawing/2014/main" id="{7F3218DC-C2BF-46C0-9F8E-10C60403D482}"/>
              </a:ext>
            </a:extLst>
          </p:cNvPr>
          <p:cNvSpPr>
            <a:spLocks noGrp="1"/>
          </p:cNvSpPr>
          <p:nvPr/>
        </p:nvSpPr>
        <p:spPr>
          <a:xfrm>
            <a:off x="5840897" y="6775932"/>
            <a:ext cx="456036" cy="140715"/>
          </a:xfrm>
          <a:custGeom>
            <a:avLst/>
            <a:gdLst/>
            <a:ahLst/>
            <a:cxnLst/>
            <a:rect l="0" t="0" r="0" b="0"/>
            <a:pathLst>
              <a:path w="456036" h="140715">
                <a:moveTo>
                  <a:pt x="0" y="122064"/>
                </a:moveTo>
                <a:lnTo>
                  <a:pt x="32574" y="130741"/>
                </a:lnTo>
                <a:lnTo>
                  <a:pt x="65148" y="136742"/>
                </a:lnTo>
                <a:lnTo>
                  <a:pt x="97722" y="140067"/>
                </a:lnTo>
                <a:lnTo>
                  <a:pt x="130296" y="140715"/>
                </a:lnTo>
                <a:lnTo>
                  <a:pt x="162870" y="138687"/>
                </a:lnTo>
                <a:lnTo>
                  <a:pt x="195444" y="133983"/>
                </a:lnTo>
                <a:lnTo>
                  <a:pt x="228018" y="126602"/>
                </a:lnTo>
                <a:lnTo>
                  <a:pt x="260592" y="116545"/>
                </a:lnTo>
                <a:lnTo>
                  <a:pt x="293166" y="103812"/>
                </a:lnTo>
                <a:lnTo>
                  <a:pt x="325740" y="88402"/>
                </a:lnTo>
                <a:lnTo>
                  <a:pt x="358314" y="70316"/>
                </a:lnTo>
                <a:lnTo>
                  <a:pt x="390888" y="49554"/>
                </a:lnTo>
                <a:lnTo>
                  <a:pt x="423462" y="26115"/>
                </a:lnTo>
                <a:lnTo>
                  <a:pt x="456036" y="0"/>
                </a:lnTo>
              </a:path>
            </a:pathLst>
          </a:custGeom>
          <a:noFill/>
          <a:ln w="6477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202" name="knowledge-cross-edge">
            <a:extLst>
              <a:ext uri="{FF2B5EF4-FFF2-40B4-BE49-F238E27FC236}">
                <a16:creationId xmlns:a16="http://schemas.microsoft.com/office/drawing/2014/main" id="{5A28F938-F471-4136-AD3A-A386E3D28CA7}"/>
              </a:ext>
            </a:extLst>
          </p:cNvPr>
          <p:cNvSpPr>
            <a:spLocks noGrp="1"/>
          </p:cNvSpPr>
          <p:nvPr/>
        </p:nvSpPr>
        <p:spPr>
          <a:xfrm>
            <a:off x="5840897" y="6897996"/>
            <a:ext cx="256191" cy="9525"/>
          </a:xfrm>
          <a:custGeom>
            <a:avLst/>
            <a:gdLst/>
            <a:ahLst/>
            <a:cxnLst/>
            <a:rect l="0" t="0" r="0" b="0"/>
            <a:pathLst>
              <a:path w="256191" h="9525">
                <a:moveTo>
                  <a:pt x="0" y="0"/>
                </a:moveTo>
                <a:lnTo>
                  <a:pt x="35901" y="1566"/>
                </a:lnTo>
                <a:lnTo>
                  <a:pt x="69157" y="2886"/>
                </a:lnTo>
                <a:lnTo>
                  <a:pt x="99767" y="3960"/>
                </a:lnTo>
                <a:lnTo>
                  <a:pt x="127730" y="4787"/>
                </a:lnTo>
                <a:lnTo>
                  <a:pt x="153049" y="5368"/>
                </a:lnTo>
                <a:lnTo>
                  <a:pt x="175721" y="5702"/>
                </a:lnTo>
                <a:lnTo>
                  <a:pt x="195747" y="5790"/>
                </a:lnTo>
                <a:lnTo>
                  <a:pt x="213128" y="5632"/>
                </a:lnTo>
                <a:lnTo>
                  <a:pt x="227862" y="5227"/>
                </a:lnTo>
                <a:lnTo>
                  <a:pt x="239951" y="4576"/>
                </a:lnTo>
                <a:lnTo>
                  <a:pt x="249394" y="3679"/>
                </a:lnTo>
                <a:lnTo>
                  <a:pt x="256191" y="2535"/>
                </a:lnTo>
              </a:path>
            </a:pathLst>
          </a:custGeom>
          <a:noFill/>
          <a:ln w="5334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203" name="knowledge-edge">
            <a:extLst>
              <a:ext uri="{FF2B5EF4-FFF2-40B4-BE49-F238E27FC236}">
                <a16:creationId xmlns:a16="http://schemas.microsoft.com/office/drawing/2014/main" id="{1AC6555F-6306-4C8D-98E4-50A222FC0C1D}"/>
              </a:ext>
            </a:extLst>
          </p:cNvPr>
          <p:cNvSpPr>
            <a:spLocks noGrp="1"/>
          </p:cNvSpPr>
          <p:nvPr/>
        </p:nvSpPr>
        <p:spPr>
          <a:xfrm>
            <a:off x="5737471" y="6857063"/>
            <a:ext cx="359618" cy="99496"/>
          </a:xfrm>
          <a:custGeom>
            <a:avLst/>
            <a:gdLst/>
            <a:ahLst/>
            <a:cxnLst/>
            <a:rect l="0" t="0" r="0" b="0"/>
            <a:pathLst>
              <a:path w="359618" h="99496">
                <a:moveTo>
                  <a:pt x="0" y="99496"/>
                </a:moveTo>
                <a:lnTo>
                  <a:pt x="25687" y="77218"/>
                </a:lnTo>
                <a:lnTo>
                  <a:pt x="51374" y="57752"/>
                </a:lnTo>
                <a:lnTo>
                  <a:pt x="77061" y="41098"/>
                </a:lnTo>
                <a:lnTo>
                  <a:pt x="102748" y="27255"/>
                </a:lnTo>
                <a:lnTo>
                  <a:pt x="128435" y="16224"/>
                </a:lnTo>
                <a:lnTo>
                  <a:pt x="154122" y="8004"/>
                </a:lnTo>
                <a:lnTo>
                  <a:pt x="179809" y="2596"/>
                </a:lnTo>
                <a:lnTo>
                  <a:pt x="205496" y="0"/>
                </a:lnTo>
                <a:lnTo>
                  <a:pt x="231183" y="215"/>
                </a:lnTo>
                <a:lnTo>
                  <a:pt x="256870" y="3242"/>
                </a:lnTo>
                <a:lnTo>
                  <a:pt x="282557" y="9081"/>
                </a:lnTo>
                <a:lnTo>
                  <a:pt x="308244" y="17732"/>
                </a:lnTo>
                <a:lnTo>
                  <a:pt x="333931" y="29194"/>
                </a:lnTo>
                <a:lnTo>
                  <a:pt x="359618" y="43467"/>
                </a:lnTo>
              </a:path>
            </a:pathLst>
          </a:custGeom>
          <a:noFill/>
          <a:ln w="6477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204" name="knowledge-cross-edge">
            <a:extLst>
              <a:ext uri="{FF2B5EF4-FFF2-40B4-BE49-F238E27FC236}">
                <a16:creationId xmlns:a16="http://schemas.microsoft.com/office/drawing/2014/main" id="{6C9BCBC0-9738-429C-9384-1BBDF0891D3C}"/>
              </a:ext>
            </a:extLst>
          </p:cNvPr>
          <p:cNvSpPr>
            <a:spLocks noGrp="1"/>
          </p:cNvSpPr>
          <p:nvPr/>
        </p:nvSpPr>
        <p:spPr>
          <a:xfrm>
            <a:off x="5737471" y="6935940"/>
            <a:ext cx="507153" cy="22440"/>
          </a:xfrm>
          <a:custGeom>
            <a:avLst/>
            <a:gdLst/>
            <a:ahLst/>
            <a:cxnLst/>
            <a:rect l="0" t="0" r="0" b="0"/>
            <a:pathLst>
              <a:path w="507153" h="22440">
                <a:moveTo>
                  <a:pt x="0" y="20619"/>
                </a:moveTo>
                <a:lnTo>
                  <a:pt x="56815" y="21743"/>
                </a:lnTo>
                <a:lnTo>
                  <a:pt x="110984" y="22350"/>
                </a:lnTo>
                <a:lnTo>
                  <a:pt x="162507" y="22440"/>
                </a:lnTo>
                <a:lnTo>
                  <a:pt x="211384" y="22014"/>
                </a:lnTo>
                <a:lnTo>
                  <a:pt x="257616" y="21070"/>
                </a:lnTo>
                <a:lnTo>
                  <a:pt x="301201" y="19610"/>
                </a:lnTo>
                <a:lnTo>
                  <a:pt x="342141" y="17634"/>
                </a:lnTo>
                <a:lnTo>
                  <a:pt x="380435" y="15141"/>
                </a:lnTo>
                <a:lnTo>
                  <a:pt x="416083" y="12130"/>
                </a:lnTo>
                <a:lnTo>
                  <a:pt x="449086" y="8604"/>
                </a:lnTo>
                <a:lnTo>
                  <a:pt x="479442" y="4560"/>
                </a:lnTo>
                <a:lnTo>
                  <a:pt x="507153" y="0"/>
                </a:lnTo>
              </a:path>
            </a:pathLst>
          </a:custGeom>
          <a:noFill/>
          <a:ln w="5334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205" name="knowledge-cross-edge">
            <a:extLst>
              <a:ext uri="{FF2B5EF4-FFF2-40B4-BE49-F238E27FC236}">
                <a16:creationId xmlns:a16="http://schemas.microsoft.com/office/drawing/2014/main" id="{750A750C-7191-4842-8DBC-6AE24E7678D8}"/>
              </a:ext>
            </a:extLst>
          </p:cNvPr>
          <p:cNvSpPr>
            <a:spLocks noGrp="1"/>
          </p:cNvSpPr>
          <p:nvPr/>
        </p:nvSpPr>
        <p:spPr>
          <a:xfrm>
            <a:off x="5737471" y="6775932"/>
            <a:ext cx="559462" cy="180628"/>
          </a:xfrm>
          <a:custGeom>
            <a:avLst/>
            <a:gdLst/>
            <a:ahLst/>
            <a:cxnLst/>
            <a:rect l="0" t="0" r="0" b="0"/>
            <a:pathLst>
              <a:path w="559462" h="180628">
                <a:moveTo>
                  <a:pt x="0" y="180628"/>
                </a:moveTo>
                <a:lnTo>
                  <a:pt x="32070" y="161550"/>
                </a:lnTo>
                <a:lnTo>
                  <a:pt x="66785" y="143205"/>
                </a:lnTo>
                <a:lnTo>
                  <a:pt x="104147" y="125591"/>
                </a:lnTo>
                <a:lnTo>
                  <a:pt x="144154" y="108710"/>
                </a:lnTo>
                <a:lnTo>
                  <a:pt x="186807" y="92560"/>
                </a:lnTo>
                <a:lnTo>
                  <a:pt x="232106" y="77141"/>
                </a:lnTo>
                <a:lnTo>
                  <a:pt x="280051" y="62455"/>
                </a:lnTo>
                <a:lnTo>
                  <a:pt x="330641" y="48500"/>
                </a:lnTo>
                <a:lnTo>
                  <a:pt x="383878" y="35278"/>
                </a:lnTo>
                <a:lnTo>
                  <a:pt x="439760" y="22787"/>
                </a:lnTo>
                <a:lnTo>
                  <a:pt x="498288" y="11027"/>
                </a:lnTo>
                <a:lnTo>
                  <a:pt x="559462" y="0"/>
                </a:lnTo>
              </a:path>
            </a:pathLst>
          </a:custGeom>
          <a:noFill/>
          <a:ln w="4953">
            <a:solidFill>
              <a:srgbClr val="D74242">
                <a:alpha val="12000"/>
              </a:srgbClr>
            </a:solidFill>
            <a:prstDash val="solid"/>
          </a:ln>
        </p:spPr>
      </p:sp>
      <p:sp>
        <p:nvSpPr>
          <p:cNvPr id="206" name="knowledge-long-edge">
            <a:extLst>
              <a:ext uri="{FF2B5EF4-FFF2-40B4-BE49-F238E27FC236}">
                <a16:creationId xmlns:a16="http://schemas.microsoft.com/office/drawing/2014/main" id="{B525653E-AFB7-49F0-BE2C-1EA578FF98D6}"/>
              </a:ext>
            </a:extLst>
          </p:cNvPr>
          <p:cNvSpPr>
            <a:spLocks noGrp="1"/>
          </p:cNvSpPr>
          <p:nvPr/>
        </p:nvSpPr>
        <p:spPr>
          <a:xfrm>
            <a:off x="5737471" y="6479234"/>
            <a:ext cx="720400" cy="477326"/>
          </a:xfrm>
          <a:custGeom>
            <a:avLst/>
            <a:gdLst/>
            <a:ahLst/>
            <a:cxnLst/>
            <a:rect l="0" t="0" r="0" b="0"/>
            <a:pathLst>
              <a:path w="720400" h="477326">
                <a:moveTo>
                  <a:pt x="0" y="477326"/>
                </a:moveTo>
                <a:lnTo>
                  <a:pt x="45025" y="379556"/>
                </a:lnTo>
                <a:lnTo>
                  <a:pt x="90050" y="292970"/>
                </a:lnTo>
                <a:lnTo>
                  <a:pt x="135075" y="217567"/>
                </a:lnTo>
                <a:lnTo>
                  <a:pt x="180100" y="153347"/>
                </a:lnTo>
                <a:lnTo>
                  <a:pt x="225125" y="100311"/>
                </a:lnTo>
                <a:lnTo>
                  <a:pt x="270150" y="58458"/>
                </a:lnTo>
                <a:lnTo>
                  <a:pt x="315175" y="27789"/>
                </a:lnTo>
                <a:lnTo>
                  <a:pt x="360200" y="8303"/>
                </a:lnTo>
                <a:lnTo>
                  <a:pt x="405225" y="0"/>
                </a:lnTo>
                <a:lnTo>
                  <a:pt x="450250" y="2881"/>
                </a:lnTo>
                <a:lnTo>
                  <a:pt x="495275" y="16945"/>
                </a:lnTo>
                <a:lnTo>
                  <a:pt x="540300" y="42192"/>
                </a:lnTo>
                <a:lnTo>
                  <a:pt x="585325" y="78622"/>
                </a:lnTo>
                <a:lnTo>
                  <a:pt x="630350" y="126236"/>
                </a:lnTo>
                <a:lnTo>
                  <a:pt x="675375" y="185034"/>
                </a:lnTo>
                <a:lnTo>
                  <a:pt x="720400" y="255015"/>
                </a:lnTo>
              </a:path>
            </a:pathLst>
          </a:custGeom>
          <a:noFill/>
          <a:ln w="4286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207" name="knowledge-edge">
            <a:extLst>
              <a:ext uri="{FF2B5EF4-FFF2-40B4-BE49-F238E27FC236}">
                <a16:creationId xmlns:a16="http://schemas.microsoft.com/office/drawing/2014/main" id="{D788EDCA-C827-4EC6-ACB8-E19882BB8999}"/>
              </a:ext>
            </a:extLst>
          </p:cNvPr>
          <p:cNvSpPr>
            <a:spLocks noGrp="1"/>
          </p:cNvSpPr>
          <p:nvPr/>
        </p:nvSpPr>
        <p:spPr>
          <a:xfrm>
            <a:off x="5736531" y="6935940"/>
            <a:ext cx="508093" cy="44631"/>
          </a:xfrm>
          <a:custGeom>
            <a:avLst/>
            <a:gdLst/>
            <a:ahLst/>
            <a:cxnLst/>
            <a:rect l="0" t="0" r="0" b="0"/>
            <a:pathLst>
              <a:path w="508093" h="44631">
                <a:moveTo>
                  <a:pt x="0" y="18491"/>
                </a:moveTo>
                <a:lnTo>
                  <a:pt x="36292" y="26396"/>
                </a:lnTo>
                <a:lnTo>
                  <a:pt x="72585" y="32882"/>
                </a:lnTo>
                <a:lnTo>
                  <a:pt x="108877" y="37948"/>
                </a:lnTo>
                <a:lnTo>
                  <a:pt x="145169" y="41595"/>
                </a:lnTo>
                <a:lnTo>
                  <a:pt x="181462" y="43823"/>
                </a:lnTo>
                <a:lnTo>
                  <a:pt x="217754" y="44631"/>
                </a:lnTo>
                <a:lnTo>
                  <a:pt x="254046" y="44020"/>
                </a:lnTo>
                <a:lnTo>
                  <a:pt x="290339" y="41990"/>
                </a:lnTo>
                <a:lnTo>
                  <a:pt x="326631" y="38540"/>
                </a:lnTo>
                <a:lnTo>
                  <a:pt x="362923" y="33671"/>
                </a:lnTo>
                <a:lnTo>
                  <a:pt x="399216" y="27382"/>
                </a:lnTo>
                <a:lnTo>
                  <a:pt x="435508" y="19674"/>
                </a:lnTo>
                <a:lnTo>
                  <a:pt x="471800" y="10547"/>
                </a:lnTo>
                <a:lnTo>
                  <a:pt x="508093" y="0"/>
                </a:lnTo>
              </a:path>
            </a:pathLst>
          </a:custGeom>
          <a:noFill/>
          <a:ln w="6477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208" name="knowledge-edge">
            <a:extLst>
              <a:ext uri="{FF2B5EF4-FFF2-40B4-BE49-F238E27FC236}">
                <a16:creationId xmlns:a16="http://schemas.microsoft.com/office/drawing/2014/main" id="{68B5AE00-A48D-4C1E-A0E8-714A05A91496}"/>
              </a:ext>
            </a:extLst>
          </p:cNvPr>
          <p:cNvSpPr>
            <a:spLocks noGrp="1"/>
          </p:cNvSpPr>
          <p:nvPr/>
        </p:nvSpPr>
        <p:spPr>
          <a:xfrm>
            <a:off x="6273968" y="5912584"/>
            <a:ext cx="262398" cy="77926"/>
          </a:xfrm>
          <a:custGeom>
            <a:avLst/>
            <a:gdLst/>
            <a:ahLst/>
            <a:cxnLst/>
            <a:rect l="0" t="0" r="0" b="0"/>
            <a:pathLst>
              <a:path w="262398" h="77926">
                <a:moveTo>
                  <a:pt x="0" y="14859"/>
                </a:moveTo>
                <a:lnTo>
                  <a:pt x="18743" y="8678"/>
                </a:lnTo>
                <a:lnTo>
                  <a:pt x="37485" y="4142"/>
                </a:lnTo>
                <a:lnTo>
                  <a:pt x="56228" y="1249"/>
                </a:lnTo>
                <a:lnTo>
                  <a:pt x="74971" y="0"/>
                </a:lnTo>
                <a:lnTo>
                  <a:pt x="93713" y="395"/>
                </a:lnTo>
                <a:lnTo>
                  <a:pt x="112456" y="2434"/>
                </a:lnTo>
                <a:lnTo>
                  <a:pt x="131199" y="6117"/>
                </a:lnTo>
                <a:lnTo>
                  <a:pt x="149942" y="11444"/>
                </a:lnTo>
                <a:lnTo>
                  <a:pt x="168684" y="18414"/>
                </a:lnTo>
                <a:lnTo>
                  <a:pt x="187427" y="27029"/>
                </a:lnTo>
                <a:lnTo>
                  <a:pt x="206170" y="37287"/>
                </a:lnTo>
                <a:lnTo>
                  <a:pt x="224912" y="49189"/>
                </a:lnTo>
                <a:lnTo>
                  <a:pt x="243655" y="62735"/>
                </a:lnTo>
                <a:lnTo>
                  <a:pt x="262398" y="77926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09" name="knowledge-cross-edge">
            <a:extLst>
              <a:ext uri="{FF2B5EF4-FFF2-40B4-BE49-F238E27FC236}">
                <a16:creationId xmlns:a16="http://schemas.microsoft.com/office/drawing/2014/main" id="{DB7D5E61-4CDB-4ED2-B7E8-FC1FBA18C23E}"/>
              </a:ext>
            </a:extLst>
          </p:cNvPr>
          <p:cNvSpPr>
            <a:spLocks noGrp="1"/>
          </p:cNvSpPr>
          <p:nvPr/>
        </p:nvSpPr>
        <p:spPr>
          <a:xfrm>
            <a:off x="6273968" y="5907324"/>
            <a:ext cx="163182" cy="512713"/>
          </a:xfrm>
          <a:custGeom>
            <a:avLst/>
            <a:gdLst/>
            <a:ahLst/>
            <a:cxnLst/>
            <a:rect l="0" t="0" r="0" b="0"/>
            <a:pathLst>
              <a:path w="163182" h="512713">
                <a:moveTo>
                  <a:pt x="0" y="20118"/>
                </a:moveTo>
                <a:lnTo>
                  <a:pt x="28064" y="4948"/>
                </a:lnTo>
                <a:lnTo>
                  <a:pt x="53482" y="0"/>
                </a:lnTo>
                <a:lnTo>
                  <a:pt x="76254" y="5273"/>
                </a:lnTo>
                <a:lnTo>
                  <a:pt x="96380" y="20769"/>
                </a:lnTo>
                <a:lnTo>
                  <a:pt x="113861" y="46486"/>
                </a:lnTo>
                <a:lnTo>
                  <a:pt x="128696" y="82424"/>
                </a:lnTo>
                <a:lnTo>
                  <a:pt x="140885" y="128585"/>
                </a:lnTo>
                <a:lnTo>
                  <a:pt x="150428" y="184967"/>
                </a:lnTo>
                <a:lnTo>
                  <a:pt x="157325" y="251571"/>
                </a:lnTo>
                <a:lnTo>
                  <a:pt x="161576" y="328396"/>
                </a:lnTo>
                <a:lnTo>
                  <a:pt x="163182" y="415444"/>
                </a:lnTo>
                <a:lnTo>
                  <a:pt x="162141" y="512713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10" name="knowledge-edge">
            <a:extLst>
              <a:ext uri="{FF2B5EF4-FFF2-40B4-BE49-F238E27FC236}">
                <a16:creationId xmlns:a16="http://schemas.microsoft.com/office/drawing/2014/main" id="{11DFEAB1-16EA-41B8-ABDF-C1462C4F539B}"/>
              </a:ext>
            </a:extLst>
          </p:cNvPr>
          <p:cNvSpPr>
            <a:spLocks noGrp="1"/>
          </p:cNvSpPr>
          <p:nvPr/>
        </p:nvSpPr>
        <p:spPr>
          <a:xfrm>
            <a:off x="6091120" y="6187833"/>
            <a:ext cx="344990" cy="232205"/>
          </a:xfrm>
          <a:custGeom>
            <a:avLst/>
            <a:gdLst/>
            <a:ahLst/>
            <a:cxnLst/>
            <a:rect l="0" t="0" r="0" b="0"/>
            <a:pathLst>
              <a:path w="344990" h="232205">
                <a:moveTo>
                  <a:pt x="0" y="0"/>
                </a:moveTo>
                <a:lnTo>
                  <a:pt x="24642" y="18913"/>
                </a:lnTo>
                <a:lnTo>
                  <a:pt x="49284" y="37468"/>
                </a:lnTo>
                <a:lnTo>
                  <a:pt x="73926" y="55664"/>
                </a:lnTo>
                <a:lnTo>
                  <a:pt x="98569" y="73503"/>
                </a:lnTo>
                <a:lnTo>
                  <a:pt x="123211" y="90984"/>
                </a:lnTo>
                <a:lnTo>
                  <a:pt x="147853" y="108107"/>
                </a:lnTo>
                <a:lnTo>
                  <a:pt x="172495" y="124872"/>
                </a:lnTo>
                <a:lnTo>
                  <a:pt x="197137" y="141279"/>
                </a:lnTo>
                <a:lnTo>
                  <a:pt x="221779" y="157329"/>
                </a:lnTo>
                <a:lnTo>
                  <a:pt x="246422" y="173020"/>
                </a:lnTo>
                <a:lnTo>
                  <a:pt x="271064" y="188353"/>
                </a:lnTo>
                <a:lnTo>
                  <a:pt x="295706" y="203328"/>
                </a:lnTo>
                <a:lnTo>
                  <a:pt x="320348" y="217945"/>
                </a:lnTo>
                <a:lnTo>
                  <a:pt x="344990" y="232205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11" name="knowledge-cross-edge">
            <a:extLst>
              <a:ext uri="{FF2B5EF4-FFF2-40B4-BE49-F238E27FC236}">
                <a16:creationId xmlns:a16="http://schemas.microsoft.com/office/drawing/2014/main" id="{CD36667B-496A-42E7-8F0C-FA2B1BF1E92E}"/>
              </a:ext>
            </a:extLst>
          </p:cNvPr>
          <p:cNvSpPr>
            <a:spLocks noGrp="1"/>
          </p:cNvSpPr>
          <p:nvPr/>
        </p:nvSpPr>
        <p:spPr>
          <a:xfrm>
            <a:off x="6091120" y="6172473"/>
            <a:ext cx="362152" cy="301751"/>
          </a:xfrm>
          <a:custGeom>
            <a:avLst/>
            <a:gdLst/>
            <a:ahLst/>
            <a:cxnLst/>
            <a:rect l="0" t="0" r="0" b="0"/>
            <a:pathLst>
              <a:path w="362152" h="301751">
                <a:moveTo>
                  <a:pt x="0" y="15359"/>
                </a:moveTo>
                <a:lnTo>
                  <a:pt x="44731" y="4525"/>
                </a:lnTo>
                <a:lnTo>
                  <a:pt x="86817" y="0"/>
                </a:lnTo>
                <a:lnTo>
                  <a:pt x="126257" y="1784"/>
                </a:lnTo>
                <a:lnTo>
                  <a:pt x="163051" y="9877"/>
                </a:lnTo>
                <a:lnTo>
                  <a:pt x="197199" y="24279"/>
                </a:lnTo>
                <a:lnTo>
                  <a:pt x="228701" y="44991"/>
                </a:lnTo>
                <a:lnTo>
                  <a:pt x="257558" y="72011"/>
                </a:lnTo>
                <a:lnTo>
                  <a:pt x="283768" y="105341"/>
                </a:lnTo>
                <a:lnTo>
                  <a:pt x="307333" y="144980"/>
                </a:lnTo>
                <a:lnTo>
                  <a:pt x="328252" y="190928"/>
                </a:lnTo>
                <a:lnTo>
                  <a:pt x="346525" y="243185"/>
                </a:lnTo>
                <a:lnTo>
                  <a:pt x="362152" y="301751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12" name="knowledge-cross-edge">
            <a:extLst>
              <a:ext uri="{FF2B5EF4-FFF2-40B4-BE49-F238E27FC236}">
                <a16:creationId xmlns:a16="http://schemas.microsoft.com/office/drawing/2014/main" id="{B8367CBE-1319-4535-A4E6-16E2C0AD9316}"/>
              </a:ext>
            </a:extLst>
          </p:cNvPr>
          <p:cNvSpPr>
            <a:spLocks noGrp="1"/>
          </p:cNvSpPr>
          <p:nvPr/>
        </p:nvSpPr>
        <p:spPr>
          <a:xfrm>
            <a:off x="6091120" y="5970746"/>
            <a:ext cx="445246" cy="217087"/>
          </a:xfrm>
          <a:custGeom>
            <a:avLst/>
            <a:gdLst/>
            <a:ahLst/>
            <a:cxnLst/>
            <a:rect l="0" t="0" r="0" b="0"/>
            <a:pathLst>
              <a:path w="445246" h="217087">
                <a:moveTo>
                  <a:pt x="0" y="217087"/>
                </a:moveTo>
                <a:lnTo>
                  <a:pt x="22552" y="172494"/>
                </a:lnTo>
                <a:lnTo>
                  <a:pt x="47749" y="133019"/>
                </a:lnTo>
                <a:lnTo>
                  <a:pt x="75593" y="98662"/>
                </a:lnTo>
                <a:lnTo>
                  <a:pt x="106082" y="69423"/>
                </a:lnTo>
                <a:lnTo>
                  <a:pt x="139217" y="45302"/>
                </a:lnTo>
                <a:lnTo>
                  <a:pt x="174998" y="26299"/>
                </a:lnTo>
                <a:lnTo>
                  <a:pt x="213425" y="12415"/>
                </a:lnTo>
                <a:lnTo>
                  <a:pt x="254498" y="3648"/>
                </a:lnTo>
                <a:lnTo>
                  <a:pt x="298216" y="0"/>
                </a:lnTo>
                <a:lnTo>
                  <a:pt x="344580" y="1470"/>
                </a:lnTo>
                <a:lnTo>
                  <a:pt x="393590" y="8058"/>
                </a:lnTo>
                <a:lnTo>
                  <a:pt x="445246" y="19764"/>
                </a:lnTo>
              </a:path>
            </a:pathLst>
          </a:custGeom>
          <a:noFill/>
          <a:ln w="4953">
            <a:solidFill>
              <a:srgbClr val="EA4335">
                <a:alpha val="12000"/>
              </a:srgbClr>
            </a:solidFill>
            <a:prstDash val="solid"/>
          </a:ln>
        </p:spPr>
      </p:sp>
      <p:sp>
        <p:nvSpPr>
          <p:cNvPr id="213" name="knowledge-long-edge">
            <a:extLst>
              <a:ext uri="{FF2B5EF4-FFF2-40B4-BE49-F238E27FC236}">
                <a16:creationId xmlns:a16="http://schemas.microsoft.com/office/drawing/2014/main" id="{59C7C629-5773-492F-8D65-0BDEE4E6AF43}"/>
              </a:ext>
            </a:extLst>
          </p:cNvPr>
          <p:cNvSpPr>
            <a:spLocks noGrp="1"/>
          </p:cNvSpPr>
          <p:nvPr/>
        </p:nvSpPr>
        <p:spPr>
          <a:xfrm>
            <a:off x="6091120" y="5941181"/>
            <a:ext cx="1006189" cy="564687"/>
          </a:xfrm>
          <a:custGeom>
            <a:avLst/>
            <a:gdLst/>
            <a:ahLst/>
            <a:cxnLst/>
            <a:rect l="0" t="0" r="0" b="0"/>
            <a:pathLst>
              <a:path w="1006189" h="564687">
                <a:moveTo>
                  <a:pt x="0" y="246651"/>
                </a:moveTo>
                <a:lnTo>
                  <a:pt x="62887" y="175050"/>
                </a:lnTo>
                <a:lnTo>
                  <a:pt x="125774" y="115646"/>
                </a:lnTo>
                <a:lnTo>
                  <a:pt x="188661" y="68438"/>
                </a:lnTo>
                <a:lnTo>
                  <a:pt x="251547" y="33428"/>
                </a:lnTo>
                <a:lnTo>
                  <a:pt x="314434" y="10616"/>
                </a:lnTo>
                <a:lnTo>
                  <a:pt x="377321" y="0"/>
                </a:lnTo>
                <a:lnTo>
                  <a:pt x="440208" y="1582"/>
                </a:lnTo>
                <a:lnTo>
                  <a:pt x="503095" y="15360"/>
                </a:lnTo>
                <a:lnTo>
                  <a:pt x="565982" y="41336"/>
                </a:lnTo>
                <a:lnTo>
                  <a:pt x="628868" y="79509"/>
                </a:lnTo>
                <a:lnTo>
                  <a:pt x="691755" y="129879"/>
                </a:lnTo>
                <a:lnTo>
                  <a:pt x="754642" y="192446"/>
                </a:lnTo>
                <a:lnTo>
                  <a:pt x="817529" y="267211"/>
                </a:lnTo>
                <a:lnTo>
                  <a:pt x="880416" y="354172"/>
                </a:lnTo>
                <a:lnTo>
                  <a:pt x="943303" y="453331"/>
                </a:lnTo>
                <a:lnTo>
                  <a:pt x="1006189" y="564687"/>
                </a:lnTo>
              </a:path>
            </a:pathLst>
          </a:custGeom>
          <a:noFill/>
          <a:ln w="4286">
            <a:solidFill>
              <a:srgbClr val="EA4335">
                <a:alpha val="9000"/>
              </a:srgbClr>
            </a:solidFill>
            <a:prstDash val="solid"/>
          </a:ln>
        </p:spPr>
      </p:sp>
      <p:sp>
        <p:nvSpPr>
          <p:cNvPr id="214" name="knowledge-edge">
            <a:extLst>
              <a:ext uri="{FF2B5EF4-FFF2-40B4-BE49-F238E27FC236}">
                <a16:creationId xmlns:a16="http://schemas.microsoft.com/office/drawing/2014/main" id="{8734997E-05B5-4EBB-A88C-B1D848A32EF2}"/>
              </a:ext>
            </a:extLst>
          </p:cNvPr>
          <p:cNvSpPr>
            <a:spLocks noGrp="1"/>
          </p:cNvSpPr>
          <p:nvPr/>
        </p:nvSpPr>
        <p:spPr>
          <a:xfrm>
            <a:off x="6130943" y="6425712"/>
            <a:ext cx="322329" cy="48884"/>
          </a:xfrm>
          <a:custGeom>
            <a:avLst/>
            <a:gdLst/>
            <a:ahLst/>
            <a:cxnLst/>
            <a:rect l="0" t="0" r="0" b="0"/>
            <a:pathLst>
              <a:path w="322329" h="48884">
                <a:moveTo>
                  <a:pt x="0" y="48884"/>
                </a:moveTo>
                <a:lnTo>
                  <a:pt x="23024" y="35938"/>
                </a:lnTo>
                <a:lnTo>
                  <a:pt x="46047" y="24979"/>
                </a:lnTo>
                <a:lnTo>
                  <a:pt x="69071" y="16008"/>
                </a:lnTo>
                <a:lnTo>
                  <a:pt x="92094" y="9024"/>
                </a:lnTo>
                <a:lnTo>
                  <a:pt x="115118" y="4029"/>
                </a:lnTo>
                <a:lnTo>
                  <a:pt x="138141" y="1020"/>
                </a:lnTo>
                <a:lnTo>
                  <a:pt x="161165" y="0"/>
                </a:lnTo>
                <a:lnTo>
                  <a:pt x="184188" y="967"/>
                </a:lnTo>
                <a:lnTo>
                  <a:pt x="207212" y="3922"/>
                </a:lnTo>
                <a:lnTo>
                  <a:pt x="230235" y="8865"/>
                </a:lnTo>
                <a:lnTo>
                  <a:pt x="253259" y="15795"/>
                </a:lnTo>
                <a:lnTo>
                  <a:pt x="276282" y="24713"/>
                </a:lnTo>
                <a:lnTo>
                  <a:pt x="299306" y="35619"/>
                </a:lnTo>
                <a:lnTo>
                  <a:pt x="322329" y="48512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15" name="knowledge-edge">
            <a:extLst>
              <a:ext uri="{FF2B5EF4-FFF2-40B4-BE49-F238E27FC236}">
                <a16:creationId xmlns:a16="http://schemas.microsoft.com/office/drawing/2014/main" id="{7BB0F4EF-4326-4CAE-8A58-208EF3586418}"/>
              </a:ext>
            </a:extLst>
          </p:cNvPr>
          <p:cNvSpPr>
            <a:spLocks noGrp="1"/>
          </p:cNvSpPr>
          <p:nvPr/>
        </p:nvSpPr>
        <p:spPr>
          <a:xfrm>
            <a:off x="6281137" y="6620245"/>
            <a:ext cx="250922" cy="18608"/>
          </a:xfrm>
          <a:custGeom>
            <a:avLst/>
            <a:gdLst/>
            <a:ahLst/>
            <a:cxnLst/>
            <a:rect l="0" t="0" r="0" b="0"/>
            <a:pathLst>
              <a:path w="250922" h="18608">
                <a:moveTo>
                  <a:pt x="0" y="0"/>
                </a:moveTo>
                <a:lnTo>
                  <a:pt x="17923" y="4243"/>
                </a:lnTo>
                <a:lnTo>
                  <a:pt x="35846" y="7939"/>
                </a:lnTo>
                <a:lnTo>
                  <a:pt x="53769" y="11087"/>
                </a:lnTo>
                <a:lnTo>
                  <a:pt x="71692" y="13687"/>
                </a:lnTo>
                <a:lnTo>
                  <a:pt x="89615" y="15739"/>
                </a:lnTo>
                <a:lnTo>
                  <a:pt x="107538" y="17243"/>
                </a:lnTo>
                <a:lnTo>
                  <a:pt x="125461" y="18200"/>
                </a:lnTo>
                <a:lnTo>
                  <a:pt x="143384" y="18608"/>
                </a:lnTo>
                <a:lnTo>
                  <a:pt x="161307" y="18469"/>
                </a:lnTo>
                <a:lnTo>
                  <a:pt x="179230" y="17782"/>
                </a:lnTo>
                <a:lnTo>
                  <a:pt x="197153" y="16548"/>
                </a:lnTo>
                <a:lnTo>
                  <a:pt x="215076" y="14765"/>
                </a:lnTo>
                <a:lnTo>
                  <a:pt x="232999" y="12435"/>
                </a:lnTo>
                <a:lnTo>
                  <a:pt x="250922" y="9556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16" name="knowledge-long-edge">
            <a:extLst>
              <a:ext uri="{FF2B5EF4-FFF2-40B4-BE49-F238E27FC236}">
                <a16:creationId xmlns:a16="http://schemas.microsoft.com/office/drawing/2014/main" id="{30F43FC8-7C9C-4F28-9FBA-3EE30D18EAA8}"/>
              </a:ext>
            </a:extLst>
          </p:cNvPr>
          <p:cNvSpPr>
            <a:spLocks noGrp="1"/>
          </p:cNvSpPr>
          <p:nvPr/>
        </p:nvSpPr>
        <p:spPr>
          <a:xfrm>
            <a:off x="6281137" y="6270971"/>
            <a:ext cx="816172" cy="349274"/>
          </a:xfrm>
          <a:custGeom>
            <a:avLst/>
            <a:gdLst/>
            <a:ahLst/>
            <a:cxnLst/>
            <a:rect l="0" t="0" r="0" b="0"/>
            <a:pathLst>
              <a:path w="816172" h="349274">
                <a:moveTo>
                  <a:pt x="0" y="349274"/>
                </a:moveTo>
                <a:lnTo>
                  <a:pt x="51011" y="274283"/>
                </a:lnTo>
                <a:lnTo>
                  <a:pt x="102021" y="208338"/>
                </a:lnTo>
                <a:lnTo>
                  <a:pt x="153032" y="151439"/>
                </a:lnTo>
                <a:lnTo>
                  <a:pt x="204043" y="103585"/>
                </a:lnTo>
                <a:lnTo>
                  <a:pt x="255054" y="64777"/>
                </a:lnTo>
                <a:lnTo>
                  <a:pt x="306064" y="35014"/>
                </a:lnTo>
                <a:lnTo>
                  <a:pt x="357075" y="14297"/>
                </a:lnTo>
                <a:lnTo>
                  <a:pt x="408086" y="2626"/>
                </a:lnTo>
                <a:lnTo>
                  <a:pt x="459097" y="0"/>
                </a:lnTo>
                <a:lnTo>
                  <a:pt x="510107" y="6420"/>
                </a:lnTo>
                <a:lnTo>
                  <a:pt x="561118" y="21885"/>
                </a:lnTo>
                <a:lnTo>
                  <a:pt x="612129" y="46397"/>
                </a:lnTo>
                <a:lnTo>
                  <a:pt x="663140" y="79954"/>
                </a:lnTo>
                <a:lnTo>
                  <a:pt x="714150" y="122556"/>
                </a:lnTo>
                <a:lnTo>
                  <a:pt x="765161" y="174204"/>
                </a:lnTo>
                <a:lnTo>
                  <a:pt x="816172" y="234898"/>
                </a:lnTo>
              </a:path>
            </a:pathLst>
          </a:custGeom>
          <a:noFill/>
          <a:ln w="4286">
            <a:solidFill>
              <a:srgbClr val="EA4335">
                <a:alpha val="9000"/>
              </a:srgbClr>
            </a:solidFill>
            <a:prstDash val="solid"/>
          </a:ln>
        </p:spPr>
      </p:sp>
      <p:sp>
        <p:nvSpPr>
          <p:cNvPr id="217" name="knowledge-edge">
            <a:extLst>
              <a:ext uri="{FF2B5EF4-FFF2-40B4-BE49-F238E27FC236}">
                <a16:creationId xmlns:a16="http://schemas.microsoft.com/office/drawing/2014/main" id="{C7AA7A89-97F0-43A1-BB68-3A31975BFACD}"/>
              </a:ext>
            </a:extLst>
          </p:cNvPr>
          <p:cNvSpPr>
            <a:spLocks noGrp="1"/>
          </p:cNvSpPr>
          <p:nvPr/>
        </p:nvSpPr>
        <p:spPr>
          <a:xfrm>
            <a:off x="6296932" y="6734248"/>
            <a:ext cx="160938" cy="72466"/>
          </a:xfrm>
          <a:custGeom>
            <a:avLst/>
            <a:gdLst/>
            <a:ahLst/>
            <a:cxnLst/>
            <a:rect l="0" t="0" r="0" b="0"/>
            <a:pathLst>
              <a:path w="160938" h="72466">
                <a:moveTo>
                  <a:pt x="0" y="41683"/>
                </a:moveTo>
                <a:lnTo>
                  <a:pt x="11496" y="51881"/>
                </a:lnTo>
                <a:lnTo>
                  <a:pt x="22991" y="60052"/>
                </a:lnTo>
                <a:lnTo>
                  <a:pt x="34487" y="66196"/>
                </a:lnTo>
                <a:lnTo>
                  <a:pt x="45982" y="70313"/>
                </a:lnTo>
                <a:lnTo>
                  <a:pt x="57478" y="72403"/>
                </a:lnTo>
                <a:lnTo>
                  <a:pt x="68973" y="72466"/>
                </a:lnTo>
                <a:lnTo>
                  <a:pt x="80469" y="70502"/>
                </a:lnTo>
                <a:lnTo>
                  <a:pt x="91965" y="66512"/>
                </a:lnTo>
                <a:lnTo>
                  <a:pt x="103460" y="60494"/>
                </a:lnTo>
                <a:lnTo>
                  <a:pt x="114956" y="52449"/>
                </a:lnTo>
                <a:lnTo>
                  <a:pt x="126451" y="42377"/>
                </a:lnTo>
                <a:lnTo>
                  <a:pt x="137947" y="30278"/>
                </a:lnTo>
                <a:lnTo>
                  <a:pt x="149442" y="16153"/>
                </a:lnTo>
                <a:lnTo>
                  <a:pt x="160938" y="0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18" name="knowledge-cross-edge">
            <a:extLst>
              <a:ext uri="{FF2B5EF4-FFF2-40B4-BE49-F238E27FC236}">
                <a16:creationId xmlns:a16="http://schemas.microsoft.com/office/drawing/2014/main" id="{EF8749A7-7DA6-4291-BA40-0886417F6521}"/>
              </a:ext>
            </a:extLst>
          </p:cNvPr>
          <p:cNvSpPr>
            <a:spLocks noGrp="1"/>
          </p:cNvSpPr>
          <p:nvPr/>
        </p:nvSpPr>
        <p:spPr>
          <a:xfrm>
            <a:off x="6296932" y="6771827"/>
            <a:ext cx="359062" cy="39123"/>
          </a:xfrm>
          <a:custGeom>
            <a:avLst/>
            <a:gdLst/>
            <a:ahLst/>
            <a:cxnLst/>
            <a:rect l="0" t="0" r="0" b="0"/>
            <a:pathLst>
              <a:path w="359062" h="39123">
                <a:moveTo>
                  <a:pt x="0" y="4105"/>
                </a:moveTo>
                <a:lnTo>
                  <a:pt x="44474" y="15090"/>
                </a:lnTo>
                <a:lnTo>
                  <a:pt x="86302" y="24015"/>
                </a:lnTo>
                <a:lnTo>
                  <a:pt x="125484" y="30881"/>
                </a:lnTo>
                <a:lnTo>
                  <a:pt x="162021" y="35688"/>
                </a:lnTo>
                <a:lnTo>
                  <a:pt x="195911" y="38435"/>
                </a:lnTo>
                <a:lnTo>
                  <a:pt x="227156" y="39123"/>
                </a:lnTo>
                <a:lnTo>
                  <a:pt x="255755" y="37751"/>
                </a:lnTo>
                <a:lnTo>
                  <a:pt x="281708" y="34320"/>
                </a:lnTo>
                <a:lnTo>
                  <a:pt x="305015" y="28829"/>
                </a:lnTo>
                <a:lnTo>
                  <a:pt x="325677" y="21279"/>
                </a:lnTo>
                <a:lnTo>
                  <a:pt x="343692" y="11669"/>
                </a:lnTo>
                <a:lnTo>
                  <a:pt x="359062" y="0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19" name="knowledge-edge">
            <a:extLst>
              <a:ext uri="{FF2B5EF4-FFF2-40B4-BE49-F238E27FC236}">
                <a16:creationId xmlns:a16="http://schemas.microsoft.com/office/drawing/2014/main" id="{63B00069-C979-4FD2-B5A1-9703724BEAC8}"/>
              </a:ext>
            </a:extLst>
          </p:cNvPr>
          <p:cNvSpPr>
            <a:spLocks noGrp="1"/>
          </p:cNvSpPr>
          <p:nvPr/>
        </p:nvSpPr>
        <p:spPr>
          <a:xfrm>
            <a:off x="6097088" y="6761478"/>
            <a:ext cx="558906" cy="139053"/>
          </a:xfrm>
          <a:custGeom>
            <a:avLst/>
            <a:gdLst/>
            <a:ahLst/>
            <a:cxnLst/>
            <a:rect l="0" t="0" r="0" b="0"/>
            <a:pathLst>
              <a:path w="558906" h="139053">
                <a:moveTo>
                  <a:pt x="0" y="139053"/>
                </a:moveTo>
                <a:lnTo>
                  <a:pt x="39922" y="114918"/>
                </a:lnTo>
                <a:lnTo>
                  <a:pt x="79844" y="93082"/>
                </a:lnTo>
                <a:lnTo>
                  <a:pt x="119766" y="73545"/>
                </a:lnTo>
                <a:lnTo>
                  <a:pt x="159688" y="56306"/>
                </a:lnTo>
                <a:lnTo>
                  <a:pt x="199609" y="41366"/>
                </a:lnTo>
                <a:lnTo>
                  <a:pt x="239531" y="28725"/>
                </a:lnTo>
                <a:lnTo>
                  <a:pt x="279453" y="18383"/>
                </a:lnTo>
                <a:lnTo>
                  <a:pt x="319375" y="10339"/>
                </a:lnTo>
                <a:lnTo>
                  <a:pt x="359297" y="4594"/>
                </a:lnTo>
                <a:lnTo>
                  <a:pt x="399219" y="1148"/>
                </a:lnTo>
                <a:lnTo>
                  <a:pt x="439141" y="0"/>
                </a:lnTo>
                <a:lnTo>
                  <a:pt x="479063" y="1151"/>
                </a:lnTo>
                <a:lnTo>
                  <a:pt x="518984" y="4601"/>
                </a:lnTo>
                <a:lnTo>
                  <a:pt x="558906" y="10350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20" name="knowledge-cross-edge">
            <a:extLst>
              <a:ext uri="{FF2B5EF4-FFF2-40B4-BE49-F238E27FC236}">
                <a16:creationId xmlns:a16="http://schemas.microsoft.com/office/drawing/2014/main" id="{47A5CF2A-41FE-494F-B060-5279D272E19B}"/>
              </a:ext>
            </a:extLst>
          </p:cNvPr>
          <p:cNvSpPr>
            <a:spLocks noGrp="1"/>
          </p:cNvSpPr>
          <p:nvPr/>
        </p:nvSpPr>
        <p:spPr>
          <a:xfrm>
            <a:off x="6097088" y="6900531"/>
            <a:ext cx="484407" cy="43406"/>
          </a:xfrm>
          <a:custGeom>
            <a:avLst/>
            <a:gdLst/>
            <a:ahLst/>
            <a:cxnLst/>
            <a:rect l="0" t="0" r="0" b="0"/>
            <a:pathLst>
              <a:path w="484407" h="43406">
                <a:moveTo>
                  <a:pt x="0" y="0"/>
                </a:moveTo>
                <a:lnTo>
                  <a:pt x="54919" y="1794"/>
                </a:lnTo>
                <a:lnTo>
                  <a:pt x="107193" y="3920"/>
                </a:lnTo>
                <a:lnTo>
                  <a:pt x="156820" y="6377"/>
                </a:lnTo>
                <a:lnTo>
                  <a:pt x="203802" y="9165"/>
                </a:lnTo>
                <a:lnTo>
                  <a:pt x="248138" y="12285"/>
                </a:lnTo>
                <a:lnTo>
                  <a:pt x="289828" y="15737"/>
                </a:lnTo>
                <a:lnTo>
                  <a:pt x="328873" y="19520"/>
                </a:lnTo>
                <a:lnTo>
                  <a:pt x="365271" y="23634"/>
                </a:lnTo>
                <a:lnTo>
                  <a:pt x="399024" y="28080"/>
                </a:lnTo>
                <a:lnTo>
                  <a:pt x="430131" y="32857"/>
                </a:lnTo>
                <a:lnTo>
                  <a:pt x="458592" y="37966"/>
                </a:lnTo>
                <a:lnTo>
                  <a:pt x="484407" y="43406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21" name="knowledge-edge">
            <a:extLst>
              <a:ext uri="{FF2B5EF4-FFF2-40B4-BE49-F238E27FC236}">
                <a16:creationId xmlns:a16="http://schemas.microsoft.com/office/drawing/2014/main" id="{468BA8BC-AECF-4C88-AE21-F6276E7CAA54}"/>
              </a:ext>
            </a:extLst>
          </p:cNvPr>
          <p:cNvSpPr>
            <a:spLocks noGrp="1"/>
          </p:cNvSpPr>
          <p:nvPr/>
        </p:nvSpPr>
        <p:spPr>
          <a:xfrm>
            <a:off x="6244624" y="6935940"/>
            <a:ext cx="336872" cy="59788"/>
          </a:xfrm>
          <a:custGeom>
            <a:avLst/>
            <a:gdLst/>
            <a:ahLst/>
            <a:cxnLst/>
            <a:rect l="0" t="0" r="0" b="0"/>
            <a:pathLst>
              <a:path w="336872" h="59788">
                <a:moveTo>
                  <a:pt x="0" y="0"/>
                </a:moveTo>
                <a:lnTo>
                  <a:pt x="24062" y="15372"/>
                </a:lnTo>
                <a:lnTo>
                  <a:pt x="48125" y="28468"/>
                </a:lnTo>
                <a:lnTo>
                  <a:pt x="72187" y="39286"/>
                </a:lnTo>
                <a:lnTo>
                  <a:pt x="96249" y="47827"/>
                </a:lnTo>
                <a:lnTo>
                  <a:pt x="120311" y="54091"/>
                </a:lnTo>
                <a:lnTo>
                  <a:pt x="144374" y="58078"/>
                </a:lnTo>
                <a:lnTo>
                  <a:pt x="168436" y="59788"/>
                </a:lnTo>
                <a:lnTo>
                  <a:pt x="192498" y="59220"/>
                </a:lnTo>
                <a:lnTo>
                  <a:pt x="216560" y="56376"/>
                </a:lnTo>
                <a:lnTo>
                  <a:pt x="240623" y="51254"/>
                </a:lnTo>
                <a:lnTo>
                  <a:pt x="264685" y="43855"/>
                </a:lnTo>
                <a:lnTo>
                  <a:pt x="288747" y="34179"/>
                </a:lnTo>
                <a:lnTo>
                  <a:pt x="312809" y="22226"/>
                </a:lnTo>
                <a:lnTo>
                  <a:pt x="336872" y="7996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22" name="knowledge-cross-edge">
            <a:extLst>
              <a:ext uri="{FF2B5EF4-FFF2-40B4-BE49-F238E27FC236}">
                <a16:creationId xmlns:a16="http://schemas.microsoft.com/office/drawing/2014/main" id="{160987C4-0745-4058-9B83-26E796A34A69}"/>
              </a:ext>
            </a:extLst>
          </p:cNvPr>
          <p:cNvSpPr>
            <a:spLocks noGrp="1"/>
          </p:cNvSpPr>
          <p:nvPr/>
        </p:nvSpPr>
        <p:spPr>
          <a:xfrm>
            <a:off x="6244624" y="6771827"/>
            <a:ext cx="411371" cy="164113"/>
          </a:xfrm>
          <a:custGeom>
            <a:avLst/>
            <a:gdLst/>
            <a:ahLst/>
            <a:cxnLst/>
            <a:rect l="0" t="0" r="0" b="0"/>
            <a:pathLst>
              <a:path w="411371" h="164113">
                <a:moveTo>
                  <a:pt x="0" y="164113"/>
                </a:moveTo>
                <a:lnTo>
                  <a:pt x="19729" y="144536"/>
                </a:lnTo>
                <a:lnTo>
                  <a:pt x="42104" y="126032"/>
                </a:lnTo>
                <a:lnTo>
                  <a:pt x="67124" y="108600"/>
                </a:lnTo>
                <a:lnTo>
                  <a:pt x="94790" y="92242"/>
                </a:lnTo>
                <a:lnTo>
                  <a:pt x="125103" y="76956"/>
                </a:lnTo>
                <a:lnTo>
                  <a:pt x="158061" y="62744"/>
                </a:lnTo>
                <a:lnTo>
                  <a:pt x="193664" y="49604"/>
                </a:lnTo>
                <a:lnTo>
                  <a:pt x="231914" y="37537"/>
                </a:lnTo>
                <a:lnTo>
                  <a:pt x="272810" y="26544"/>
                </a:lnTo>
                <a:lnTo>
                  <a:pt x="316351" y="16623"/>
                </a:lnTo>
                <a:lnTo>
                  <a:pt x="362538" y="7775"/>
                </a:lnTo>
                <a:lnTo>
                  <a:pt x="411371" y="0"/>
                </a:lnTo>
              </a:path>
            </a:pathLst>
          </a:custGeom>
          <a:noFill/>
          <a:ln w="4953">
            <a:solidFill>
              <a:srgbClr val="EA4335">
                <a:alpha val="12000"/>
              </a:srgbClr>
            </a:solidFill>
            <a:prstDash val="solid"/>
          </a:ln>
        </p:spPr>
      </p:sp>
      <p:sp>
        <p:nvSpPr>
          <p:cNvPr id="223" name="knowledge-edge">
            <a:extLst>
              <a:ext uri="{FF2B5EF4-FFF2-40B4-BE49-F238E27FC236}">
                <a16:creationId xmlns:a16="http://schemas.microsoft.com/office/drawing/2014/main" id="{5B7553B0-84BE-47C7-9E3D-7B18E1DD09F2}"/>
              </a:ext>
            </a:extLst>
          </p:cNvPr>
          <p:cNvSpPr>
            <a:spLocks noGrp="1"/>
          </p:cNvSpPr>
          <p:nvPr/>
        </p:nvSpPr>
        <p:spPr>
          <a:xfrm>
            <a:off x="6536366" y="5990509"/>
            <a:ext cx="373006" cy="52433"/>
          </a:xfrm>
          <a:custGeom>
            <a:avLst/>
            <a:gdLst/>
            <a:ahLst/>
            <a:cxnLst/>
            <a:rect l="0" t="0" r="0" b="0"/>
            <a:pathLst>
              <a:path w="373006" h="52433">
                <a:moveTo>
                  <a:pt x="0" y="0"/>
                </a:moveTo>
                <a:lnTo>
                  <a:pt x="26643" y="11130"/>
                </a:lnTo>
                <a:lnTo>
                  <a:pt x="53287" y="20934"/>
                </a:lnTo>
                <a:lnTo>
                  <a:pt x="79930" y="29411"/>
                </a:lnTo>
                <a:lnTo>
                  <a:pt x="106573" y="36563"/>
                </a:lnTo>
                <a:lnTo>
                  <a:pt x="133216" y="42389"/>
                </a:lnTo>
                <a:lnTo>
                  <a:pt x="159860" y="46889"/>
                </a:lnTo>
                <a:lnTo>
                  <a:pt x="186503" y="50063"/>
                </a:lnTo>
                <a:lnTo>
                  <a:pt x="213146" y="51911"/>
                </a:lnTo>
                <a:lnTo>
                  <a:pt x="239789" y="52433"/>
                </a:lnTo>
                <a:lnTo>
                  <a:pt x="266433" y="51629"/>
                </a:lnTo>
                <a:lnTo>
                  <a:pt x="293076" y="49499"/>
                </a:lnTo>
                <a:lnTo>
                  <a:pt x="319719" y="46043"/>
                </a:lnTo>
                <a:lnTo>
                  <a:pt x="346362" y="41261"/>
                </a:lnTo>
                <a:lnTo>
                  <a:pt x="373006" y="35153"/>
                </a:lnTo>
              </a:path>
            </a:pathLst>
          </a:custGeom>
          <a:noFill/>
          <a:ln w="6477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224" name="knowledge-cross-edge">
            <a:extLst>
              <a:ext uri="{FF2B5EF4-FFF2-40B4-BE49-F238E27FC236}">
                <a16:creationId xmlns:a16="http://schemas.microsoft.com/office/drawing/2014/main" id="{3577BB86-A3D2-4BBD-824B-C916A963A8B3}"/>
              </a:ext>
            </a:extLst>
          </p:cNvPr>
          <p:cNvSpPr>
            <a:spLocks noGrp="1"/>
          </p:cNvSpPr>
          <p:nvPr/>
        </p:nvSpPr>
        <p:spPr>
          <a:xfrm>
            <a:off x="6536366" y="5969623"/>
            <a:ext cx="563806" cy="322454"/>
          </a:xfrm>
          <a:custGeom>
            <a:avLst/>
            <a:gdLst/>
            <a:ahLst/>
            <a:cxnLst/>
            <a:rect l="0" t="0" r="0" b="0"/>
            <a:pathLst>
              <a:path w="563806" h="322454">
                <a:moveTo>
                  <a:pt x="0" y="20886"/>
                </a:moveTo>
                <a:lnTo>
                  <a:pt x="61536" y="6886"/>
                </a:lnTo>
                <a:lnTo>
                  <a:pt x="120426" y="0"/>
                </a:lnTo>
                <a:lnTo>
                  <a:pt x="176670" y="229"/>
                </a:lnTo>
                <a:lnTo>
                  <a:pt x="230269" y="7573"/>
                </a:lnTo>
                <a:lnTo>
                  <a:pt x="281221" y="22031"/>
                </a:lnTo>
                <a:lnTo>
                  <a:pt x="329528" y="43605"/>
                </a:lnTo>
                <a:lnTo>
                  <a:pt x="375189" y="72293"/>
                </a:lnTo>
                <a:lnTo>
                  <a:pt x="418204" y="108095"/>
                </a:lnTo>
                <a:lnTo>
                  <a:pt x="458573" y="151013"/>
                </a:lnTo>
                <a:lnTo>
                  <a:pt x="496297" y="201045"/>
                </a:lnTo>
                <a:lnTo>
                  <a:pt x="531374" y="258192"/>
                </a:lnTo>
                <a:lnTo>
                  <a:pt x="563806" y="322454"/>
                </a:lnTo>
              </a:path>
            </a:pathLst>
          </a:custGeom>
          <a:noFill/>
          <a:ln w="5334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225" name="knowledge-edge">
            <a:extLst>
              <a:ext uri="{FF2B5EF4-FFF2-40B4-BE49-F238E27FC236}">
                <a16:creationId xmlns:a16="http://schemas.microsoft.com/office/drawing/2014/main" id="{7B2E86B9-5DC3-4501-92E2-C09C8549F2B6}"/>
              </a:ext>
            </a:extLst>
          </p:cNvPr>
          <p:cNvSpPr>
            <a:spLocks noGrp="1"/>
          </p:cNvSpPr>
          <p:nvPr/>
        </p:nvSpPr>
        <p:spPr>
          <a:xfrm>
            <a:off x="6436110" y="6292077"/>
            <a:ext cx="664062" cy="127960"/>
          </a:xfrm>
          <a:custGeom>
            <a:avLst/>
            <a:gdLst/>
            <a:ahLst/>
            <a:cxnLst/>
            <a:rect l="0" t="0" r="0" b="0"/>
            <a:pathLst>
              <a:path w="664062" h="127960">
                <a:moveTo>
                  <a:pt x="0" y="127960"/>
                </a:moveTo>
                <a:lnTo>
                  <a:pt x="47433" y="116057"/>
                </a:lnTo>
                <a:lnTo>
                  <a:pt x="94866" y="104579"/>
                </a:lnTo>
                <a:lnTo>
                  <a:pt x="142299" y="93526"/>
                </a:lnTo>
                <a:lnTo>
                  <a:pt x="189732" y="82898"/>
                </a:lnTo>
                <a:lnTo>
                  <a:pt x="237165" y="72695"/>
                </a:lnTo>
                <a:lnTo>
                  <a:pt x="284598" y="62918"/>
                </a:lnTo>
                <a:lnTo>
                  <a:pt x="332031" y="53565"/>
                </a:lnTo>
                <a:lnTo>
                  <a:pt x="379464" y="44638"/>
                </a:lnTo>
                <a:lnTo>
                  <a:pt x="426897" y="36135"/>
                </a:lnTo>
                <a:lnTo>
                  <a:pt x="474330" y="28058"/>
                </a:lnTo>
                <a:lnTo>
                  <a:pt x="521763" y="20406"/>
                </a:lnTo>
                <a:lnTo>
                  <a:pt x="569196" y="13179"/>
                </a:lnTo>
                <a:lnTo>
                  <a:pt x="616629" y="6377"/>
                </a:lnTo>
                <a:lnTo>
                  <a:pt x="664062" y="0"/>
                </a:lnTo>
              </a:path>
            </a:pathLst>
          </a:custGeom>
          <a:noFill/>
          <a:ln w="6477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226" name="knowledge-cross-edge">
            <a:extLst>
              <a:ext uri="{FF2B5EF4-FFF2-40B4-BE49-F238E27FC236}">
                <a16:creationId xmlns:a16="http://schemas.microsoft.com/office/drawing/2014/main" id="{A1C5EB86-253F-4FB8-8713-D469BEAC8900}"/>
              </a:ext>
            </a:extLst>
          </p:cNvPr>
          <p:cNvSpPr>
            <a:spLocks noGrp="1"/>
          </p:cNvSpPr>
          <p:nvPr/>
        </p:nvSpPr>
        <p:spPr>
          <a:xfrm>
            <a:off x="6436110" y="6420037"/>
            <a:ext cx="661199" cy="85831"/>
          </a:xfrm>
          <a:custGeom>
            <a:avLst/>
            <a:gdLst/>
            <a:ahLst/>
            <a:cxnLst/>
            <a:rect l="0" t="0" r="0" b="0"/>
            <a:pathLst>
              <a:path w="661199" h="85831">
                <a:moveTo>
                  <a:pt x="0" y="0"/>
                </a:moveTo>
                <a:lnTo>
                  <a:pt x="69652" y="11216"/>
                </a:lnTo>
                <a:lnTo>
                  <a:pt x="136658" y="21692"/>
                </a:lnTo>
                <a:lnTo>
                  <a:pt x="201019" y="31431"/>
                </a:lnTo>
                <a:lnTo>
                  <a:pt x="262733" y="40430"/>
                </a:lnTo>
                <a:lnTo>
                  <a:pt x="321802" y="48691"/>
                </a:lnTo>
                <a:lnTo>
                  <a:pt x="378225" y="56213"/>
                </a:lnTo>
                <a:lnTo>
                  <a:pt x="432002" y="62996"/>
                </a:lnTo>
                <a:lnTo>
                  <a:pt x="483133" y="69040"/>
                </a:lnTo>
                <a:lnTo>
                  <a:pt x="531618" y="74346"/>
                </a:lnTo>
                <a:lnTo>
                  <a:pt x="577458" y="78913"/>
                </a:lnTo>
                <a:lnTo>
                  <a:pt x="620651" y="82742"/>
                </a:lnTo>
                <a:lnTo>
                  <a:pt x="661199" y="85831"/>
                </a:lnTo>
              </a:path>
            </a:pathLst>
          </a:custGeom>
          <a:noFill/>
          <a:ln w="5334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227" name="knowledge-edge">
            <a:extLst>
              <a:ext uri="{FF2B5EF4-FFF2-40B4-BE49-F238E27FC236}">
                <a16:creationId xmlns:a16="http://schemas.microsoft.com/office/drawing/2014/main" id="{17457149-C66E-4D96-8CA3-5A2AD8B30D5A}"/>
              </a:ext>
            </a:extLst>
          </p:cNvPr>
          <p:cNvSpPr>
            <a:spLocks noGrp="1"/>
          </p:cNvSpPr>
          <p:nvPr/>
        </p:nvSpPr>
        <p:spPr>
          <a:xfrm>
            <a:off x="6453272" y="6474225"/>
            <a:ext cx="644037" cy="92426"/>
          </a:xfrm>
          <a:custGeom>
            <a:avLst/>
            <a:gdLst/>
            <a:ahLst/>
            <a:cxnLst/>
            <a:rect l="0" t="0" r="0" b="0"/>
            <a:pathLst>
              <a:path w="644037" h="92426">
                <a:moveTo>
                  <a:pt x="0" y="0"/>
                </a:moveTo>
                <a:lnTo>
                  <a:pt x="46003" y="22395"/>
                </a:lnTo>
                <a:lnTo>
                  <a:pt x="92005" y="41693"/>
                </a:lnTo>
                <a:lnTo>
                  <a:pt x="138008" y="57892"/>
                </a:lnTo>
                <a:lnTo>
                  <a:pt x="184011" y="70995"/>
                </a:lnTo>
                <a:lnTo>
                  <a:pt x="230013" y="80999"/>
                </a:lnTo>
                <a:lnTo>
                  <a:pt x="276016" y="87906"/>
                </a:lnTo>
                <a:lnTo>
                  <a:pt x="322019" y="91715"/>
                </a:lnTo>
                <a:lnTo>
                  <a:pt x="368021" y="92426"/>
                </a:lnTo>
                <a:lnTo>
                  <a:pt x="414024" y="90040"/>
                </a:lnTo>
                <a:lnTo>
                  <a:pt x="460027" y="84556"/>
                </a:lnTo>
                <a:lnTo>
                  <a:pt x="506029" y="75975"/>
                </a:lnTo>
                <a:lnTo>
                  <a:pt x="552032" y="64295"/>
                </a:lnTo>
                <a:lnTo>
                  <a:pt x="598034" y="49519"/>
                </a:lnTo>
                <a:lnTo>
                  <a:pt x="644037" y="31644"/>
                </a:lnTo>
              </a:path>
            </a:pathLst>
          </a:custGeom>
          <a:noFill/>
          <a:ln w="6477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228" name="knowledge-cross-edge">
            <a:extLst>
              <a:ext uri="{FF2B5EF4-FFF2-40B4-BE49-F238E27FC236}">
                <a16:creationId xmlns:a16="http://schemas.microsoft.com/office/drawing/2014/main" id="{D3B59A7B-D4F3-417F-9F94-B7C886BAA13D}"/>
              </a:ext>
            </a:extLst>
          </p:cNvPr>
          <p:cNvSpPr>
            <a:spLocks noGrp="1"/>
          </p:cNvSpPr>
          <p:nvPr/>
        </p:nvSpPr>
        <p:spPr>
          <a:xfrm>
            <a:off x="6453272" y="6467119"/>
            <a:ext cx="492421" cy="185531"/>
          </a:xfrm>
          <a:custGeom>
            <a:avLst/>
            <a:gdLst/>
            <a:ahLst/>
            <a:cxnLst/>
            <a:rect l="0" t="0" r="0" b="0"/>
            <a:pathLst>
              <a:path w="492421" h="185531">
                <a:moveTo>
                  <a:pt x="0" y="7106"/>
                </a:moveTo>
                <a:lnTo>
                  <a:pt x="55587" y="1711"/>
                </a:lnTo>
                <a:lnTo>
                  <a:pt x="108529" y="0"/>
                </a:lnTo>
                <a:lnTo>
                  <a:pt x="158824" y="1974"/>
                </a:lnTo>
                <a:lnTo>
                  <a:pt x="206474" y="7632"/>
                </a:lnTo>
                <a:lnTo>
                  <a:pt x="251478" y="16974"/>
                </a:lnTo>
                <a:lnTo>
                  <a:pt x="293836" y="30001"/>
                </a:lnTo>
                <a:lnTo>
                  <a:pt x="333548" y="46711"/>
                </a:lnTo>
                <a:lnTo>
                  <a:pt x="370614" y="67107"/>
                </a:lnTo>
                <a:lnTo>
                  <a:pt x="405035" y="91186"/>
                </a:lnTo>
                <a:lnTo>
                  <a:pt x="436809" y="118950"/>
                </a:lnTo>
                <a:lnTo>
                  <a:pt x="465938" y="150399"/>
                </a:lnTo>
                <a:lnTo>
                  <a:pt x="492421" y="185531"/>
                </a:lnTo>
              </a:path>
            </a:pathLst>
          </a:custGeom>
          <a:noFill/>
          <a:ln w="5334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229" name="knowledge-cross-edge">
            <a:extLst>
              <a:ext uri="{FF2B5EF4-FFF2-40B4-BE49-F238E27FC236}">
                <a16:creationId xmlns:a16="http://schemas.microsoft.com/office/drawing/2014/main" id="{A98D8BC2-4C72-4612-8A6A-214B0E191F08}"/>
              </a:ext>
            </a:extLst>
          </p:cNvPr>
          <p:cNvSpPr>
            <a:spLocks noGrp="1"/>
          </p:cNvSpPr>
          <p:nvPr/>
        </p:nvSpPr>
        <p:spPr>
          <a:xfrm>
            <a:off x="6453272" y="6249099"/>
            <a:ext cx="646900" cy="225126"/>
          </a:xfrm>
          <a:custGeom>
            <a:avLst/>
            <a:gdLst/>
            <a:ahLst/>
            <a:cxnLst/>
            <a:rect l="0" t="0" r="0" b="0"/>
            <a:pathLst>
              <a:path w="646900" h="225126">
                <a:moveTo>
                  <a:pt x="0" y="225126"/>
                </a:moveTo>
                <a:lnTo>
                  <a:pt x="39356" y="174302"/>
                </a:lnTo>
                <a:lnTo>
                  <a:pt x="81358" y="129959"/>
                </a:lnTo>
                <a:lnTo>
                  <a:pt x="126006" y="92097"/>
                </a:lnTo>
                <a:lnTo>
                  <a:pt x="173300" y="60716"/>
                </a:lnTo>
                <a:lnTo>
                  <a:pt x="223240" y="35815"/>
                </a:lnTo>
                <a:lnTo>
                  <a:pt x="275825" y="17396"/>
                </a:lnTo>
                <a:lnTo>
                  <a:pt x="331056" y="5458"/>
                </a:lnTo>
                <a:lnTo>
                  <a:pt x="388933" y="0"/>
                </a:lnTo>
                <a:lnTo>
                  <a:pt x="449456" y="1023"/>
                </a:lnTo>
                <a:lnTo>
                  <a:pt x="512625" y="8527"/>
                </a:lnTo>
                <a:lnTo>
                  <a:pt x="578440" y="22513"/>
                </a:lnTo>
                <a:lnTo>
                  <a:pt x="646900" y="42979"/>
                </a:lnTo>
              </a:path>
            </a:pathLst>
          </a:custGeom>
          <a:noFill/>
          <a:ln w="4953">
            <a:solidFill>
              <a:srgbClr val="EC532F">
                <a:alpha val="12000"/>
              </a:srgbClr>
            </a:solidFill>
            <a:prstDash val="solid"/>
          </a:ln>
        </p:spPr>
      </p:sp>
      <p:sp>
        <p:nvSpPr>
          <p:cNvPr id="230" name="knowledge-long-edge">
            <a:extLst>
              <a:ext uri="{FF2B5EF4-FFF2-40B4-BE49-F238E27FC236}">
                <a16:creationId xmlns:a16="http://schemas.microsoft.com/office/drawing/2014/main" id="{F5F8425B-5022-4E48-B2E9-05C9BDD68F72}"/>
              </a:ext>
            </a:extLst>
          </p:cNvPr>
          <p:cNvSpPr>
            <a:spLocks noGrp="1"/>
          </p:cNvSpPr>
          <p:nvPr/>
        </p:nvSpPr>
        <p:spPr>
          <a:xfrm>
            <a:off x="6453272" y="6220419"/>
            <a:ext cx="856528" cy="253805"/>
          </a:xfrm>
          <a:custGeom>
            <a:avLst/>
            <a:gdLst/>
            <a:ahLst/>
            <a:cxnLst/>
            <a:rect l="0" t="0" r="0" b="0"/>
            <a:pathLst>
              <a:path w="856528" h="253805">
                <a:moveTo>
                  <a:pt x="0" y="253805"/>
                </a:moveTo>
                <a:lnTo>
                  <a:pt x="53533" y="194587"/>
                </a:lnTo>
                <a:lnTo>
                  <a:pt x="107066" y="143224"/>
                </a:lnTo>
                <a:lnTo>
                  <a:pt x="160599" y="99715"/>
                </a:lnTo>
                <a:lnTo>
                  <a:pt x="214132" y="64062"/>
                </a:lnTo>
                <a:lnTo>
                  <a:pt x="267665" y="36264"/>
                </a:lnTo>
                <a:lnTo>
                  <a:pt x="321198" y="16321"/>
                </a:lnTo>
                <a:lnTo>
                  <a:pt x="374731" y="4233"/>
                </a:lnTo>
                <a:lnTo>
                  <a:pt x="428264" y="0"/>
                </a:lnTo>
                <a:lnTo>
                  <a:pt x="481797" y="3622"/>
                </a:lnTo>
                <a:lnTo>
                  <a:pt x="535330" y="15099"/>
                </a:lnTo>
                <a:lnTo>
                  <a:pt x="588863" y="34432"/>
                </a:lnTo>
                <a:lnTo>
                  <a:pt x="642396" y="61619"/>
                </a:lnTo>
                <a:lnTo>
                  <a:pt x="695929" y="96661"/>
                </a:lnTo>
                <a:lnTo>
                  <a:pt x="749462" y="139559"/>
                </a:lnTo>
                <a:lnTo>
                  <a:pt x="802995" y="190311"/>
                </a:lnTo>
                <a:lnTo>
                  <a:pt x="856528" y="248919"/>
                </a:lnTo>
              </a:path>
            </a:pathLst>
          </a:custGeom>
          <a:noFill/>
          <a:ln w="4286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231" name="knowledge-edge">
            <a:extLst>
              <a:ext uri="{FF2B5EF4-FFF2-40B4-BE49-F238E27FC236}">
                <a16:creationId xmlns:a16="http://schemas.microsoft.com/office/drawing/2014/main" id="{F82909A4-F442-4EED-9EBC-5362B0396C25}"/>
              </a:ext>
            </a:extLst>
          </p:cNvPr>
          <p:cNvSpPr>
            <a:spLocks noGrp="1"/>
          </p:cNvSpPr>
          <p:nvPr/>
        </p:nvSpPr>
        <p:spPr>
          <a:xfrm>
            <a:off x="6532060" y="6629801"/>
            <a:ext cx="413634" cy="33723"/>
          </a:xfrm>
          <a:custGeom>
            <a:avLst/>
            <a:gdLst/>
            <a:ahLst/>
            <a:cxnLst/>
            <a:rect l="0" t="0" r="0" b="0"/>
            <a:pathLst>
              <a:path w="413634" h="33723">
                <a:moveTo>
                  <a:pt x="0" y="0"/>
                </a:moveTo>
                <a:lnTo>
                  <a:pt x="29545" y="7131"/>
                </a:lnTo>
                <a:lnTo>
                  <a:pt x="59091" y="13416"/>
                </a:lnTo>
                <a:lnTo>
                  <a:pt x="88636" y="18855"/>
                </a:lnTo>
                <a:lnTo>
                  <a:pt x="118181" y="23448"/>
                </a:lnTo>
                <a:lnTo>
                  <a:pt x="147726" y="27194"/>
                </a:lnTo>
                <a:lnTo>
                  <a:pt x="177272" y="30095"/>
                </a:lnTo>
                <a:lnTo>
                  <a:pt x="206817" y="32151"/>
                </a:lnTo>
                <a:lnTo>
                  <a:pt x="236362" y="33360"/>
                </a:lnTo>
                <a:lnTo>
                  <a:pt x="265907" y="33723"/>
                </a:lnTo>
                <a:lnTo>
                  <a:pt x="295453" y="33240"/>
                </a:lnTo>
                <a:lnTo>
                  <a:pt x="324998" y="31911"/>
                </a:lnTo>
                <a:lnTo>
                  <a:pt x="354543" y="29736"/>
                </a:lnTo>
                <a:lnTo>
                  <a:pt x="384088" y="26716"/>
                </a:lnTo>
                <a:lnTo>
                  <a:pt x="413634" y="22849"/>
                </a:lnTo>
              </a:path>
            </a:pathLst>
          </a:custGeom>
          <a:noFill/>
          <a:ln w="6477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232" name="knowledge-cross-edge">
            <a:extLst>
              <a:ext uri="{FF2B5EF4-FFF2-40B4-BE49-F238E27FC236}">
                <a16:creationId xmlns:a16="http://schemas.microsoft.com/office/drawing/2014/main" id="{97CCD6CD-A02F-4C5F-BD4A-C3090DF0F252}"/>
              </a:ext>
            </a:extLst>
          </p:cNvPr>
          <p:cNvSpPr>
            <a:spLocks noGrp="1"/>
          </p:cNvSpPr>
          <p:nvPr/>
        </p:nvSpPr>
        <p:spPr>
          <a:xfrm>
            <a:off x="6532060" y="6583568"/>
            <a:ext cx="533858" cy="46233"/>
          </a:xfrm>
          <a:custGeom>
            <a:avLst/>
            <a:gdLst/>
            <a:ahLst/>
            <a:cxnLst/>
            <a:rect l="0" t="0" r="0" b="0"/>
            <a:pathLst>
              <a:path w="533858" h="46233">
                <a:moveTo>
                  <a:pt x="0" y="46233"/>
                </a:moveTo>
                <a:lnTo>
                  <a:pt x="59040" y="33264"/>
                </a:lnTo>
                <a:lnTo>
                  <a:pt x="115435" y="22416"/>
                </a:lnTo>
                <a:lnTo>
                  <a:pt x="169183" y="13689"/>
                </a:lnTo>
                <a:lnTo>
                  <a:pt x="220286" y="7084"/>
                </a:lnTo>
                <a:lnTo>
                  <a:pt x="268743" y="2601"/>
                </a:lnTo>
                <a:lnTo>
                  <a:pt x="314554" y="240"/>
                </a:lnTo>
                <a:lnTo>
                  <a:pt x="357719" y="0"/>
                </a:lnTo>
                <a:lnTo>
                  <a:pt x="398239" y="1882"/>
                </a:lnTo>
                <a:lnTo>
                  <a:pt x="436112" y="5885"/>
                </a:lnTo>
                <a:lnTo>
                  <a:pt x="471340" y="12010"/>
                </a:lnTo>
                <a:lnTo>
                  <a:pt x="503922" y="20257"/>
                </a:lnTo>
                <a:lnTo>
                  <a:pt x="533858" y="30625"/>
                </a:lnTo>
              </a:path>
            </a:pathLst>
          </a:custGeom>
          <a:noFill/>
          <a:ln w="5334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233" name="knowledge-edge">
            <a:extLst>
              <a:ext uri="{FF2B5EF4-FFF2-40B4-BE49-F238E27FC236}">
                <a16:creationId xmlns:a16="http://schemas.microsoft.com/office/drawing/2014/main" id="{69054DE8-1B3D-4E9E-80EF-3681CF149665}"/>
              </a:ext>
            </a:extLst>
          </p:cNvPr>
          <p:cNvSpPr>
            <a:spLocks noGrp="1"/>
          </p:cNvSpPr>
          <p:nvPr/>
        </p:nvSpPr>
        <p:spPr>
          <a:xfrm>
            <a:off x="6457870" y="6614193"/>
            <a:ext cx="608047" cy="137365"/>
          </a:xfrm>
          <a:custGeom>
            <a:avLst/>
            <a:gdLst/>
            <a:ahLst/>
            <a:cxnLst/>
            <a:rect l="0" t="0" r="0" b="0"/>
            <a:pathLst>
              <a:path w="608047" h="137365">
                <a:moveTo>
                  <a:pt x="0" y="120056"/>
                </a:moveTo>
                <a:lnTo>
                  <a:pt x="43432" y="128254"/>
                </a:lnTo>
                <a:lnTo>
                  <a:pt x="86864" y="133871"/>
                </a:lnTo>
                <a:lnTo>
                  <a:pt x="130296" y="136908"/>
                </a:lnTo>
                <a:lnTo>
                  <a:pt x="173728" y="137365"/>
                </a:lnTo>
                <a:lnTo>
                  <a:pt x="217160" y="135241"/>
                </a:lnTo>
                <a:lnTo>
                  <a:pt x="260592" y="130536"/>
                </a:lnTo>
                <a:lnTo>
                  <a:pt x="304024" y="123251"/>
                </a:lnTo>
                <a:lnTo>
                  <a:pt x="347455" y="113385"/>
                </a:lnTo>
                <a:lnTo>
                  <a:pt x="390887" y="100939"/>
                </a:lnTo>
                <a:lnTo>
                  <a:pt x="434319" y="85912"/>
                </a:lnTo>
                <a:lnTo>
                  <a:pt x="477751" y="68305"/>
                </a:lnTo>
                <a:lnTo>
                  <a:pt x="521183" y="48117"/>
                </a:lnTo>
                <a:lnTo>
                  <a:pt x="564615" y="25349"/>
                </a:lnTo>
                <a:lnTo>
                  <a:pt x="608047" y="0"/>
                </a:lnTo>
              </a:path>
            </a:pathLst>
          </a:custGeom>
          <a:noFill/>
          <a:ln w="6477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234" name="knowledge-cross-edge">
            <a:extLst>
              <a:ext uri="{FF2B5EF4-FFF2-40B4-BE49-F238E27FC236}">
                <a16:creationId xmlns:a16="http://schemas.microsoft.com/office/drawing/2014/main" id="{0526D3FD-0FD1-41CE-A6E0-21FB5F056B60}"/>
              </a:ext>
            </a:extLst>
          </p:cNvPr>
          <p:cNvSpPr>
            <a:spLocks noGrp="1"/>
          </p:cNvSpPr>
          <p:nvPr/>
        </p:nvSpPr>
        <p:spPr>
          <a:xfrm>
            <a:off x="6457870" y="6669707"/>
            <a:ext cx="685176" cy="64542"/>
          </a:xfrm>
          <a:custGeom>
            <a:avLst/>
            <a:gdLst/>
            <a:ahLst/>
            <a:cxnLst/>
            <a:rect l="0" t="0" r="0" b="0"/>
            <a:pathLst>
              <a:path w="685176" h="64542">
                <a:moveTo>
                  <a:pt x="0" y="64542"/>
                </a:moveTo>
                <a:lnTo>
                  <a:pt x="71650" y="47396"/>
                </a:lnTo>
                <a:lnTo>
                  <a:pt x="140654" y="32893"/>
                </a:lnTo>
                <a:lnTo>
                  <a:pt x="207013" y="21031"/>
                </a:lnTo>
                <a:lnTo>
                  <a:pt x="270725" y="11810"/>
                </a:lnTo>
                <a:lnTo>
                  <a:pt x="331792" y="5232"/>
                </a:lnTo>
                <a:lnTo>
                  <a:pt x="390213" y="1295"/>
                </a:lnTo>
                <a:lnTo>
                  <a:pt x="445988" y="0"/>
                </a:lnTo>
                <a:lnTo>
                  <a:pt x="499118" y="1347"/>
                </a:lnTo>
                <a:lnTo>
                  <a:pt x="549601" y="5335"/>
                </a:lnTo>
                <a:lnTo>
                  <a:pt x="597439" y="11965"/>
                </a:lnTo>
                <a:lnTo>
                  <a:pt x="642630" y="21237"/>
                </a:lnTo>
                <a:lnTo>
                  <a:pt x="685176" y="33151"/>
                </a:lnTo>
              </a:path>
            </a:pathLst>
          </a:custGeom>
          <a:noFill/>
          <a:ln w="5334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235" name="knowledge-long-edge">
            <a:extLst>
              <a:ext uri="{FF2B5EF4-FFF2-40B4-BE49-F238E27FC236}">
                <a16:creationId xmlns:a16="http://schemas.microsoft.com/office/drawing/2014/main" id="{23C9919F-8803-44AB-AA4B-1EF821447F58}"/>
              </a:ext>
            </a:extLst>
          </p:cNvPr>
          <p:cNvSpPr>
            <a:spLocks noGrp="1"/>
          </p:cNvSpPr>
          <p:nvPr/>
        </p:nvSpPr>
        <p:spPr>
          <a:xfrm>
            <a:off x="6457870" y="6400120"/>
            <a:ext cx="1033939" cy="334129"/>
          </a:xfrm>
          <a:custGeom>
            <a:avLst/>
            <a:gdLst/>
            <a:ahLst/>
            <a:cxnLst/>
            <a:rect l="0" t="0" r="0" b="0"/>
            <a:pathLst>
              <a:path w="1033939" h="334129">
                <a:moveTo>
                  <a:pt x="0" y="334129"/>
                </a:moveTo>
                <a:lnTo>
                  <a:pt x="64621" y="262273"/>
                </a:lnTo>
                <a:lnTo>
                  <a:pt x="129242" y="199100"/>
                </a:lnTo>
                <a:lnTo>
                  <a:pt x="193864" y="144609"/>
                </a:lnTo>
                <a:lnTo>
                  <a:pt x="258485" y="98801"/>
                </a:lnTo>
                <a:lnTo>
                  <a:pt x="323106" y="61676"/>
                </a:lnTo>
                <a:lnTo>
                  <a:pt x="387727" y="33233"/>
                </a:lnTo>
                <a:lnTo>
                  <a:pt x="452348" y="13473"/>
                </a:lnTo>
                <a:lnTo>
                  <a:pt x="516970" y="2395"/>
                </a:lnTo>
                <a:lnTo>
                  <a:pt x="581591" y="0"/>
                </a:lnTo>
                <a:lnTo>
                  <a:pt x="646212" y="6287"/>
                </a:lnTo>
                <a:lnTo>
                  <a:pt x="710833" y="21257"/>
                </a:lnTo>
                <a:lnTo>
                  <a:pt x="775455" y="44910"/>
                </a:lnTo>
                <a:lnTo>
                  <a:pt x="840076" y="77245"/>
                </a:lnTo>
                <a:lnTo>
                  <a:pt x="904697" y="118263"/>
                </a:lnTo>
                <a:lnTo>
                  <a:pt x="969318" y="167963"/>
                </a:lnTo>
                <a:lnTo>
                  <a:pt x="1033939" y="226346"/>
                </a:lnTo>
              </a:path>
            </a:pathLst>
          </a:custGeom>
          <a:noFill/>
          <a:ln w="4286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236" name="knowledge-edge">
            <a:extLst>
              <a:ext uri="{FF2B5EF4-FFF2-40B4-BE49-F238E27FC236}">
                <a16:creationId xmlns:a16="http://schemas.microsoft.com/office/drawing/2014/main" id="{2CC89242-40C3-49E1-95C9-8F207BB78EDE}"/>
              </a:ext>
            </a:extLst>
          </p:cNvPr>
          <p:cNvSpPr>
            <a:spLocks noGrp="1"/>
          </p:cNvSpPr>
          <p:nvPr/>
        </p:nvSpPr>
        <p:spPr>
          <a:xfrm>
            <a:off x="6655995" y="6702857"/>
            <a:ext cx="487052" cy="88797"/>
          </a:xfrm>
          <a:custGeom>
            <a:avLst/>
            <a:gdLst/>
            <a:ahLst/>
            <a:cxnLst/>
            <a:rect l="0" t="0" r="0" b="0"/>
            <a:pathLst>
              <a:path w="487052" h="88797">
                <a:moveTo>
                  <a:pt x="0" y="68970"/>
                </a:moveTo>
                <a:lnTo>
                  <a:pt x="34789" y="76887"/>
                </a:lnTo>
                <a:lnTo>
                  <a:pt x="69579" y="82828"/>
                </a:lnTo>
                <a:lnTo>
                  <a:pt x="104368" y="86794"/>
                </a:lnTo>
                <a:lnTo>
                  <a:pt x="139158" y="88783"/>
                </a:lnTo>
                <a:lnTo>
                  <a:pt x="173947" y="88797"/>
                </a:lnTo>
                <a:lnTo>
                  <a:pt x="208737" y="86834"/>
                </a:lnTo>
                <a:lnTo>
                  <a:pt x="243526" y="82896"/>
                </a:lnTo>
                <a:lnTo>
                  <a:pt x="278315" y="76981"/>
                </a:lnTo>
                <a:lnTo>
                  <a:pt x="313105" y="69091"/>
                </a:lnTo>
                <a:lnTo>
                  <a:pt x="347894" y="59225"/>
                </a:lnTo>
                <a:lnTo>
                  <a:pt x="382684" y="47383"/>
                </a:lnTo>
                <a:lnTo>
                  <a:pt x="417473" y="33564"/>
                </a:lnTo>
                <a:lnTo>
                  <a:pt x="452263" y="17770"/>
                </a:lnTo>
                <a:lnTo>
                  <a:pt x="487052" y="0"/>
                </a:lnTo>
              </a:path>
            </a:pathLst>
          </a:custGeom>
          <a:noFill/>
          <a:ln w="6477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237" name="knowledge-cross-edge">
            <a:extLst>
              <a:ext uri="{FF2B5EF4-FFF2-40B4-BE49-F238E27FC236}">
                <a16:creationId xmlns:a16="http://schemas.microsoft.com/office/drawing/2014/main" id="{4DA20F19-EFBC-425A-8D07-C63A3F83788B}"/>
              </a:ext>
            </a:extLst>
          </p:cNvPr>
          <p:cNvSpPr>
            <a:spLocks noGrp="1"/>
          </p:cNvSpPr>
          <p:nvPr/>
        </p:nvSpPr>
        <p:spPr>
          <a:xfrm>
            <a:off x="6655995" y="6741080"/>
            <a:ext cx="200874" cy="345109"/>
          </a:xfrm>
          <a:custGeom>
            <a:avLst/>
            <a:gdLst/>
            <a:ahLst/>
            <a:cxnLst/>
            <a:rect l="0" t="0" r="0" b="0"/>
            <a:pathLst>
              <a:path w="200874" h="345109">
                <a:moveTo>
                  <a:pt x="0" y="30747"/>
                </a:moveTo>
                <a:lnTo>
                  <a:pt x="31292" y="12399"/>
                </a:lnTo>
                <a:lnTo>
                  <a:pt x="59937" y="2150"/>
                </a:lnTo>
                <a:lnTo>
                  <a:pt x="85937" y="0"/>
                </a:lnTo>
                <a:lnTo>
                  <a:pt x="109291" y="5949"/>
                </a:lnTo>
                <a:lnTo>
                  <a:pt x="130000" y="19997"/>
                </a:lnTo>
                <a:lnTo>
                  <a:pt x="148062" y="42144"/>
                </a:lnTo>
                <a:lnTo>
                  <a:pt x="163479" y="72391"/>
                </a:lnTo>
                <a:lnTo>
                  <a:pt x="176249" y="110736"/>
                </a:lnTo>
                <a:lnTo>
                  <a:pt x="186374" y="157181"/>
                </a:lnTo>
                <a:lnTo>
                  <a:pt x="193853" y="211724"/>
                </a:lnTo>
                <a:lnTo>
                  <a:pt x="198687" y="274367"/>
                </a:lnTo>
                <a:lnTo>
                  <a:pt x="200874" y="345109"/>
                </a:lnTo>
              </a:path>
            </a:pathLst>
          </a:custGeom>
          <a:noFill/>
          <a:ln w="5334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238" name="knowledge-edge">
            <a:extLst>
              <a:ext uri="{FF2B5EF4-FFF2-40B4-BE49-F238E27FC236}">
                <a16:creationId xmlns:a16="http://schemas.microsoft.com/office/drawing/2014/main" id="{2D0150F7-DF10-4724-84BB-F6B2F43F8F33}"/>
              </a:ext>
            </a:extLst>
          </p:cNvPr>
          <p:cNvSpPr>
            <a:spLocks noGrp="1"/>
          </p:cNvSpPr>
          <p:nvPr/>
        </p:nvSpPr>
        <p:spPr>
          <a:xfrm>
            <a:off x="6581495" y="6943936"/>
            <a:ext cx="275373" cy="153931"/>
          </a:xfrm>
          <a:custGeom>
            <a:avLst/>
            <a:gdLst/>
            <a:ahLst/>
            <a:cxnLst/>
            <a:rect l="0" t="0" r="0" b="0"/>
            <a:pathLst>
              <a:path w="275373" h="153931">
                <a:moveTo>
                  <a:pt x="0" y="0"/>
                </a:moveTo>
                <a:lnTo>
                  <a:pt x="19670" y="26770"/>
                </a:lnTo>
                <a:lnTo>
                  <a:pt x="39339" y="50985"/>
                </a:lnTo>
                <a:lnTo>
                  <a:pt x="59009" y="72644"/>
                </a:lnTo>
                <a:lnTo>
                  <a:pt x="78678" y="91749"/>
                </a:lnTo>
                <a:lnTo>
                  <a:pt x="98348" y="108298"/>
                </a:lnTo>
                <a:lnTo>
                  <a:pt x="118017" y="122291"/>
                </a:lnTo>
                <a:lnTo>
                  <a:pt x="137687" y="133730"/>
                </a:lnTo>
                <a:lnTo>
                  <a:pt x="157356" y="142613"/>
                </a:lnTo>
                <a:lnTo>
                  <a:pt x="177026" y="148941"/>
                </a:lnTo>
                <a:lnTo>
                  <a:pt x="196695" y="152714"/>
                </a:lnTo>
                <a:lnTo>
                  <a:pt x="216365" y="153931"/>
                </a:lnTo>
                <a:lnTo>
                  <a:pt x="236034" y="152594"/>
                </a:lnTo>
                <a:lnTo>
                  <a:pt x="255704" y="148701"/>
                </a:lnTo>
                <a:lnTo>
                  <a:pt x="275373" y="142252"/>
                </a:lnTo>
              </a:path>
            </a:pathLst>
          </a:custGeom>
          <a:noFill/>
          <a:ln w="6477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239" name="knowledge-edge">
            <a:extLst>
              <a:ext uri="{FF2B5EF4-FFF2-40B4-BE49-F238E27FC236}">
                <a16:creationId xmlns:a16="http://schemas.microsoft.com/office/drawing/2014/main" id="{81A3EFC5-F17E-4D31-9485-B92A64F1E268}"/>
              </a:ext>
            </a:extLst>
          </p:cNvPr>
          <p:cNvSpPr>
            <a:spLocks noGrp="1"/>
          </p:cNvSpPr>
          <p:nvPr/>
        </p:nvSpPr>
        <p:spPr>
          <a:xfrm>
            <a:off x="6909372" y="5974288"/>
            <a:ext cx="634568" cy="82994"/>
          </a:xfrm>
          <a:custGeom>
            <a:avLst/>
            <a:gdLst/>
            <a:ahLst/>
            <a:cxnLst/>
            <a:rect l="0" t="0" r="0" b="0"/>
            <a:pathLst>
              <a:path w="634568" h="82994">
                <a:moveTo>
                  <a:pt x="0" y="51375"/>
                </a:moveTo>
                <a:lnTo>
                  <a:pt x="45326" y="62140"/>
                </a:lnTo>
                <a:lnTo>
                  <a:pt x="90653" y="70684"/>
                </a:lnTo>
                <a:lnTo>
                  <a:pt x="135979" y="77008"/>
                </a:lnTo>
                <a:lnTo>
                  <a:pt x="181305" y="81111"/>
                </a:lnTo>
                <a:lnTo>
                  <a:pt x="226632" y="82994"/>
                </a:lnTo>
                <a:lnTo>
                  <a:pt x="271958" y="82655"/>
                </a:lnTo>
                <a:lnTo>
                  <a:pt x="317284" y="80096"/>
                </a:lnTo>
                <a:lnTo>
                  <a:pt x="362610" y="75316"/>
                </a:lnTo>
                <a:lnTo>
                  <a:pt x="407937" y="68315"/>
                </a:lnTo>
                <a:lnTo>
                  <a:pt x="453263" y="59094"/>
                </a:lnTo>
                <a:lnTo>
                  <a:pt x="498589" y="47651"/>
                </a:lnTo>
                <a:lnTo>
                  <a:pt x="543916" y="33988"/>
                </a:lnTo>
                <a:lnTo>
                  <a:pt x="589242" y="18105"/>
                </a:lnTo>
                <a:lnTo>
                  <a:pt x="634568" y="0"/>
                </a:lnTo>
              </a:path>
            </a:pathLst>
          </a:custGeom>
          <a:noFill/>
          <a:ln w="6477">
            <a:solidFill>
              <a:srgbClr val="EF6328">
                <a:alpha val="17000"/>
              </a:srgbClr>
            </a:solidFill>
            <a:prstDash val="solid"/>
          </a:ln>
        </p:spPr>
      </p:sp>
      <p:sp>
        <p:nvSpPr>
          <p:cNvPr id="240" name="knowledge-long-edge">
            <a:extLst>
              <a:ext uri="{FF2B5EF4-FFF2-40B4-BE49-F238E27FC236}">
                <a16:creationId xmlns:a16="http://schemas.microsoft.com/office/drawing/2014/main" id="{22D5FC9F-F259-43EA-83F8-7531415A926C}"/>
              </a:ext>
            </a:extLst>
          </p:cNvPr>
          <p:cNvSpPr>
            <a:spLocks noGrp="1"/>
          </p:cNvSpPr>
          <p:nvPr/>
        </p:nvSpPr>
        <p:spPr>
          <a:xfrm>
            <a:off x="6909372" y="5831889"/>
            <a:ext cx="935213" cy="387802"/>
          </a:xfrm>
          <a:custGeom>
            <a:avLst/>
            <a:gdLst/>
            <a:ahLst/>
            <a:cxnLst/>
            <a:rect l="0" t="0" r="0" b="0"/>
            <a:pathLst>
              <a:path w="935213" h="387802">
                <a:moveTo>
                  <a:pt x="0" y="193774"/>
                </a:moveTo>
                <a:lnTo>
                  <a:pt x="58451" y="139553"/>
                </a:lnTo>
                <a:lnTo>
                  <a:pt x="116902" y="94178"/>
                </a:lnTo>
                <a:lnTo>
                  <a:pt x="175352" y="57649"/>
                </a:lnTo>
                <a:lnTo>
                  <a:pt x="233803" y="29968"/>
                </a:lnTo>
                <a:lnTo>
                  <a:pt x="292254" y="11132"/>
                </a:lnTo>
                <a:lnTo>
                  <a:pt x="350705" y="1143"/>
                </a:lnTo>
                <a:lnTo>
                  <a:pt x="409156" y="0"/>
                </a:lnTo>
                <a:lnTo>
                  <a:pt x="467606" y="7704"/>
                </a:lnTo>
                <a:lnTo>
                  <a:pt x="526057" y="24254"/>
                </a:lnTo>
                <a:lnTo>
                  <a:pt x="584508" y="49650"/>
                </a:lnTo>
                <a:lnTo>
                  <a:pt x="642959" y="83893"/>
                </a:lnTo>
                <a:lnTo>
                  <a:pt x="701409" y="126982"/>
                </a:lnTo>
                <a:lnTo>
                  <a:pt x="759860" y="178917"/>
                </a:lnTo>
                <a:lnTo>
                  <a:pt x="818311" y="239699"/>
                </a:lnTo>
                <a:lnTo>
                  <a:pt x="876762" y="309328"/>
                </a:lnTo>
                <a:lnTo>
                  <a:pt x="935213" y="387802"/>
                </a:lnTo>
              </a:path>
            </a:pathLst>
          </a:custGeom>
          <a:noFill/>
          <a:ln w="4286">
            <a:solidFill>
              <a:srgbClr val="EF6328">
                <a:alpha val="9000"/>
              </a:srgbClr>
            </a:solidFill>
            <a:prstDash val="solid"/>
          </a:ln>
        </p:spPr>
      </p:sp>
      <p:sp>
        <p:nvSpPr>
          <p:cNvPr id="241" name="knowledge-edge">
            <a:extLst>
              <a:ext uri="{FF2B5EF4-FFF2-40B4-BE49-F238E27FC236}">
                <a16:creationId xmlns:a16="http://schemas.microsoft.com/office/drawing/2014/main" id="{D78EE2E5-8110-4A87-A3A8-145F3645921E}"/>
              </a:ext>
            </a:extLst>
          </p:cNvPr>
          <p:cNvSpPr>
            <a:spLocks noGrp="1"/>
          </p:cNvSpPr>
          <p:nvPr/>
        </p:nvSpPr>
        <p:spPr>
          <a:xfrm>
            <a:off x="7100172" y="6206504"/>
            <a:ext cx="240331" cy="85574"/>
          </a:xfrm>
          <a:custGeom>
            <a:avLst/>
            <a:gdLst/>
            <a:ahLst/>
            <a:cxnLst/>
            <a:rect l="0" t="0" r="0" b="0"/>
            <a:pathLst>
              <a:path w="240331" h="85574">
                <a:moveTo>
                  <a:pt x="0" y="85574"/>
                </a:moveTo>
                <a:lnTo>
                  <a:pt x="17166" y="82398"/>
                </a:lnTo>
                <a:lnTo>
                  <a:pt x="34333" y="78770"/>
                </a:lnTo>
                <a:lnTo>
                  <a:pt x="51499" y="74691"/>
                </a:lnTo>
                <a:lnTo>
                  <a:pt x="68666" y="70160"/>
                </a:lnTo>
                <a:lnTo>
                  <a:pt x="85832" y="65177"/>
                </a:lnTo>
                <a:lnTo>
                  <a:pt x="102999" y="59743"/>
                </a:lnTo>
                <a:lnTo>
                  <a:pt x="120165" y="53856"/>
                </a:lnTo>
                <a:lnTo>
                  <a:pt x="137332" y="47518"/>
                </a:lnTo>
                <a:lnTo>
                  <a:pt x="154498" y="40728"/>
                </a:lnTo>
                <a:lnTo>
                  <a:pt x="171665" y="33486"/>
                </a:lnTo>
                <a:lnTo>
                  <a:pt x="188831" y="25792"/>
                </a:lnTo>
                <a:lnTo>
                  <a:pt x="205998" y="17646"/>
                </a:lnTo>
                <a:lnTo>
                  <a:pt x="223164" y="9049"/>
                </a:lnTo>
                <a:lnTo>
                  <a:pt x="240331" y="0"/>
                </a:lnTo>
              </a:path>
            </a:pathLst>
          </a:custGeom>
          <a:noFill/>
          <a:ln w="6477">
            <a:solidFill>
              <a:srgbClr val="EF6328">
                <a:alpha val="17000"/>
              </a:srgbClr>
            </a:solidFill>
            <a:prstDash val="solid"/>
          </a:ln>
        </p:spPr>
      </p:sp>
      <p:sp>
        <p:nvSpPr>
          <p:cNvPr id="242" name="knowledge-cross-edge">
            <a:extLst>
              <a:ext uri="{FF2B5EF4-FFF2-40B4-BE49-F238E27FC236}">
                <a16:creationId xmlns:a16="http://schemas.microsoft.com/office/drawing/2014/main" id="{C5B7ED92-7899-44F2-8DA3-AFC28A8AF1E3}"/>
              </a:ext>
            </a:extLst>
          </p:cNvPr>
          <p:cNvSpPr>
            <a:spLocks noGrp="1"/>
          </p:cNvSpPr>
          <p:nvPr/>
        </p:nvSpPr>
        <p:spPr>
          <a:xfrm>
            <a:off x="7100172" y="5961028"/>
            <a:ext cx="443768" cy="331049"/>
          </a:xfrm>
          <a:custGeom>
            <a:avLst/>
            <a:gdLst/>
            <a:ahLst/>
            <a:cxnLst/>
            <a:rect l="0" t="0" r="0" b="0"/>
            <a:pathLst>
              <a:path w="443768" h="331049">
                <a:moveTo>
                  <a:pt x="0" y="331049"/>
                </a:moveTo>
                <a:lnTo>
                  <a:pt x="22429" y="268143"/>
                </a:lnTo>
                <a:lnTo>
                  <a:pt x="47503" y="211860"/>
                </a:lnTo>
                <a:lnTo>
                  <a:pt x="75223" y="162198"/>
                </a:lnTo>
                <a:lnTo>
                  <a:pt x="105589" y="119160"/>
                </a:lnTo>
                <a:lnTo>
                  <a:pt x="138601" y="82744"/>
                </a:lnTo>
                <a:lnTo>
                  <a:pt x="174259" y="52950"/>
                </a:lnTo>
                <a:lnTo>
                  <a:pt x="212562" y="29779"/>
                </a:lnTo>
                <a:lnTo>
                  <a:pt x="253512" y="13230"/>
                </a:lnTo>
                <a:lnTo>
                  <a:pt x="297107" y="3304"/>
                </a:lnTo>
                <a:lnTo>
                  <a:pt x="343348" y="0"/>
                </a:lnTo>
                <a:lnTo>
                  <a:pt x="392235" y="3319"/>
                </a:lnTo>
                <a:lnTo>
                  <a:pt x="443768" y="13260"/>
                </a:lnTo>
              </a:path>
            </a:pathLst>
          </a:custGeom>
          <a:noFill/>
          <a:ln w="4953">
            <a:solidFill>
              <a:srgbClr val="EF6328">
                <a:alpha val="12000"/>
              </a:srgbClr>
            </a:solidFill>
            <a:prstDash val="solid"/>
          </a:ln>
        </p:spPr>
      </p:sp>
      <p:sp>
        <p:nvSpPr>
          <p:cNvPr id="243" name="knowledge-long-edge">
            <a:extLst>
              <a:ext uri="{FF2B5EF4-FFF2-40B4-BE49-F238E27FC236}">
                <a16:creationId xmlns:a16="http://schemas.microsoft.com/office/drawing/2014/main" id="{21B745FC-FEDA-46C0-BA8E-08B9392DCCE1}"/>
              </a:ext>
            </a:extLst>
          </p:cNvPr>
          <p:cNvSpPr>
            <a:spLocks noGrp="1"/>
          </p:cNvSpPr>
          <p:nvPr/>
        </p:nvSpPr>
        <p:spPr>
          <a:xfrm>
            <a:off x="7100172" y="6059198"/>
            <a:ext cx="832372" cy="276036"/>
          </a:xfrm>
          <a:custGeom>
            <a:avLst/>
            <a:gdLst/>
            <a:ahLst/>
            <a:cxnLst/>
            <a:rect l="0" t="0" r="0" b="0"/>
            <a:pathLst>
              <a:path w="832372" h="276036">
                <a:moveTo>
                  <a:pt x="0" y="232879"/>
                </a:moveTo>
                <a:lnTo>
                  <a:pt x="52023" y="175938"/>
                </a:lnTo>
                <a:lnTo>
                  <a:pt x="104046" y="126949"/>
                </a:lnTo>
                <a:lnTo>
                  <a:pt x="156070" y="85911"/>
                </a:lnTo>
                <a:lnTo>
                  <a:pt x="208093" y="52825"/>
                </a:lnTo>
                <a:lnTo>
                  <a:pt x="260116" y="27691"/>
                </a:lnTo>
                <a:lnTo>
                  <a:pt x="312139" y="10509"/>
                </a:lnTo>
                <a:lnTo>
                  <a:pt x="364163" y="1279"/>
                </a:lnTo>
                <a:lnTo>
                  <a:pt x="416186" y="0"/>
                </a:lnTo>
                <a:lnTo>
                  <a:pt x="468209" y="6673"/>
                </a:lnTo>
                <a:lnTo>
                  <a:pt x="520232" y="21298"/>
                </a:lnTo>
                <a:lnTo>
                  <a:pt x="572256" y="43875"/>
                </a:lnTo>
                <a:lnTo>
                  <a:pt x="624279" y="74404"/>
                </a:lnTo>
                <a:lnTo>
                  <a:pt x="676302" y="112884"/>
                </a:lnTo>
                <a:lnTo>
                  <a:pt x="728325" y="159316"/>
                </a:lnTo>
                <a:lnTo>
                  <a:pt x="780348" y="213700"/>
                </a:lnTo>
                <a:lnTo>
                  <a:pt x="832372" y="276036"/>
                </a:lnTo>
              </a:path>
            </a:pathLst>
          </a:custGeom>
          <a:noFill/>
          <a:ln w="4286">
            <a:solidFill>
              <a:srgbClr val="EF6328">
                <a:alpha val="9000"/>
              </a:srgbClr>
            </a:solidFill>
            <a:prstDash val="solid"/>
          </a:ln>
        </p:spPr>
      </p:sp>
      <p:sp>
        <p:nvSpPr>
          <p:cNvPr id="244" name="knowledge-edge">
            <a:extLst>
              <a:ext uri="{FF2B5EF4-FFF2-40B4-BE49-F238E27FC236}">
                <a16:creationId xmlns:a16="http://schemas.microsoft.com/office/drawing/2014/main" id="{4D17E27F-8CA5-4498-B737-0FA808C4503D}"/>
              </a:ext>
            </a:extLst>
          </p:cNvPr>
          <p:cNvSpPr>
            <a:spLocks noGrp="1"/>
          </p:cNvSpPr>
          <p:nvPr/>
        </p:nvSpPr>
        <p:spPr>
          <a:xfrm>
            <a:off x="7097309" y="6475233"/>
            <a:ext cx="314023" cy="30636"/>
          </a:xfrm>
          <a:custGeom>
            <a:avLst/>
            <a:gdLst/>
            <a:ahLst/>
            <a:cxnLst/>
            <a:rect l="0" t="0" r="0" b="0"/>
            <a:pathLst>
              <a:path w="314023" h="30636">
                <a:moveTo>
                  <a:pt x="0" y="30636"/>
                </a:moveTo>
                <a:lnTo>
                  <a:pt x="22430" y="22584"/>
                </a:lnTo>
                <a:lnTo>
                  <a:pt x="44860" y="15758"/>
                </a:lnTo>
                <a:lnTo>
                  <a:pt x="67291" y="10156"/>
                </a:lnTo>
                <a:lnTo>
                  <a:pt x="89721" y="5779"/>
                </a:lnTo>
                <a:lnTo>
                  <a:pt x="112151" y="2628"/>
                </a:lnTo>
                <a:lnTo>
                  <a:pt x="134581" y="701"/>
                </a:lnTo>
                <a:lnTo>
                  <a:pt x="157012" y="0"/>
                </a:lnTo>
                <a:lnTo>
                  <a:pt x="179442" y="524"/>
                </a:lnTo>
                <a:lnTo>
                  <a:pt x="201872" y="2272"/>
                </a:lnTo>
                <a:lnTo>
                  <a:pt x="224302" y="5246"/>
                </a:lnTo>
                <a:lnTo>
                  <a:pt x="246733" y="9445"/>
                </a:lnTo>
                <a:lnTo>
                  <a:pt x="269163" y="14869"/>
                </a:lnTo>
                <a:lnTo>
                  <a:pt x="291593" y="21518"/>
                </a:lnTo>
                <a:lnTo>
                  <a:pt x="314023" y="29392"/>
                </a:lnTo>
              </a:path>
            </a:pathLst>
          </a:custGeom>
          <a:noFill/>
          <a:ln w="6477">
            <a:solidFill>
              <a:srgbClr val="EF6328">
                <a:alpha val="17000"/>
              </a:srgbClr>
            </a:solidFill>
            <a:prstDash val="solid"/>
          </a:ln>
        </p:spPr>
      </p:sp>
      <p:sp>
        <p:nvSpPr>
          <p:cNvPr id="245" name="knowledge-long-edge">
            <a:extLst>
              <a:ext uri="{FF2B5EF4-FFF2-40B4-BE49-F238E27FC236}">
                <a16:creationId xmlns:a16="http://schemas.microsoft.com/office/drawing/2014/main" id="{8201035B-4A71-44D7-A312-A77447CCCF64}"/>
              </a:ext>
            </a:extLst>
          </p:cNvPr>
          <p:cNvSpPr>
            <a:spLocks noGrp="1"/>
          </p:cNvSpPr>
          <p:nvPr/>
        </p:nvSpPr>
        <p:spPr>
          <a:xfrm>
            <a:off x="7097309" y="6130465"/>
            <a:ext cx="664961" cy="375403"/>
          </a:xfrm>
          <a:custGeom>
            <a:avLst/>
            <a:gdLst/>
            <a:ahLst/>
            <a:cxnLst/>
            <a:rect l="0" t="0" r="0" b="0"/>
            <a:pathLst>
              <a:path w="664961" h="375403">
                <a:moveTo>
                  <a:pt x="0" y="375403"/>
                </a:moveTo>
                <a:lnTo>
                  <a:pt x="41560" y="299949"/>
                </a:lnTo>
                <a:lnTo>
                  <a:pt x="83120" y="232930"/>
                </a:lnTo>
                <a:lnTo>
                  <a:pt x="124680" y="174347"/>
                </a:lnTo>
                <a:lnTo>
                  <a:pt x="166240" y="124200"/>
                </a:lnTo>
                <a:lnTo>
                  <a:pt x="207800" y="82489"/>
                </a:lnTo>
                <a:lnTo>
                  <a:pt x="249360" y="49213"/>
                </a:lnTo>
                <a:lnTo>
                  <a:pt x="290920" y="24373"/>
                </a:lnTo>
                <a:lnTo>
                  <a:pt x="332480" y="7969"/>
                </a:lnTo>
                <a:lnTo>
                  <a:pt x="374040" y="0"/>
                </a:lnTo>
                <a:lnTo>
                  <a:pt x="415600" y="467"/>
                </a:lnTo>
                <a:lnTo>
                  <a:pt x="457160" y="9370"/>
                </a:lnTo>
                <a:lnTo>
                  <a:pt x="498721" y="26709"/>
                </a:lnTo>
                <a:lnTo>
                  <a:pt x="540281" y="52483"/>
                </a:lnTo>
                <a:lnTo>
                  <a:pt x="581841" y="86693"/>
                </a:lnTo>
                <a:lnTo>
                  <a:pt x="623401" y="129339"/>
                </a:lnTo>
                <a:lnTo>
                  <a:pt x="664961" y="180420"/>
                </a:lnTo>
              </a:path>
            </a:pathLst>
          </a:custGeom>
          <a:noFill/>
          <a:ln w="4286">
            <a:solidFill>
              <a:srgbClr val="EF6328">
                <a:alpha val="9000"/>
              </a:srgbClr>
            </a:solidFill>
            <a:prstDash val="solid"/>
          </a:ln>
        </p:spPr>
      </p:sp>
      <p:sp>
        <p:nvSpPr>
          <p:cNvPr id="246" name="knowledge-edge">
            <a:extLst>
              <a:ext uri="{FF2B5EF4-FFF2-40B4-BE49-F238E27FC236}">
                <a16:creationId xmlns:a16="http://schemas.microsoft.com/office/drawing/2014/main" id="{16F18E91-F323-40CA-9BB0-AE9DF83FE366}"/>
              </a:ext>
            </a:extLst>
          </p:cNvPr>
          <p:cNvSpPr>
            <a:spLocks noGrp="1"/>
          </p:cNvSpPr>
          <p:nvPr/>
        </p:nvSpPr>
        <p:spPr>
          <a:xfrm>
            <a:off x="6945693" y="6469338"/>
            <a:ext cx="364106" cy="183312"/>
          </a:xfrm>
          <a:custGeom>
            <a:avLst/>
            <a:gdLst/>
            <a:ahLst/>
            <a:cxnLst/>
            <a:rect l="0" t="0" r="0" b="0"/>
            <a:pathLst>
              <a:path w="364106" h="183312">
                <a:moveTo>
                  <a:pt x="0" y="183312"/>
                </a:moveTo>
                <a:lnTo>
                  <a:pt x="26008" y="164153"/>
                </a:lnTo>
                <a:lnTo>
                  <a:pt x="52015" y="145927"/>
                </a:lnTo>
                <a:lnTo>
                  <a:pt x="78023" y="128634"/>
                </a:lnTo>
                <a:lnTo>
                  <a:pt x="104030" y="112274"/>
                </a:lnTo>
                <a:lnTo>
                  <a:pt x="130038" y="96848"/>
                </a:lnTo>
                <a:lnTo>
                  <a:pt x="156046" y="82354"/>
                </a:lnTo>
                <a:lnTo>
                  <a:pt x="182053" y="68794"/>
                </a:lnTo>
                <a:lnTo>
                  <a:pt x="208061" y="56167"/>
                </a:lnTo>
                <a:lnTo>
                  <a:pt x="234068" y="44473"/>
                </a:lnTo>
                <a:lnTo>
                  <a:pt x="260076" y="33712"/>
                </a:lnTo>
                <a:lnTo>
                  <a:pt x="286084" y="23884"/>
                </a:lnTo>
                <a:lnTo>
                  <a:pt x="312091" y="14990"/>
                </a:lnTo>
                <a:lnTo>
                  <a:pt x="338099" y="7028"/>
                </a:lnTo>
                <a:lnTo>
                  <a:pt x="364106" y="0"/>
                </a:lnTo>
              </a:path>
            </a:pathLst>
          </a:custGeom>
          <a:noFill/>
          <a:ln w="6477">
            <a:solidFill>
              <a:srgbClr val="EF6328">
                <a:alpha val="17000"/>
              </a:srgbClr>
            </a:solidFill>
            <a:prstDash val="solid"/>
          </a:ln>
        </p:spPr>
      </p:sp>
      <p:sp>
        <p:nvSpPr>
          <p:cNvPr id="247" name="knowledge-cross-edge">
            <a:extLst>
              <a:ext uri="{FF2B5EF4-FFF2-40B4-BE49-F238E27FC236}">
                <a16:creationId xmlns:a16="http://schemas.microsoft.com/office/drawing/2014/main" id="{009A8B8C-0666-4745-AB09-C126C99E18D5}"/>
              </a:ext>
            </a:extLst>
          </p:cNvPr>
          <p:cNvSpPr>
            <a:spLocks noGrp="1"/>
          </p:cNvSpPr>
          <p:nvPr/>
        </p:nvSpPr>
        <p:spPr>
          <a:xfrm>
            <a:off x="6945693" y="6556992"/>
            <a:ext cx="559123" cy="95659"/>
          </a:xfrm>
          <a:custGeom>
            <a:avLst/>
            <a:gdLst/>
            <a:ahLst/>
            <a:cxnLst/>
            <a:rect l="0" t="0" r="0" b="0"/>
            <a:pathLst>
              <a:path w="559123" h="95659">
                <a:moveTo>
                  <a:pt x="0" y="95659"/>
                </a:moveTo>
                <a:lnTo>
                  <a:pt x="61146" y="86528"/>
                </a:lnTo>
                <a:lnTo>
                  <a:pt x="119645" y="77608"/>
                </a:lnTo>
                <a:lnTo>
                  <a:pt x="175499" y="68898"/>
                </a:lnTo>
                <a:lnTo>
                  <a:pt x="228708" y="60400"/>
                </a:lnTo>
                <a:lnTo>
                  <a:pt x="279270" y="52112"/>
                </a:lnTo>
                <a:lnTo>
                  <a:pt x="327186" y="44035"/>
                </a:lnTo>
                <a:lnTo>
                  <a:pt x="372457" y="36169"/>
                </a:lnTo>
                <a:lnTo>
                  <a:pt x="415082" y="28514"/>
                </a:lnTo>
                <a:lnTo>
                  <a:pt x="455061" y="21069"/>
                </a:lnTo>
                <a:lnTo>
                  <a:pt x="492394" y="13835"/>
                </a:lnTo>
                <a:lnTo>
                  <a:pt x="527081" y="6812"/>
                </a:lnTo>
                <a:lnTo>
                  <a:pt x="559123" y="0"/>
                </a:lnTo>
              </a:path>
            </a:pathLst>
          </a:custGeom>
          <a:noFill/>
          <a:ln w="5334">
            <a:solidFill>
              <a:srgbClr val="EF6328">
                <a:alpha val="13000"/>
              </a:srgbClr>
            </a:solidFill>
            <a:prstDash val="solid"/>
          </a:ln>
        </p:spPr>
      </p:sp>
      <p:sp>
        <p:nvSpPr>
          <p:cNvPr id="248" name="knowledge-edge">
            <a:extLst>
              <a:ext uri="{FF2B5EF4-FFF2-40B4-BE49-F238E27FC236}">
                <a16:creationId xmlns:a16="http://schemas.microsoft.com/office/drawing/2014/main" id="{3C456499-AA62-41FE-BFC1-4EED3BC046D2}"/>
              </a:ext>
            </a:extLst>
          </p:cNvPr>
          <p:cNvSpPr>
            <a:spLocks noGrp="1"/>
          </p:cNvSpPr>
          <p:nvPr/>
        </p:nvSpPr>
        <p:spPr>
          <a:xfrm>
            <a:off x="7065918" y="6531956"/>
            <a:ext cx="438898" cy="82237"/>
          </a:xfrm>
          <a:custGeom>
            <a:avLst/>
            <a:gdLst/>
            <a:ahLst/>
            <a:cxnLst/>
            <a:rect l="0" t="0" r="0" b="0"/>
            <a:pathLst>
              <a:path w="438898" h="82237">
                <a:moveTo>
                  <a:pt x="0" y="82237"/>
                </a:moveTo>
                <a:lnTo>
                  <a:pt x="31350" y="65017"/>
                </a:lnTo>
                <a:lnTo>
                  <a:pt x="62700" y="49818"/>
                </a:lnTo>
                <a:lnTo>
                  <a:pt x="94050" y="36639"/>
                </a:lnTo>
                <a:lnTo>
                  <a:pt x="125400" y="25481"/>
                </a:lnTo>
                <a:lnTo>
                  <a:pt x="156749" y="16343"/>
                </a:lnTo>
                <a:lnTo>
                  <a:pt x="188099" y="9226"/>
                </a:lnTo>
                <a:lnTo>
                  <a:pt x="219449" y="4130"/>
                </a:lnTo>
                <a:lnTo>
                  <a:pt x="250799" y="1055"/>
                </a:lnTo>
                <a:lnTo>
                  <a:pt x="282149" y="0"/>
                </a:lnTo>
                <a:lnTo>
                  <a:pt x="313499" y="966"/>
                </a:lnTo>
                <a:lnTo>
                  <a:pt x="344849" y="3952"/>
                </a:lnTo>
                <a:lnTo>
                  <a:pt x="376199" y="8960"/>
                </a:lnTo>
                <a:lnTo>
                  <a:pt x="407548" y="15987"/>
                </a:lnTo>
                <a:lnTo>
                  <a:pt x="438898" y="25036"/>
                </a:lnTo>
              </a:path>
            </a:pathLst>
          </a:custGeom>
          <a:noFill/>
          <a:ln w="6477">
            <a:solidFill>
              <a:srgbClr val="EF6328">
                <a:alpha val="17000"/>
              </a:srgbClr>
            </a:solidFill>
            <a:prstDash val="solid"/>
          </a:ln>
        </p:spPr>
      </p:sp>
      <p:sp>
        <p:nvSpPr>
          <p:cNvPr id="249" name="knowledge-edge">
            <a:extLst>
              <a:ext uri="{FF2B5EF4-FFF2-40B4-BE49-F238E27FC236}">
                <a16:creationId xmlns:a16="http://schemas.microsoft.com/office/drawing/2014/main" id="{2FC6BEA1-23E6-4943-B7F4-9E1D3B4FF785}"/>
              </a:ext>
            </a:extLst>
          </p:cNvPr>
          <p:cNvSpPr>
            <a:spLocks noGrp="1"/>
          </p:cNvSpPr>
          <p:nvPr/>
        </p:nvSpPr>
        <p:spPr>
          <a:xfrm>
            <a:off x="7143047" y="6626465"/>
            <a:ext cx="348763" cy="76392"/>
          </a:xfrm>
          <a:custGeom>
            <a:avLst/>
            <a:gdLst/>
            <a:ahLst/>
            <a:cxnLst/>
            <a:rect l="0" t="0" r="0" b="0"/>
            <a:pathLst>
              <a:path w="348763" h="76392">
                <a:moveTo>
                  <a:pt x="0" y="76392"/>
                </a:moveTo>
                <a:lnTo>
                  <a:pt x="24912" y="69504"/>
                </a:lnTo>
                <a:lnTo>
                  <a:pt x="49823" y="62836"/>
                </a:lnTo>
                <a:lnTo>
                  <a:pt x="74735" y="56388"/>
                </a:lnTo>
                <a:lnTo>
                  <a:pt x="99647" y="50161"/>
                </a:lnTo>
                <a:lnTo>
                  <a:pt x="124558" y="44154"/>
                </a:lnTo>
                <a:lnTo>
                  <a:pt x="149470" y="38367"/>
                </a:lnTo>
                <a:lnTo>
                  <a:pt x="174382" y="32800"/>
                </a:lnTo>
                <a:lnTo>
                  <a:pt x="199293" y="27454"/>
                </a:lnTo>
                <a:lnTo>
                  <a:pt x="224205" y="22327"/>
                </a:lnTo>
                <a:lnTo>
                  <a:pt x="249117" y="17421"/>
                </a:lnTo>
                <a:lnTo>
                  <a:pt x="274028" y="12736"/>
                </a:lnTo>
                <a:lnTo>
                  <a:pt x="298940" y="8270"/>
                </a:lnTo>
                <a:lnTo>
                  <a:pt x="323851" y="4025"/>
                </a:lnTo>
                <a:lnTo>
                  <a:pt x="348763" y="0"/>
                </a:lnTo>
              </a:path>
            </a:pathLst>
          </a:custGeom>
          <a:noFill/>
          <a:ln w="6477">
            <a:solidFill>
              <a:srgbClr val="EF6328">
                <a:alpha val="17000"/>
              </a:srgbClr>
            </a:solidFill>
            <a:prstDash val="solid"/>
          </a:ln>
        </p:spPr>
      </p:sp>
      <p:sp>
        <p:nvSpPr>
          <p:cNvPr id="250" name="knowledge-edge">
            <a:extLst>
              <a:ext uri="{FF2B5EF4-FFF2-40B4-BE49-F238E27FC236}">
                <a16:creationId xmlns:a16="http://schemas.microsoft.com/office/drawing/2014/main" id="{31366F93-81D2-4408-8CA0-ED9FB4C11E92}"/>
              </a:ext>
            </a:extLst>
          </p:cNvPr>
          <p:cNvSpPr>
            <a:spLocks noGrp="1"/>
          </p:cNvSpPr>
          <p:nvPr/>
        </p:nvSpPr>
        <p:spPr>
          <a:xfrm>
            <a:off x="6856869" y="6953612"/>
            <a:ext cx="604400" cy="132576"/>
          </a:xfrm>
          <a:custGeom>
            <a:avLst/>
            <a:gdLst/>
            <a:ahLst/>
            <a:cxnLst/>
            <a:rect l="0" t="0" r="0" b="0"/>
            <a:pathLst>
              <a:path w="604400" h="132576">
                <a:moveTo>
                  <a:pt x="0" y="132576"/>
                </a:moveTo>
                <a:lnTo>
                  <a:pt x="43171" y="117048"/>
                </a:lnTo>
                <a:lnTo>
                  <a:pt x="86343" y="102453"/>
                </a:lnTo>
                <a:lnTo>
                  <a:pt x="129514" y="88789"/>
                </a:lnTo>
                <a:lnTo>
                  <a:pt x="172686" y="76057"/>
                </a:lnTo>
                <a:lnTo>
                  <a:pt x="215857" y="64257"/>
                </a:lnTo>
                <a:lnTo>
                  <a:pt x="259029" y="53390"/>
                </a:lnTo>
                <a:lnTo>
                  <a:pt x="302200" y="43454"/>
                </a:lnTo>
                <a:lnTo>
                  <a:pt x="345372" y="34450"/>
                </a:lnTo>
                <a:lnTo>
                  <a:pt x="388543" y="26378"/>
                </a:lnTo>
                <a:lnTo>
                  <a:pt x="431715" y="19239"/>
                </a:lnTo>
                <a:lnTo>
                  <a:pt x="474886" y="13031"/>
                </a:lnTo>
                <a:lnTo>
                  <a:pt x="518057" y="7755"/>
                </a:lnTo>
                <a:lnTo>
                  <a:pt x="561229" y="3412"/>
                </a:lnTo>
                <a:lnTo>
                  <a:pt x="604400" y="0"/>
                </a:lnTo>
              </a:path>
            </a:pathLst>
          </a:custGeom>
          <a:noFill/>
          <a:ln w="6477">
            <a:solidFill>
              <a:srgbClr val="EF6328">
                <a:alpha val="17000"/>
              </a:srgbClr>
            </a:solidFill>
            <a:prstDash val="solid"/>
          </a:ln>
        </p:spPr>
      </p:sp>
      <p:sp>
        <p:nvSpPr>
          <p:cNvPr id="251" name="knowledge-edge">
            <a:extLst>
              <a:ext uri="{FF2B5EF4-FFF2-40B4-BE49-F238E27FC236}">
                <a16:creationId xmlns:a16="http://schemas.microsoft.com/office/drawing/2014/main" id="{60639E4C-0979-4FE7-A3D5-B8ECCFE1EE9A}"/>
              </a:ext>
            </a:extLst>
          </p:cNvPr>
          <p:cNvSpPr>
            <a:spLocks noGrp="1"/>
          </p:cNvSpPr>
          <p:nvPr/>
        </p:nvSpPr>
        <p:spPr>
          <a:xfrm>
            <a:off x="7543940" y="5974288"/>
            <a:ext cx="357103" cy="129458"/>
          </a:xfrm>
          <a:custGeom>
            <a:avLst/>
            <a:gdLst/>
            <a:ahLst/>
            <a:cxnLst/>
            <a:rect l="0" t="0" r="0" b="0"/>
            <a:pathLst>
              <a:path w="357103" h="129458">
                <a:moveTo>
                  <a:pt x="0" y="0"/>
                </a:moveTo>
                <a:lnTo>
                  <a:pt x="25507" y="12583"/>
                </a:lnTo>
                <a:lnTo>
                  <a:pt x="51015" y="24652"/>
                </a:lnTo>
                <a:lnTo>
                  <a:pt x="76522" y="36208"/>
                </a:lnTo>
                <a:lnTo>
                  <a:pt x="102029" y="47251"/>
                </a:lnTo>
                <a:lnTo>
                  <a:pt x="127537" y="57781"/>
                </a:lnTo>
                <a:lnTo>
                  <a:pt x="153044" y="67798"/>
                </a:lnTo>
                <a:lnTo>
                  <a:pt x="178551" y="77301"/>
                </a:lnTo>
                <a:lnTo>
                  <a:pt x="204059" y="86292"/>
                </a:lnTo>
                <a:lnTo>
                  <a:pt x="229566" y="94769"/>
                </a:lnTo>
                <a:lnTo>
                  <a:pt x="255074" y="102733"/>
                </a:lnTo>
                <a:lnTo>
                  <a:pt x="280581" y="110184"/>
                </a:lnTo>
                <a:lnTo>
                  <a:pt x="306088" y="117122"/>
                </a:lnTo>
                <a:lnTo>
                  <a:pt x="331596" y="123546"/>
                </a:lnTo>
                <a:lnTo>
                  <a:pt x="357103" y="129458"/>
                </a:lnTo>
              </a:path>
            </a:pathLst>
          </a:custGeom>
          <a:noFill/>
          <a:ln w="6477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252" name="knowledge-cross-edge">
            <a:extLst>
              <a:ext uri="{FF2B5EF4-FFF2-40B4-BE49-F238E27FC236}">
                <a16:creationId xmlns:a16="http://schemas.microsoft.com/office/drawing/2014/main" id="{48BE17A9-3A83-47D8-B6FA-E6EF86183856}"/>
              </a:ext>
            </a:extLst>
          </p:cNvPr>
          <p:cNvSpPr>
            <a:spLocks noGrp="1"/>
          </p:cNvSpPr>
          <p:nvPr/>
        </p:nvSpPr>
        <p:spPr>
          <a:xfrm>
            <a:off x="7543940" y="5970028"/>
            <a:ext cx="300644" cy="249664"/>
          </a:xfrm>
          <a:custGeom>
            <a:avLst/>
            <a:gdLst/>
            <a:ahLst/>
            <a:cxnLst/>
            <a:rect l="0" t="0" r="0" b="0"/>
            <a:pathLst>
              <a:path w="300644" h="249664">
                <a:moveTo>
                  <a:pt x="0" y="4260"/>
                </a:moveTo>
                <a:lnTo>
                  <a:pt x="39606" y="0"/>
                </a:lnTo>
                <a:lnTo>
                  <a:pt x="76566" y="233"/>
                </a:lnTo>
                <a:lnTo>
                  <a:pt x="110880" y="4958"/>
                </a:lnTo>
                <a:lnTo>
                  <a:pt x="142548" y="14176"/>
                </a:lnTo>
                <a:lnTo>
                  <a:pt x="171571" y="27887"/>
                </a:lnTo>
                <a:lnTo>
                  <a:pt x="197947" y="46091"/>
                </a:lnTo>
                <a:lnTo>
                  <a:pt x="221678" y="68788"/>
                </a:lnTo>
                <a:lnTo>
                  <a:pt x="242763" y="95977"/>
                </a:lnTo>
                <a:lnTo>
                  <a:pt x="261202" y="127660"/>
                </a:lnTo>
                <a:lnTo>
                  <a:pt x="276995" y="163835"/>
                </a:lnTo>
                <a:lnTo>
                  <a:pt x="290143" y="204503"/>
                </a:lnTo>
                <a:lnTo>
                  <a:pt x="300644" y="249664"/>
                </a:lnTo>
              </a:path>
            </a:pathLst>
          </a:custGeom>
          <a:noFill/>
          <a:ln w="5334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253" name="knowledge-edge">
            <a:extLst>
              <a:ext uri="{FF2B5EF4-FFF2-40B4-BE49-F238E27FC236}">
                <a16:creationId xmlns:a16="http://schemas.microsoft.com/office/drawing/2014/main" id="{8232187F-42EC-46A0-87A2-86893BBAC62D}"/>
              </a:ext>
            </a:extLst>
          </p:cNvPr>
          <p:cNvSpPr>
            <a:spLocks noGrp="1"/>
          </p:cNvSpPr>
          <p:nvPr/>
        </p:nvSpPr>
        <p:spPr>
          <a:xfrm>
            <a:off x="7340503" y="6206504"/>
            <a:ext cx="504081" cy="38930"/>
          </a:xfrm>
          <a:custGeom>
            <a:avLst/>
            <a:gdLst/>
            <a:ahLst/>
            <a:cxnLst/>
            <a:rect l="0" t="0" r="0" b="0"/>
            <a:pathLst>
              <a:path w="504081" h="38930">
                <a:moveTo>
                  <a:pt x="0" y="0"/>
                </a:moveTo>
                <a:lnTo>
                  <a:pt x="36006" y="9444"/>
                </a:lnTo>
                <a:lnTo>
                  <a:pt x="72012" y="17581"/>
                </a:lnTo>
                <a:lnTo>
                  <a:pt x="108017" y="24409"/>
                </a:lnTo>
                <a:lnTo>
                  <a:pt x="144023" y="29929"/>
                </a:lnTo>
                <a:lnTo>
                  <a:pt x="180029" y="34142"/>
                </a:lnTo>
                <a:lnTo>
                  <a:pt x="216035" y="37046"/>
                </a:lnTo>
                <a:lnTo>
                  <a:pt x="252041" y="38642"/>
                </a:lnTo>
                <a:lnTo>
                  <a:pt x="288046" y="38930"/>
                </a:lnTo>
                <a:lnTo>
                  <a:pt x="324052" y="37909"/>
                </a:lnTo>
                <a:lnTo>
                  <a:pt x="360058" y="35581"/>
                </a:lnTo>
                <a:lnTo>
                  <a:pt x="396064" y="31945"/>
                </a:lnTo>
                <a:lnTo>
                  <a:pt x="432070" y="27001"/>
                </a:lnTo>
                <a:lnTo>
                  <a:pt x="468076" y="20748"/>
                </a:lnTo>
                <a:lnTo>
                  <a:pt x="504081" y="13188"/>
                </a:lnTo>
              </a:path>
            </a:pathLst>
          </a:custGeom>
          <a:noFill/>
          <a:ln w="6477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254" name="knowledge-cross-edge">
            <a:extLst>
              <a:ext uri="{FF2B5EF4-FFF2-40B4-BE49-F238E27FC236}">
                <a16:creationId xmlns:a16="http://schemas.microsoft.com/office/drawing/2014/main" id="{FF62F0F0-9497-4BAD-81E0-01B5D46746C4}"/>
              </a:ext>
            </a:extLst>
          </p:cNvPr>
          <p:cNvSpPr>
            <a:spLocks noGrp="1"/>
          </p:cNvSpPr>
          <p:nvPr/>
        </p:nvSpPr>
        <p:spPr>
          <a:xfrm>
            <a:off x="7340503" y="6147194"/>
            <a:ext cx="592041" cy="188040"/>
          </a:xfrm>
          <a:custGeom>
            <a:avLst/>
            <a:gdLst/>
            <a:ahLst/>
            <a:cxnLst/>
            <a:rect l="0" t="0" r="0" b="0"/>
            <a:pathLst>
              <a:path w="592041" h="188040">
                <a:moveTo>
                  <a:pt x="0" y="59310"/>
                </a:moveTo>
                <a:lnTo>
                  <a:pt x="63889" y="34899"/>
                </a:lnTo>
                <a:lnTo>
                  <a:pt x="125132" y="16877"/>
                </a:lnTo>
                <a:lnTo>
                  <a:pt x="183729" y="5244"/>
                </a:lnTo>
                <a:lnTo>
                  <a:pt x="239680" y="0"/>
                </a:lnTo>
                <a:lnTo>
                  <a:pt x="292986" y="1144"/>
                </a:lnTo>
                <a:lnTo>
                  <a:pt x="343645" y="8678"/>
                </a:lnTo>
                <a:lnTo>
                  <a:pt x="391659" y="22599"/>
                </a:lnTo>
                <a:lnTo>
                  <a:pt x="437027" y="42910"/>
                </a:lnTo>
                <a:lnTo>
                  <a:pt x="479749" y="69609"/>
                </a:lnTo>
                <a:lnTo>
                  <a:pt x="519826" y="102698"/>
                </a:lnTo>
                <a:lnTo>
                  <a:pt x="557256" y="142174"/>
                </a:lnTo>
                <a:lnTo>
                  <a:pt x="592041" y="188040"/>
                </a:lnTo>
              </a:path>
            </a:pathLst>
          </a:custGeom>
          <a:noFill/>
          <a:ln w="5334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255" name="knowledge-long-edge">
            <a:extLst>
              <a:ext uri="{FF2B5EF4-FFF2-40B4-BE49-F238E27FC236}">
                <a16:creationId xmlns:a16="http://schemas.microsoft.com/office/drawing/2014/main" id="{41BEC049-0AA5-46FE-96FD-86E4268ECAE4}"/>
              </a:ext>
            </a:extLst>
          </p:cNvPr>
          <p:cNvSpPr>
            <a:spLocks noGrp="1"/>
          </p:cNvSpPr>
          <p:nvPr/>
        </p:nvSpPr>
        <p:spPr>
          <a:xfrm>
            <a:off x="7340503" y="5977068"/>
            <a:ext cx="1042489" cy="269933"/>
          </a:xfrm>
          <a:custGeom>
            <a:avLst/>
            <a:gdLst/>
            <a:ahLst/>
            <a:cxnLst/>
            <a:rect l="0" t="0" r="0" b="0"/>
            <a:pathLst>
              <a:path w="1042489" h="269933">
                <a:moveTo>
                  <a:pt x="0" y="229435"/>
                </a:moveTo>
                <a:lnTo>
                  <a:pt x="65156" y="173447"/>
                </a:lnTo>
                <a:lnTo>
                  <a:pt x="130311" y="125261"/>
                </a:lnTo>
                <a:lnTo>
                  <a:pt x="195467" y="84877"/>
                </a:lnTo>
                <a:lnTo>
                  <a:pt x="260622" y="52297"/>
                </a:lnTo>
                <a:lnTo>
                  <a:pt x="325778" y="27519"/>
                </a:lnTo>
                <a:lnTo>
                  <a:pt x="390933" y="10543"/>
                </a:lnTo>
                <a:lnTo>
                  <a:pt x="456089" y="1370"/>
                </a:lnTo>
                <a:lnTo>
                  <a:pt x="521245" y="0"/>
                </a:lnTo>
                <a:lnTo>
                  <a:pt x="586400" y="6432"/>
                </a:lnTo>
                <a:lnTo>
                  <a:pt x="651556" y="20667"/>
                </a:lnTo>
                <a:lnTo>
                  <a:pt x="716711" y="42705"/>
                </a:lnTo>
                <a:lnTo>
                  <a:pt x="781867" y="72545"/>
                </a:lnTo>
                <a:lnTo>
                  <a:pt x="847023" y="110188"/>
                </a:lnTo>
                <a:lnTo>
                  <a:pt x="912178" y="155634"/>
                </a:lnTo>
                <a:lnTo>
                  <a:pt x="977334" y="208882"/>
                </a:lnTo>
                <a:lnTo>
                  <a:pt x="1042489" y="269933"/>
                </a:lnTo>
              </a:path>
            </a:pathLst>
          </a:custGeom>
          <a:noFill/>
          <a:ln w="4286">
            <a:solidFill>
              <a:srgbClr val="F17322">
                <a:alpha val="9000"/>
              </a:srgbClr>
            </a:solidFill>
            <a:prstDash val="solid"/>
          </a:ln>
        </p:spPr>
      </p:sp>
      <p:sp>
        <p:nvSpPr>
          <p:cNvPr id="256" name="knowledge-edge">
            <a:extLst>
              <a:ext uri="{FF2B5EF4-FFF2-40B4-BE49-F238E27FC236}">
                <a16:creationId xmlns:a16="http://schemas.microsoft.com/office/drawing/2014/main" id="{6ACAE044-01F4-4A33-B4F0-0D2B3082BB91}"/>
              </a:ext>
            </a:extLst>
          </p:cNvPr>
          <p:cNvSpPr>
            <a:spLocks noGrp="1"/>
          </p:cNvSpPr>
          <p:nvPr/>
        </p:nvSpPr>
        <p:spPr>
          <a:xfrm>
            <a:off x="7411332" y="6335234"/>
            <a:ext cx="521211" cy="169391"/>
          </a:xfrm>
          <a:custGeom>
            <a:avLst/>
            <a:gdLst/>
            <a:ahLst/>
            <a:cxnLst/>
            <a:rect l="0" t="0" r="0" b="0"/>
            <a:pathLst>
              <a:path w="521211" h="169391">
                <a:moveTo>
                  <a:pt x="0" y="169391"/>
                </a:moveTo>
                <a:lnTo>
                  <a:pt x="37229" y="164615"/>
                </a:lnTo>
                <a:lnTo>
                  <a:pt x="74459" y="158712"/>
                </a:lnTo>
                <a:lnTo>
                  <a:pt x="111688" y="151682"/>
                </a:lnTo>
                <a:lnTo>
                  <a:pt x="148918" y="143526"/>
                </a:lnTo>
                <a:lnTo>
                  <a:pt x="186147" y="134243"/>
                </a:lnTo>
                <a:lnTo>
                  <a:pt x="223376" y="123834"/>
                </a:lnTo>
                <a:lnTo>
                  <a:pt x="260606" y="112298"/>
                </a:lnTo>
                <a:lnTo>
                  <a:pt x="297835" y="99635"/>
                </a:lnTo>
                <a:lnTo>
                  <a:pt x="335064" y="85846"/>
                </a:lnTo>
                <a:lnTo>
                  <a:pt x="372294" y="70930"/>
                </a:lnTo>
                <a:lnTo>
                  <a:pt x="409523" y="54887"/>
                </a:lnTo>
                <a:lnTo>
                  <a:pt x="446753" y="37718"/>
                </a:lnTo>
                <a:lnTo>
                  <a:pt x="483982" y="19422"/>
                </a:lnTo>
                <a:lnTo>
                  <a:pt x="521211" y="0"/>
                </a:lnTo>
              </a:path>
            </a:pathLst>
          </a:custGeom>
          <a:noFill/>
          <a:ln w="6477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257" name="knowledge-cross-edge">
            <a:extLst>
              <a:ext uri="{FF2B5EF4-FFF2-40B4-BE49-F238E27FC236}">
                <a16:creationId xmlns:a16="http://schemas.microsoft.com/office/drawing/2014/main" id="{B7382D33-43FE-41F0-A77F-AE6C19C79F76}"/>
              </a:ext>
            </a:extLst>
          </p:cNvPr>
          <p:cNvSpPr>
            <a:spLocks noGrp="1"/>
          </p:cNvSpPr>
          <p:nvPr/>
        </p:nvSpPr>
        <p:spPr>
          <a:xfrm>
            <a:off x="7411332" y="6265096"/>
            <a:ext cx="350937" cy="239529"/>
          </a:xfrm>
          <a:custGeom>
            <a:avLst/>
            <a:gdLst/>
            <a:ahLst/>
            <a:cxnLst/>
            <a:rect l="0" t="0" r="0" b="0"/>
            <a:pathLst>
              <a:path w="350937" h="239529">
                <a:moveTo>
                  <a:pt x="0" y="239529"/>
                </a:moveTo>
                <a:lnTo>
                  <a:pt x="43797" y="185445"/>
                </a:lnTo>
                <a:lnTo>
                  <a:pt x="84948" y="138258"/>
                </a:lnTo>
                <a:lnTo>
                  <a:pt x="123453" y="97970"/>
                </a:lnTo>
                <a:lnTo>
                  <a:pt x="159312" y="64580"/>
                </a:lnTo>
                <a:lnTo>
                  <a:pt x="192526" y="38088"/>
                </a:lnTo>
                <a:lnTo>
                  <a:pt x="223094" y="18494"/>
                </a:lnTo>
                <a:lnTo>
                  <a:pt x="251015" y="5798"/>
                </a:lnTo>
                <a:lnTo>
                  <a:pt x="276291" y="0"/>
                </a:lnTo>
                <a:lnTo>
                  <a:pt x="298922" y="1100"/>
                </a:lnTo>
                <a:lnTo>
                  <a:pt x="318906" y="9099"/>
                </a:lnTo>
                <a:lnTo>
                  <a:pt x="336245" y="23995"/>
                </a:lnTo>
                <a:lnTo>
                  <a:pt x="350937" y="45790"/>
                </a:lnTo>
              </a:path>
            </a:pathLst>
          </a:custGeom>
          <a:noFill/>
          <a:ln w="5334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258" name="knowledge-edge">
            <a:extLst>
              <a:ext uri="{FF2B5EF4-FFF2-40B4-BE49-F238E27FC236}">
                <a16:creationId xmlns:a16="http://schemas.microsoft.com/office/drawing/2014/main" id="{A52221A0-584A-4C58-ABAC-D45A733FDCC2}"/>
              </a:ext>
            </a:extLst>
          </p:cNvPr>
          <p:cNvSpPr>
            <a:spLocks noGrp="1"/>
          </p:cNvSpPr>
          <p:nvPr/>
        </p:nvSpPr>
        <p:spPr>
          <a:xfrm>
            <a:off x="7309800" y="6309728"/>
            <a:ext cx="452470" cy="159610"/>
          </a:xfrm>
          <a:custGeom>
            <a:avLst/>
            <a:gdLst/>
            <a:ahLst/>
            <a:cxnLst/>
            <a:rect l="0" t="0" r="0" b="0"/>
            <a:pathLst>
              <a:path w="452470" h="159610">
                <a:moveTo>
                  <a:pt x="0" y="159610"/>
                </a:moveTo>
                <a:lnTo>
                  <a:pt x="32319" y="135816"/>
                </a:lnTo>
                <a:lnTo>
                  <a:pt x="64639" y="113942"/>
                </a:lnTo>
                <a:lnTo>
                  <a:pt x="96958" y="93987"/>
                </a:lnTo>
                <a:lnTo>
                  <a:pt x="129277" y="75951"/>
                </a:lnTo>
                <a:lnTo>
                  <a:pt x="161596" y="59834"/>
                </a:lnTo>
                <a:lnTo>
                  <a:pt x="193916" y="45637"/>
                </a:lnTo>
                <a:lnTo>
                  <a:pt x="226235" y="33359"/>
                </a:lnTo>
                <a:lnTo>
                  <a:pt x="258554" y="23001"/>
                </a:lnTo>
                <a:lnTo>
                  <a:pt x="290874" y="14562"/>
                </a:lnTo>
                <a:lnTo>
                  <a:pt x="323193" y="8043"/>
                </a:lnTo>
                <a:lnTo>
                  <a:pt x="355512" y="3442"/>
                </a:lnTo>
                <a:lnTo>
                  <a:pt x="387832" y="761"/>
                </a:lnTo>
                <a:lnTo>
                  <a:pt x="420151" y="0"/>
                </a:lnTo>
                <a:lnTo>
                  <a:pt x="452470" y="1158"/>
                </a:lnTo>
              </a:path>
            </a:pathLst>
          </a:custGeom>
          <a:noFill/>
          <a:ln w="6477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259" name="knowledge-cross-edge">
            <a:extLst>
              <a:ext uri="{FF2B5EF4-FFF2-40B4-BE49-F238E27FC236}">
                <a16:creationId xmlns:a16="http://schemas.microsoft.com/office/drawing/2014/main" id="{AFBF95C1-7913-4F33-A217-B32D4D981AF7}"/>
              </a:ext>
            </a:extLst>
          </p:cNvPr>
          <p:cNvSpPr>
            <a:spLocks noGrp="1"/>
          </p:cNvSpPr>
          <p:nvPr/>
        </p:nvSpPr>
        <p:spPr>
          <a:xfrm>
            <a:off x="7309800" y="6330397"/>
            <a:ext cx="622744" cy="138941"/>
          </a:xfrm>
          <a:custGeom>
            <a:avLst/>
            <a:gdLst/>
            <a:ahLst/>
            <a:cxnLst/>
            <a:rect l="0" t="0" r="0" b="0"/>
            <a:pathLst>
              <a:path w="622744" h="138941">
                <a:moveTo>
                  <a:pt x="0" y="138941"/>
                </a:moveTo>
                <a:lnTo>
                  <a:pt x="37343" y="112813"/>
                </a:lnTo>
                <a:lnTo>
                  <a:pt x="77332" y="89403"/>
                </a:lnTo>
                <a:lnTo>
                  <a:pt x="119967" y="68712"/>
                </a:lnTo>
                <a:lnTo>
                  <a:pt x="165248" y="50739"/>
                </a:lnTo>
                <a:lnTo>
                  <a:pt x="213175" y="35486"/>
                </a:lnTo>
                <a:lnTo>
                  <a:pt x="263747" y="22951"/>
                </a:lnTo>
                <a:lnTo>
                  <a:pt x="316965" y="13135"/>
                </a:lnTo>
                <a:lnTo>
                  <a:pt x="372830" y="6038"/>
                </a:lnTo>
                <a:lnTo>
                  <a:pt x="431339" y="1660"/>
                </a:lnTo>
                <a:lnTo>
                  <a:pt x="492495" y="0"/>
                </a:lnTo>
                <a:lnTo>
                  <a:pt x="556297" y="1059"/>
                </a:lnTo>
                <a:lnTo>
                  <a:pt x="622744" y="4837"/>
                </a:lnTo>
              </a:path>
            </a:pathLst>
          </a:custGeom>
          <a:noFill/>
          <a:ln w="4953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260" name="knowledge-edge">
            <a:extLst>
              <a:ext uri="{FF2B5EF4-FFF2-40B4-BE49-F238E27FC236}">
                <a16:creationId xmlns:a16="http://schemas.microsoft.com/office/drawing/2014/main" id="{C0E30880-B32D-4138-9BA3-39DF566A1E3C}"/>
              </a:ext>
            </a:extLst>
          </p:cNvPr>
          <p:cNvSpPr>
            <a:spLocks noGrp="1"/>
          </p:cNvSpPr>
          <p:nvPr/>
        </p:nvSpPr>
        <p:spPr>
          <a:xfrm>
            <a:off x="7504816" y="6408587"/>
            <a:ext cx="372400" cy="156090"/>
          </a:xfrm>
          <a:custGeom>
            <a:avLst/>
            <a:gdLst/>
            <a:ahLst/>
            <a:cxnLst/>
            <a:rect l="0" t="0" r="0" b="0"/>
            <a:pathLst>
              <a:path w="372400" h="156090">
                <a:moveTo>
                  <a:pt x="0" y="148405"/>
                </a:moveTo>
                <a:lnTo>
                  <a:pt x="26600" y="153360"/>
                </a:lnTo>
                <a:lnTo>
                  <a:pt x="53200" y="155922"/>
                </a:lnTo>
                <a:lnTo>
                  <a:pt x="79800" y="156090"/>
                </a:lnTo>
                <a:lnTo>
                  <a:pt x="106400" y="153866"/>
                </a:lnTo>
                <a:lnTo>
                  <a:pt x="133000" y="149249"/>
                </a:lnTo>
                <a:lnTo>
                  <a:pt x="159600" y="142238"/>
                </a:lnTo>
                <a:lnTo>
                  <a:pt x="186200" y="132834"/>
                </a:lnTo>
                <a:lnTo>
                  <a:pt x="212800" y="121037"/>
                </a:lnTo>
                <a:lnTo>
                  <a:pt x="239400" y="106847"/>
                </a:lnTo>
                <a:lnTo>
                  <a:pt x="266000" y="90264"/>
                </a:lnTo>
                <a:lnTo>
                  <a:pt x="292600" y="71288"/>
                </a:lnTo>
                <a:lnTo>
                  <a:pt x="319200" y="49918"/>
                </a:lnTo>
                <a:lnTo>
                  <a:pt x="345800" y="26156"/>
                </a:lnTo>
                <a:lnTo>
                  <a:pt x="372400" y="0"/>
                </a:lnTo>
              </a:path>
            </a:pathLst>
          </a:custGeom>
          <a:noFill/>
          <a:ln w="6477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261" name="knowledge-cross-edge">
            <a:extLst>
              <a:ext uri="{FF2B5EF4-FFF2-40B4-BE49-F238E27FC236}">
                <a16:creationId xmlns:a16="http://schemas.microsoft.com/office/drawing/2014/main" id="{6F415829-86C1-4E97-B3DD-0752D70735B5}"/>
              </a:ext>
            </a:extLst>
          </p:cNvPr>
          <p:cNvSpPr>
            <a:spLocks noGrp="1"/>
          </p:cNvSpPr>
          <p:nvPr/>
        </p:nvSpPr>
        <p:spPr>
          <a:xfrm>
            <a:off x="7504816" y="6556992"/>
            <a:ext cx="399388" cy="127835"/>
          </a:xfrm>
          <a:custGeom>
            <a:avLst/>
            <a:gdLst/>
            <a:ahLst/>
            <a:cxnLst/>
            <a:rect l="0" t="0" r="0" b="0"/>
            <a:pathLst>
              <a:path w="399388" h="127835">
                <a:moveTo>
                  <a:pt x="0" y="0"/>
                </a:moveTo>
                <a:lnTo>
                  <a:pt x="47834" y="4277"/>
                </a:lnTo>
                <a:lnTo>
                  <a:pt x="93023" y="9712"/>
                </a:lnTo>
                <a:lnTo>
                  <a:pt x="135566" y="16308"/>
                </a:lnTo>
                <a:lnTo>
                  <a:pt x="175463" y="24062"/>
                </a:lnTo>
                <a:lnTo>
                  <a:pt x="212714" y="32976"/>
                </a:lnTo>
                <a:lnTo>
                  <a:pt x="247319" y="43049"/>
                </a:lnTo>
                <a:lnTo>
                  <a:pt x="279278" y="54282"/>
                </a:lnTo>
                <a:lnTo>
                  <a:pt x="308592" y="66674"/>
                </a:lnTo>
                <a:lnTo>
                  <a:pt x="335260" y="80225"/>
                </a:lnTo>
                <a:lnTo>
                  <a:pt x="359282" y="94936"/>
                </a:lnTo>
                <a:lnTo>
                  <a:pt x="380658" y="110806"/>
                </a:lnTo>
                <a:lnTo>
                  <a:pt x="399388" y="127835"/>
                </a:lnTo>
              </a:path>
            </a:pathLst>
          </a:custGeom>
          <a:noFill/>
          <a:ln w="5334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262" name="knowledge-edge">
            <a:extLst>
              <a:ext uri="{FF2B5EF4-FFF2-40B4-BE49-F238E27FC236}">
                <a16:creationId xmlns:a16="http://schemas.microsoft.com/office/drawing/2014/main" id="{F62E8F76-3526-43FB-B7E4-162F99474465}"/>
              </a:ext>
            </a:extLst>
          </p:cNvPr>
          <p:cNvSpPr>
            <a:spLocks noGrp="1"/>
          </p:cNvSpPr>
          <p:nvPr/>
        </p:nvSpPr>
        <p:spPr>
          <a:xfrm>
            <a:off x="7491810" y="6626465"/>
            <a:ext cx="412394" cy="62571"/>
          </a:xfrm>
          <a:custGeom>
            <a:avLst/>
            <a:gdLst/>
            <a:ahLst/>
            <a:cxnLst/>
            <a:rect l="0" t="0" r="0" b="0"/>
            <a:pathLst>
              <a:path w="412394" h="62571">
                <a:moveTo>
                  <a:pt x="0" y="0"/>
                </a:moveTo>
                <a:lnTo>
                  <a:pt x="29457" y="10754"/>
                </a:lnTo>
                <a:lnTo>
                  <a:pt x="58913" y="20495"/>
                </a:lnTo>
                <a:lnTo>
                  <a:pt x="88370" y="29222"/>
                </a:lnTo>
                <a:lnTo>
                  <a:pt x="117827" y="36937"/>
                </a:lnTo>
                <a:lnTo>
                  <a:pt x="147284" y="43638"/>
                </a:lnTo>
                <a:lnTo>
                  <a:pt x="176740" y="49327"/>
                </a:lnTo>
                <a:lnTo>
                  <a:pt x="206197" y="54002"/>
                </a:lnTo>
                <a:lnTo>
                  <a:pt x="235654" y="57664"/>
                </a:lnTo>
                <a:lnTo>
                  <a:pt x="265110" y="60313"/>
                </a:lnTo>
                <a:lnTo>
                  <a:pt x="294567" y="61949"/>
                </a:lnTo>
                <a:lnTo>
                  <a:pt x="324024" y="62571"/>
                </a:lnTo>
                <a:lnTo>
                  <a:pt x="353481" y="62181"/>
                </a:lnTo>
                <a:lnTo>
                  <a:pt x="382937" y="60778"/>
                </a:lnTo>
                <a:lnTo>
                  <a:pt x="412394" y="58361"/>
                </a:lnTo>
              </a:path>
            </a:pathLst>
          </a:custGeom>
          <a:noFill/>
          <a:ln w="6477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263" name="knowledge-cross-edge">
            <a:extLst>
              <a:ext uri="{FF2B5EF4-FFF2-40B4-BE49-F238E27FC236}">
                <a16:creationId xmlns:a16="http://schemas.microsoft.com/office/drawing/2014/main" id="{61FB2B6C-4D6B-4A27-AD73-AE0AAB73A177}"/>
              </a:ext>
            </a:extLst>
          </p:cNvPr>
          <p:cNvSpPr>
            <a:spLocks noGrp="1"/>
          </p:cNvSpPr>
          <p:nvPr/>
        </p:nvSpPr>
        <p:spPr>
          <a:xfrm>
            <a:off x="7491810" y="6626465"/>
            <a:ext cx="246188" cy="476380"/>
          </a:xfrm>
          <a:custGeom>
            <a:avLst/>
            <a:gdLst/>
            <a:ahLst/>
            <a:cxnLst/>
            <a:rect l="0" t="0" r="0" b="0"/>
            <a:pathLst>
              <a:path w="246188" h="476380">
                <a:moveTo>
                  <a:pt x="0" y="0"/>
                </a:moveTo>
                <a:lnTo>
                  <a:pt x="35068" y="18"/>
                </a:lnTo>
                <a:lnTo>
                  <a:pt x="67490" y="7250"/>
                </a:lnTo>
                <a:lnTo>
                  <a:pt x="97266" y="21697"/>
                </a:lnTo>
                <a:lnTo>
                  <a:pt x="124396" y="43359"/>
                </a:lnTo>
                <a:lnTo>
                  <a:pt x="148881" y="72235"/>
                </a:lnTo>
                <a:lnTo>
                  <a:pt x="170719" y="108326"/>
                </a:lnTo>
                <a:lnTo>
                  <a:pt x="189912" y="151632"/>
                </a:lnTo>
                <a:lnTo>
                  <a:pt x="206459" y="202152"/>
                </a:lnTo>
                <a:lnTo>
                  <a:pt x="220360" y="259887"/>
                </a:lnTo>
                <a:lnTo>
                  <a:pt x="231615" y="324837"/>
                </a:lnTo>
                <a:lnTo>
                  <a:pt x="240225" y="397001"/>
                </a:lnTo>
                <a:lnTo>
                  <a:pt x="246188" y="476380"/>
                </a:lnTo>
              </a:path>
            </a:pathLst>
          </a:custGeom>
          <a:noFill/>
          <a:ln w="5334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264" name="knowledge-cross-edge">
            <a:extLst>
              <a:ext uri="{FF2B5EF4-FFF2-40B4-BE49-F238E27FC236}">
                <a16:creationId xmlns:a16="http://schemas.microsoft.com/office/drawing/2014/main" id="{C87A9A64-8075-486C-8B36-955848847601}"/>
              </a:ext>
            </a:extLst>
          </p:cNvPr>
          <p:cNvSpPr>
            <a:spLocks noGrp="1"/>
          </p:cNvSpPr>
          <p:nvPr/>
        </p:nvSpPr>
        <p:spPr>
          <a:xfrm>
            <a:off x="7491810" y="6393247"/>
            <a:ext cx="385406" cy="233218"/>
          </a:xfrm>
          <a:custGeom>
            <a:avLst/>
            <a:gdLst/>
            <a:ahLst/>
            <a:cxnLst/>
            <a:rect l="0" t="0" r="0" b="0"/>
            <a:pathLst>
              <a:path w="385406" h="233218">
                <a:moveTo>
                  <a:pt x="0" y="233218"/>
                </a:moveTo>
                <a:lnTo>
                  <a:pt x="17565" y="186653"/>
                </a:lnTo>
                <a:lnTo>
                  <a:pt x="37776" y="145252"/>
                </a:lnTo>
                <a:lnTo>
                  <a:pt x="60633" y="109017"/>
                </a:lnTo>
                <a:lnTo>
                  <a:pt x="86135" y="77947"/>
                </a:lnTo>
                <a:lnTo>
                  <a:pt x="114284" y="52043"/>
                </a:lnTo>
                <a:lnTo>
                  <a:pt x="145078" y="31304"/>
                </a:lnTo>
                <a:lnTo>
                  <a:pt x="178518" y="15730"/>
                </a:lnTo>
                <a:lnTo>
                  <a:pt x="214604" y="5321"/>
                </a:lnTo>
                <a:lnTo>
                  <a:pt x="253336" y="78"/>
                </a:lnTo>
                <a:lnTo>
                  <a:pt x="294713" y="0"/>
                </a:lnTo>
                <a:lnTo>
                  <a:pt x="338737" y="5087"/>
                </a:lnTo>
                <a:lnTo>
                  <a:pt x="385406" y="15340"/>
                </a:lnTo>
              </a:path>
            </a:pathLst>
          </a:custGeom>
          <a:noFill/>
          <a:ln w="4953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265" name="knowledge-edge">
            <a:extLst>
              <a:ext uri="{FF2B5EF4-FFF2-40B4-BE49-F238E27FC236}">
                <a16:creationId xmlns:a16="http://schemas.microsoft.com/office/drawing/2014/main" id="{E861F27C-A538-45D9-AA0A-ED0DD8C6B48F}"/>
              </a:ext>
            </a:extLst>
          </p:cNvPr>
          <p:cNvSpPr>
            <a:spLocks noGrp="1"/>
          </p:cNvSpPr>
          <p:nvPr/>
        </p:nvSpPr>
        <p:spPr>
          <a:xfrm>
            <a:off x="7461269" y="6937065"/>
            <a:ext cx="276729" cy="165780"/>
          </a:xfrm>
          <a:custGeom>
            <a:avLst/>
            <a:gdLst/>
            <a:ahLst/>
            <a:cxnLst/>
            <a:rect l="0" t="0" r="0" b="0"/>
            <a:pathLst>
              <a:path w="276729" h="165780">
                <a:moveTo>
                  <a:pt x="0" y="16547"/>
                </a:moveTo>
                <a:lnTo>
                  <a:pt x="19766" y="8090"/>
                </a:lnTo>
                <a:lnTo>
                  <a:pt x="39533" y="2575"/>
                </a:lnTo>
                <a:lnTo>
                  <a:pt x="59299" y="0"/>
                </a:lnTo>
                <a:lnTo>
                  <a:pt x="79066" y="366"/>
                </a:lnTo>
                <a:lnTo>
                  <a:pt x="98832" y="3673"/>
                </a:lnTo>
                <a:lnTo>
                  <a:pt x="118598" y="9922"/>
                </a:lnTo>
                <a:lnTo>
                  <a:pt x="138365" y="19111"/>
                </a:lnTo>
                <a:lnTo>
                  <a:pt x="158131" y="31241"/>
                </a:lnTo>
                <a:lnTo>
                  <a:pt x="177897" y="46312"/>
                </a:lnTo>
                <a:lnTo>
                  <a:pt x="197664" y="64323"/>
                </a:lnTo>
                <a:lnTo>
                  <a:pt x="217430" y="85276"/>
                </a:lnTo>
                <a:lnTo>
                  <a:pt x="237197" y="109170"/>
                </a:lnTo>
                <a:lnTo>
                  <a:pt x="256963" y="136005"/>
                </a:lnTo>
                <a:lnTo>
                  <a:pt x="276729" y="165780"/>
                </a:lnTo>
              </a:path>
            </a:pathLst>
          </a:custGeom>
          <a:noFill/>
          <a:ln w="6477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266" name="knowledge-edge">
            <a:extLst>
              <a:ext uri="{FF2B5EF4-FFF2-40B4-BE49-F238E27FC236}">
                <a16:creationId xmlns:a16="http://schemas.microsoft.com/office/drawing/2014/main" id="{BDB72D6C-1A14-438C-ABB9-7C1FF0D40B55}"/>
              </a:ext>
            </a:extLst>
          </p:cNvPr>
          <p:cNvSpPr>
            <a:spLocks noGrp="1"/>
          </p:cNvSpPr>
          <p:nvPr/>
        </p:nvSpPr>
        <p:spPr>
          <a:xfrm>
            <a:off x="7901043" y="5949131"/>
            <a:ext cx="251769" cy="169877"/>
          </a:xfrm>
          <a:custGeom>
            <a:avLst/>
            <a:gdLst/>
            <a:ahLst/>
            <a:cxnLst/>
            <a:rect l="0" t="0" r="0" b="0"/>
            <a:pathLst>
              <a:path w="251769" h="169877">
                <a:moveTo>
                  <a:pt x="0" y="154615"/>
                </a:moveTo>
                <a:lnTo>
                  <a:pt x="17983" y="162635"/>
                </a:lnTo>
                <a:lnTo>
                  <a:pt x="35967" y="167723"/>
                </a:lnTo>
                <a:lnTo>
                  <a:pt x="53950" y="169877"/>
                </a:lnTo>
                <a:lnTo>
                  <a:pt x="71934" y="169099"/>
                </a:lnTo>
                <a:lnTo>
                  <a:pt x="89917" y="165387"/>
                </a:lnTo>
                <a:lnTo>
                  <a:pt x="107901" y="158743"/>
                </a:lnTo>
                <a:lnTo>
                  <a:pt x="125884" y="149165"/>
                </a:lnTo>
                <a:lnTo>
                  <a:pt x="143868" y="136655"/>
                </a:lnTo>
                <a:lnTo>
                  <a:pt x="161851" y="121212"/>
                </a:lnTo>
                <a:lnTo>
                  <a:pt x="179835" y="102835"/>
                </a:lnTo>
                <a:lnTo>
                  <a:pt x="197818" y="81526"/>
                </a:lnTo>
                <a:lnTo>
                  <a:pt x="215802" y="57284"/>
                </a:lnTo>
                <a:lnTo>
                  <a:pt x="233785" y="30108"/>
                </a:lnTo>
                <a:lnTo>
                  <a:pt x="251769" y="0"/>
                </a:lnTo>
              </a:path>
            </a:pathLst>
          </a:custGeom>
          <a:noFill/>
          <a:ln w="6477">
            <a:solidFill>
              <a:srgbClr val="F3841B">
                <a:alpha val="17000"/>
              </a:srgbClr>
            </a:solidFill>
            <a:prstDash val="solid"/>
          </a:ln>
        </p:spPr>
      </p:sp>
      <p:sp>
        <p:nvSpPr>
          <p:cNvPr id="267" name="knowledge-edge">
            <a:extLst>
              <a:ext uri="{FF2B5EF4-FFF2-40B4-BE49-F238E27FC236}">
                <a16:creationId xmlns:a16="http://schemas.microsoft.com/office/drawing/2014/main" id="{A8E5873B-BE25-4E07-A6F6-D0F6702606F9}"/>
              </a:ext>
            </a:extLst>
          </p:cNvPr>
          <p:cNvSpPr>
            <a:spLocks noGrp="1"/>
          </p:cNvSpPr>
          <p:nvPr/>
        </p:nvSpPr>
        <p:spPr>
          <a:xfrm>
            <a:off x="7844584" y="6071649"/>
            <a:ext cx="412456" cy="148042"/>
          </a:xfrm>
          <a:custGeom>
            <a:avLst/>
            <a:gdLst/>
            <a:ahLst/>
            <a:cxnLst/>
            <a:rect l="0" t="0" r="0" b="0"/>
            <a:pathLst>
              <a:path w="412456" h="148042">
                <a:moveTo>
                  <a:pt x="0" y="148042"/>
                </a:moveTo>
                <a:lnTo>
                  <a:pt x="29461" y="127610"/>
                </a:lnTo>
                <a:lnTo>
                  <a:pt x="58922" y="108694"/>
                </a:lnTo>
                <a:lnTo>
                  <a:pt x="88384" y="91295"/>
                </a:lnTo>
                <a:lnTo>
                  <a:pt x="117845" y="75412"/>
                </a:lnTo>
                <a:lnTo>
                  <a:pt x="147306" y="61046"/>
                </a:lnTo>
                <a:lnTo>
                  <a:pt x="176767" y="48197"/>
                </a:lnTo>
                <a:lnTo>
                  <a:pt x="206228" y="36864"/>
                </a:lnTo>
                <a:lnTo>
                  <a:pt x="235689" y="27048"/>
                </a:lnTo>
                <a:lnTo>
                  <a:pt x="265151" y="18749"/>
                </a:lnTo>
                <a:lnTo>
                  <a:pt x="294612" y="11966"/>
                </a:lnTo>
                <a:lnTo>
                  <a:pt x="324073" y="6699"/>
                </a:lnTo>
                <a:lnTo>
                  <a:pt x="353534" y="2950"/>
                </a:lnTo>
                <a:lnTo>
                  <a:pt x="382995" y="717"/>
                </a:lnTo>
                <a:lnTo>
                  <a:pt x="412456" y="0"/>
                </a:lnTo>
              </a:path>
            </a:pathLst>
          </a:custGeom>
          <a:noFill/>
          <a:ln w="6477">
            <a:solidFill>
              <a:srgbClr val="F3841B">
                <a:alpha val="17000"/>
              </a:srgbClr>
            </a:solidFill>
            <a:prstDash val="solid"/>
          </a:ln>
        </p:spPr>
      </p:sp>
      <p:sp>
        <p:nvSpPr>
          <p:cNvPr id="268" name="knowledge-cross-edge">
            <a:extLst>
              <a:ext uri="{FF2B5EF4-FFF2-40B4-BE49-F238E27FC236}">
                <a16:creationId xmlns:a16="http://schemas.microsoft.com/office/drawing/2014/main" id="{63AEA5B7-F7B6-4369-82BA-189535AE5E74}"/>
              </a:ext>
            </a:extLst>
          </p:cNvPr>
          <p:cNvSpPr>
            <a:spLocks noGrp="1"/>
          </p:cNvSpPr>
          <p:nvPr/>
        </p:nvSpPr>
        <p:spPr>
          <a:xfrm>
            <a:off x="7844584" y="6195276"/>
            <a:ext cx="538408" cy="51725"/>
          </a:xfrm>
          <a:custGeom>
            <a:avLst/>
            <a:gdLst/>
            <a:ahLst/>
            <a:cxnLst/>
            <a:rect l="0" t="0" r="0" b="0"/>
            <a:pathLst>
              <a:path w="538408" h="51725">
                <a:moveTo>
                  <a:pt x="0" y="24415"/>
                </a:moveTo>
                <a:lnTo>
                  <a:pt x="59419" y="15441"/>
                </a:lnTo>
                <a:lnTo>
                  <a:pt x="116193" y="8513"/>
                </a:lnTo>
                <a:lnTo>
                  <a:pt x="170321" y="3630"/>
                </a:lnTo>
                <a:lnTo>
                  <a:pt x="221803" y="792"/>
                </a:lnTo>
                <a:lnTo>
                  <a:pt x="270639" y="0"/>
                </a:lnTo>
                <a:lnTo>
                  <a:pt x="316829" y="1253"/>
                </a:lnTo>
                <a:lnTo>
                  <a:pt x="360373" y="4552"/>
                </a:lnTo>
                <a:lnTo>
                  <a:pt x="401272" y="9896"/>
                </a:lnTo>
                <a:lnTo>
                  <a:pt x="439525" y="17285"/>
                </a:lnTo>
                <a:lnTo>
                  <a:pt x="475132" y="26720"/>
                </a:lnTo>
                <a:lnTo>
                  <a:pt x="508093" y="38200"/>
                </a:lnTo>
                <a:lnTo>
                  <a:pt x="538408" y="51725"/>
                </a:lnTo>
              </a:path>
            </a:pathLst>
          </a:custGeom>
          <a:noFill/>
          <a:ln w="5334">
            <a:solidFill>
              <a:srgbClr val="F3841B">
                <a:alpha val="13000"/>
              </a:srgbClr>
            </a:solidFill>
            <a:prstDash val="solid"/>
          </a:ln>
        </p:spPr>
      </p:sp>
      <p:sp>
        <p:nvSpPr>
          <p:cNvPr id="269" name="knowledge-edge">
            <a:extLst>
              <a:ext uri="{FF2B5EF4-FFF2-40B4-BE49-F238E27FC236}">
                <a16:creationId xmlns:a16="http://schemas.microsoft.com/office/drawing/2014/main" id="{36CDD54B-651F-422B-A973-0C7C953E26AA}"/>
              </a:ext>
            </a:extLst>
          </p:cNvPr>
          <p:cNvSpPr>
            <a:spLocks noGrp="1"/>
          </p:cNvSpPr>
          <p:nvPr/>
        </p:nvSpPr>
        <p:spPr>
          <a:xfrm>
            <a:off x="7932544" y="6247001"/>
            <a:ext cx="450448" cy="88440"/>
          </a:xfrm>
          <a:custGeom>
            <a:avLst/>
            <a:gdLst/>
            <a:ahLst/>
            <a:cxnLst/>
            <a:rect l="0" t="0" r="0" b="0"/>
            <a:pathLst>
              <a:path w="450448" h="88440">
                <a:moveTo>
                  <a:pt x="0" y="88233"/>
                </a:moveTo>
                <a:lnTo>
                  <a:pt x="32175" y="88440"/>
                </a:lnTo>
                <a:lnTo>
                  <a:pt x="64350" y="87646"/>
                </a:lnTo>
                <a:lnTo>
                  <a:pt x="96525" y="85850"/>
                </a:lnTo>
                <a:lnTo>
                  <a:pt x="128700" y="83053"/>
                </a:lnTo>
                <a:lnTo>
                  <a:pt x="160874" y="79255"/>
                </a:lnTo>
                <a:lnTo>
                  <a:pt x="193049" y="74455"/>
                </a:lnTo>
                <a:lnTo>
                  <a:pt x="225224" y="68653"/>
                </a:lnTo>
                <a:lnTo>
                  <a:pt x="257399" y="61850"/>
                </a:lnTo>
                <a:lnTo>
                  <a:pt x="289574" y="54045"/>
                </a:lnTo>
                <a:lnTo>
                  <a:pt x="321749" y="45239"/>
                </a:lnTo>
                <a:lnTo>
                  <a:pt x="353924" y="35432"/>
                </a:lnTo>
                <a:lnTo>
                  <a:pt x="386099" y="24623"/>
                </a:lnTo>
                <a:lnTo>
                  <a:pt x="418273" y="12812"/>
                </a:lnTo>
                <a:lnTo>
                  <a:pt x="450448" y="0"/>
                </a:lnTo>
              </a:path>
            </a:pathLst>
          </a:custGeom>
          <a:noFill/>
          <a:ln w="6477">
            <a:solidFill>
              <a:srgbClr val="F3841B">
                <a:alpha val="17000"/>
              </a:srgbClr>
            </a:solidFill>
            <a:prstDash val="solid"/>
          </a:ln>
        </p:spPr>
      </p:sp>
      <p:sp>
        <p:nvSpPr>
          <p:cNvPr id="270" name="knowledge-cross-edge">
            <a:extLst>
              <a:ext uri="{FF2B5EF4-FFF2-40B4-BE49-F238E27FC236}">
                <a16:creationId xmlns:a16="http://schemas.microsoft.com/office/drawing/2014/main" id="{24C44589-2AB2-4BBA-8439-4BA4CE071DE7}"/>
              </a:ext>
            </a:extLst>
          </p:cNvPr>
          <p:cNvSpPr>
            <a:spLocks noGrp="1"/>
          </p:cNvSpPr>
          <p:nvPr/>
        </p:nvSpPr>
        <p:spPr>
          <a:xfrm>
            <a:off x="7932544" y="6227441"/>
            <a:ext cx="438842" cy="107793"/>
          </a:xfrm>
          <a:custGeom>
            <a:avLst/>
            <a:gdLst/>
            <a:ahLst/>
            <a:cxnLst/>
            <a:rect l="0" t="0" r="0" b="0"/>
            <a:pathLst>
              <a:path w="438842" h="107793">
                <a:moveTo>
                  <a:pt x="0" y="107793"/>
                </a:moveTo>
                <a:lnTo>
                  <a:pt x="51122" y="78414"/>
                </a:lnTo>
                <a:lnTo>
                  <a:pt x="99599" y="53695"/>
                </a:lnTo>
                <a:lnTo>
                  <a:pt x="145429" y="33636"/>
                </a:lnTo>
                <a:lnTo>
                  <a:pt x="188614" y="18237"/>
                </a:lnTo>
                <a:lnTo>
                  <a:pt x="229153" y="7498"/>
                </a:lnTo>
                <a:lnTo>
                  <a:pt x="267046" y="1419"/>
                </a:lnTo>
                <a:lnTo>
                  <a:pt x="302294" y="0"/>
                </a:lnTo>
                <a:lnTo>
                  <a:pt x="334895" y="3241"/>
                </a:lnTo>
                <a:lnTo>
                  <a:pt x="364851" y="11142"/>
                </a:lnTo>
                <a:lnTo>
                  <a:pt x="392160" y="23703"/>
                </a:lnTo>
                <a:lnTo>
                  <a:pt x="416824" y="40924"/>
                </a:lnTo>
                <a:lnTo>
                  <a:pt x="438842" y="62805"/>
                </a:lnTo>
              </a:path>
            </a:pathLst>
          </a:custGeom>
          <a:noFill/>
          <a:ln w="5334">
            <a:solidFill>
              <a:srgbClr val="F3841B">
                <a:alpha val="13000"/>
              </a:srgbClr>
            </a:solidFill>
            <a:prstDash val="solid"/>
          </a:ln>
        </p:spPr>
      </p:sp>
      <p:sp>
        <p:nvSpPr>
          <p:cNvPr id="271" name="knowledge-long-edge">
            <a:extLst>
              <a:ext uri="{FF2B5EF4-FFF2-40B4-BE49-F238E27FC236}">
                <a16:creationId xmlns:a16="http://schemas.microsoft.com/office/drawing/2014/main" id="{779AC5E3-1D65-4DCD-97DD-513F1F1612AF}"/>
              </a:ext>
            </a:extLst>
          </p:cNvPr>
          <p:cNvSpPr>
            <a:spLocks noGrp="1"/>
          </p:cNvSpPr>
          <p:nvPr/>
        </p:nvSpPr>
        <p:spPr>
          <a:xfrm>
            <a:off x="7932544" y="5890864"/>
            <a:ext cx="942003" cy="444370"/>
          </a:xfrm>
          <a:custGeom>
            <a:avLst/>
            <a:gdLst/>
            <a:ahLst/>
            <a:cxnLst/>
            <a:rect l="0" t="0" r="0" b="0"/>
            <a:pathLst>
              <a:path w="942003" h="444370">
                <a:moveTo>
                  <a:pt x="0" y="444370"/>
                </a:moveTo>
                <a:lnTo>
                  <a:pt x="58875" y="356168"/>
                </a:lnTo>
                <a:lnTo>
                  <a:pt x="117750" y="277692"/>
                </a:lnTo>
                <a:lnTo>
                  <a:pt x="176626" y="208942"/>
                </a:lnTo>
                <a:lnTo>
                  <a:pt x="235501" y="149917"/>
                </a:lnTo>
                <a:lnTo>
                  <a:pt x="294376" y="100617"/>
                </a:lnTo>
                <a:lnTo>
                  <a:pt x="353251" y="61043"/>
                </a:lnTo>
                <a:lnTo>
                  <a:pt x="412126" y="31194"/>
                </a:lnTo>
                <a:lnTo>
                  <a:pt x="471002" y="11071"/>
                </a:lnTo>
                <a:lnTo>
                  <a:pt x="529877" y="673"/>
                </a:lnTo>
                <a:lnTo>
                  <a:pt x="588752" y="0"/>
                </a:lnTo>
                <a:lnTo>
                  <a:pt x="647627" y="9053"/>
                </a:lnTo>
                <a:lnTo>
                  <a:pt x="706502" y="27831"/>
                </a:lnTo>
                <a:lnTo>
                  <a:pt x="765378" y="56335"/>
                </a:lnTo>
                <a:lnTo>
                  <a:pt x="824253" y="94564"/>
                </a:lnTo>
                <a:lnTo>
                  <a:pt x="883128" y="142518"/>
                </a:lnTo>
                <a:lnTo>
                  <a:pt x="942003" y="200198"/>
                </a:lnTo>
              </a:path>
            </a:pathLst>
          </a:custGeom>
          <a:noFill/>
          <a:ln w="4286">
            <a:solidFill>
              <a:srgbClr val="F3841B">
                <a:alpha val="9000"/>
              </a:srgbClr>
            </a:solidFill>
            <a:prstDash val="solid"/>
          </a:ln>
        </p:spPr>
      </p:sp>
      <p:sp>
        <p:nvSpPr>
          <p:cNvPr id="272" name="knowledge-edge">
            <a:extLst>
              <a:ext uri="{FF2B5EF4-FFF2-40B4-BE49-F238E27FC236}">
                <a16:creationId xmlns:a16="http://schemas.microsoft.com/office/drawing/2014/main" id="{C98047BA-4CFC-4769-A02F-B8FC289B5577}"/>
              </a:ext>
            </a:extLst>
          </p:cNvPr>
          <p:cNvSpPr>
            <a:spLocks noGrp="1"/>
          </p:cNvSpPr>
          <p:nvPr/>
        </p:nvSpPr>
        <p:spPr>
          <a:xfrm>
            <a:off x="7762270" y="6271135"/>
            <a:ext cx="609117" cy="39751"/>
          </a:xfrm>
          <a:custGeom>
            <a:avLst/>
            <a:gdLst/>
            <a:ahLst/>
            <a:cxnLst/>
            <a:rect l="0" t="0" r="0" b="0"/>
            <a:pathLst>
              <a:path w="609117" h="39751">
                <a:moveTo>
                  <a:pt x="0" y="39751"/>
                </a:moveTo>
                <a:lnTo>
                  <a:pt x="43508" y="30705"/>
                </a:lnTo>
                <a:lnTo>
                  <a:pt x="87017" y="22824"/>
                </a:lnTo>
                <a:lnTo>
                  <a:pt x="130525" y="16108"/>
                </a:lnTo>
                <a:lnTo>
                  <a:pt x="174033" y="10557"/>
                </a:lnTo>
                <a:lnTo>
                  <a:pt x="217542" y="6170"/>
                </a:lnTo>
                <a:lnTo>
                  <a:pt x="261050" y="2949"/>
                </a:lnTo>
                <a:lnTo>
                  <a:pt x="304558" y="892"/>
                </a:lnTo>
                <a:lnTo>
                  <a:pt x="348067" y="0"/>
                </a:lnTo>
                <a:lnTo>
                  <a:pt x="391575" y="273"/>
                </a:lnTo>
                <a:lnTo>
                  <a:pt x="435083" y="1711"/>
                </a:lnTo>
                <a:lnTo>
                  <a:pt x="478592" y="4314"/>
                </a:lnTo>
                <a:lnTo>
                  <a:pt x="522100" y="8081"/>
                </a:lnTo>
                <a:lnTo>
                  <a:pt x="565608" y="13013"/>
                </a:lnTo>
                <a:lnTo>
                  <a:pt x="609117" y="19111"/>
                </a:lnTo>
              </a:path>
            </a:pathLst>
          </a:custGeom>
          <a:noFill/>
          <a:ln w="6477">
            <a:solidFill>
              <a:srgbClr val="F3841B">
                <a:alpha val="17000"/>
              </a:srgbClr>
            </a:solidFill>
            <a:prstDash val="solid"/>
          </a:ln>
        </p:spPr>
      </p:sp>
      <p:sp>
        <p:nvSpPr>
          <p:cNvPr id="273" name="knowledge-cross-edge">
            <a:extLst>
              <a:ext uri="{FF2B5EF4-FFF2-40B4-BE49-F238E27FC236}">
                <a16:creationId xmlns:a16="http://schemas.microsoft.com/office/drawing/2014/main" id="{FA139BA5-8D9C-424F-B1DE-782E133A5593}"/>
              </a:ext>
            </a:extLst>
          </p:cNvPr>
          <p:cNvSpPr>
            <a:spLocks noGrp="1"/>
          </p:cNvSpPr>
          <p:nvPr/>
        </p:nvSpPr>
        <p:spPr>
          <a:xfrm>
            <a:off x="7762270" y="6310886"/>
            <a:ext cx="403200" cy="123351"/>
          </a:xfrm>
          <a:custGeom>
            <a:avLst/>
            <a:gdLst/>
            <a:ahLst/>
            <a:cxnLst/>
            <a:rect l="0" t="0" r="0" b="0"/>
            <a:pathLst>
              <a:path w="403200" h="123351">
                <a:moveTo>
                  <a:pt x="0" y="0"/>
                </a:moveTo>
                <a:lnTo>
                  <a:pt x="48152" y="7118"/>
                </a:lnTo>
                <a:lnTo>
                  <a:pt x="93658" y="14810"/>
                </a:lnTo>
                <a:lnTo>
                  <a:pt x="136519" y="23077"/>
                </a:lnTo>
                <a:lnTo>
                  <a:pt x="176733" y="31919"/>
                </a:lnTo>
                <a:lnTo>
                  <a:pt x="214302" y="41336"/>
                </a:lnTo>
                <a:lnTo>
                  <a:pt x="249225" y="51328"/>
                </a:lnTo>
                <a:lnTo>
                  <a:pt x="281502" y="61895"/>
                </a:lnTo>
                <a:lnTo>
                  <a:pt x="311133" y="73036"/>
                </a:lnTo>
                <a:lnTo>
                  <a:pt x="338119" y="84753"/>
                </a:lnTo>
                <a:lnTo>
                  <a:pt x="362458" y="97044"/>
                </a:lnTo>
                <a:lnTo>
                  <a:pt x="384152" y="109910"/>
                </a:lnTo>
                <a:lnTo>
                  <a:pt x="403200" y="123351"/>
                </a:lnTo>
              </a:path>
            </a:pathLst>
          </a:custGeom>
          <a:noFill/>
          <a:ln w="5334">
            <a:solidFill>
              <a:srgbClr val="F3841B">
                <a:alpha val="13000"/>
              </a:srgbClr>
            </a:solidFill>
            <a:prstDash val="solid"/>
          </a:ln>
        </p:spPr>
      </p:sp>
      <p:sp>
        <p:nvSpPr>
          <p:cNvPr id="274" name="knowledge-cross-edge">
            <a:extLst>
              <a:ext uri="{FF2B5EF4-FFF2-40B4-BE49-F238E27FC236}">
                <a16:creationId xmlns:a16="http://schemas.microsoft.com/office/drawing/2014/main" id="{DAFE51C8-0904-43CD-8E30-65F29F48A8CB}"/>
              </a:ext>
            </a:extLst>
          </p:cNvPr>
          <p:cNvSpPr>
            <a:spLocks noGrp="1"/>
          </p:cNvSpPr>
          <p:nvPr/>
        </p:nvSpPr>
        <p:spPr>
          <a:xfrm>
            <a:off x="7762270" y="6222988"/>
            <a:ext cx="620722" cy="87897"/>
          </a:xfrm>
          <a:custGeom>
            <a:avLst/>
            <a:gdLst/>
            <a:ahLst/>
            <a:cxnLst/>
            <a:rect l="0" t="0" r="0" b="0"/>
            <a:pathLst>
              <a:path w="620722" h="87897">
                <a:moveTo>
                  <a:pt x="0" y="87897"/>
                </a:moveTo>
                <a:lnTo>
                  <a:pt x="37175" y="66999"/>
                </a:lnTo>
                <a:lnTo>
                  <a:pt x="76995" y="48933"/>
                </a:lnTo>
                <a:lnTo>
                  <a:pt x="119462" y="33698"/>
                </a:lnTo>
                <a:lnTo>
                  <a:pt x="164574" y="21295"/>
                </a:lnTo>
                <a:lnTo>
                  <a:pt x="212332" y="11723"/>
                </a:lnTo>
                <a:lnTo>
                  <a:pt x="262736" y="4984"/>
                </a:lnTo>
                <a:lnTo>
                  <a:pt x="315786" y="1076"/>
                </a:lnTo>
                <a:lnTo>
                  <a:pt x="371482" y="0"/>
                </a:lnTo>
                <a:lnTo>
                  <a:pt x="429823" y="1756"/>
                </a:lnTo>
                <a:lnTo>
                  <a:pt x="490810" y="6343"/>
                </a:lnTo>
                <a:lnTo>
                  <a:pt x="554443" y="13762"/>
                </a:lnTo>
                <a:lnTo>
                  <a:pt x="620722" y="24013"/>
                </a:lnTo>
              </a:path>
            </a:pathLst>
          </a:custGeom>
          <a:noFill/>
          <a:ln w="4953">
            <a:solidFill>
              <a:srgbClr val="F3841B">
                <a:alpha val="12000"/>
              </a:srgbClr>
            </a:solidFill>
            <a:prstDash val="solid"/>
          </a:ln>
        </p:spPr>
      </p:sp>
      <p:sp>
        <p:nvSpPr>
          <p:cNvPr id="275" name="knowledge-edge">
            <a:extLst>
              <a:ext uri="{FF2B5EF4-FFF2-40B4-BE49-F238E27FC236}">
                <a16:creationId xmlns:a16="http://schemas.microsoft.com/office/drawing/2014/main" id="{E3D615F9-9E10-4A8A-A85A-7FB6FB3A48A7}"/>
              </a:ext>
            </a:extLst>
          </p:cNvPr>
          <p:cNvSpPr>
            <a:spLocks noGrp="1"/>
          </p:cNvSpPr>
          <p:nvPr/>
        </p:nvSpPr>
        <p:spPr>
          <a:xfrm>
            <a:off x="7877216" y="6408587"/>
            <a:ext cx="288254" cy="28787"/>
          </a:xfrm>
          <a:custGeom>
            <a:avLst/>
            <a:gdLst/>
            <a:ahLst/>
            <a:cxnLst/>
            <a:rect l="0" t="0" r="0" b="0"/>
            <a:pathLst>
              <a:path w="288254" h="28787">
                <a:moveTo>
                  <a:pt x="0" y="0"/>
                </a:moveTo>
                <a:lnTo>
                  <a:pt x="20590" y="5233"/>
                </a:lnTo>
                <a:lnTo>
                  <a:pt x="41179" y="9944"/>
                </a:lnTo>
                <a:lnTo>
                  <a:pt x="61769" y="14130"/>
                </a:lnTo>
                <a:lnTo>
                  <a:pt x="82358" y="17794"/>
                </a:lnTo>
                <a:lnTo>
                  <a:pt x="102948" y="20934"/>
                </a:lnTo>
                <a:lnTo>
                  <a:pt x="123537" y="23551"/>
                </a:lnTo>
                <a:lnTo>
                  <a:pt x="144127" y="25645"/>
                </a:lnTo>
                <a:lnTo>
                  <a:pt x="164716" y="27215"/>
                </a:lnTo>
                <a:lnTo>
                  <a:pt x="185306" y="28263"/>
                </a:lnTo>
                <a:lnTo>
                  <a:pt x="205895" y="28786"/>
                </a:lnTo>
                <a:lnTo>
                  <a:pt x="226485" y="28787"/>
                </a:lnTo>
                <a:lnTo>
                  <a:pt x="247075" y="28264"/>
                </a:lnTo>
                <a:lnTo>
                  <a:pt x="267664" y="27218"/>
                </a:lnTo>
                <a:lnTo>
                  <a:pt x="288254" y="25649"/>
                </a:lnTo>
              </a:path>
            </a:pathLst>
          </a:custGeom>
          <a:noFill/>
          <a:ln w="6477">
            <a:solidFill>
              <a:srgbClr val="F3841B">
                <a:alpha val="17000"/>
              </a:srgbClr>
            </a:solidFill>
            <a:prstDash val="solid"/>
          </a:ln>
        </p:spPr>
      </p:sp>
      <p:sp>
        <p:nvSpPr>
          <p:cNvPr id="276" name="knowledge-cross-edge">
            <a:extLst>
              <a:ext uri="{FF2B5EF4-FFF2-40B4-BE49-F238E27FC236}">
                <a16:creationId xmlns:a16="http://schemas.microsoft.com/office/drawing/2014/main" id="{DCCE9503-636E-4A38-99D8-643291BBA51B}"/>
              </a:ext>
            </a:extLst>
          </p:cNvPr>
          <p:cNvSpPr>
            <a:spLocks noGrp="1"/>
          </p:cNvSpPr>
          <p:nvPr/>
        </p:nvSpPr>
        <p:spPr>
          <a:xfrm>
            <a:off x="7877216" y="6384158"/>
            <a:ext cx="349022" cy="199849"/>
          </a:xfrm>
          <a:custGeom>
            <a:avLst/>
            <a:gdLst/>
            <a:ahLst/>
            <a:cxnLst/>
            <a:rect l="0" t="0" r="0" b="0"/>
            <a:pathLst>
              <a:path w="349022" h="199849">
                <a:moveTo>
                  <a:pt x="0" y="24429"/>
                </a:moveTo>
                <a:lnTo>
                  <a:pt x="43637" y="11228"/>
                </a:lnTo>
                <a:lnTo>
                  <a:pt x="84629" y="3085"/>
                </a:lnTo>
                <a:lnTo>
                  <a:pt x="122974" y="0"/>
                </a:lnTo>
                <a:lnTo>
                  <a:pt x="158674" y="1973"/>
                </a:lnTo>
                <a:lnTo>
                  <a:pt x="191728" y="9005"/>
                </a:lnTo>
                <a:lnTo>
                  <a:pt x="222136" y="21094"/>
                </a:lnTo>
                <a:lnTo>
                  <a:pt x="249898" y="38241"/>
                </a:lnTo>
                <a:lnTo>
                  <a:pt x="275014" y="60447"/>
                </a:lnTo>
                <a:lnTo>
                  <a:pt x="297485" y="87710"/>
                </a:lnTo>
                <a:lnTo>
                  <a:pt x="317310" y="120032"/>
                </a:lnTo>
                <a:lnTo>
                  <a:pt x="334489" y="157411"/>
                </a:lnTo>
                <a:lnTo>
                  <a:pt x="349022" y="199849"/>
                </a:lnTo>
              </a:path>
            </a:pathLst>
          </a:custGeom>
          <a:noFill/>
          <a:ln w="5334">
            <a:solidFill>
              <a:srgbClr val="F3841B">
                <a:alpha val="13000"/>
              </a:srgbClr>
            </a:solidFill>
            <a:prstDash val="solid"/>
          </a:ln>
        </p:spPr>
      </p:sp>
      <p:sp>
        <p:nvSpPr>
          <p:cNvPr id="277" name="knowledge-edge">
            <a:extLst>
              <a:ext uri="{FF2B5EF4-FFF2-40B4-BE49-F238E27FC236}">
                <a16:creationId xmlns:a16="http://schemas.microsoft.com/office/drawing/2014/main" id="{8820C285-93FF-483E-B924-27035A4F7674}"/>
              </a:ext>
            </a:extLst>
          </p:cNvPr>
          <p:cNvSpPr>
            <a:spLocks noGrp="1"/>
          </p:cNvSpPr>
          <p:nvPr/>
        </p:nvSpPr>
        <p:spPr>
          <a:xfrm>
            <a:off x="7904204" y="6584007"/>
            <a:ext cx="322034" cy="127029"/>
          </a:xfrm>
          <a:custGeom>
            <a:avLst/>
            <a:gdLst/>
            <a:ahLst/>
            <a:cxnLst/>
            <a:rect l="0" t="0" r="0" b="0"/>
            <a:pathLst>
              <a:path w="322034" h="127029">
                <a:moveTo>
                  <a:pt x="0" y="100819"/>
                </a:moveTo>
                <a:lnTo>
                  <a:pt x="23002" y="111498"/>
                </a:lnTo>
                <a:lnTo>
                  <a:pt x="46005" y="119426"/>
                </a:lnTo>
                <a:lnTo>
                  <a:pt x="69007" y="124603"/>
                </a:lnTo>
                <a:lnTo>
                  <a:pt x="92010" y="127029"/>
                </a:lnTo>
                <a:lnTo>
                  <a:pt x="115012" y="126704"/>
                </a:lnTo>
                <a:lnTo>
                  <a:pt x="138014" y="123629"/>
                </a:lnTo>
                <a:lnTo>
                  <a:pt x="161017" y="117803"/>
                </a:lnTo>
                <a:lnTo>
                  <a:pt x="184019" y="109226"/>
                </a:lnTo>
                <a:lnTo>
                  <a:pt x="207022" y="97899"/>
                </a:lnTo>
                <a:lnTo>
                  <a:pt x="230024" y="83821"/>
                </a:lnTo>
                <a:lnTo>
                  <a:pt x="253027" y="66992"/>
                </a:lnTo>
                <a:lnTo>
                  <a:pt x="276029" y="47412"/>
                </a:lnTo>
                <a:lnTo>
                  <a:pt x="299031" y="25081"/>
                </a:lnTo>
                <a:lnTo>
                  <a:pt x="322034" y="0"/>
                </a:lnTo>
              </a:path>
            </a:pathLst>
          </a:custGeom>
          <a:noFill/>
          <a:ln w="6477">
            <a:solidFill>
              <a:srgbClr val="F3841B">
                <a:alpha val="17000"/>
              </a:srgbClr>
            </a:solidFill>
            <a:prstDash val="solid"/>
          </a:ln>
        </p:spPr>
      </p:sp>
      <p:sp>
        <p:nvSpPr>
          <p:cNvPr id="278" name="knowledge-cross-edge">
            <a:extLst>
              <a:ext uri="{FF2B5EF4-FFF2-40B4-BE49-F238E27FC236}">
                <a16:creationId xmlns:a16="http://schemas.microsoft.com/office/drawing/2014/main" id="{70D5D5C6-B41E-4BC7-A266-D7866388777A}"/>
              </a:ext>
            </a:extLst>
          </p:cNvPr>
          <p:cNvSpPr>
            <a:spLocks noGrp="1"/>
          </p:cNvSpPr>
          <p:nvPr/>
        </p:nvSpPr>
        <p:spPr>
          <a:xfrm>
            <a:off x="7904204" y="6684826"/>
            <a:ext cx="360529" cy="318662"/>
          </a:xfrm>
          <a:custGeom>
            <a:avLst/>
            <a:gdLst/>
            <a:ahLst/>
            <a:cxnLst/>
            <a:rect l="0" t="0" r="0" b="0"/>
            <a:pathLst>
              <a:path w="360529" h="318662">
                <a:moveTo>
                  <a:pt x="0" y="0"/>
                </a:moveTo>
                <a:lnTo>
                  <a:pt x="44596" y="16429"/>
                </a:lnTo>
                <a:lnTo>
                  <a:pt x="86546" y="34699"/>
                </a:lnTo>
                <a:lnTo>
                  <a:pt x="125851" y="54811"/>
                </a:lnTo>
                <a:lnTo>
                  <a:pt x="162510" y="76763"/>
                </a:lnTo>
                <a:lnTo>
                  <a:pt x="196522" y="100557"/>
                </a:lnTo>
                <a:lnTo>
                  <a:pt x="227889" y="126191"/>
                </a:lnTo>
                <a:lnTo>
                  <a:pt x="256610" y="153667"/>
                </a:lnTo>
                <a:lnTo>
                  <a:pt x="282686" y="182984"/>
                </a:lnTo>
                <a:lnTo>
                  <a:pt x="306115" y="214142"/>
                </a:lnTo>
                <a:lnTo>
                  <a:pt x="326899" y="247141"/>
                </a:lnTo>
                <a:lnTo>
                  <a:pt x="345037" y="281981"/>
                </a:lnTo>
                <a:lnTo>
                  <a:pt x="360529" y="318662"/>
                </a:lnTo>
              </a:path>
            </a:pathLst>
          </a:custGeom>
          <a:noFill/>
          <a:ln w="5334">
            <a:solidFill>
              <a:srgbClr val="F3841B">
                <a:alpha val="13000"/>
              </a:srgbClr>
            </a:solidFill>
            <a:prstDash val="solid"/>
          </a:ln>
        </p:spPr>
      </p:sp>
      <p:sp>
        <p:nvSpPr>
          <p:cNvPr id="279" name="knowledge-cross-edge">
            <a:extLst>
              <a:ext uri="{FF2B5EF4-FFF2-40B4-BE49-F238E27FC236}">
                <a16:creationId xmlns:a16="http://schemas.microsoft.com/office/drawing/2014/main" id="{CF93F6AC-07B9-4F85-8ECA-B41B82E2D106}"/>
              </a:ext>
            </a:extLst>
          </p:cNvPr>
          <p:cNvSpPr>
            <a:spLocks noGrp="1"/>
          </p:cNvSpPr>
          <p:nvPr/>
        </p:nvSpPr>
        <p:spPr>
          <a:xfrm>
            <a:off x="7904204" y="6430914"/>
            <a:ext cx="261266" cy="253912"/>
          </a:xfrm>
          <a:custGeom>
            <a:avLst/>
            <a:gdLst/>
            <a:ahLst/>
            <a:cxnLst/>
            <a:rect l="0" t="0" r="0" b="0"/>
            <a:pathLst>
              <a:path w="261266" h="253912">
                <a:moveTo>
                  <a:pt x="0" y="253912"/>
                </a:moveTo>
                <a:lnTo>
                  <a:pt x="7220" y="208825"/>
                </a:lnTo>
                <a:lnTo>
                  <a:pt x="17086" y="168139"/>
                </a:lnTo>
                <a:lnTo>
                  <a:pt x="29598" y="131854"/>
                </a:lnTo>
                <a:lnTo>
                  <a:pt x="44755" y="99969"/>
                </a:lnTo>
                <a:lnTo>
                  <a:pt x="62559" y="72485"/>
                </a:lnTo>
                <a:lnTo>
                  <a:pt x="83008" y="49402"/>
                </a:lnTo>
                <a:lnTo>
                  <a:pt x="106103" y="30720"/>
                </a:lnTo>
                <a:lnTo>
                  <a:pt x="131844" y="16439"/>
                </a:lnTo>
                <a:lnTo>
                  <a:pt x="160231" y="6558"/>
                </a:lnTo>
                <a:lnTo>
                  <a:pt x="191263" y="1079"/>
                </a:lnTo>
                <a:lnTo>
                  <a:pt x="224942" y="0"/>
                </a:lnTo>
                <a:lnTo>
                  <a:pt x="261266" y="3322"/>
                </a:lnTo>
              </a:path>
            </a:pathLst>
          </a:custGeom>
          <a:noFill/>
          <a:ln w="4953">
            <a:solidFill>
              <a:srgbClr val="F3841B">
                <a:alpha val="12000"/>
              </a:srgbClr>
            </a:solidFill>
            <a:prstDash val="solid"/>
          </a:ln>
        </p:spPr>
      </p:sp>
      <p:sp>
        <p:nvSpPr>
          <p:cNvPr id="280" name="knowledge-edge">
            <a:extLst>
              <a:ext uri="{FF2B5EF4-FFF2-40B4-BE49-F238E27FC236}">
                <a16:creationId xmlns:a16="http://schemas.microsoft.com/office/drawing/2014/main" id="{C18853F4-AF3D-406E-A790-C65130B91D31}"/>
              </a:ext>
            </a:extLst>
          </p:cNvPr>
          <p:cNvSpPr>
            <a:spLocks noGrp="1"/>
          </p:cNvSpPr>
          <p:nvPr/>
        </p:nvSpPr>
        <p:spPr>
          <a:xfrm>
            <a:off x="7737998" y="7003488"/>
            <a:ext cx="526734" cy="99357"/>
          </a:xfrm>
          <a:custGeom>
            <a:avLst/>
            <a:gdLst/>
            <a:ahLst/>
            <a:cxnLst/>
            <a:rect l="0" t="0" r="0" b="0"/>
            <a:pathLst>
              <a:path w="526734" h="99357">
                <a:moveTo>
                  <a:pt x="0" y="99357"/>
                </a:moveTo>
                <a:lnTo>
                  <a:pt x="37624" y="96162"/>
                </a:lnTo>
                <a:lnTo>
                  <a:pt x="75248" y="92366"/>
                </a:lnTo>
                <a:lnTo>
                  <a:pt x="112872" y="87970"/>
                </a:lnTo>
                <a:lnTo>
                  <a:pt x="150496" y="82973"/>
                </a:lnTo>
                <a:lnTo>
                  <a:pt x="188119" y="77377"/>
                </a:lnTo>
                <a:lnTo>
                  <a:pt x="225743" y="71180"/>
                </a:lnTo>
                <a:lnTo>
                  <a:pt x="263367" y="64383"/>
                </a:lnTo>
                <a:lnTo>
                  <a:pt x="300991" y="56986"/>
                </a:lnTo>
                <a:lnTo>
                  <a:pt x="338615" y="48989"/>
                </a:lnTo>
                <a:lnTo>
                  <a:pt x="376239" y="40392"/>
                </a:lnTo>
                <a:lnTo>
                  <a:pt x="413863" y="31194"/>
                </a:lnTo>
                <a:lnTo>
                  <a:pt x="451487" y="21396"/>
                </a:lnTo>
                <a:lnTo>
                  <a:pt x="489110" y="10998"/>
                </a:lnTo>
                <a:lnTo>
                  <a:pt x="526734" y="0"/>
                </a:lnTo>
              </a:path>
            </a:pathLst>
          </a:custGeom>
          <a:noFill/>
          <a:ln w="6477">
            <a:solidFill>
              <a:srgbClr val="F3841B">
                <a:alpha val="17000"/>
              </a:srgbClr>
            </a:solidFill>
            <a:prstDash val="solid"/>
          </a:ln>
        </p:spPr>
      </p:sp>
      <p:sp>
        <p:nvSpPr>
          <p:cNvPr id="281" name="knowledge-edge">
            <a:extLst>
              <a:ext uri="{FF2B5EF4-FFF2-40B4-BE49-F238E27FC236}">
                <a16:creationId xmlns:a16="http://schemas.microsoft.com/office/drawing/2014/main" id="{B4BC0B46-4B3B-4B67-A2FA-235C4C452B20}"/>
              </a:ext>
            </a:extLst>
          </p:cNvPr>
          <p:cNvSpPr>
            <a:spLocks noGrp="1"/>
          </p:cNvSpPr>
          <p:nvPr/>
        </p:nvSpPr>
        <p:spPr>
          <a:xfrm>
            <a:off x="8152812" y="5901467"/>
            <a:ext cx="545046" cy="47664"/>
          </a:xfrm>
          <a:custGeom>
            <a:avLst/>
            <a:gdLst/>
            <a:ahLst/>
            <a:cxnLst/>
            <a:rect l="0" t="0" r="0" b="0"/>
            <a:pathLst>
              <a:path w="545046" h="47664">
                <a:moveTo>
                  <a:pt x="0" y="47664"/>
                </a:moveTo>
                <a:lnTo>
                  <a:pt x="38932" y="35329"/>
                </a:lnTo>
                <a:lnTo>
                  <a:pt x="77864" y="24837"/>
                </a:lnTo>
                <a:lnTo>
                  <a:pt x="116796" y="16186"/>
                </a:lnTo>
                <a:lnTo>
                  <a:pt x="155727" y="9376"/>
                </a:lnTo>
                <a:lnTo>
                  <a:pt x="194659" y="4409"/>
                </a:lnTo>
                <a:lnTo>
                  <a:pt x="233591" y="1284"/>
                </a:lnTo>
                <a:lnTo>
                  <a:pt x="272523" y="0"/>
                </a:lnTo>
                <a:lnTo>
                  <a:pt x="311455" y="558"/>
                </a:lnTo>
                <a:lnTo>
                  <a:pt x="350387" y="2958"/>
                </a:lnTo>
                <a:lnTo>
                  <a:pt x="389318" y="7200"/>
                </a:lnTo>
                <a:lnTo>
                  <a:pt x="428250" y="13284"/>
                </a:lnTo>
                <a:lnTo>
                  <a:pt x="467182" y="21209"/>
                </a:lnTo>
                <a:lnTo>
                  <a:pt x="506114" y="30976"/>
                </a:lnTo>
                <a:lnTo>
                  <a:pt x="545046" y="42585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282" name="knowledge-cross-edge">
            <a:extLst>
              <a:ext uri="{FF2B5EF4-FFF2-40B4-BE49-F238E27FC236}">
                <a16:creationId xmlns:a16="http://schemas.microsoft.com/office/drawing/2014/main" id="{3135DBFF-5A77-41A0-95CD-2103DB3C4BA5}"/>
              </a:ext>
            </a:extLst>
          </p:cNvPr>
          <p:cNvSpPr>
            <a:spLocks noGrp="1"/>
          </p:cNvSpPr>
          <p:nvPr/>
        </p:nvSpPr>
        <p:spPr>
          <a:xfrm>
            <a:off x="8152812" y="5941149"/>
            <a:ext cx="721735" cy="149914"/>
          </a:xfrm>
          <a:custGeom>
            <a:avLst/>
            <a:gdLst/>
            <a:ahLst/>
            <a:cxnLst/>
            <a:rect l="0" t="0" r="0" b="0"/>
            <a:pathLst>
              <a:path w="721735" h="149914">
                <a:moveTo>
                  <a:pt x="0" y="7982"/>
                </a:moveTo>
                <a:lnTo>
                  <a:pt x="74697" y="2409"/>
                </a:lnTo>
                <a:lnTo>
                  <a:pt x="146748" y="0"/>
                </a:lnTo>
                <a:lnTo>
                  <a:pt x="216153" y="755"/>
                </a:lnTo>
                <a:lnTo>
                  <a:pt x="282912" y="4673"/>
                </a:lnTo>
                <a:lnTo>
                  <a:pt x="347025" y="11755"/>
                </a:lnTo>
                <a:lnTo>
                  <a:pt x="408493" y="22001"/>
                </a:lnTo>
                <a:lnTo>
                  <a:pt x="467314" y="35410"/>
                </a:lnTo>
                <a:lnTo>
                  <a:pt x="523490" y="51983"/>
                </a:lnTo>
                <a:lnTo>
                  <a:pt x="577020" y="71721"/>
                </a:lnTo>
                <a:lnTo>
                  <a:pt x="627904" y="94621"/>
                </a:lnTo>
                <a:lnTo>
                  <a:pt x="676143" y="120686"/>
                </a:lnTo>
                <a:lnTo>
                  <a:pt x="721735" y="149914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283" name="knowledge-edge">
            <a:extLst>
              <a:ext uri="{FF2B5EF4-FFF2-40B4-BE49-F238E27FC236}">
                <a16:creationId xmlns:a16="http://schemas.microsoft.com/office/drawing/2014/main" id="{69638C4D-CA90-4603-922B-322E32DA54C4}"/>
              </a:ext>
            </a:extLst>
          </p:cNvPr>
          <p:cNvSpPr>
            <a:spLocks noGrp="1"/>
          </p:cNvSpPr>
          <p:nvPr/>
        </p:nvSpPr>
        <p:spPr>
          <a:xfrm>
            <a:off x="8257041" y="6071649"/>
            <a:ext cx="617506" cy="74220"/>
          </a:xfrm>
          <a:custGeom>
            <a:avLst/>
            <a:gdLst/>
            <a:ahLst/>
            <a:cxnLst/>
            <a:rect l="0" t="0" r="0" b="0"/>
            <a:pathLst>
              <a:path w="617506" h="74220">
                <a:moveTo>
                  <a:pt x="0" y="0"/>
                </a:moveTo>
                <a:lnTo>
                  <a:pt x="44108" y="18483"/>
                </a:lnTo>
                <a:lnTo>
                  <a:pt x="88215" y="34337"/>
                </a:lnTo>
                <a:lnTo>
                  <a:pt x="132323" y="47559"/>
                </a:lnTo>
                <a:lnTo>
                  <a:pt x="176430" y="58152"/>
                </a:lnTo>
                <a:lnTo>
                  <a:pt x="220538" y="66114"/>
                </a:lnTo>
                <a:lnTo>
                  <a:pt x="264646" y="71446"/>
                </a:lnTo>
                <a:lnTo>
                  <a:pt x="308753" y="74148"/>
                </a:lnTo>
                <a:lnTo>
                  <a:pt x="352861" y="74220"/>
                </a:lnTo>
                <a:lnTo>
                  <a:pt x="396968" y="71661"/>
                </a:lnTo>
                <a:lnTo>
                  <a:pt x="441076" y="66472"/>
                </a:lnTo>
                <a:lnTo>
                  <a:pt x="485184" y="58653"/>
                </a:lnTo>
                <a:lnTo>
                  <a:pt x="529291" y="48203"/>
                </a:lnTo>
                <a:lnTo>
                  <a:pt x="573399" y="35123"/>
                </a:lnTo>
                <a:lnTo>
                  <a:pt x="617506" y="19413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284" name="knowledge-cross-edge">
            <a:extLst>
              <a:ext uri="{FF2B5EF4-FFF2-40B4-BE49-F238E27FC236}">
                <a16:creationId xmlns:a16="http://schemas.microsoft.com/office/drawing/2014/main" id="{CE411F52-CFFD-44D7-83C5-988F5502EDEB}"/>
              </a:ext>
            </a:extLst>
          </p:cNvPr>
          <p:cNvSpPr>
            <a:spLocks noGrp="1"/>
          </p:cNvSpPr>
          <p:nvPr/>
        </p:nvSpPr>
        <p:spPr>
          <a:xfrm>
            <a:off x="8257041" y="6048287"/>
            <a:ext cx="462893" cy="63778"/>
          </a:xfrm>
          <a:custGeom>
            <a:avLst/>
            <a:gdLst/>
            <a:ahLst/>
            <a:cxnLst/>
            <a:rect l="0" t="0" r="0" b="0"/>
            <a:pathLst>
              <a:path w="462893" h="63778">
                <a:moveTo>
                  <a:pt x="0" y="23362"/>
                </a:moveTo>
                <a:lnTo>
                  <a:pt x="53127" y="14095"/>
                </a:lnTo>
                <a:lnTo>
                  <a:pt x="103607" y="7126"/>
                </a:lnTo>
                <a:lnTo>
                  <a:pt x="151442" y="2453"/>
                </a:lnTo>
                <a:lnTo>
                  <a:pt x="196631" y="78"/>
                </a:lnTo>
                <a:lnTo>
                  <a:pt x="239174" y="0"/>
                </a:lnTo>
                <a:lnTo>
                  <a:pt x="279072" y="2219"/>
                </a:lnTo>
                <a:lnTo>
                  <a:pt x="316323" y="6736"/>
                </a:lnTo>
                <a:lnTo>
                  <a:pt x="350929" y="13550"/>
                </a:lnTo>
                <a:lnTo>
                  <a:pt x="382889" y="22661"/>
                </a:lnTo>
                <a:lnTo>
                  <a:pt x="412203" y="34069"/>
                </a:lnTo>
                <a:lnTo>
                  <a:pt x="438871" y="47775"/>
                </a:lnTo>
                <a:lnTo>
                  <a:pt x="462893" y="63778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285" name="knowledge-edge">
            <a:extLst>
              <a:ext uri="{FF2B5EF4-FFF2-40B4-BE49-F238E27FC236}">
                <a16:creationId xmlns:a16="http://schemas.microsoft.com/office/drawing/2014/main" id="{EC48DF64-D420-412C-867E-5B97C1A28036}"/>
              </a:ext>
            </a:extLst>
          </p:cNvPr>
          <p:cNvSpPr>
            <a:spLocks noGrp="1"/>
          </p:cNvSpPr>
          <p:nvPr/>
        </p:nvSpPr>
        <p:spPr>
          <a:xfrm>
            <a:off x="8382992" y="6112065"/>
            <a:ext cx="336942" cy="134936"/>
          </a:xfrm>
          <a:custGeom>
            <a:avLst/>
            <a:gdLst/>
            <a:ahLst/>
            <a:cxnLst/>
            <a:rect l="0" t="0" r="0" b="0"/>
            <a:pathLst>
              <a:path w="336942" h="134936">
                <a:moveTo>
                  <a:pt x="0" y="134936"/>
                </a:moveTo>
                <a:lnTo>
                  <a:pt x="24067" y="121376"/>
                </a:lnTo>
                <a:lnTo>
                  <a:pt x="48135" y="108419"/>
                </a:lnTo>
                <a:lnTo>
                  <a:pt x="72202" y="96066"/>
                </a:lnTo>
                <a:lnTo>
                  <a:pt x="96269" y="84315"/>
                </a:lnTo>
                <a:lnTo>
                  <a:pt x="120336" y="73169"/>
                </a:lnTo>
                <a:lnTo>
                  <a:pt x="144404" y="62625"/>
                </a:lnTo>
                <a:lnTo>
                  <a:pt x="168471" y="52685"/>
                </a:lnTo>
                <a:lnTo>
                  <a:pt x="192538" y="43349"/>
                </a:lnTo>
                <a:lnTo>
                  <a:pt x="216606" y="34615"/>
                </a:lnTo>
                <a:lnTo>
                  <a:pt x="240673" y="26486"/>
                </a:lnTo>
                <a:lnTo>
                  <a:pt x="264740" y="18959"/>
                </a:lnTo>
                <a:lnTo>
                  <a:pt x="288807" y="12036"/>
                </a:lnTo>
                <a:lnTo>
                  <a:pt x="312875" y="5716"/>
                </a:lnTo>
                <a:lnTo>
                  <a:pt x="336942" y="0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286" name="knowledge-cross-edge">
            <a:extLst>
              <a:ext uri="{FF2B5EF4-FFF2-40B4-BE49-F238E27FC236}">
                <a16:creationId xmlns:a16="http://schemas.microsoft.com/office/drawing/2014/main" id="{0F6CB436-B89C-4DEA-8408-3165B5B26ADA}"/>
              </a:ext>
            </a:extLst>
          </p:cNvPr>
          <p:cNvSpPr>
            <a:spLocks noGrp="1"/>
          </p:cNvSpPr>
          <p:nvPr/>
        </p:nvSpPr>
        <p:spPr>
          <a:xfrm>
            <a:off x="8382992" y="6083163"/>
            <a:ext cx="491555" cy="163838"/>
          </a:xfrm>
          <a:custGeom>
            <a:avLst/>
            <a:gdLst/>
            <a:ahLst/>
            <a:cxnLst/>
            <a:rect l="0" t="0" r="0" b="0"/>
            <a:pathLst>
              <a:path w="491555" h="163838">
                <a:moveTo>
                  <a:pt x="0" y="163838"/>
                </a:moveTo>
                <a:lnTo>
                  <a:pt x="26411" y="132204"/>
                </a:lnTo>
                <a:lnTo>
                  <a:pt x="55467" y="103959"/>
                </a:lnTo>
                <a:lnTo>
                  <a:pt x="87170" y="79103"/>
                </a:lnTo>
                <a:lnTo>
                  <a:pt x="121518" y="57636"/>
                </a:lnTo>
                <a:lnTo>
                  <a:pt x="158512" y="39558"/>
                </a:lnTo>
                <a:lnTo>
                  <a:pt x="198152" y="24868"/>
                </a:lnTo>
                <a:lnTo>
                  <a:pt x="240438" y="13568"/>
                </a:lnTo>
                <a:lnTo>
                  <a:pt x="285370" y="5656"/>
                </a:lnTo>
                <a:lnTo>
                  <a:pt x="332947" y="1134"/>
                </a:lnTo>
                <a:lnTo>
                  <a:pt x="383171" y="0"/>
                </a:lnTo>
                <a:lnTo>
                  <a:pt x="436040" y="2255"/>
                </a:lnTo>
                <a:lnTo>
                  <a:pt x="491555" y="7899"/>
                </a:lnTo>
              </a:path>
            </a:pathLst>
          </a:custGeom>
          <a:noFill/>
          <a:ln w="4953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287" name="knowledge-edge">
            <a:extLst>
              <a:ext uri="{FF2B5EF4-FFF2-40B4-BE49-F238E27FC236}">
                <a16:creationId xmlns:a16="http://schemas.microsoft.com/office/drawing/2014/main" id="{8D8D002B-1780-452E-8D6B-FB8047C465D1}"/>
              </a:ext>
            </a:extLst>
          </p:cNvPr>
          <p:cNvSpPr>
            <a:spLocks noGrp="1"/>
          </p:cNvSpPr>
          <p:nvPr/>
        </p:nvSpPr>
        <p:spPr>
          <a:xfrm>
            <a:off x="8371386" y="6188220"/>
            <a:ext cx="321364" cy="102946"/>
          </a:xfrm>
          <a:custGeom>
            <a:avLst/>
            <a:gdLst/>
            <a:ahLst/>
            <a:cxnLst/>
            <a:rect l="0" t="0" r="0" b="0"/>
            <a:pathLst>
              <a:path w="321364" h="102946">
                <a:moveTo>
                  <a:pt x="0" y="102025"/>
                </a:moveTo>
                <a:lnTo>
                  <a:pt x="22955" y="102946"/>
                </a:lnTo>
                <a:lnTo>
                  <a:pt x="45909" y="102604"/>
                </a:lnTo>
                <a:lnTo>
                  <a:pt x="68864" y="100999"/>
                </a:lnTo>
                <a:lnTo>
                  <a:pt x="91818" y="98131"/>
                </a:lnTo>
                <a:lnTo>
                  <a:pt x="114773" y="94000"/>
                </a:lnTo>
                <a:lnTo>
                  <a:pt x="137728" y="88607"/>
                </a:lnTo>
                <a:lnTo>
                  <a:pt x="160682" y="81951"/>
                </a:lnTo>
                <a:lnTo>
                  <a:pt x="183637" y="74032"/>
                </a:lnTo>
                <a:lnTo>
                  <a:pt x="206591" y="64850"/>
                </a:lnTo>
                <a:lnTo>
                  <a:pt x="229546" y="54406"/>
                </a:lnTo>
                <a:lnTo>
                  <a:pt x="252501" y="42699"/>
                </a:lnTo>
                <a:lnTo>
                  <a:pt x="275455" y="29728"/>
                </a:lnTo>
                <a:lnTo>
                  <a:pt x="298410" y="15496"/>
                </a:lnTo>
                <a:lnTo>
                  <a:pt x="321364" y="0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288" name="knowledge-cross-edge">
            <a:extLst>
              <a:ext uri="{FF2B5EF4-FFF2-40B4-BE49-F238E27FC236}">
                <a16:creationId xmlns:a16="http://schemas.microsoft.com/office/drawing/2014/main" id="{DFB6A283-86F5-4F26-89F9-9DC94E034C2E}"/>
              </a:ext>
            </a:extLst>
          </p:cNvPr>
          <p:cNvSpPr>
            <a:spLocks noGrp="1"/>
          </p:cNvSpPr>
          <p:nvPr/>
        </p:nvSpPr>
        <p:spPr>
          <a:xfrm>
            <a:off x="8371386" y="6190834"/>
            <a:ext cx="317571" cy="99411"/>
          </a:xfrm>
          <a:custGeom>
            <a:avLst/>
            <a:gdLst/>
            <a:ahLst/>
            <a:cxnLst/>
            <a:rect l="0" t="0" r="0" b="0"/>
            <a:pathLst>
              <a:path w="317571" h="99411">
                <a:moveTo>
                  <a:pt x="0" y="99411"/>
                </a:moveTo>
                <a:lnTo>
                  <a:pt x="41016" y="96140"/>
                </a:lnTo>
                <a:lnTo>
                  <a:pt x="79387" y="91957"/>
                </a:lnTo>
                <a:lnTo>
                  <a:pt x="115111" y="86862"/>
                </a:lnTo>
                <a:lnTo>
                  <a:pt x="148190" y="80857"/>
                </a:lnTo>
                <a:lnTo>
                  <a:pt x="178623" y="73939"/>
                </a:lnTo>
                <a:lnTo>
                  <a:pt x="206410" y="66111"/>
                </a:lnTo>
                <a:lnTo>
                  <a:pt x="231552" y="57371"/>
                </a:lnTo>
                <a:lnTo>
                  <a:pt x="254047" y="47720"/>
                </a:lnTo>
                <a:lnTo>
                  <a:pt x="273897" y="37157"/>
                </a:lnTo>
                <a:lnTo>
                  <a:pt x="291101" y="25683"/>
                </a:lnTo>
                <a:lnTo>
                  <a:pt x="305659" y="13297"/>
                </a:lnTo>
                <a:lnTo>
                  <a:pt x="317571" y="0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289" name="knowledge-cross-edge">
            <a:extLst>
              <a:ext uri="{FF2B5EF4-FFF2-40B4-BE49-F238E27FC236}">
                <a16:creationId xmlns:a16="http://schemas.microsoft.com/office/drawing/2014/main" id="{183C2540-A1DD-4B3D-ADED-A150DF317039}"/>
              </a:ext>
            </a:extLst>
          </p:cNvPr>
          <p:cNvSpPr>
            <a:spLocks noGrp="1"/>
          </p:cNvSpPr>
          <p:nvPr/>
        </p:nvSpPr>
        <p:spPr>
          <a:xfrm>
            <a:off x="8371386" y="6065530"/>
            <a:ext cx="348548" cy="224715"/>
          </a:xfrm>
          <a:custGeom>
            <a:avLst/>
            <a:gdLst/>
            <a:ahLst/>
            <a:cxnLst/>
            <a:rect l="0" t="0" r="0" b="0"/>
            <a:pathLst>
              <a:path w="348548" h="224715">
                <a:moveTo>
                  <a:pt x="0" y="224715"/>
                </a:moveTo>
                <a:lnTo>
                  <a:pt x="14494" y="173454"/>
                </a:lnTo>
                <a:lnTo>
                  <a:pt x="31633" y="128813"/>
                </a:lnTo>
                <a:lnTo>
                  <a:pt x="51418" y="90793"/>
                </a:lnTo>
                <a:lnTo>
                  <a:pt x="73849" y="59393"/>
                </a:lnTo>
                <a:lnTo>
                  <a:pt x="98926" y="34614"/>
                </a:lnTo>
                <a:lnTo>
                  <a:pt x="126649" y="16456"/>
                </a:lnTo>
                <a:lnTo>
                  <a:pt x="157017" y="4918"/>
                </a:lnTo>
                <a:lnTo>
                  <a:pt x="190032" y="0"/>
                </a:lnTo>
                <a:lnTo>
                  <a:pt x="225692" y="1703"/>
                </a:lnTo>
                <a:lnTo>
                  <a:pt x="263998" y="10026"/>
                </a:lnTo>
                <a:lnTo>
                  <a:pt x="304950" y="24970"/>
                </a:lnTo>
                <a:lnTo>
                  <a:pt x="348548" y="46535"/>
                </a:lnTo>
              </a:path>
            </a:pathLst>
          </a:custGeom>
          <a:noFill/>
          <a:ln w="4953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290" name="knowledge-edge">
            <a:extLst>
              <a:ext uri="{FF2B5EF4-FFF2-40B4-BE49-F238E27FC236}">
                <a16:creationId xmlns:a16="http://schemas.microsoft.com/office/drawing/2014/main" id="{53FEDB75-1526-47A8-A55F-D5B94BB86C5C}"/>
              </a:ext>
            </a:extLst>
          </p:cNvPr>
          <p:cNvSpPr>
            <a:spLocks noGrp="1"/>
          </p:cNvSpPr>
          <p:nvPr/>
        </p:nvSpPr>
        <p:spPr>
          <a:xfrm>
            <a:off x="8165470" y="6190834"/>
            <a:ext cx="523487" cy="244629"/>
          </a:xfrm>
          <a:custGeom>
            <a:avLst/>
            <a:gdLst/>
            <a:ahLst/>
            <a:cxnLst/>
            <a:rect l="0" t="0" r="0" b="0"/>
            <a:pathLst>
              <a:path w="523487" h="244629">
                <a:moveTo>
                  <a:pt x="0" y="243402"/>
                </a:moveTo>
                <a:lnTo>
                  <a:pt x="37392" y="244629"/>
                </a:lnTo>
                <a:lnTo>
                  <a:pt x="74784" y="242993"/>
                </a:lnTo>
                <a:lnTo>
                  <a:pt x="112176" y="238494"/>
                </a:lnTo>
                <a:lnTo>
                  <a:pt x="149568" y="231130"/>
                </a:lnTo>
                <a:lnTo>
                  <a:pt x="186960" y="220903"/>
                </a:lnTo>
                <a:lnTo>
                  <a:pt x="224352" y="207813"/>
                </a:lnTo>
                <a:lnTo>
                  <a:pt x="261744" y="191859"/>
                </a:lnTo>
                <a:lnTo>
                  <a:pt x="299136" y="173041"/>
                </a:lnTo>
                <a:lnTo>
                  <a:pt x="336528" y="151360"/>
                </a:lnTo>
                <a:lnTo>
                  <a:pt x="373920" y="126815"/>
                </a:lnTo>
                <a:lnTo>
                  <a:pt x="411312" y="99407"/>
                </a:lnTo>
                <a:lnTo>
                  <a:pt x="448704" y="69135"/>
                </a:lnTo>
                <a:lnTo>
                  <a:pt x="486095" y="35999"/>
                </a:lnTo>
                <a:lnTo>
                  <a:pt x="523487" y="0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291" name="knowledge-cross-edge">
            <a:extLst>
              <a:ext uri="{FF2B5EF4-FFF2-40B4-BE49-F238E27FC236}">
                <a16:creationId xmlns:a16="http://schemas.microsoft.com/office/drawing/2014/main" id="{29F1DF7A-0BEC-423D-824E-9D02857FA17B}"/>
              </a:ext>
            </a:extLst>
          </p:cNvPr>
          <p:cNvSpPr>
            <a:spLocks noGrp="1"/>
          </p:cNvSpPr>
          <p:nvPr/>
        </p:nvSpPr>
        <p:spPr>
          <a:xfrm>
            <a:off x="8165470" y="6434236"/>
            <a:ext cx="499809" cy="187676"/>
          </a:xfrm>
          <a:custGeom>
            <a:avLst/>
            <a:gdLst/>
            <a:ahLst/>
            <a:cxnLst/>
            <a:rect l="0" t="0" r="0" b="0"/>
            <a:pathLst>
              <a:path w="499809" h="187676">
                <a:moveTo>
                  <a:pt x="0" y="0"/>
                </a:moveTo>
                <a:lnTo>
                  <a:pt x="56203" y="7413"/>
                </a:lnTo>
                <a:lnTo>
                  <a:pt x="109760" y="16322"/>
                </a:lnTo>
                <a:lnTo>
                  <a:pt x="160671" y="26727"/>
                </a:lnTo>
                <a:lnTo>
                  <a:pt x="208936" y="38628"/>
                </a:lnTo>
                <a:lnTo>
                  <a:pt x="254556" y="52024"/>
                </a:lnTo>
                <a:lnTo>
                  <a:pt x="297529" y="66916"/>
                </a:lnTo>
                <a:lnTo>
                  <a:pt x="337857" y="83303"/>
                </a:lnTo>
                <a:lnTo>
                  <a:pt x="375539" y="101186"/>
                </a:lnTo>
                <a:lnTo>
                  <a:pt x="410575" y="120565"/>
                </a:lnTo>
                <a:lnTo>
                  <a:pt x="442966" y="141440"/>
                </a:lnTo>
                <a:lnTo>
                  <a:pt x="472710" y="163810"/>
                </a:lnTo>
                <a:lnTo>
                  <a:pt x="499809" y="187676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292" name="knowledge-edge">
            <a:extLst>
              <a:ext uri="{FF2B5EF4-FFF2-40B4-BE49-F238E27FC236}">
                <a16:creationId xmlns:a16="http://schemas.microsoft.com/office/drawing/2014/main" id="{A2867087-4EC5-4921-8889-7EAAE517318F}"/>
              </a:ext>
            </a:extLst>
          </p:cNvPr>
          <p:cNvSpPr>
            <a:spLocks noGrp="1"/>
          </p:cNvSpPr>
          <p:nvPr/>
        </p:nvSpPr>
        <p:spPr>
          <a:xfrm>
            <a:off x="8226238" y="6584007"/>
            <a:ext cx="439041" cy="59237"/>
          </a:xfrm>
          <a:custGeom>
            <a:avLst/>
            <a:gdLst/>
            <a:ahLst/>
            <a:cxnLst/>
            <a:rect l="0" t="0" r="0" b="0"/>
            <a:pathLst>
              <a:path w="439041" h="59237">
                <a:moveTo>
                  <a:pt x="0" y="0"/>
                </a:moveTo>
                <a:lnTo>
                  <a:pt x="31360" y="12781"/>
                </a:lnTo>
                <a:lnTo>
                  <a:pt x="62720" y="24012"/>
                </a:lnTo>
                <a:lnTo>
                  <a:pt x="94080" y="33694"/>
                </a:lnTo>
                <a:lnTo>
                  <a:pt x="125440" y="41825"/>
                </a:lnTo>
                <a:lnTo>
                  <a:pt x="156800" y="48407"/>
                </a:lnTo>
                <a:lnTo>
                  <a:pt x="188160" y="53439"/>
                </a:lnTo>
                <a:lnTo>
                  <a:pt x="219520" y="56922"/>
                </a:lnTo>
                <a:lnTo>
                  <a:pt x="250880" y="58854"/>
                </a:lnTo>
                <a:lnTo>
                  <a:pt x="282240" y="59237"/>
                </a:lnTo>
                <a:lnTo>
                  <a:pt x="313600" y="58070"/>
                </a:lnTo>
                <a:lnTo>
                  <a:pt x="344961" y="55354"/>
                </a:lnTo>
                <a:lnTo>
                  <a:pt x="376321" y="51087"/>
                </a:lnTo>
                <a:lnTo>
                  <a:pt x="407681" y="45271"/>
                </a:lnTo>
                <a:lnTo>
                  <a:pt x="439041" y="37905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293" name="knowledge-cross-edge">
            <a:extLst>
              <a:ext uri="{FF2B5EF4-FFF2-40B4-BE49-F238E27FC236}">
                <a16:creationId xmlns:a16="http://schemas.microsoft.com/office/drawing/2014/main" id="{1D440304-6FD5-41FA-8DCF-43380F84D6AD}"/>
              </a:ext>
            </a:extLst>
          </p:cNvPr>
          <p:cNvSpPr>
            <a:spLocks noGrp="1"/>
          </p:cNvSpPr>
          <p:nvPr/>
        </p:nvSpPr>
        <p:spPr>
          <a:xfrm>
            <a:off x="8226238" y="6584007"/>
            <a:ext cx="504007" cy="452155"/>
          </a:xfrm>
          <a:custGeom>
            <a:avLst/>
            <a:gdLst/>
            <a:ahLst/>
            <a:cxnLst/>
            <a:rect l="0" t="0" r="0" b="0"/>
            <a:pathLst>
              <a:path w="504007" h="452155">
                <a:moveTo>
                  <a:pt x="0" y="0"/>
                </a:moveTo>
                <a:lnTo>
                  <a:pt x="56553" y="3922"/>
                </a:lnTo>
                <a:lnTo>
                  <a:pt x="110459" y="13982"/>
                </a:lnTo>
                <a:lnTo>
                  <a:pt x="161720" y="30180"/>
                </a:lnTo>
                <a:lnTo>
                  <a:pt x="210336" y="52516"/>
                </a:lnTo>
                <a:lnTo>
                  <a:pt x="256305" y="80989"/>
                </a:lnTo>
                <a:lnTo>
                  <a:pt x="299628" y="115599"/>
                </a:lnTo>
                <a:lnTo>
                  <a:pt x="340306" y="156348"/>
                </a:lnTo>
                <a:lnTo>
                  <a:pt x="378338" y="203234"/>
                </a:lnTo>
                <a:lnTo>
                  <a:pt x="413724" y="256258"/>
                </a:lnTo>
                <a:lnTo>
                  <a:pt x="446464" y="315419"/>
                </a:lnTo>
                <a:lnTo>
                  <a:pt x="476558" y="380718"/>
                </a:lnTo>
                <a:lnTo>
                  <a:pt x="504007" y="452155"/>
                </a:lnTo>
              </a:path>
            </a:pathLst>
          </a:custGeom>
          <a:noFill/>
          <a:ln w="533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294" name="knowledge-cross-edge">
            <a:extLst>
              <a:ext uri="{FF2B5EF4-FFF2-40B4-BE49-F238E27FC236}">
                <a16:creationId xmlns:a16="http://schemas.microsoft.com/office/drawing/2014/main" id="{C3F169BF-32EE-4DF8-976F-D9998496B4FA}"/>
              </a:ext>
            </a:extLst>
          </p:cNvPr>
          <p:cNvSpPr>
            <a:spLocks noGrp="1"/>
          </p:cNvSpPr>
          <p:nvPr/>
        </p:nvSpPr>
        <p:spPr>
          <a:xfrm>
            <a:off x="8226238" y="6187762"/>
            <a:ext cx="462719" cy="396246"/>
          </a:xfrm>
          <a:custGeom>
            <a:avLst/>
            <a:gdLst/>
            <a:ahLst/>
            <a:cxnLst/>
            <a:rect l="0" t="0" r="0" b="0"/>
            <a:pathLst>
              <a:path w="462719" h="396246">
                <a:moveTo>
                  <a:pt x="0" y="396246"/>
                </a:moveTo>
                <a:lnTo>
                  <a:pt x="24008" y="327644"/>
                </a:lnTo>
                <a:lnTo>
                  <a:pt x="50662" y="265558"/>
                </a:lnTo>
                <a:lnTo>
                  <a:pt x="79961" y="209988"/>
                </a:lnTo>
                <a:lnTo>
                  <a:pt x="111906" y="160934"/>
                </a:lnTo>
                <a:lnTo>
                  <a:pt x="146498" y="118396"/>
                </a:lnTo>
                <a:lnTo>
                  <a:pt x="183735" y="82374"/>
                </a:lnTo>
                <a:lnTo>
                  <a:pt x="223618" y="52867"/>
                </a:lnTo>
                <a:lnTo>
                  <a:pt x="266146" y="29877"/>
                </a:lnTo>
                <a:lnTo>
                  <a:pt x="311321" y="13402"/>
                </a:lnTo>
                <a:lnTo>
                  <a:pt x="359141" y="3443"/>
                </a:lnTo>
                <a:lnTo>
                  <a:pt x="409607" y="0"/>
                </a:lnTo>
                <a:lnTo>
                  <a:pt x="462719" y="3073"/>
                </a:lnTo>
              </a:path>
            </a:pathLst>
          </a:custGeom>
          <a:noFill/>
          <a:ln w="4953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295" name="knowledge-edge">
            <a:extLst>
              <a:ext uri="{FF2B5EF4-FFF2-40B4-BE49-F238E27FC236}">
                <a16:creationId xmlns:a16="http://schemas.microsoft.com/office/drawing/2014/main" id="{E9AB2B16-B951-401A-BA6A-E1DDF797EC82}"/>
              </a:ext>
            </a:extLst>
          </p:cNvPr>
          <p:cNvSpPr>
            <a:spLocks noGrp="1"/>
          </p:cNvSpPr>
          <p:nvPr/>
        </p:nvSpPr>
        <p:spPr>
          <a:xfrm>
            <a:off x="8264733" y="7003488"/>
            <a:ext cx="465512" cy="57339"/>
          </a:xfrm>
          <a:custGeom>
            <a:avLst/>
            <a:gdLst/>
            <a:ahLst/>
            <a:cxnLst/>
            <a:rect l="0" t="0" r="0" b="0"/>
            <a:pathLst>
              <a:path w="465512" h="57339">
                <a:moveTo>
                  <a:pt x="0" y="0"/>
                </a:moveTo>
                <a:lnTo>
                  <a:pt x="33251" y="12806"/>
                </a:lnTo>
                <a:lnTo>
                  <a:pt x="66502" y="24002"/>
                </a:lnTo>
                <a:lnTo>
                  <a:pt x="99753" y="33586"/>
                </a:lnTo>
                <a:lnTo>
                  <a:pt x="133003" y="41559"/>
                </a:lnTo>
                <a:lnTo>
                  <a:pt x="166254" y="47921"/>
                </a:lnTo>
                <a:lnTo>
                  <a:pt x="199505" y="52671"/>
                </a:lnTo>
                <a:lnTo>
                  <a:pt x="232756" y="55811"/>
                </a:lnTo>
                <a:lnTo>
                  <a:pt x="266007" y="57339"/>
                </a:lnTo>
                <a:lnTo>
                  <a:pt x="299258" y="57256"/>
                </a:lnTo>
                <a:lnTo>
                  <a:pt x="332509" y="55562"/>
                </a:lnTo>
                <a:lnTo>
                  <a:pt x="365759" y="52257"/>
                </a:lnTo>
                <a:lnTo>
                  <a:pt x="399010" y="47340"/>
                </a:lnTo>
                <a:lnTo>
                  <a:pt x="432261" y="40813"/>
                </a:lnTo>
                <a:lnTo>
                  <a:pt x="465512" y="32674"/>
                </a:lnTo>
              </a:path>
            </a:pathLst>
          </a:custGeom>
          <a:noFill/>
          <a:ln w="6477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296" name="knowledge-edge">
            <a:extLst>
              <a:ext uri="{FF2B5EF4-FFF2-40B4-BE49-F238E27FC236}">
                <a16:creationId xmlns:a16="http://schemas.microsoft.com/office/drawing/2014/main" id="{4DBD0EEA-1A79-4A97-A0C0-8FEEAECB176F}"/>
              </a:ext>
            </a:extLst>
          </p:cNvPr>
          <p:cNvSpPr>
            <a:spLocks noGrp="1"/>
          </p:cNvSpPr>
          <p:nvPr/>
        </p:nvSpPr>
        <p:spPr>
          <a:xfrm>
            <a:off x="8697857" y="5824154"/>
            <a:ext cx="423837" cy="119899"/>
          </a:xfrm>
          <a:custGeom>
            <a:avLst/>
            <a:gdLst/>
            <a:ahLst/>
            <a:cxnLst/>
            <a:rect l="0" t="0" r="0" b="0"/>
            <a:pathLst>
              <a:path w="423837" h="119899">
                <a:moveTo>
                  <a:pt x="0" y="119899"/>
                </a:moveTo>
                <a:lnTo>
                  <a:pt x="30274" y="115541"/>
                </a:lnTo>
                <a:lnTo>
                  <a:pt x="60548" y="110536"/>
                </a:lnTo>
                <a:lnTo>
                  <a:pt x="90822" y="104884"/>
                </a:lnTo>
                <a:lnTo>
                  <a:pt x="121096" y="98585"/>
                </a:lnTo>
                <a:lnTo>
                  <a:pt x="151370" y="91638"/>
                </a:lnTo>
                <a:lnTo>
                  <a:pt x="181644" y="84045"/>
                </a:lnTo>
                <a:lnTo>
                  <a:pt x="211919" y="75804"/>
                </a:lnTo>
                <a:lnTo>
                  <a:pt x="242193" y="66917"/>
                </a:lnTo>
                <a:lnTo>
                  <a:pt x="272467" y="57382"/>
                </a:lnTo>
                <a:lnTo>
                  <a:pt x="302741" y="47200"/>
                </a:lnTo>
                <a:lnTo>
                  <a:pt x="333015" y="36370"/>
                </a:lnTo>
                <a:lnTo>
                  <a:pt x="363289" y="24894"/>
                </a:lnTo>
                <a:lnTo>
                  <a:pt x="393563" y="12771"/>
                </a:lnTo>
                <a:lnTo>
                  <a:pt x="423837" y="0"/>
                </a:lnTo>
              </a:path>
            </a:pathLst>
          </a:custGeom>
          <a:noFill/>
          <a:ln w="6477">
            <a:solidFill>
              <a:srgbClr val="F8A40F">
                <a:alpha val="17000"/>
              </a:srgbClr>
            </a:solidFill>
            <a:prstDash val="solid"/>
          </a:ln>
        </p:spPr>
      </p:sp>
      <p:sp>
        <p:nvSpPr>
          <p:cNvPr id="297" name="knowledge-long-edge">
            <a:extLst>
              <a:ext uri="{FF2B5EF4-FFF2-40B4-BE49-F238E27FC236}">
                <a16:creationId xmlns:a16="http://schemas.microsoft.com/office/drawing/2014/main" id="{03CC2F4E-445A-4637-8190-A70AABF68884}"/>
              </a:ext>
            </a:extLst>
          </p:cNvPr>
          <p:cNvSpPr>
            <a:spLocks noGrp="1"/>
          </p:cNvSpPr>
          <p:nvPr/>
        </p:nvSpPr>
        <p:spPr>
          <a:xfrm>
            <a:off x="8697857" y="5499260"/>
            <a:ext cx="968833" cy="444792"/>
          </a:xfrm>
          <a:custGeom>
            <a:avLst/>
            <a:gdLst/>
            <a:ahLst/>
            <a:cxnLst/>
            <a:rect l="0" t="0" r="0" b="0"/>
            <a:pathLst>
              <a:path w="968833" h="444792">
                <a:moveTo>
                  <a:pt x="0" y="444792"/>
                </a:moveTo>
                <a:lnTo>
                  <a:pt x="60552" y="360602"/>
                </a:lnTo>
                <a:lnTo>
                  <a:pt x="121104" y="285236"/>
                </a:lnTo>
                <a:lnTo>
                  <a:pt x="181656" y="218696"/>
                </a:lnTo>
                <a:lnTo>
                  <a:pt x="242208" y="160979"/>
                </a:lnTo>
                <a:lnTo>
                  <a:pt x="302760" y="112088"/>
                </a:lnTo>
                <a:lnTo>
                  <a:pt x="363312" y="72021"/>
                </a:lnTo>
                <a:lnTo>
                  <a:pt x="423864" y="40779"/>
                </a:lnTo>
                <a:lnTo>
                  <a:pt x="484416" y="18361"/>
                </a:lnTo>
                <a:lnTo>
                  <a:pt x="544968" y="4768"/>
                </a:lnTo>
                <a:lnTo>
                  <a:pt x="605520" y="0"/>
                </a:lnTo>
                <a:lnTo>
                  <a:pt x="666072" y="4056"/>
                </a:lnTo>
                <a:lnTo>
                  <a:pt x="726625" y="16937"/>
                </a:lnTo>
                <a:lnTo>
                  <a:pt x="787177" y="38643"/>
                </a:lnTo>
                <a:lnTo>
                  <a:pt x="847729" y="69173"/>
                </a:lnTo>
                <a:lnTo>
                  <a:pt x="908281" y="108528"/>
                </a:lnTo>
                <a:lnTo>
                  <a:pt x="968833" y="156707"/>
                </a:lnTo>
              </a:path>
            </a:pathLst>
          </a:custGeom>
          <a:noFill/>
          <a:ln w="4286">
            <a:solidFill>
              <a:srgbClr val="F8A40F">
                <a:alpha val="9000"/>
              </a:srgbClr>
            </a:solidFill>
            <a:prstDash val="solid"/>
          </a:ln>
        </p:spPr>
      </p:sp>
      <p:sp>
        <p:nvSpPr>
          <p:cNvPr id="298" name="knowledge-edge">
            <a:extLst>
              <a:ext uri="{FF2B5EF4-FFF2-40B4-BE49-F238E27FC236}">
                <a16:creationId xmlns:a16="http://schemas.microsoft.com/office/drawing/2014/main" id="{60BD522F-FAC9-4249-BE40-D62F9D280DFD}"/>
              </a:ext>
            </a:extLst>
          </p:cNvPr>
          <p:cNvSpPr>
            <a:spLocks noGrp="1"/>
          </p:cNvSpPr>
          <p:nvPr/>
        </p:nvSpPr>
        <p:spPr>
          <a:xfrm>
            <a:off x="8874547" y="5868591"/>
            <a:ext cx="362538" cy="222472"/>
          </a:xfrm>
          <a:custGeom>
            <a:avLst/>
            <a:gdLst/>
            <a:ahLst/>
            <a:cxnLst/>
            <a:rect l="0" t="0" r="0" b="0"/>
            <a:pathLst>
              <a:path w="362538" h="222472">
                <a:moveTo>
                  <a:pt x="0" y="222472"/>
                </a:moveTo>
                <a:lnTo>
                  <a:pt x="25896" y="221219"/>
                </a:lnTo>
                <a:lnTo>
                  <a:pt x="51791" y="217714"/>
                </a:lnTo>
                <a:lnTo>
                  <a:pt x="77687" y="211957"/>
                </a:lnTo>
                <a:lnTo>
                  <a:pt x="103582" y="203948"/>
                </a:lnTo>
                <a:lnTo>
                  <a:pt x="129478" y="193687"/>
                </a:lnTo>
                <a:lnTo>
                  <a:pt x="155373" y="181174"/>
                </a:lnTo>
                <a:lnTo>
                  <a:pt x="181269" y="166409"/>
                </a:lnTo>
                <a:lnTo>
                  <a:pt x="207165" y="149392"/>
                </a:lnTo>
                <a:lnTo>
                  <a:pt x="233060" y="130123"/>
                </a:lnTo>
                <a:lnTo>
                  <a:pt x="258956" y="108603"/>
                </a:lnTo>
                <a:lnTo>
                  <a:pt x="284851" y="84830"/>
                </a:lnTo>
                <a:lnTo>
                  <a:pt x="310747" y="58805"/>
                </a:lnTo>
                <a:lnTo>
                  <a:pt x="336642" y="30529"/>
                </a:lnTo>
                <a:lnTo>
                  <a:pt x="362538" y="0"/>
                </a:lnTo>
              </a:path>
            </a:pathLst>
          </a:custGeom>
          <a:noFill/>
          <a:ln w="6477">
            <a:solidFill>
              <a:srgbClr val="F8A40F">
                <a:alpha val="17000"/>
              </a:srgbClr>
            </a:solidFill>
            <a:prstDash val="solid"/>
          </a:ln>
        </p:spPr>
      </p:sp>
      <p:sp>
        <p:nvSpPr>
          <p:cNvPr id="299" name="knowledge-cross-edge">
            <a:extLst>
              <a:ext uri="{FF2B5EF4-FFF2-40B4-BE49-F238E27FC236}">
                <a16:creationId xmlns:a16="http://schemas.microsoft.com/office/drawing/2014/main" id="{B5906A9D-3C60-47F8-8453-05C3AF852D0E}"/>
              </a:ext>
            </a:extLst>
          </p:cNvPr>
          <p:cNvSpPr>
            <a:spLocks noGrp="1"/>
          </p:cNvSpPr>
          <p:nvPr/>
        </p:nvSpPr>
        <p:spPr>
          <a:xfrm>
            <a:off x="8874547" y="5800611"/>
            <a:ext cx="247147" cy="290452"/>
          </a:xfrm>
          <a:custGeom>
            <a:avLst/>
            <a:gdLst/>
            <a:ahLst/>
            <a:cxnLst/>
            <a:rect l="0" t="0" r="0" b="0"/>
            <a:pathLst>
              <a:path w="247147" h="290452">
                <a:moveTo>
                  <a:pt x="0" y="290452"/>
                </a:moveTo>
                <a:lnTo>
                  <a:pt x="6044" y="231433"/>
                </a:lnTo>
                <a:lnTo>
                  <a:pt x="14733" y="179100"/>
                </a:lnTo>
                <a:lnTo>
                  <a:pt x="26068" y="133455"/>
                </a:lnTo>
                <a:lnTo>
                  <a:pt x="40049" y="94496"/>
                </a:lnTo>
                <a:lnTo>
                  <a:pt x="56676" y="62223"/>
                </a:lnTo>
                <a:lnTo>
                  <a:pt x="75949" y="36637"/>
                </a:lnTo>
                <a:lnTo>
                  <a:pt x="97867" y="17738"/>
                </a:lnTo>
                <a:lnTo>
                  <a:pt x="122432" y="5526"/>
                </a:lnTo>
                <a:lnTo>
                  <a:pt x="149642" y="0"/>
                </a:lnTo>
                <a:lnTo>
                  <a:pt x="179498" y="1161"/>
                </a:lnTo>
                <a:lnTo>
                  <a:pt x="212000" y="9008"/>
                </a:lnTo>
                <a:lnTo>
                  <a:pt x="247147" y="23542"/>
                </a:lnTo>
              </a:path>
            </a:pathLst>
          </a:custGeom>
          <a:noFill/>
          <a:ln w="4953">
            <a:solidFill>
              <a:srgbClr val="F8A40F">
                <a:alpha val="12000"/>
              </a:srgbClr>
            </a:solidFill>
            <a:prstDash val="solid"/>
          </a:ln>
        </p:spPr>
      </p:sp>
      <p:sp>
        <p:nvSpPr>
          <p:cNvPr id="300" name="knowledge-edge">
            <a:extLst>
              <a:ext uri="{FF2B5EF4-FFF2-40B4-BE49-F238E27FC236}">
                <a16:creationId xmlns:a16="http://schemas.microsoft.com/office/drawing/2014/main" id="{EF0C7966-0ACE-4635-A052-2C97317FA98B}"/>
              </a:ext>
            </a:extLst>
          </p:cNvPr>
          <p:cNvSpPr>
            <a:spLocks noGrp="1"/>
          </p:cNvSpPr>
          <p:nvPr/>
        </p:nvSpPr>
        <p:spPr>
          <a:xfrm>
            <a:off x="8719934" y="5879076"/>
            <a:ext cx="455438" cy="232989"/>
          </a:xfrm>
          <a:custGeom>
            <a:avLst/>
            <a:gdLst/>
            <a:ahLst/>
            <a:cxnLst/>
            <a:rect l="0" t="0" r="0" b="0"/>
            <a:pathLst>
              <a:path w="455438" h="232989">
                <a:moveTo>
                  <a:pt x="0" y="232989"/>
                </a:moveTo>
                <a:lnTo>
                  <a:pt x="32531" y="213732"/>
                </a:lnTo>
                <a:lnTo>
                  <a:pt x="65063" y="194877"/>
                </a:lnTo>
                <a:lnTo>
                  <a:pt x="97594" y="176425"/>
                </a:lnTo>
                <a:lnTo>
                  <a:pt x="130125" y="158375"/>
                </a:lnTo>
                <a:lnTo>
                  <a:pt x="162656" y="140728"/>
                </a:lnTo>
                <a:lnTo>
                  <a:pt x="195188" y="123482"/>
                </a:lnTo>
                <a:lnTo>
                  <a:pt x="227719" y="106639"/>
                </a:lnTo>
                <a:lnTo>
                  <a:pt x="260250" y="90198"/>
                </a:lnTo>
                <a:lnTo>
                  <a:pt x="292782" y="74159"/>
                </a:lnTo>
                <a:lnTo>
                  <a:pt x="325313" y="58523"/>
                </a:lnTo>
                <a:lnTo>
                  <a:pt x="357844" y="43289"/>
                </a:lnTo>
                <a:lnTo>
                  <a:pt x="390375" y="28457"/>
                </a:lnTo>
                <a:lnTo>
                  <a:pt x="422907" y="14027"/>
                </a:lnTo>
                <a:lnTo>
                  <a:pt x="455438" y="0"/>
                </a:lnTo>
              </a:path>
            </a:pathLst>
          </a:custGeom>
          <a:noFill/>
          <a:ln w="6477">
            <a:solidFill>
              <a:srgbClr val="F8A40F">
                <a:alpha val="17000"/>
              </a:srgbClr>
            </a:solidFill>
            <a:prstDash val="solid"/>
          </a:ln>
        </p:spPr>
      </p:sp>
      <p:sp>
        <p:nvSpPr>
          <p:cNvPr id="301" name="knowledge-cross-edge">
            <a:extLst>
              <a:ext uri="{FF2B5EF4-FFF2-40B4-BE49-F238E27FC236}">
                <a16:creationId xmlns:a16="http://schemas.microsoft.com/office/drawing/2014/main" id="{2D845F29-314B-408C-9869-245A70F0C7B3}"/>
              </a:ext>
            </a:extLst>
          </p:cNvPr>
          <p:cNvSpPr>
            <a:spLocks noGrp="1"/>
          </p:cNvSpPr>
          <p:nvPr/>
        </p:nvSpPr>
        <p:spPr>
          <a:xfrm>
            <a:off x="8719934" y="6050434"/>
            <a:ext cx="392433" cy="61631"/>
          </a:xfrm>
          <a:custGeom>
            <a:avLst/>
            <a:gdLst/>
            <a:ahLst/>
            <a:cxnLst/>
            <a:rect l="0" t="0" r="0" b="0"/>
            <a:pathLst>
              <a:path w="392433" h="61631">
                <a:moveTo>
                  <a:pt x="0" y="61631"/>
                </a:moveTo>
                <a:lnTo>
                  <a:pt x="47255" y="57228"/>
                </a:lnTo>
                <a:lnTo>
                  <a:pt x="91864" y="52692"/>
                </a:lnTo>
                <a:lnTo>
                  <a:pt x="133827" y="48022"/>
                </a:lnTo>
                <a:lnTo>
                  <a:pt x="173144" y="43219"/>
                </a:lnTo>
                <a:lnTo>
                  <a:pt x="209816" y="38283"/>
                </a:lnTo>
                <a:lnTo>
                  <a:pt x="243842" y="33213"/>
                </a:lnTo>
                <a:lnTo>
                  <a:pt x="275221" y="28011"/>
                </a:lnTo>
                <a:lnTo>
                  <a:pt x="303955" y="22675"/>
                </a:lnTo>
                <a:lnTo>
                  <a:pt x="330044" y="17206"/>
                </a:lnTo>
                <a:lnTo>
                  <a:pt x="353486" y="11604"/>
                </a:lnTo>
                <a:lnTo>
                  <a:pt x="374282" y="5869"/>
                </a:lnTo>
                <a:lnTo>
                  <a:pt x="392433" y="0"/>
                </a:lnTo>
              </a:path>
            </a:pathLst>
          </a:custGeom>
          <a:noFill/>
          <a:ln w="5334">
            <a:solidFill>
              <a:srgbClr val="F8A40F">
                <a:alpha val="13000"/>
              </a:srgbClr>
            </a:solidFill>
            <a:prstDash val="solid"/>
          </a:ln>
        </p:spPr>
      </p:sp>
      <p:sp>
        <p:nvSpPr>
          <p:cNvPr id="302" name="knowledge-edge">
            <a:extLst>
              <a:ext uri="{FF2B5EF4-FFF2-40B4-BE49-F238E27FC236}">
                <a16:creationId xmlns:a16="http://schemas.microsoft.com/office/drawing/2014/main" id="{FC62226D-BDC6-4078-99C7-CBE6ECDB8A2F}"/>
              </a:ext>
            </a:extLst>
          </p:cNvPr>
          <p:cNvSpPr>
            <a:spLocks noGrp="1"/>
          </p:cNvSpPr>
          <p:nvPr/>
        </p:nvSpPr>
        <p:spPr>
          <a:xfrm>
            <a:off x="8692751" y="6049863"/>
            <a:ext cx="419617" cy="138358"/>
          </a:xfrm>
          <a:custGeom>
            <a:avLst/>
            <a:gdLst/>
            <a:ahLst/>
            <a:cxnLst/>
            <a:rect l="0" t="0" r="0" b="0"/>
            <a:pathLst>
              <a:path w="419617" h="138358">
                <a:moveTo>
                  <a:pt x="0" y="138358"/>
                </a:moveTo>
                <a:lnTo>
                  <a:pt x="29973" y="118103"/>
                </a:lnTo>
                <a:lnTo>
                  <a:pt x="59945" y="99450"/>
                </a:lnTo>
                <a:lnTo>
                  <a:pt x="89918" y="82399"/>
                </a:lnTo>
                <a:lnTo>
                  <a:pt x="119890" y="66950"/>
                </a:lnTo>
                <a:lnTo>
                  <a:pt x="149863" y="53103"/>
                </a:lnTo>
                <a:lnTo>
                  <a:pt x="179836" y="40858"/>
                </a:lnTo>
                <a:lnTo>
                  <a:pt x="209808" y="30215"/>
                </a:lnTo>
                <a:lnTo>
                  <a:pt x="239781" y="21174"/>
                </a:lnTo>
                <a:lnTo>
                  <a:pt x="269754" y="13736"/>
                </a:lnTo>
                <a:lnTo>
                  <a:pt x="299726" y="7899"/>
                </a:lnTo>
                <a:lnTo>
                  <a:pt x="329699" y="3664"/>
                </a:lnTo>
                <a:lnTo>
                  <a:pt x="359671" y="1031"/>
                </a:lnTo>
                <a:lnTo>
                  <a:pt x="389644" y="0"/>
                </a:lnTo>
                <a:lnTo>
                  <a:pt x="419617" y="571"/>
                </a:lnTo>
              </a:path>
            </a:pathLst>
          </a:custGeom>
          <a:noFill/>
          <a:ln w="6477">
            <a:solidFill>
              <a:srgbClr val="F8A40F">
                <a:alpha val="17000"/>
              </a:srgbClr>
            </a:solidFill>
            <a:prstDash val="solid"/>
          </a:ln>
        </p:spPr>
      </p:sp>
      <p:sp>
        <p:nvSpPr>
          <p:cNvPr id="303" name="knowledge-cross-edge">
            <a:extLst>
              <a:ext uri="{FF2B5EF4-FFF2-40B4-BE49-F238E27FC236}">
                <a16:creationId xmlns:a16="http://schemas.microsoft.com/office/drawing/2014/main" id="{8F2691EE-CE3D-450F-843E-1BE7D9C39895}"/>
              </a:ext>
            </a:extLst>
          </p:cNvPr>
          <p:cNvSpPr>
            <a:spLocks noGrp="1"/>
          </p:cNvSpPr>
          <p:nvPr/>
        </p:nvSpPr>
        <p:spPr>
          <a:xfrm>
            <a:off x="8692751" y="6176310"/>
            <a:ext cx="470667" cy="28562"/>
          </a:xfrm>
          <a:custGeom>
            <a:avLst/>
            <a:gdLst/>
            <a:ahLst/>
            <a:cxnLst/>
            <a:rect l="0" t="0" r="0" b="0"/>
            <a:pathLst>
              <a:path w="470667" h="28562">
                <a:moveTo>
                  <a:pt x="0" y="11911"/>
                </a:moveTo>
                <a:lnTo>
                  <a:pt x="53774" y="7374"/>
                </a:lnTo>
                <a:lnTo>
                  <a:pt x="104903" y="3915"/>
                </a:lnTo>
                <a:lnTo>
                  <a:pt x="153385" y="1533"/>
                </a:lnTo>
                <a:lnTo>
                  <a:pt x="199222" y="228"/>
                </a:lnTo>
                <a:lnTo>
                  <a:pt x="242413" y="0"/>
                </a:lnTo>
                <a:lnTo>
                  <a:pt x="282958" y="849"/>
                </a:lnTo>
                <a:lnTo>
                  <a:pt x="320858" y="2775"/>
                </a:lnTo>
                <a:lnTo>
                  <a:pt x="356111" y="5778"/>
                </a:lnTo>
                <a:lnTo>
                  <a:pt x="388719" y="9859"/>
                </a:lnTo>
                <a:lnTo>
                  <a:pt x="418680" y="15016"/>
                </a:lnTo>
                <a:lnTo>
                  <a:pt x="445996" y="21250"/>
                </a:lnTo>
                <a:lnTo>
                  <a:pt x="470667" y="28562"/>
                </a:lnTo>
              </a:path>
            </a:pathLst>
          </a:custGeom>
          <a:noFill/>
          <a:ln w="5334">
            <a:solidFill>
              <a:srgbClr val="F8A40F">
                <a:alpha val="13000"/>
              </a:srgbClr>
            </a:solidFill>
            <a:prstDash val="solid"/>
          </a:ln>
        </p:spPr>
      </p:sp>
      <p:sp>
        <p:nvSpPr>
          <p:cNvPr id="304" name="knowledge-long-edge">
            <a:extLst>
              <a:ext uri="{FF2B5EF4-FFF2-40B4-BE49-F238E27FC236}">
                <a16:creationId xmlns:a16="http://schemas.microsoft.com/office/drawing/2014/main" id="{F6172D24-7696-48A3-89F5-8099EBF90BC2}"/>
              </a:ext>
            </a:extLst>
          </p:cNvPr>
          <p:cNvSpPr>
            <a:spLocks noGrp="1"/>
          </p:cNvSpPr>
          <p:nvPr/>
        </p:nvSpPr>
        <p:spPr>
          <a:xfrm>
            <a:off x="8692751" y="5964521"/>
            <a:ext cx="1015524" cy="223700"/>
          </a:xfrm>
          <a:custGeom>
            <a:avLst/>
            <a:gdLst/>
            <a:ahLst/>
            <a:cxnLst/>
            <a:rect l="0" t="0" r="0" b="0"/>
            <a:pathLst>
              <a:path w="1015524" h="223700">
                <a:moveTo>
                  <a:pt x="0" y="223700"/>
                </a:moveTo>
                <a:lnTo>
                  <a:pt x="63470" y="172315"/>
                </a:lnTo>
                <a:lnTo>
                  <a:pt x="126941" y="127623"/>
                </a:lnTo>
                <a:lnTo>
                  <a:pt x="190411" y="89622"/>
                </a:lnTo>
                <a:lnTo>
                  <a:pt x="253881" y="58314"/>
                </a:lnTo>
                <a:lnTo>
                  <a:pt x="317351" y="33697"/>
                </a:lnTo>
                <a:lnTo>
                  <a:pt x="380822" y="15773"/>
                </a:lnTo>
                <a:lnTo>
                  <a:pt x="444292" y="4540"/>
                </a:lnTo>
                <a:lnTo>
                  <a:pt x="507762" y="0"/>
                </a:lnTo>
                <a:lnTo>
                  <a:pt x="571232" y="2152"/>
                </a:lnTo>
                <a:lnTo>
                  <a:pt x="634703" y="10995"/>
                </a:lnTo>
                <a:lnTo>
                  <a:pt x="698173" y="26531"/>
                </a:lnTo>
                <a:lnTo>
                  <a:pt x="761643" y="48758"/>
                </a:lnTo>
                <a:lnTo>
                  <a:pt x="825113" y="77678"/>
                </a:lnTo>
                <a:lnTo>
                  <a:pt x="888584" y="113289"/>
                </a:lnTo>
                <a:lnTo>
                  <a:pt x="952054" y="155593"/>
                </a:lnTo>
                <a:lnTo>
                  <a:pt x="1015524" y="204588"/>
                </a:lnTo>
              </a:path>
            </a:pathLst>
          </a:custGeom>
          <a:noFill/>
          <a:ln w="4286">
            <a:solidFill>
              <a:srgbClr val="F8A40F">
                <a:alpha val="9000"/>
              </a:srgbClr>
            </a:solidFill>
            <a:prstDash val="solid"/>
          </a:ln>
        </p:spPr>
      </p:sp>
      <p:sp>
        <p:nvSpPr>
          <p:cNvPr id="305" name="knowledge-edge">
            <a:extLst>
              <a:ext uri="{FF2B5EF4-FFF2-40B4-BE49-F238E27FC236}">
                <a16:creationId xmlns:a16="http://schemas.microsoft.com/office/drawing/2014/main" id="{49666DBD-CB2D-42F0-9B0E-E499754A7A8D}"/>
              </a:ext>
            </a:extLst>
          </p:cNvPr>
          <p:cNvSpPr>
            <a:spLocks noGrp="1"/>
          </p:cNvSpPr>
          <p:nvPr/>
        </p:nvSpPr>
        <p:spPr>
          <a:xfrm>
            <a:off x="8688957" y="6186210"/>
            <a:ext cx="474460" cy="18661"/>
          </a:xfrm>
          <a:custGeom>
            <a:avLst/>
            <a:gdLst/>
            <a:ahLst/>
            <a:cxnLst/>
            <a:rect l="0" t="0" r="0" b="0"/>
            <a:pathLst>
              <a:path w="474460" h="18661">
                <a:moveTo>
                  <a:pt x="0" y="4624"/>
                </a:moveTo>
                <a:lnTo>
                  <a:pt x="33890" y="2843"/>
                </a:lnTo>
                <a:lnTo>
                  <a:pt x="67780" y="1489"/>
                </a:lnTo>
                <a:lnTo>
                  <a:pt x="101670" y="565"/>
                </a:lnTo>
                <a:lnTo>
                  <a:pt x="135560" y="68"/>
                </a:lnTo>
                <a:lnTo>
                  <a:pt x="169450" y="0"/>
                </a:lnTo>
                <a:lnTo>
                  <a:pt x="203340" y="360"/>
                </a:lnTo>
                <a:lnTo>
                  <a:pt x="237230" y="1149"/>
                </a:lnTo>
                <a:lnTo>
                  <a:pt x="271120" y="2365"/>
                </a:lnTo>
                <a:lnTo>
                  <a:pt x="305010" y="4011"/>
                </a:lnTo>
                <a:lnTo>
                  <a:pt x="338900" y="6084"/>
                </a:lnTo>
                <a:lnTo>
                  <a:pt x="372790" y="8586"/>
                </a:lnTo>
                <a:lnTo>
                  <a:pt x="406680" y="11516"/>
                </a:lnTo>
                <a:lnTo>
                  <a:pt x="440570" y="14874"/>
                </a:lnTo>
                <a:lnTo>
                  <a:pt x="474460" y="18661"/>
                </a:lnTo>
              </a:path>
            </a:pathLst>
          </a:custGeom>
          <a:noFill/>
          <a:ln w="6477">
            <a:solidFill>
              <a:srgbClr val="F8A40F">
                <a:alpha val="17000"/>
              </a:srgbClr>
            </a:solidFill>
            <a:prstDash val="solid"/>
          </a:ln>
        </p:spPr>
      </p:sp>
      <p:sp>
        <p:nvSpPr>
          <p:cNvPr id="306" name="knowledge-edge">
            <a:extLst>
              <a:ext uri="{FF2B5EF4-FFF2-40B4-BE49-F238E27FC236}">
                <a16:creationId xmlns:a16="http://schemas.microsoft.com/office/drawing/2014/main" id="{5E572C49-CF2C-47EE-B911-96CE26AEBAB5}"/>
              </a:ext>
            </a:extLst>
          </p:cNvPr>
          <p:cNvSpPr>
            <a:spLocks noGrp="1"/>
          </p:cNvSpPr>
          <p:nvPr/>
        </p:nvSpPr>
        <p:spPr>
          <a:xfrm>
            <a:off x="8665278" y="6569894"/>
            <a:ext cx="429650" cy="52019"/>
          </a:xfrm>
          <a:custGeom>
            <a:avLst/>
            <a:gdLst/>
            <a:ahLst/>
            <a:cxnLst/>
            <a:rect l="0" t="0" r="0" b="0"/>
            <a:pathLst>
              <a:path w="429650" h="52019">
                <a:moveTo>
                  <a:pt x="0" y="52019"/>
                </a:moveTo>
                <a:lnTo>
                  <a:pt x="30689" y="46137"/>
                </a:lnTo>
                <a:lnTo>
                  <a:pt x="61379" y="40589"/>
                </a:lnTo>
                <a:lnTo>
                  <a:pt x="92068" y="35374"/>
                </a:lnTo>
                <a:lnTo>
                  <a:pt x="122757" y="30493"/>
                </a:lnTo>
                <a:lnTo>
                  <a:pt x="153446" y="25944"/>
                </a:lnTo>
                <a:lnTo>
                  <a:pt x="184136" y="21729"/>
                </a:lnTo>
                <a:lnTo>
                  <a:pt x="214825" y="17846"/>
                </a:lnTo>
                <a:lnTo>
                  <a:pt x="245514" y="14297"/>
                </a:lnTo>
                <a:lnTo>
                  <a:pt x="276203" y="11081"/>
                </a:lnTo>
                <a:lnTo>
                  <a:pt x="306893" y="8199"/>
                </a:lnTo>
                <a:lnTo>
                  <a:pt x="337582" y="5649"/>
                </a:lnTo>
                <a:lnTo>
                  <a:pt x="368271" y="3433"/>
                </a:lnTo>
                <a:lnTo>
                  <a:pt x="398960" y="1550"/>
                </a:lnTo>
                <a:lnTo>
                  <a:pt x="429650" y="0"/>
                </a:lnTo>
              </a:path>
            </a:pathLst>
          </a:custGeom>
          <a:noFill/>
          <a:ln w="6477">
            <a:solidFill>
              <a:srgbClr val="F8A40F">
                <a:alpha val="17000"/>
              </a:srgbClr>
            </a:solidFill>
            <a:prstDash val="solid"/>
          </a:ln>
        </p:spPr>
      </p:sp>
      <p:sp>
        <p:nvSpPr>
          <p:cNvPr id="307" name="knowledge-cross-edge">
            <a:extLst>
              <a:ext uri="{FF2B5EF4-FFF2-40B4-BE49-F238E27FC236}">
                <a16:creationId xmlns:a16="http://schemas.microsoft.com/office/drawing/2014/main" id="{0E2A9484-FE9B-4B46-B668-BBEC58532396}"/>
              </a:ext>
            </a:extLst>
          </p:cNvPr>
          <p:cNvSpPr>
            <a:spLocks noGrp="1"/>
          </p:cNvSpPr>
          <p:nvPr/>
        </p:nvSpPr>
        <p:spPr>
          <a:xfrm>
            <a:off x="8665278" y="6621583"/>
            <a:ext cx="376209" cy="263312"/>
          </a:xfrm>
          <a:custGeom>
            <a:avLst/>
            <a:gdLst/>
            <a:ahLst/>
            <a:cxnLst/>
            <a:rect l="0" t="0" r="0" b="0"/>
            <a:pathLst>
              <a:path w="376209" h="263312">
                <a:moveTo>
                  <a:pt x="0" y="329"/>
                </a:moveTo>
                <a:lnTo>
                  <a:pt x="45903" y="0"/>
                </a:lnTo>
                <a:lnTo>
                  <a:pt x="89160" y="3715"/>
                </a:lnTo>
                <a:lnTo>
                  <a:pt x="129771" y="11474"/>
                </a:lnTo>
                <a:lnTo>
                  <a:pt x="167736" y="23278"/>
                </a:lnTo>
                <a:lnTo>
                  <a:pt x="203056" y="39127"/>
                </a:lnTo>
                <a:lnTo>
                  <a:pt x="235730" y="59020"/>
                </a:lnTo>
                <a:lnTo>
                  <a:pt x="265757" y="82957"/>
                </a:lnTo>
                <a:lnTo>
                  <a:pt x="293139" y="110939"/>
                </a:lnTo>
                <a:lnTo>
                  <a:pt x="317876" y="142966"/>
                </a:lnTo>
                <a:lnTo>
                  <a:pt x="339966" y="179037"/>
                </a:lnTo>
                <a:lnTo>
                  <a:pt x="359410" y="219152"/>
                </a:lnTo>
                <a:lnTo>
                  <a:pt x="376209" y="263312"/>
                </a:lnTo>
              </a:path>
            </a:pathLst>
          </a:custGeom>
          <a:noFill/>
          <a:ln w="5334">
            <a:solidFill>
              <a:srgbClr val="F8A40F">
                <a:alpha val="13000"/>
              </a:srgbClr>
            </a:solidFill>
            <a:prstDash val="solid"/>
          </a:ln>
        </p:spPr>
      </p:sp>
      <p:sp>
        <p:nvSpPr>
          <p:cNvPr id="308" name="knowledge-cross-edge">
            <a:extLst>
              <a:ext uri="{FF2B5EF4-FFF2-40B4-BE49-F238E27FC236}">
                <a16:creationId xmlns:a16="http://schemas.microsoft.com/office/drawing/2014/main" id="{ABC5EDD8-E1E9-4FAC-AD4D-49809AC251DD}"/>
              </a:ext>
            </a:extLst>
          </p:cNvPr>
          <p:cNvSpPr>
            <a:spLocks noGrp="1"/>
          </p:cNvSpPr>
          <p:nvPr/>
        </p:nvSpPr>
        <p:spPr>
          <a:xfrm>
            <a:off x="8665278" y="6203035"/>
            <a:ext cx="498139" cy="418878"/>
          </a:xfrm>
          <a:custGeom>
            <a:avLst/>
            <a:gdLst/>
            <a:ahLst/>
            <a:cxnLst/>
            <a:rect l="0" t="0" r="0" b="0"/>
            <a:pathLst>
              <a:path w="498139" h="418878">
                <a:moveTo>
                  <a:pt x="0" y="418878"/>
                </a:moveTo>
                <a:lnTo>
                  <a:pt x="26959" y="347534"/>
                </a:lnTo>
                <a:lnTo>
                  <a:pt x="56565" y="282843"/>
                </a:lnTo>
                <a:lnTo>
                  <a:pt x="88816" y="224805"/>
                </a:lnTo>
                <a:lnTo>
                  <a:pt x="123713" y="173420"/>
                </a:lnTo>
                <a:lnTo>
                  <a:pt x="161256" y="128687"/>
                </a:lnTo>
                <a:lnTo>
                  <a:pt x="201444" y="90607"/>
                </a:lnTo>
                <a:lnTo>
                  <a:pt x="244279" y="59180"/>
                </a:lnTo>
                <a:lnTo>
                  <a:pt x="289759" y="34406"/>
                </a:lnTo>
                <a:lnTo>
                  <a:pt x="337885" y="16285"/>
                </a:lnTo>
                <a:lnTo>
                  <a:pt x="388657" y="4816"/>
                </a:lnTo>
                <a:lnTo>
                  <a:pt x="442075" y="0"/>
                </a:lnTo>
                <a:lnTo>
                  <a:pt x="498139" y="1837"/>
                </a:lnTo>
              </a:path>
            </a:pathLst>
          </a:custGeom>
          <a:noFill/>
          <a:ln w="4953">
            <a:solidFill>
              <a:srgbClr val="F8A40F">
                <a:alpha val="12000"/>
              </a:srgbClr>
            </a:solidFill>
            <a:prstDash val="solid"/>
          </a:ln>
        </p:spPr>
      </p:sp>
      <p:sp>
        <p:nvSpPr>
          <p:cNvPr id="309" name="knowledge-edge">
            <a:extLst>
              <a:ext uri="{FF2B5EF4-FFF2-40B4-BE49-F238E27FC236}">
                <a16:creationId xmlns:a16="http://schemas.microsoft.com/office/drawing/2014/main" id="{F219CE89-9692-4308-AAD8-793EBB2C40FF}"/>
              </a:ext>
            </a:extLst>
          </p:cNvPr>
          <p:cNvSpPr>
            <a:spLocks noGrp="1"/>
          </p:cNvSpPr>
          <p:nvPr/>
        </p:nvSpPr>
        <p:spPr>
          <a:xfrm>
            <a:off x="8730245" y="6872471"/>
            <a:ext cx="311243" cy="163691"/>
          </a:xfrm>
          <a:custGeom>
            <a:avLst/>
            <a:gdLst/>
            <a:ahLst/>
            <a:cxnLst/>
            <a:rect l="0" t="0" r="0" b="0"/>
            <a:pathLst>
              <a:path w="311243" h="163691">
                <a:moveTo>
                  <a:pt x="0" y="163691"/>
                </a:moveTo>
                <a:lnTo>
                  <a:pt x="22232" y="135223"/>
                </a:lnTo>
                <a:lnTo>
                  <a:pt x="44463" y="109472"/>
                </a:lnTo>
                <a:lnTo>
                  <a:pt x="66695" y="86439"/>
                </a:lnTo>
                <a:lnTo>
                  <a:pt x="88927" y="66123"/>
                </a:lnTo>
                <a:lnTo>
                  <a:pt x="111158" y="48524"/>
                </a:lnTo>
                <a:lnTo>
                  <a:pt x="133390" y="33643"/>
                </a:lnTo>
                <a:lnTo>
                  <a:pt x="155621" y="21480"/>
                </a:lnTo>
                <a:lnTo>
                  <a:pt x="177853" y="12033"/>
                </a:lnTo>
                <a:lnTo>
                  <a:pt x="200085" y="5305"/>
                </a:lnTo>
                <a:lnTo>
                  <a:pt x="222316" y="1294"/>
                </a:lnTo>
                <a:lnTo>
                  <a:pt x="244548" y="0"/>
                </a:lnTo>
                <a:lnTo>
                  <a:pt x="266780" y="1424"/>
                </a:lnTo>
                <a:lnTo>
                  <a:pt x="289011" y="5565"/>
                </a:lnTo>
                <a:lnTo>
                  <a:pt x="311243" y="12424"/>
                </a:lnTo>
              </a:path>
            </a:pathLst>
          </a:custGeom>
          <a:noFill/>
          <a:ln w="6477">
            <a:solidFill>
              <a:srgbClr val="F8A40F">
                <a:alpha val="17000"/>
              </a:srgbClr>
            </a:solidFill>
            <a:prstDash val="solid"/>
          </a:ln>
        </p:spPr>
      </p:sp>
      <p:sp>
        <p:nvSpPr>
          <p:cNvPr id="310" name="knowledge-cross-edge">
            <a:extLst>
              <a:ext uri="{FF2B5EF4-FFF2-40B4-BE49-F238E27FC236}">
                <a16:creationId xmlns:a16="http://schemas.microsoft.com/office/drawing/2014/main" id="{CFA6BD72-92FE-4024-B226-B29108115611}"/>
              </a:ext>
            </a:extLst>
          </p:cNvPr>
          <p:cNvSpPr>
            <a:spLocks noGrp="1"/>
          </p:cNvSpPr>
          <p:nvPr/>
        </p:nvSpPr>
        <p:spPr>
          <a:xfrm>
            <a:off x="8730245" y="6569894"/>
            <a:ext cx="364683" cy="466269"/>
          </a:xfrm>
          <a:custGeom>
            <a:avLst/>
            <a:gdLst/>
            <a:ahLst/>
            <a:cxnLst/>
            <a:rect l="0" t="0" r="0" b="0"/>
            <a:pathLst>
              <a:path w="364683" h="466269">
                <a:moveTo>
                  <a:pt x="0" y="466269"/>
                </a:moveTo>
                <a:lnTo>
                  <a:pt x="15838" y="397613"/>
                </a:lnTo>
                <a:lnTo>
                  <a:pt x="34322" y="334376"/>
                </a:lnTo>
                <a:lnTo>
                  <a:pt x="55452" y="276557"/>
                </a:lnTo>
                <a:lnTo>
                  <a:pt x="79228" y="224155"/>
                </a:lnTo>
                <a:lnTo>
                  <a:pt x="105649" y="177172"/>
                </a:lnTo>
                <a:lnTo>
                  <a:pt x="134717" y="135608"/>
                </a:lnTo>
                <a:lnTo>
                  <a:pt x="166430" y="99461"/>
                </a:lnTo>
                <a:lnTo>
                  <a:pt x="200789" y="68732"/>
                </a:lnTo>
                <a:lnTo>
                  <a:pt x="237794" y="43422"/>
                </a:lnTo>
                <a:lnTo>
                  <a:pt x="277444" y="23530"/>
                </a:lnTo>
                <a:lnTo>
                  <a:pt x="319741" y="9056"/>
                </a:lnTo>
                <a:lnTo>
                  <a:pt x="364683" y="0"/>
                </a:lnTo>
              </a:path>
            </a:pathLst>
          </a:custGeom>
          <a:noFill/>
          <a:ln w="4953">
            <a:solidFill>
              <a:srgbClr val="F8A40F">
                <a:alpha val="12000"/>
              </a:srgbClr>
            </a:solidFill>
            <a:prstDash val="solid"/>
          </a:ln>
        </p:spPr>
      </p:sp>
      <p:sp>
        <p:nvSpPr>
          <p:cNvPr id="311" name="knowledge-long-edge">
            <a:extLst>
              <a:ext uri="{FF2B5EF4-FFF2-40B4-BE49-F238E27FC236}">
                <a16:creationId xmlns:a16="http://schemas.microsoft.com/office/drawing/2014/main" id="{7A457792-4BA0-48E5-AE87-3B2BF424DF36}"/>
              </a:ext>
            </a:extLst>
          </p:cNvPr>
          <p:cNvSpPr>
            <a:spLocks noGrp="1"/>
          </p:cNvSpPr>
          <p:nvPr/>
        </p:nvSpPr>
        <p:spPr>
          <a:xfrm>
            <a:off x="8730245" y="6540791"/>
            <a:ext cx="948670" cy="495371"/>
          </a:xfrm>
          <a:custGeom>
            <a:avLst/>
            <a:gdLst/>
            <a:ahLst/>
            <a:cxnLst/>
            <a:rect l="0" t="0" r="0" b="0"/>
            <a:pathLst>
              <a:path w="948670" h="495371">
                <a:moveTo>
                  <a:pt x="0" y="495371"/>
                </a:moveTo>
                <a:lnTo>
                  <a:pt x="59292" y="402300"/>
                </a:lnTo>
                <a:lnTo>
                  <a:pt x="118584" y="318902"/>
                </a:lnTo>
                <a:lnTo>
                  <a:pt x="177876" y="245179"/>
                </a:lnTo>
                <a:lnTo>
                  <a:pt x="237168" y="181131"/>
                </a:lnTo>
                <a:lnTo>
                  <a:pt x="296460" y="126756"/>
                </a:lnTo>
                <a:lnTo>
                  <a:pt x="355751" y="82056"/>
                </a:lnTo>
                <a:lnTo>
                  <a:pt x="415043" y="47031"/>
                </a:lnTo>
                <a:lnTo>
                  <a:pt x="474335" y="21680"/>
                </a:lnTo>
                <a:lnTo>
                  <a:pt x="533627" y="6003"/>
                </a:lnTo>
                <a:lnTo>
                  <a:pt x="592919" y="0"/>
                </a:lnTo>
                <a:lnTo>
                  <a:pt x="652211" y="3672"/>
                </a:lnTo>
                <a:lnTo>
                  <a:pt x="711503" y="17018"/>
                </a:lnTo>
                <a:lnTo>
                  <a:pt x="770795" y="40038"/>
                </a:lnTo>
                <a:lnTo>
                  <a:pt x="830087" y="72733"/>
                </a:lnTo>
                <a:lnTo>
                  <a:pt x="889379" y="115102"/>
                </a:lnTo>
                <a:lnTo>
                  <a:pt x="948670" y="167146"/>
                </a:lnTo>
              </a:path>
            </a:pathLst>
          </a:custGeom>
          <a:noFill/>
          <a:ln w="4286">
            <a:solidFill>
              <a:srgbClr val="F8A40F">
                <a:alpha val="9000"/>
              </a:srgbClr>
            </a:solidFill>
            <a:prstDash val="solid"/>
          </a:ln>
        </p:spPr>
      </p:sp>
      <p:sp>
        <p:nvSpPr>
          <p:cNvPr id="312" name="knowledge-edge">
            <a:extLst>
              <a:ext uri="{FF2B5EF4-FFF2-40B4-BE49-F238E27FC236}">
                <a16:creationId xmlns:a16="http://schemas.microsoft.com/office/drawing/2014/main" id="{7ECAEFAB-037A-4B06-943E-FEA287C00D1B}"/>
              </a:ext>
            </a:extLst>
          </p:cNvPr>
          <p:cNvSpPr>
            <a:spLocks noGrp="1"/>
          </p:cNvSpPr>
          <p:nvPr/>
        </p:nvSpPr>
        <p:spPr>
          <a:xfrm>
            <a:off x="9121695" y="5505714"/>
            <a:ext cx="517615" cy="318440"/>
          </a:xfrm>
          <a:custGeom>
            <a:avLst/>
            <a:gdLst/>
            <a:ahLst/>
            <a:cxnLst/>
            <a:rect l="0" t="0" r="0" b="0"/>
            <a:pathLst>
              <a:path w="517615" h="318440">
                <a:moveTo>
                  <a:pt x="0" y="318440"/>
                </a:moveTo>
                <a:lnTo>
                  <a:pt x="36972" y="305159"/>
                </a:lnTo>
                <a:lnTo>
                  <a:pt x="73945" y="290423"/>
                </a:lnTo>
                <a:lnTo>
                  <a:pt x="110917" y="274230"/>
                </a:lnTo>
                <a:lnTo>
                  <a:pt x="147890" y="256581"/>
                </a:lnTo>
                <a:lnTo>
                  <a:pt x="184862" y="237475"/>
                </a:lnTo>
                <a:lnTo>
                  <a:pt x="221835" y="216914"/>
                </a:lnTo>
                <a:lnTo>
                  <a:pt x="258807" y="194896"/>
                </a:lnTo>
                <a:lnTo>
                  <a:pt x="295780" y="171423"/>
                </a:lnTo>
                <a:lnTo>
                  <a:pt x="332752" y="146493"/>
                </a:lnTo>
                <a:lnTo>
                  <a:pt x="369725" y="120106"/>
                </a:lnTo>
                <a:lnTo>
                  <a:pt x="406697" y="92264"/>
                </a:lnTo>
                <a:lnTo>
                  <a:pt x="443670" y="62966"/>
                </a:lnTo>
                <a:lnTo>
                  <a:pt x="480642" y="32211"/>
                </a:lnTo>
                <a:lnTo>
                  <a:pt x="517615" y="0"/>
                </a:lnTo>
              </a:path>
            </a:pathLst>
          </a:custGeom>
          <a:noFill/>
          <a:ln w="6477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313" name="knowledge-edge">
            <a:extLst>
              <a:ext uri="{FF2B5EF4-FFF2-40B4-BE49-F238E27FC236}">
                <a16:creationId xmlns:a16="http://schemas.microsoft.com/office/drawing/2014/main" id="{DA53E55E-2106-433B-9AA6-7598FDD26884}"/>
              </a:ext>
            </a:extLst>
          </p:cNvPr>
          <p:cNvSpPr>
            <a:spLocks noGrp="1"/>
          </p:cNvSpPr>
          <p:nvPr/>
        </p:nvSpPr>
        <p:spPr>
          <a:xfrm>
            <a:off x="9237085" y="5655968"/>
            <a:ext cx="429605" cy="212623"/>
          </a:xfrm>
          <a:custGeom>
            <a:avLst/>
            <a:gdLst/>
            <a:ahLst/>
            <a:cxnLst/>
            <a:rect l="0" t="0" r="0" b="0"/>
            <a:pathLst>
              <a:path w="429605" h="212623">
                <a:moveTo>
                  <a:pt x="0" y="212623"/>
                </a:moveTo>
                <a:lnTo>
                  <a:pt x="30686" y="208608"/>
                </a:lnTo>
                <a:lnTo>
                  <a:pt x="61372" y="202873"/>
                </a:lnTo>
                <a:lnTo>
                  <a:pt x="92058" y="195420"/>
                </a:lnTo>
                <a:lnTo>
                  <a:pt x="122744" y="186248"/>
                </a:lnTo>
                <a:lnTo>
                  <a:pt x="153430" y="175357"/>
                </a:lnTo>
                <a:lnTo>
                  <a:pt x="184116" y="162748"/>
                </a:lnTo>
                <a:lnTo>
                  <a:pt x="214803" y="148420"/>
                </a:lnTo>
                <a:lnTo>
                  <a:pt x="245489" y="132373"/>
                </a:lnTo>
                <a:lnTo>
                  <a:pt x="276175" y="114607"/>
                </a:lnTo>
                <a:lnTo>
                  <a:pt x="306861" y="95123"/>
                </a:lnTo>
                <a:lnTo>
                  <a:pt x="337547" y="73921"/>
                </a:lnTo>
                <a:lnTo>
                  <a:pt x="368233" y="50999"/>
                </a:lnTo>
                <a:lnTo>
                  <a:pt x="398919" y="26359"/>
                </a:lnTo>
                <a:lnTo>
                  <a:pt x="429605" y="0"/>
                </a:lnTo>
              </a:path>
            </a:pathLst>
          </a:custGeom>
          <a:noFill/>
          <a:ln w="6477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314" name="knowledge-cross-edge">
            <a:extLst>
              <a:ext uri="{FF2B5EF4-FFF2-40B4-BE49-F238E27FC236}">
                <a16:creationId xmlns:a16="http://schemas.microsoft.com/office/drawing/2014/main" id="{4D42084C-7628-40ED-AAC8-06A843831EC4}"/>
              </a:ext>
            </a:extLst>
          </p:cNvPr>
          <p:cNvSpPr>
            <a:spLocks noGrp="1"/>
          </p:cNvSpPr>
          <p:nvPr/>
        </p:nvSpPr>
        <p:spPr>
          <a:xfrm>
            <a:off x="9237085" y="5723192"/>
            <a:ext cx="333155" cy="145399"/>
          </a:xfrm>
          <a:custGeom>
            <a:avLst/>
            <a:gdLst/>
            <a:ahLst/>
            <a:cxnLst/>
            <a:rect l="0" t="0" r="0" b="0"/>
            <a:pathLst>
              <a:path w="333155" h="145399">
                <a:moveTo>
                  <a:pt x="0" y="145399"/>
                </a:moveTo>
                <a:lnTo>
                  <a:pt x="42315" y="120903"/>
                </a:lnTo>
                <a:lnTo>
                  <a:pt x="81984" y="98662"/>
                </a:lnTo>
                <a:lnTo>
                  <a:pt x="119008" y="78677"/>
                </a:lnTo>
                <a:lnTo>
                  <a:pt x="153385" y="60948"/>
                </a:lnTo>
                <a:lnTo>
                  <a:pt x="185117" y="45474"/>
                </a:lnTo>
                <a:lnTo>
                  <a:pt x="214203" y="32256"/>
                </a:lnTo>
                <a:lnTo>
                  <a:pt x="240643" y="21293"/>
                </a:lnTo>
                <a:lnTo>
                  <a:pt x="264437" y="12586"/>
                </a:lnTo>
                <a:lnTo>
                  <a:pt x="285585" y="6135"/>
                </a:lnTo>
                <a:lnTo>
                  <a:pt x="304088" y="1940"/>
                </a:lnTo>
                <a:lnTo>
                  <a:pt x="319944" y="0"/>
                </a:lnTo>
                <a:lnTo>
                  <a:pt x="333155" y="316"/>
                </a:lnTo>
              </a:path>
            </a:pathLst>
          </a:custGeom>
          <a:noFill/>
          <a:ln w="5334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315" name="knowledge-long-edge">
            <a:extLst>
              <a:ext uri="{FF2B5EF4-FFF2-40B4-BE49-F238E27FC236}">
                <a16:creationId xmlns:a16="http://schemas.microsoft.com/office/drawing/2014/main" id="{986AB740-67AE-4987-A6DB-1312521739A6}"/>
              </a:ext>
            </a:extLst>
          </p:cNvPr>
          <p:cNvSpPr>
            <a:spLocks noGrp="1"/>
          </p:cNvSpPr>
          <p:nvPr/>
        </p:nvSpPr>
        <p:spPr>
          <a:xfrm>
            <a:off x="9237085" y="5204929"/>
            <a:ext cx="837517" cy="663662"/>
          </a:xfrm>
          <a:custGeom>
            <a:avLst/>
            <a:gdLst/>
            <a:ahLst/>
            <a:cxnLst/>
            <a:rect l="0" t="0" r="0" b="0"/>
            <a:pathLst>
              <a:path w="837517" h="663662">
                <a:moveTo>
                  <a:pt x="0" y="663662"/>
                </a:moveTo>
                <a:lnTo>
                  <a:pt x="52345" y="542561"/>
                </a:lnTo>
                <a:lnTo>
                  <a:pt x="104690" y="433624"/>
                </a:lnTo>
                <a:lnTo>
                  <a:pt x="157034" y="336850"/>
                </a:lnTo>
                <a:lnTo>
                  <a:pt x="209379" y="252239"/>
                </a:lnTo>
                <a:lnTo>
                  <a:pt x="261724" y="179791"/>
                </a:lnTo>
                <a:lnTo>
                  <a:pt x="314069" y="119506"/>
                </a:lnTo>
                <a:lnTo>
                  <a:pt x="366414" y="71385"/>
                </a:lnTo>
                <a:lnTo>
                  <a:pt x="418758" y="35427"/>
                </a:lnTo>
                <a:lnTo>
                  <a:pt x="471103" y="11632"/>
                </a:lnTo>
                <a:lnTo>
                  <a:pt x="523448" y="0"/>
                </a:lnTo>
                <a:lnTo>
                  <a:pt x="575793" y="531"/>
                </a:lnTo>
                <a:lnTo>
                  <a:pt x="628137" y="13226"/>
                </a:lnTo>
                <a:lnTo>
                  <a:pt x="680482" y="38084"/>
                </a:lnTo>
                <a:lnTo>
                  <a:pt x="732827" y="75105"/>
                </a:lnTo>
                <a:lnTo>
                  <a:pt x="785172" y="124290"/>
                </a:lnTo>
                <a:lnTo>
                  <a:pt x="837517" y="185637"/>
                </a:lnTo>
              </a:path>
            </a:pathLst>
          </a:custGeom>
          <a:noFill/>
          <a:ln w="4286">
            <a:solidFill>
              <a:srgbClr val="FAB408">
                <a:alpha val="9000"/>
              </a:srgbClr>
            </a:solidFill>
            <a:prstDash val="solid"/>
          </a:ln>
        </p:spPr>
      </p:sp>
      <p:sp>
        <p:nvSpPr>
          <p:cNvPr id="316" name="knowledge-edge">
            <a:extLst>
              <a:ext uri="{FF2B5EF4-FFF2-40B4-BE49-F238E27FC236}">
                <a16:creationId xmlns:a16="http://schemas.microsoft.com/office/drawing/2014/main" id="{3FE0D565-B2F4-4248-8479-972B0FDC7C0D}"/>
              </a:ext>
            </a:extLst>
          </p:cNvPr>
          <p:cNvSpPr>
            <a:spLocks noGrp="1"/>
          </p:cNvSpPr>
          <p:nvPr/>
        </p:nvSpPr>
        <p:spPr>
          <a:xfrm>
            <a:off x="9175372" y="5723508"/>
            <a:ext cx="394868" cy="155569"/>
          </a:xfrm>
          <a:custGeom>
            <a:avLst/>
            <a:gdLst/>
            <a:ahLst/>
            <a:cxnLst/>
            <a:rect l="0" t="0" r="0" b="0"/>
            <a:pathLst>
              <a:path w="394868" h="155569">
                <a:moveTo>
                  <a:pt x="0" y="155569"/>
                </a:moveTo>
                <a:lnTo>
                  <a:pt x="28205" y="134104"/>
                </a:lnTo>
                <a:lnTo>
                  <a:pt x="56410" y="114232"/>
                </a:lnTo>
                <a:lnTo>
                  <a:pt x="84615" y="95953"/>
                </a:lnTo>
                <a:lnTo>
                  <a:pt x="112819" y="79266"/>
                </a:lnTo>
                <a:lnTo>
                  <a:pt x="141024" y="64173"/>
                </a:lnTo>
                <a:lnTo>
                  <a:pt x="169229" y="50671"/>
                </a:lnTo>
                <a:lnTo>
                  <a:pt x="197434" y="38763"/>
                </a:lnTo>
                <a:lnTo>
                  <a:pt x="225639" y="28447"/>
                </a:lnTo>
                <a:lnTo>
                  <a:pt x="253844" y="19724"/>
                </a:lnTo>
                <a:lnTo>
                  <a:pt x="282049" y="12594"/>
                </a:lnTo>
                <a:lnTo>
                  <a:pt x="310254" y="7057"/>
                </a:lnTo>
                <a:lnTo>
                  <a:pt x="338458" y="3112"/>
                </a:lnTo>
                <a:lnTo>
                  <a:pt x="366663" y="759"/>
                </a:lnTo>
                <a:lnTo>
                  <a:pt x="394868" y="0"/>
                </a:lnTo>
              </a:path>
            </a:pathLst>
          </a:custGeom>
          <a:noFill/>
          <a:ln w="6477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317" name="knowledge-cross-edge">
            <a:extLst>
              <a:ext uri="{FF2B5EF4-FFF2-40B4-BE49-F238E27FC236}">
                <a16:creationId xmlns:a16="http://schemas.microsoft.com/office/drawing/2014/main" id="{476A5BD1-DC94-49A7-B1F7-D21B0DD820CF}"/>
              </a:ext>
            </a:extLst>
          </p:cNvPr>
          <p:cNvSpPr>
            <a:spLocks noGrp="1"/>
          </p:cNvSpPr>
          <p:nvPr/>
        </p:nvSpPr>
        <p:spPr>
          <a:xfrm>
            <a:off x="9175372" y="5843593"/>
            <a:ext cx="399768" cy="35483"/>
          </a:xfrm>
          <a:custGeom>
            <a:avLst/>
            <a:gdLst/>
            <a:ahLst/>
            <a:cxnLst/>
            <a:rect l="0" t="0" r="0" b="0"/>
            <a:pathLst>
              <a:path w="399768" h="35483">
                <a:moveTo>
                  <a:pt x="0" y="35483"/>
                </a:moveTo>
                <a:lnTo>
                  <a:pt x="47866" y="26859"/>
                </a:lnTo>
                <a:lnTo>
                  <a:pt x="93086" y="19432"/>
                </a:lnTo>
                <a:lnTo>
                  <a:pt x="135661" y="13201"/>
                </a:lnTo>
                <a:lnTo>
                  <a:pt x="175589" y="8167"/>
                </a:lnTo>
                <a:lnTo>
                  <a:pt x="212872" y="4330"/>
                </a:lnTo>
                <a:lnTo>
                  <a:pt x="247509" y="1690"/>
                </a:lnTo>
                <a:lnTo>
                  <a:pt x="279500" y="247"/>
                </a:lnTo>
                <a:lnTo>
                  <a:pt x="308845" y="0"/>
                </a:lnTo>
                <a:lnTo>
                  <a:pt x="335545" y="950"/>
                </a:lnTo>
                <a:lnTo>
                  <a:pt x="359598" y="3097"/>
                </a:lnTo>
                <a:lnTo>
                  <a:pt x="381006" y="6441"/>
                </a:lnTo>
                <a:lnTo>
                  <a:pt x="399768" y="10982"/>
                </a:lnTo>
              </a:path>
            </a:pathLst>
          </a:custGeom>
          <a:noFill/>
          <a:ln w="5334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318" name="knowledge-edge">
            <a:extLst>
              <a:ext uri="{FF2B5EF4-FFF2-40B4-BE49-F238E27FC236}">
                <a16:creationId xmlns:a16="http://schemas.microsoft.com/office/drawing/2014/main" id="{2BD97319-2AC9-4C28-99B4-8A72483C00B2}"/>
              </a:ext>
            </a:extLst>
          </p:cNvPr>
          <p:cNvSpPr>
            <a:spLocks noGrp="1"/>
          </p:cNvSpPr>
          <p:nvPr/>
        </p:nvSpPr>
        <p:spPr>
          <a:xfrm>
            <a:off x="9112367" y="5854575"/>
            <a:ext cx="462773" cy="195859"/>
          </a:xfrm>
          <a:custGeom>
            <a:avLst/>
            <a:gdLst/>
            <a:ahLst/>
            <a:cxnLst/>
            <a:rect l="0" t="0" r="0" b="0"/>
            <a:pathLst>
              <a:path w="462773" h="195859">
                <a:moveTo>
                  <a:pt x="0" y="195859"/>
                </a:moveTo>
                <a:lnTo>
                  <a:pt x="33055" y="184030"/>
                </a:lnTo>
                <a:lnTo>
                  <a:pt x="66110" y="171869"/>
                </a:lnTo>
                <a:lnTo>
                  <a:pt x="99166" y="159375"/>
                </a:lnTo>
                <a:lnTo>
                  <a:pt x="132221" y="146549"/>
                </a:lnTo>
                <a:lnTo>
                  <a:pt x="165276" y="133390"/>
                </a:lnTo>
                <a:lnTo>
                  <a:pt x="198331" y="119899"/>
                </a:lnTo>
                <a:lnTo>
                  <a:pt x="231386" y="106075"/>
                </a:lnTo>
                <a:lnTo>
                  <a:pt x="264442" y="91919"/>
                </a:lnTo>
                <a:lnTo>
                  <a:pt x="297497" y="77431"/>
                </a:lnTo>
                <a:lnTo>
                  <a:pt x="330552" y="62609"/>
                </a:lnTo>
                <a:lnTo>
                  <a:pt x="363607" y="47456"/>
                </a:lnTo>
                <a:lnTo>
                  <a:pt x="396663" y="31970"/>
                </a:lnTo>
                <a:lnTo>
                  <a:pt x="429718" y="16151"/>
                </a:lnTo>
                <a:lnTo>
                  <a:pt x="462773" y="0"/>
                </a:lnTo>
              </a:path>
            </a:pathLst>
          </a:custGeom>
          <a:noFill/>
          <a:ln w="6477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319" name="knowledge-cross-edge">
            <a:extLst>
              <a:ext uri="{FF2B5EF4-FFF2-40B4-BE49-F238E27FC236}">
                <a16:creationId xmlns:a16="http://schemas.microsoft.com/office/drawing/2014/main" id="{7630C348-07BC-44A0-90C0-D2F6D537D88E}"/>
              </a:ext>
            </a:extLst>
          </p:cNvPr>
          <p:cNvSpPr>
            <a:spLocks noGrp="1"/>
          </p:cNvSpPr>
          <p:nvPr/>
        </p:nvSpPr>
        <p:spPr>
          <a:xfrm>
            <a:off x="9112367" y="6050434"/>
            <a:ext cx="595907" cy="118675"/>
          </a:xfrm>
          <a:custGeom>
            <a:avLst/>
            <a:gdLst/>
            <a:ahLst/>
            <a:cxnLst/>
            <a:rect l="0" t="0" r="0" b="0"/>
            <a:pathLst>
              <a:path w="595907" h="118675">
                <a:moveTo>
                  <a:pt x="0" y="0"/>
                </a:moveTo>
                <a:lnTo>
                  <a:pt x="64211" y="13626"/>
                </a:lnTo>
                <a:lnTo>
                  <a:pt x="125776" y="26573"/>
                </a:lnTo>
                <a:lnTo>
                  <a:pt x="184696" y="38841"/>
                </a:lnTo>
                <a:lnTo>
                  <a:pt x="240969" y="50429"/>
                </a:lnTo>
                <a:lnTo>
                  <a:pt x="294597" y="61338"/>
                </a:lnTo>
                <a:lnTo>
                  <a:pt x="345579" y="71567"/>
                </a:lnTo>
                <a:lnTo>
                  <a:pt x="393915" y="81117"/>
                </a:lnTo>
                <a:lnTo>
                  <a:pt x="439605" y="89988"/>
                </a:lnTo>
                <a:lnTo>
                  <a:pt x="482649" y="98179"/>
                </a:lnTo>
                <a:lnTo>
                  <a:pt x="523048" y="105690"/>
                </a:lnTo>
                <a:lnTo>
                  <a:pt x="560801" y="112523"/>
                </a:lnTo>
                <a:lnTo>
                  <a:pt x="595907" y="118675"/>
                </a:lnTo>
              </a:path>
            </a:pathLst>
          </a:custGeom>
          <a:noFill/>
          <a:ln w="5334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320" name="knowledge-long-edge">
            <a:extLst>
              <a:ext uri="{FF2B5EF4-FFF2-40B4-BE49-F238E27FC236}">
                <a16:creationId xmlns:a16="http://schemas.microsoft.com/office/drawing/2014/main" id="{9105C5CD-4D62-485C-AA2B-D7C78FEAB4DD}"/>
              </a:ext>
            </a:extLst>
          </p:cNvPr>
          <p:cNvSpPr>
            <a:spLocks noGrp="1"/>
          </p:cNvSpPr>
          <p:nvPr/>
        </p:nvSpPr>
        <p:spPr>
          <a:xfrm>
            <a:off x="9112367" y="5827274"/>
            <a:ext cx="992976" cy="223159"/>
          </a:xfrm>
          <a:custGeom>
            <a:avLst/>
            <a:gdLst/>
            <a:ahLst/>
            <a:cxnLst/>
            <a:rect l="0" t="0" r="0" b="0"/>
            <a:pathLst>
              <a:path w="992976" h="223159">
                <a:moveTo>
                  <a:pt x="0" y="223159"/>
                </a:moveTo>
                <a:lnTo>
                  <a:pt x="62061" y="171206"/>
                </a:lnTo>
                <a:lnTo>
                  <a:pt x="124122" y="126126"/>
                </a:lnTo>
                <a:lnTo>
                  <a:pt x="186183" y="87920"/>
                </a:lnTo>
                <a:lnTo>
                  <a:pt x="248244" y="56588"/>
                </a:lnTo>
                <a:lnTo>
                  <a:pt x="310305" y="32130"/>
                </a:lnTo>
                <a:lnTo>
                  <a:pt x="372366" y="14546"/>
                </a:lnTo>
                <a:lnTo>
                  <a:pt x="434427" y="3836"/>
                </a:lnTo>
                <a:lnTo>
                  <a:pt x="496488" y="0"/>
                </a:lnTo>
                <a:lnTo>
                  <a:pt x="558549" y="3038"/>
                </a:lnTo>
                <a:lnTo>
                  <a:pt x="620610" y="12949"/>
                </a:lnTo>
                <a:lnTo>
                  <a:pt x="682671" y="29735"/>
                </a:lnTo>
                <a:lnTo>
                  <a:pt x="744732" y="53395"/>
                </a:lnTo>
                <a:lnTo>
                  <a:pt x="806793" y="83928"/>
                </a:lnTo>
                <a:lnTo>
                  <a:pt x="868854" y="121335"/>
                </a:lnTo>
                <a:lnTo>
                  <a:pt x="930915" y="165617"/>
                </a:lnTo>
                <a:lnTo>
                  <a:pt x="992976" y="216772"/>
                </a:lnTo>
              </a:path>
            </a:pathLst>
          </a:custGeom>
          <a:noFill/>
          <a:ln w="4286">
            <a:solidFill>
              <a:srgbClr val="FAB408">
                <a:alpha val="9000"/>
              </a:srgbClr>
            </a:solidFill>
            <a:prstDash val="solid"/>
          </a:ln>
        </p:spPr>
      </p:sp>
      <p:sp>
        <p:nvSpPr>
          <p:cNvPr id="321" name="knowledge-edge">
            <a:extLst>
              <a:ext uri="{FF2B5EF4-FFF2-40B4-BE49-F238E27FC236}">
                <a16:creationId xmlns:a16="http://schemas.microsoft.com/office/drawing/2014/main" id="{6658238A-2A4B-410F-9697-F6813E923E9A}"/>
              </a:ext>
            </a:extLst>
          </p:cNvPr>
          <p:cNvSpPr>
            <a:spLocks noGrp="1"/>
          </p:cNvSpPr>
          <p:nvPr/>
        </p:nvSpPr>
        <p:spPr>
          <a:xfrm>
            <a:off x="9163417" y="6154221"/>
            <a:ext cx="544858" cy="50650"/>
          </a:xfrm>
          <a:custGeom>
            <a:avLst/>
            <a:gdLst/>
            <a:ahLst/>
            <a:cxnLst/>
            <a:rect l="0" t="0" r="0" b="0"/>
            <a:pathLst>
              <a:path w="544858" h="50650">
                <a:moveTo>
                  <a:pt x="0" y="50650"/>
                </a:moveTo>
                <a:lnTo>
                  <a:pt x="38918" y="40105"/>
                </a:lnTo>
                <a:lnTo>
                  <a:pt x="77837" y="30789"/>
                </a:lnTo>
                <a:lnTo>
                  <a:pt x="116755" y="22703"/>
                </a:lnTo>
                <a:lnTo>
                  <a:pt x="155674" y="15846"/>
                </a:lnTo>
                <a:lnTo>
                  <a:pt x="194592" y="10218"/>
                </a:lnTo>
                <a:lnTo>
                  <a:pt x="233510" y="5819"/>
                </a:lnTo>
                <a:lnTo>
                  <a:pt x="272429" y="2650"/>
                </a:lnTo>
                <a:lnTo>
                  <a:pt x="311347" y="710"/>
                </a:lnTo>
                <a:lnTo>
                  <a:pt x="350266" y="0"/>
                </a:lnTo>
                <a:lnTo>
                  <a:pt x="389184" y="519"/>
                </a:lnTo>
                <a:lnTo>
                  <a:pt x="428102" y="2267"/>
                </a:lnTo>
                <a:lnTo>
                  <a:pt x="467021" y="5245"/>
                </a:lnTo>
                <a:lnTo>
                  <a:pt x="505939" y="9451"/>
                </a:lnTo>
                <a:lnTo>
                  <a:pt x="544858" y="14888"/>
                </a:lnTo>
              </a:path>
            </a:pathLst>
          </a:custGeom>
          <a:noFill/>
          <a:ln w="6477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322" name="knowledge-edge">
            <a:extLst>
              <a:ext uri="{FF2B5EF4-FFF2-40B4-BE49-F238E27FC236}">
                <a16:creationId xmlns:a16="http://schemas.microsoft.com/office/drawing/2014/main" id="{2BA6F044-487D-40DB-B5DD-07A233706C5F}"/>
              </a:ext>
            </a:extLst>
          </p:cNvPr>
          <p:cNvSpPr>
            <a:spLocks noGrp="1"/>
          </p:cNvSpPr>
          <p:nvPr/>
        </p:nvSpPr>
        <p:spPr>
          <a:xfrm>
            <a:off x="9094928" y="6462890"/>
            <a:ext cx="587098" cy="107004"/>
          </a:xfrm>
          <a:custGeom>
            <a:avLst/>
            <a:gdLst/>
            <a:ahLst/>
            <a:cxnLst/>
            <a:rect l="0" t="0" r="0" b="0"/>
            <a:pathLst>
              <a:path w="587098" h="107004">
                <a:moveTo>
                  <a:pt x="0" y="107004"/>
                </a:moveTo>
                <a:lnTo>
                  <a:pt x="41936" y="103885"/>
                </a:lnTo>
                <a:lnTo>
                  <a:pt x="83871" y="100070"/>
                </a:lnTo>
                <a:lnTo>
                  <a:pt x="125807" y="95559"/>
                </a:lnTo>
                <a:lnTo>
                  <a:pt x="167742" y="90352"/>
                </a:lnTo>
                <a:lnTo>
                  <a:pt x="209678" y="84449"/>
                </a:lnTo>
                <a:lnTo>
                  <a:pt x="251613" y="77849"/>
                </a:lnTo>
                <a:lnTo>
                  <a:pt x="293549" y="70554"/>
                </a:lnTo>
                <a:lnTo>
                  <a:pt x="335485" y="62563"/>
                </a:lnTo>
                <a:lnTo>
                  <a:pt x="377420" y="53876"/>
                </a:lnTo>
                <a:lnTo>
                  <a:pt x="419356" y="44493"/>
                </a:lnTo>
                <a:lnTo>
                  <a:pt x="461291" y="34414"/>
                </a:lnTo>
                <a:lnTo>
                  <a:pt x="503227" y="23638"/>
                </a:lnTo>
                <a:lnTo>
                  <a:pt x="545162" y="12167"/>
                </a:lnTo>
                <a:lnTo>
                  <a:pt x="587098" y="0"/>
                </a:lnTo>
              </a:path>
            </a:pathLst>
          </a:custGeom>
          <a:noFill/>
          <a:ln w="6477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323" name="knowledge-cross-edge">
            <a:extLst>
              <a:ext uri="{FF2B5EF4-FFF2-40B4-BE49-F238E27FC236}">
                <a16:creationId xmlns:a16="http://schemas.microsoft.com/office/drawing/2014/main" id="{E1EBB77F-028F-4DD3-ADC0-64267318C113}"/>
              </a:ext>
            </a:extLst>
          </p:cNvPr>
          <p:cNvSpPr>
            <a:spLocks noGrp="1"/>
          </p:cNvSpPr>
          <p:nvPr/>
        </p:nvSpPr>
        <p:spPr>
          <a:xfrm>
            <a:off x="9094928" y="6525355"/>
            <a:ext cx="583987" cy="182582"/>
          </a:xfrm>
          <a:custGeom>
            <a:avLst/>
            <a:gdLst/>
            <a:ahLst/>
            <a:cxnLst/>
            <a:rect l="0" t="0" r="0" b="0"/>
            <a:pathLst>
              <a:path w="583987" h="182582">
                <a:moveTo>
                  <a:pt x="0" y="44538"/>
                </a:moveTo>
                <a:lnTo>
                  <a:pt x="63218" y="24914"/>
                </a:lnTo>
                <a:lnTo>
                  <a:pt x="123790" y="10950"/>
                </a:lnTo>
                <a:lnTo>
                  <a:pt x="181716" y="2645"/>
                </a:lnTo>
                <a:lnTo>
                  <a:pt x="236996" y="0"/>
                </a:lnTo>
                <a:lnTo>
                  <a:pt x="289630" y="3014"/>
                </a:lnTo>
                <a:lnTo>
                  <a:pt x="339619" y="11688"/>
                </a:lnTo>
                <a:lnTo>
                  <a:pt x="386961" y="26021"/>
                </a:lnTo>
                <a:lnTo>
                  <a:pt x="431658" y="46014"/>
                </a:lnTo>
                <a:lnTo>
                  <a:pt x="473709" y="71667"/>
                </a:lnTo>
                <a:lnTo>
                  <a:pt x="513114" y="102979"/>
                </a:lnTo>
                <a:lnTo>
                  <a:pt x="549874" y="139951"/>
                </a:lnTo>
                <a:lnTo>
                  <a:pt x="583987" y="182582"/>
                </a:lnTo>
              </a:path>
            </a:pathLst>
          </a:custGeom>
          <a:noFill/>
          <a:ln w="5334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324" name="knowledge-edge">
            <a:extLst>
              <a:ext uri="{FF2B5EF4-FFF2-40B4-BE49-F238E27FC236}">
                <a16:creationId xmlns:a16="http://schemas.microsoft.com/office/drawing/2014/main" id="{94990545-3D08-4432-B79E-FE687FFBB8C3}"/>
              </a:ext>
            </a:extLst>
          </p:cNvPr>
          <p:cNvSpPr>
            <a:spLocks noGrp="1"/>
          </p:cNvSpPr>
          <p:nvPr/>
        </p:nvSpPr>
        <p:spPr>
          <a:xfrm>
            <a:off x="9041487" y="6706112"/>
            <a:ext cx="637428" cy="178783"/>
          </a:xfrm>
          <a:custGeom>
            <a:avLst/>
            <a:gdLst/>
            <a:ahLst/>
            <a:cxnLst/>
            <a:rect l="0" t="0" r="0" b="0"/>
            <a:pathLst>
              <a:path w="637428" h="178783">
                <a:moveTo>
                  <a:pt x="0" y="178783"/>
                </a:moveTo>
                <a:lnTo>
                  <a:pt x="45531" y="151678"/>
                </a:lnTo>
                <a:lnTo>
                  <a:pt x="91061" y="126799"/>
                </a:lnTo>
                <a:lnTo>
                  <a:pt x="136592" y="104144"/>
                </a:lnTo>
                <a:lnTo>
                  <a:pt x="182122" y="83716"/>
                </a:lnTo>
                <a:lnTo>
                  <a:pt x="227653" y="65512"/>
                </a:lnTo>
                <a:lnTo>
                  <a:pt x="273183" y="49534"/>
                </a:lnTo>
                <a:lnTo>
                  <a:pt x="318714" y="35782"/>
                </a:lnTo>
                <a:lnTo>
                  <a:pt x="364244" y="24255"/>
                </a:lnTo>
                <a:lnTo>
                  <a:pt x="409775" y="14953"/>
                </a:lnTo>
                <a:lnTo>
                  <a:pt x="455305" y="7877"/>
                </a:lnTo>
                <a:lnTo>
                  <a:pt x="500836" y="3026"/>
                </a:lnTo>
                <a:lnTo>
                  <a:pt x="546367" y="400"/>
                </a:lnTo>
                <a:lnTo>
                  <a:pt x="591897" y="0"/>
                </a:lnTo>
                <a:lnTo>
                  <a:pt x="637428" y="1825"/>
                </a:lnTo>
              </a:path>
            </a:pathLst>
          </a:custGeom>
          <a:noFill/>
          <a:ln w="6477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325" name="knowledge-edge">
            <a:extLst>
              <a:ext uri="{FF2B5EF4-FFF2-40B4-BE49-F238E27FC236}">
                <a16:creationId xmlns:a16="http://schemas.microsoft.com/office/drawing/2014/main" id="{7B21AEAB-9916-4729-96E4-AF69B22A62B4}"/>
              </a:ext>
            </a:extLst>
          </p:cNvPr>
          <p:cNvSpPr>
            <a:spLocks noGrp="1"/>
          </p:cNvSpPr>
          <p:nvPr/>
        </p:nvSpPr>
        <p:spPr>
          <a:xfrm>
            <a:off x="9639309" y="5257068"/>
            <a:ext cx="543547" cy="250125"/>
          </a:xfrm>
          <a:custGeom>
            <a:avLst/>
            <a:gdLst/>
            <a:ahLst/>
            <a:cxnLst/>
            <a:rect l="0" t="0" r="0" b="0"/>
            <a:pathLst>
              <a:path w="543547" h="250125">
                <a:moveTo>
                  <a:pt x="0" y="248646"/>
                </a:moveTo>
                <a:lnTo>
                  <a:pt x="38825" y="250125"/>
                </a:lnTo>
                <a:lnTo>
                  <a:pt x="77650" y="248643"/>
                </a:lnTo>
                <a:lnTo>
                  <a:pt x="116474" y="244202"/>
                </a:lnTo>
                <a:lnTo>
                  <a:pt x="155299" y="236801"/>
                </a:lnTo>
                <a:lnTo>
                  <a:pt x="194124" y="226440"/>
                </a:lnTo>
                <a:lnTo>
                  <a:pt x="232949" y="213120"/>
                </a:lnTo>
                <a:lnTo>
                  <a:pt x="271774" y="196839"/>
                </a:lnTo>
                <a:lnTo>
                  <a:pt x="310598" y="177599"/>
                </a:lnTo>
                <a:lnTo>
                  <a:pt x="349423" y="155399"/>
                </a:lnTo>
                <a:lnTo>
                  <a:pt x="388248" y="130239"/>
                </a:lnTo>
                <a:lnTo>
                  <a:pt x="427073" y="102119"/>
                </a:lnTo>
                <a:lnTo>
                  <a:pt x="465897" y="71039"/>
                </a:lnTo>
                <a:lnTo>
                  <a:pt x="504722" y="36999"/>
                </a:lnTo>
                <a:lnTo>
                  <a:pt x="543547" y="0"/>
                </a:lnTo>
              </a:path>
            </a:pathLst>
          </a:custGeom>
          <a:noFill/>
          <a:ln w="6477">
            <a:solidFill>
              <a:srgbClr val="EEBB0A">
                <a:alpha val="17000"/>
              </a:srgbClr>
            </a:solidFill>
            <a:prstDash val="solid"/>
          </a:ln>
        </p:spPr>
      </p:sp>
      <p:sp>
        <p:nvSpPr>
          <p:cNvPr id="326" name="knowledge-long-edge">
            <a:extLst>
              <a:ext uri="{FF2B5EF4-FFF2-40B4-BE49-F238E27FC236}">
                <a16:creationId xmlns:a16="http://schemas.microsoft.com/office/drawing/2014/main" id="{06B1D078-FA5C-41CA-8E72-D5BC12A5910D}"/>
              </a:ext>
            </a:extLst>
          </p:cNvPr>
          <p:cNvSpPr>
            <a:spLocks noGrp="1"/>
          </p:cNvSpPr>
          <p:nvPr/>
        </p:nvSpPr>
        <p:spPr>
          <a:xfrm>
            <a:off x="9639309" y="5052208"/>
            <a:ext cx="705120" cy="453505"/>
          </a:xfrm>
          <a:custGeom>
            <a:avLst/>
            <a:gdLst/>
            <a:ahLst/>
            <a:cxnLst/>
            <a:rect l="0" t="0" r="0" b="0"/>
            <a:pathLst>
              <a:path w="705120" h="453505">
                <a:moveTo>
                  <a:pt x="0" y="453505"/>
                </a:moveTo>
                <a:lnTo>
                  <a:pt x="44070" y="364848"/>
                </a:lnTo>
                <a:lnTo>
                  <a:pt x="88140" y="285815"/>
                </a:lnTo>
                <a:lnTo>
                  <a:pt x="132210" y="216405"/>
                </a:lnTo>
                <a:lnTo>
                  <a:pt x="176280" y="156619"/>
                </a:lnTo>
                <a:lnTo>
                  <a:pt x="220350" y="106457"/>
                </a:lnTo>
                <a:lnTo>
                  <a:pt x="264420" y="65918"/>
                </a:lnTo>
                <a:lnTo>
                  <a:pt x="308490" y="35003"/>
                </a:lnTo>
                <a:lnTo>
                  <a:pt x="352560" y="13712"/>
                </a:lnTo>
                <a:lnTo>
                  <a:pt x="396630" y="2044"/>
                </a:lnTo>
                <a:lnTo>
                  <a:pt x="440700" y="0"/>
                </a:lnTo>
                <a:lnTo>
                  <a:pt x="484770" y="7580"/>
                </a:lnTo>
                <a:lnTo>
                  <a:pt x="528840" y="24783"/>
                </a:lnTo>
                <a:lnTo>
                  <a:pt x="572910" y="51610"/>
                </a:lnTo>
                <a:lnTo>
                  <a:pt x="616980" y="88060"/>
                </a:lnTo>
                <a:lnTo>
                  <a:pt x="661050" y="134134"/>
                </a:lnTo>
                <a:lnTo>
                  <a:pt x="705120" y="189832"/>
                </a:lnTo>
              </a:path>
            </a:pathLst>
          </a:custGeom>
          <a:noFill/>
          <a:ln w="4286">
            <a:solidFill>
              <a:srgbClr val="EEBB0A">
                <a:alpha val="9000"/>
              </a:srgbClr>
            </a:solidFill>
            <a:prstDash val="solid"/>
          </a:ln>
        </p:spPr>
      </p:sp>
      <p:sp>
        <p:nvSpPr>
          <p:cNvPr id="327" name="knowledge-edge">
            <a:extLst>
              <a:ext uri="{FF2B5EF4-FFF2-40B4-BE49-F238E27FC236}">
                <a16:creationId xmlns:a16="http://schemas.microsoft.com/office/drawing/2014/main" id="{D4BA71E5-F2DF-4499-A6C2-5159FB90957A}"/>
              </a:ext>
            </a:extLst>
          </p:cNvPr>
          <p:cNvSpPr>
            <a:spLocks noGrp="1"/>
          </p:cNvSpPr>
          <p:nvPr/>
        </p:nvSpPr>
        <p:spPr>
          <a:xfrm>
            <a:off x="9666690" y="5358733"/>
            <a:ext cx="298879" cy="297234"/>
          </a:xfrm>
          <a:custGeom>
            <a:avLst/>
            <a:gdLst/>
            <a:ahLst/>
            <a:cxnLst/>
            <a:rect l="0" t="0" r="0" b="0"/>
            <a:pathLst>
              <a:path w="298879" h="297234">
                <a:moveTo>
                  <a:pt x="0" y="297234"/>
                </a:moveTo>
                <a:lnTo>
                  <a:pt x="21348" y="279173"/>
                </a:lnTo>
                <a:lnTo>
                  <a:pt x="42697" y="260623"/>
                </a:lnTo>
                <a:lnTo>
                  <a:pt x="64045" y="241586"/>
                </a:lnTo>
                <a:lnTo>
                  <a:pt x="85394" y="222062"/>
                </a:lnTo>
                <a:lnTo>
                  <a:pt x="106742" y="202050"/>
                </a:lnTo>
                <a:lnTo>
                  <a:pt x="128091" y="181550"/>
                </a:lnTo>
                <a:lnTo>
                  <a:pt x="149439" y="160563"/>
                </a:lnTo>
                <a:lnTo>
                  <a:pt x="170788" y="139088"/>
                </a:lnTo>
                <a:lnTo>
                  <a:pt x="192136" y="117126"/>
                </a:lnTo>
                <a:lnTo>
                  <a:pt x="213485" y="94676"/>
                </a:lnTo>
                <a:lnTo>
                  <a:pt x="234833" y="71738"/>
                </a:lnTo>
                <a:lnTo>
                  <a:pt x="256182" y="48313"/>
                </a:lnTo>
                <a:lnTo>
                  <a:pt x="277530" y="24400"/>
                </a:lnTo>
                <a:lnTo>
                  <a:pt x="298879" y="0"/>
                </a:lnTo>
              </a:path>
            </a:pathLst>
          </a:custGeom>
          <a:noFill/>
          <a:ln w="6477">
            <a:solidFill>
              <a:srgbClr val="EEBB0A">
                <a:alpha val="17000"/>
              </a:srgbClr>
            </a:solidFill>
            <a:prstDash val="solid"/>
          </a:ln>
        </p:spPr>
      </p:sp>
      <p:sp>
        <p:nvSpPr>
          <p:cNvPr id="328" name="knowledge-edge">
            <a:extLst>
              <a:ext uri="{FF2B5EF4-FFF2-40B4-BE49-F238E27FC236}">
                <a16:creationId xmlns:a16="http://schemas.microsoft.com/office/drawing/2014/main" id="{94D40A64-F4F1-466D-8CC5-16BA1332ED3A}"/>
              </a:ext>
            </a:extLst>
          </p:cNvPr>
          <p:cNvSpPr>
            <a:spLocks noGrp="1"/>
          </p:cNvSpPr>
          <p:nvPr/>
        </p:nvSpPr>
        <p:spPr>
          <a:xfrm>
            <a:off x="9570240" y="5390566"/>
            <a:ext cx="504362" cy="332942"/>
          </a:xfrm>
          <a:custGeom>
            <a:avLst/>
            <a:gdLst/>
            <a:ahLst/>
            <a:cxnLst/>
            <a:rect l="0" t="0" r="0" b="0"/>
            <a:pathLst>
              <a:path w="504362" h="332942">
                <a:moveTo>
                  <a:pt x="0" y="332942"/>
                </a:moveTo>
                <a:lnTo>
                  <a:pt x="36026" y="292702"/>
                </a:lnTo>
                <a:lnTo>
                  <a:pt x="72052" y="254994"/>
                </a:lnTo>
                <a:lnTo>
                  <a:pt x="108077" y="219819"/>
                </a:lnTo>
                <a:lnTo>
                  <a:pt x="144103" y="187175"/>
                </a:lnTo>
                <a:lnTo>
                  <a:pt x="180129" y="157063"/>
                </a:lnTo>
                <a:lnTo>
                  <a:pt x="216155" y="129484"/>
                </a:lnTo>
                <a:lnTo>
                  <a:pt x="252181" y="104436"/>
                </a:lnTo>
                <a:lnTo>
                  <a:pt x="288207" y="81921"/>
                </a:lnTo>
                <a:lnTo>
                  <a:pt x="324232" y="61937"/>
                </a:lnTo>
                <a:lnTo>
                  <a:pt x="360258" y="44486"/>
                </a:lnTo>
                <a:lnTo>
                  <a:pt x="396284" y="29566"/>
                </a:lnTo>
                <a:lnTo>
                  <a:pt x="432310" y="17179"/>
                </a:lnTo>
                <a:lnTo>
                  <a:pt x="468336" y="7323"/>
                </a:lnTo>
                <a:lnTo>
                  <a:pt x="504362" y="0"/>
                </a:lnTo>
              </a:path>
            </a:pathLst>
          </a:custGeom>
          <a:noFill/>
          <a:ln w="6477">
            <a:solidFill>
              <a:srgbClr val="EEBB0A">
                <a:alpha val="17000"/>
              </a:srgbClr>
            </a:solidFill>
            <a:prstDash val="solid"/>
          </a:ln>
        </p:spPr>
      </p:sp>
      <p:sp>
        <p:nvSpPr>
          <p:cNvPr id="329" name="knowledge-edge">
            <a:extLst>
              <a:ext uri="{FF2B5EF4-FFF2-40B4-BE49-F238E27FC236}">
                <a16:creationId xmlns:a16="http://schemas.microsoft.com/office/drawing/2014/main" id="{E12FA6A4-65F8-4157-8CBA-6424BFEF8110}"/>
              </a:ext>
            </a:extLst>
          </p:cNvPr>
          <p:cNvSpPr>
            <a:spLocks noGrp="1"/>
          </p:cNvSpPr>
          <p:nvPr/>
        </p:nvSpPr>
        <p:spPr>
          <a:xfrm>
            <a:off x="9575140" y="5645235"/>
            <a:ext cx="334763" cy="209339"/>
          </a:xfrm>
          <a:custGeom>
            <a:avLst/>
            <a:gdLst/>
            <a:ahLst/>
            <a:cxnLst/>
            <a:rect l="0" t="0" r="0" b="0"/>
            <a:pathLst>
              <a:path w="334763" h="209339">
                <a:moveTo>
                  <a:pt x="0" y="209339"/>
                </a:moveTo>
                <a:lnTo>
                  <a:pt x="23912" y="183553"/>
                </a:lnTo>
                <a:lnTo>
                  <a:pt x="47823" y="159433"/>
                </a:lnTo>
                <a:lnTo>
                  <a:pt x="71735" y="136980"/>
                </a:lnTo>
                <a:lnTo>
                  <a:pt x="95647" y="116193"/>
                </a:lnTo>
                <a:lnTo>
                  <a:pt x="119558" y="97074"/>
                </a:lnTo>
                <a:lnTo>
                  <a:pt x="143470" y="79621"/>
                </a:lnTo>
                <a:lnTo>
                  <a:pt x="167382" y="63835"/>
                </a:lnTo>
                <a:lnTo>
                  <a:pt x="191293" y="49715"/>
                </a:lnTo>
                <a:lnTo>
                  <a:pt x="215205" y="37263"/>
                </a:lnTo>
                <a:lnTo>
                  <a:pt x="239116" y="26477"/>
                </a:lnTo>
                <a:lnTo>
                  <a:pt x="263028" y="17357"/>
                </a:lnTo>
                <a:lnTo>
                  <a:pt x="286940" y="9905"/>
                </a:lnTo>
                <a:lnTo>
                  <a:pt x="310851" y="4119"/>
                </a:lnTo>
                <a:lnTo>
                  <a:pt x="334763" y="0"/>
                </a:lnTo>
              </a:path>
            </a:pathLst>
          </a:custGeom>
          <a:noFill/>
          <a:ln w="6477">
            <a:solidFill>
              <a:srgbClr val="EEBB0A">
                <a:alpha val="17000"/>
              </a:srgbClr>
            </a:solidFill>
            <a:prstDash val="solid"/>
          </a:ln>
        </p:spPr>
      </p:sp>
      <p:sp>
        <p:nvSpPr>
          <p:cNvPr id="330" name="knowledge-cross-edge">
            <a:extLst>
              <a:ext uri="{FF2B5EF4-FFF2-40B4-BE49-F238E27FC236}">
                <a16:creationId xmlns:a16="http://schemas.microsoft.com/office/drawing/2014/main" id="{3CF9C74D-1FBA-4E58-AC96-1637A5ACA2D9}"/>
              </a:ext>
            </a:extLst>
          </p:cNvPr>
          <p:cNvSpPr>
            <a:spLocks noGrp="1"/>
          </p:cNvSpPr>
          <p:nvPr/>
        </p:nvSpPr>
        <p:spPr>
          <a:xfrm>
            <a:off x="9575140" y="5381577"/>
            <a:ext cx="499462" cy="472997"/>
          </a:xfrm>
          <a:custGeom>
            <a:avLst/>
            <a:gdLst/>
            <a:ahLst/>
            <a:cxnLst/>
            <a:rect l="0" t="0" r="0" b="0"/>
            <a:pathLst>
              <a:path w="499462" h="472997">
                <a:moveTo>
                  <a:pt x="0" y="472997"/>
                </a:moveTo>
                <a:lnTo>
                  <a:pt x="27070" y="386852"/>
                </a:lnTo>
                <a:lnTo>
                  <a:pt x="56785" y="309339"/>
                </a:lnTo>
                <a:lnTo>
                  <a:pt x="89147" y="240458"/>
                </a:lnTo>
                <a:lnTo>
                  <a:pt x="124154" y="180210"/>
                </a:lnTo>
                <a:lnTo>
                  <a:pt x="161807" y="128594"/>
                </a:lnTo>
                <a:lnTo>
                  <a:pt x="202106" y="85611"/>
                </a:lnTo>
                <a:lnTo>
                  <a:pt x="245051" y="51259"/>
                </a:lnTo>
                <a:lnTo>
                  <a:pt x="290641" y="25541"/>
                </a:lnTo>
                <a:lnTo>
                  <a:pt x="338877" y="8454"/>
                </a:lnTo>
                <a:lnTo>
                  <a:pt x="389760" y="0"/>
                </a:lnTo>
                <a:lnTo>
                  <a:pt x="443288" y="178"/>
                </a:lnTo>
                <a:lnTo>
                  <a:pt x="499462" y="8989"/>
                </a:lnTo>
              </a:path>
            </a:pathLst>
          </a:custGeom>
          <a:noFill/>
          <a:ln w="4953">
            <a:solidFill>
              <a:srgbClr val="EEBB0A">
                <a:alpha val="12000"/>
              </a:srgbClr>
            </a:solidFill>
            <a:prstDash val="solid"/>
          </a:ln>
        </p:spPr>
      </p:sp>
      <p:sp>
        <p:nvSpPr>
          <p:cNvPr id="331" name="knowledge-long-edge">
            <a:extLst>
              <a:ext uri="{FF2B5EF4-FFF2-40B4-BE49-F238E27FC236}">
                <a16:creationId xmlns:a16="http://schemas.microsoft.com/office/drawing/2014/main" id="{22A9949A-AC57-48D1-A33B-F3341645EAA0}"/>
              </a:ext>
            </a:extLst>
          </p:cNvPr>
          <p:cNvSpPr>
            <a:spLocks noGrp="1"/>
          </p:cNvSpPr>
          <p:nvPr/>
        </p:nvSpPr>
        <p:spPr>
          <a:xfrm>
            <a:off x="9575140" y="5615416"/>
            <a:ext cx="719547" cy="358035"/>
          </a:xfrm>
          <a:custGeom>
            <a:avLst/>
            <a:gdLst/>
            <a:ahLst/>
            <a:cxnLst/>
            <a:rect l="0" t="0" r="0" b="0"/>
            <a:pathLst>
              <a:path w="719547" h="358035">
                <a:moveTo>
                  <a:pt x="0" y="239159"/>
                </a:moveTo>
                <a:lnTo>
                  <a:pt x="44972" y="177263"/>
                </a:lnTo>
                <a:lnTo>
                  <a:pt x="89943" y="124611"/>
                </a:lnTo>
                <a:lnTo>
                  <a:pt x="134915" y="81202"/>
                </a:lnTo>
                <a:lnTo>
                  <a:pt x="179887" y="47036"/>
                </a:lnTo>
                <a:lnTo>
                  <a:pt x="224858" y="22114"/>
                </a:lnTo>
                <a:lnTo>
                  <a:pt x="269830" y="6435"/>
                </a:lnTo>
                <a:lnTo>
                  <a:pt x="314802" y="0"/>
                </a:lnTo>
                <a:lnTo>
                  <a:pt x="359773" y="2808"/>
                </a:lnTo>
                <a:lnTo>
                  <a:pt x="404745" y="14860"/>
                </a:lnTo>
                <a:lnTo>
                  <a:pt x="449717" y="36155"/>
                </a:lnTo>
                <a:lnTo>
                  <a:pt x="494688" y="66693"/>
                </a:lnTo>
                <a:lnTo>
                  <a:pt x="539660" y="106475"/>
                </a:lnTo>
                <a:lnTo>
                  <a:pt x="584632" y="155500"/>
                </a:lnTo>
                <a:lnTo>
                  <a:pt x="629604" y="213768"/>
                </a:lnTo>
                <a:lnTo>
                  <a:pt x="674575" y="281280"/>
                </a:lnTo>
                <a:lnTo>
                  <a:pt x="719547" y="358035"/>
                </a:lnTo>
              </a:path>
            </a:pathLst>
          </a:custGeom>
          <a:noFill/>
          <a:ln w="4286">
            <a:solidFill>
              <a:srgbClr val="EEBB0A">
                <a:alpha val="9000"/>
              </a:srgbClr>
            </a:solidFill>
            <a:prstDash val="solid"/>
          </a:ln>
        </p:spPr>
      </p:sp>
      <p:sp>
        <p:nvSpPr>
          <p:cNvPr id="332" name="knowledge-edge">
            <a:extLst>
              <a:ext uri="{FF2B5EF4-FFF2-40B4-BE49-F238E27FC236}">
                <a16:creationId xmlns:a16="http://schemas.microsoft.com/office/drawing/2014/main" id="{3FF9E2A2-8880-4CE2-A000-D5E6E6AD131A}"/>
              </a:ext>
            </a:extLst>
          </p:cNvPr>
          <p:cNvSpPr>
            <a:spLocks noGrp="1"/>
          </p:cNvSpPr>
          <p:nvPr/>
        </p:nvSpPr>
        <p:spPr>
          <a:xfrm>
            <a:off x="9708275" y="6044046"/>
            <a:ext cx="397069" cy="125063"/>
          </a:xfrm>
          <a:custGeom>
            <a:avLst/>
            <a:gdLst/>
            <a:ahLst/>
            <a:cxnLst/>
            <a:rect l="0" t="0" r="0" b="0"/>
            <a:pathLst>
              <a:path w="397069" h="125063">
                <a:moveTo>
                  <a:pt x="0" y="125063"/>
                </a:moveTo>
                <a:lnTo>
                  <a:pt x="28362" y="115788"/>
                </a:lnTo>
                <a:lnTo>
                  <a:pt x="56724" y="106566"/>
                </a:lnTo>
                <a:lnTo>
                  <a:pt x="85086" y="97397"/>
                </a:lnTo>
                <a:lnTo>
                  <a:pt x="113448" y="88280"/>
                </a:lnTo>
                <a:lnTo>
                  <a:pt x="141810" y="79215"/>
                </a:lnTo>
                <a:lnTo>
                  <a:pt x="170172" y="70204"/>
                </a:lnTo>
                <a:lnTo>
                  <a:pt x="198534" y="61244"/>
                </a:lnTo>
                <a:lnTo>
                  <a:pt x="226896" y="52337"/>
                </a:lnTo>
                <a:lnTo>
                  <a:pt x="255259" y="43483"/>
                </a:lnTo>
                <a:lnTo>
                  <a:pt x="283621" y="34682"/>
                </a:lnTo>
                <a:lnTo>
                  <a:pt x="311983" y="25932"/>
                </a:lnTo>
                <a:lnTo>
                  <a:pt x="340345" y="17236"/>
                </a:lnTo>
                <a:lnTo>
                  <a:pt x="368707" y="8592"/>
                </a:lnTo>
                <a:lnTo>
                  <a:pt x="397069" y="0"/>
                </a:lnTo>
              </a:path>
            </a:pathLst>
          </a:custGeom>
          <a:noFill/>
          <a:ln w="6477">
            <a:solidFill>
              <a:srgbClr val="EEBB0A">
                <a:alpha val="17000"/>
              </a:srgbClr>
            </a:solidFill>
            <a:prstDash val="solid"/>
          </a:ln>
        </p:spPr>
      </p:sp>
      <p:sp>
        <p:nvSpPr>
          <p:cNvPr id="333" name="knowledge-cross-edge">
            <a:extLst>
              <a:ext uri="{FF2B5EF4-FFF2-40B4-BE49-F238E27FC236}">
                <a16:creationId xmlns:a16="http://schemas.microsoft.com/office/drawing/2014/main" id="{5CF27618-9437-409E-B8B7-C90948241901}"/>
              </a:ext>
            </a:extLst>
          </p:cNvPr>
          <p:cNvSpPr>
            <a:spLocks noGrp="1"/>
          </p:cNvSpPr>
          <p:nvPr/>
        </p:nvSpPr>
        <p:spPr>
          <a:xfrm>
            <a:off x="9708275" y="6164348"/>
            <a:ext cx="344926" cy="201841"/>
          </a:xfrm>
          <a:custGeom>
            <a:avLst/>
            <a:gdLst/>
            <a:ahLst/>
            <a:cxnLst/>
            <a:rect l="0" t="0" r="0" b="0"/>
            <a:pathLst>
              <a:path w="344926" h="201841">
                <a:moveTo>
                  <a:pt x="0" y="4761"/>
                </a:moveTo>
                <a:lnTo>
                  <a:pt x="43296" y="500"/>
                </a:lnTo>
                <a:lnTo>
                  <a:pt x="83946" y="0"/>
                </a:lnTo>
                <a:lnTo>
                  <a:pt x="121950" y="3261"/>
                </a:lnTo>
                <a:lnTo>
                  <a:pt x="157309" y="10282"/>
                </a:lnTo>
                <a:lnTo>
                  <a:pt x="190021" y="21064"/>
                </a:lnTo>
                <a:lnTo>
                  <a:pt x="220088" y="35607"/>
                </a:lnTo>
                <a:lnTo>
                  <a:pt x="247509" y="53911"/>
                </a:lnTo>
                <a:lnTo>
                  <a:pt x="272284" y="75975"/>
                </a:lnTo>
                <a:lnTo>
                  <a:pt x="294413" y="101801"/>
                </a:lnTo>
                <a:lnTo>
                  <a:pt x="313897" y="131387"/>
                </a:lnTo>
                <a:lnTo>
                  <a:pt x="330734" y="164733"/>
                </a:lnTo>
                <a:lnTo>
                  <a:pt x="344926" y="201841"/>
                </a:lnTo>
              </a:path>
            </a:pathLst>
          </a:custGeom>
          <a:noFill/>
          <a:ln w="5334">
            <a:solidFill>
              <a:srgbClr val="EEBB0A">
                <a:alpha val="13000"/>
              </a:srgbClr>
            </a:solidFill>
            <a:prstDash val="solid"/>
          </a:ln>
        </p:spPr>
      </p:sp>
      <p:sp>
        <p:nvSpPr>
          <p:cNvPr id="334" name="knowledge-long-edge">
            <a:extLst>
              <a:ext uri="{FF2B5EF4-FFF2-40B4-BE49-F238E27FC236}">
                <a16:creationId xmlns:a16="http://schemas.microsoft.com/office/drawing/2014/main" id="{0B3E2777-1B39-41C5-BAF0-BF9A4ED3691A}"/>
              </a:ext>
            </a:extLst>
          </p:cNvPr>
          <p:cNvSpPr>
            <a:spLocks noGrp="1"/>
          </p:cNvSpPr>
          <p:nvPr/>
        </p:nvSpPr>
        <p:spPr>
          <a:xfrm>
            <a:off x="9708275" y="5905519"/>
            <a:ext cx="739902" cy="263590"/>
          </a:xfrm>
          <a:custGeom>
            <a:avLst/>
            <a:gdLst/>
            <a:ahLst/>
            <a:cxnLst/>
            <a:rect l="0" t="0" r="0" b="0"/>
            <a:pathLst>
              <a:path w="739902" h="263590">
                <a:moveTo>
                  <a:pt x="0" y="263590"/>
                </a:moveTo>
                <a:lnTo>
                  <a:pt x="46244" y="205428"/>
                </a:lnTo>
                <a:lnTo>
                  <a:pt x="92488" y="154485"/>
                </a:lnTo>
                <a:lnTo>
                  <a:pt x="138732" y="110761"/>
                </a:lnTo>
                <a:lnTo>
                  <a:pt x="184976" y="74254"/>
                </a:lnTo>
                <a:lnTo>
                  <a:pt x="231219" y="44967"/>
                </a:lnTo>
                <a:lnTo>
                  <a:pt x="277463" y="22897"/>
                </a:lnTo>
                <a:lnTo>
                  <a:pt x="323707" y="8047"/>
                </a:lnTo>
                <a:lnTo>
                  <a:pt x="369951" y="414"/>
                </a:lnTo>
                <a:lnTo>
                  <a:pt x="416195" y="0"/>
                </a:lnTo>
                <a:lnTo>
                  <a:pt x="462439" y="6804"/>
                </a:lnTo>
                <a:lnTo>
                  <a:pt x="508683" y="20827"/>
                </a:lnTo>
                <a:lnTo>
                  <a:pt x="554927" y="42068"/>
                </a:lnTo>
                <a:lnTo>
                  <a:pt x="601170" y="70528"/>
                </a:lnTo>
                <a:lnTo>
                  <a:pt x="647414" y="106206"/>
                </a:lnTo>
                <a:lnTo>
                  <a:pt x="693658" y="149103"/>
                </a:lnTo>
                <a:lnTo>
                  <a:pt x="739902" y="199218"/>
                </a:lnTo>
              </a:path>
            </a:pathLst>
          </a:custGeom>
          <a:noFill/>
          <a:ln w="4286">
            <a:solidFill>
              <a:srgbClr val="EEBB0A">
                <a:alpha val="9000"/>
              </a:srgbClr>
            </a:solidFill>
            <a:prstDash val="solid"/>
          </a:ln>
        </p:spPr>
      </p:sp>
      <p:sp>
        <p:nvSpPr>
          <p:cNvPr id="335" name="knowledge-edge">
            <a:extLst>
              <a:ext uri="{FF2B5EF4-FFF2-40B4-BE49-F238E27FC236}">
                <a16:creationId xmlns:a16="http://schemas.microsoft.com/office/drawing/2014/main" id="{EACB9A8F-222D-4D20-817E-0AC8923FF91C}"/>
              </a:ext>
            </a:extLst>
          </p:cNvPr>
          <p:cNvSpPr>
            <a:spLocks noGrp="1"/>
          </p:cNvSpPr>
          <p:nvPr/>
        </p:nvSpPr>
        <p:spPr>
          <a:xfrm>
            <a:off x="9682026" y="6366189"/>
            <a:ext cx="371175" cy="106841"/>
          </a:xfrm>
          <a:custGeom>
            <a:avLst/>
            <a:gdLst/>
            <a:ahLst/>
            <a:cxnLst/>
            <a:rect l="0" t="0" r="0" b="0"/>
            <a:pathLst>
              <a:path w="371175" h="106841">
                <a:moveTo>
                  <a:pt x="0" y="96701"/>
                </a:moveTo>
                <a:lnTo>
                  <a:pt x="26512" y="101951"/>
                </a:lnTo>
                <a:lnTo>
                  <a:pt x="53025" y="105331"/>
                </a:lnTo>
                <a:lnTo>
                  <a:pt x="79537" y="106841"/>
                </a:lnTo>
                <a:lnTo>
                  <a:pt x="106050" y="106480"/>
                </a:lnTo>
                <a:lnTo>
                  <a:pt x="132562" y="104249"/>
                </a:lnTo>
                <a:lnTo>
                  <a:pt x="159075" y="100148"/>
                </a:lnTo>
                <a:lnTo>
                  <a:pt x="185587" y="94176"/>
                </a:lnTo>
                <a:lnTo>
                  <a:pt x="212100" y="86333"/>
                </a:lnTo>
                <a:lnTo>
                  <a:pt x="238612" y="76620"/>
                </a:lnTo>
                <a:lnTo>
                  <a:pt x="265125" y="65037"/>
                </a:lnTo>
                <a:lnTo>
                  <a:pt x="291637" y="51584"/>
                </a:lnTo>
                <a:lnTo>
                  <a:pt x="318150" y="36259"/>
                </a:lnTo>
                <a:lnTo>
                  <a:pt x="344662" y="19065"/>
                </a:lnTo>
                <a:lnTo>
                  <a:pt x="371175" y="0"/>
                </a:lnTo>
              </a:path>
            </a:pathLst>
          </a:custGeom>
          <a:noFill/>
          <a:ln w="6477">
            <a:solidFill>
              <a:srgbClr val="EEBB0A">
                <a:alpha val="17000"/>
              </a:srgbClr>
            </a:solidFill>
            <a:prstDash val="solid"/>
          </a:ln>
        </p:spPr>
      </p:sp>
      <p:sp>
        <p:nvSpPr>
          <p:cNvPr id="336" name="knowledge-cross-edge">
            <a:extLst>
              <a:ext uri="{FF2B5EF4-FFF2-40B4-BE49-F238E27FC236}">
                <a16:creationId xmlns:a16="http://schemas.microsoft.com/office/drawing/2014/main" id="{F3B25D35-0CCD-4902-A04E-AF84B13C3905}"/>
              </a:ext>
            </a:extLst>
          </p:cNvPr>
          <p:cNvSpPr>
            <a:spLocks noGrp="1"/>
          </p:cNvSpPr>
          <p:nvPr/>
        </p:nvSpPr>
        <p:spPr>
          <a:xfrm>
            <a:off x="9682026" y="6462890"/>
            <a:ext cx="211039" cy="129862"/>
          </a:xfrm>
          <a:custGeom>
            <a:avLst/>
            <a:gdLst/>
            <a:ahLst/>
            <a:cxnLst/>
            <a:rect l="0" t="0" r="0" b="0"/>
            <a:pathLst>
              <a:path w="211039" h="129862">
                <a:moveTo>
                  <a:pt x="0" y="0"/>
                </a:moveTo>
                <a:lnTo>
                  <a:pt x="32139" y="10565"/>
                </a:lnTo>
                <a:lnTo>
                  <a:pt x="61631" y="21177"/>
                </a:lnTo>
                <a:lnTo>
                  <a:pt x="88478" y="31835"/>
                </a:lnTo>
                <a:lnTo>
                  <a:pt x="112680" y="42540"/>
                </a:lnTo>
                <a:lnTo>
                  <a:pt x="134235" y="53292"/>
                </a:lnTo>
                <a:lnTo>
                  <a:pt x="153144" y="64091"/>
                </a:lnTo>
                <a:lnTo>
                  <a:pt x="169408" y="74936"/>
                </a:lnTo>
                <a:lnTo>
                  <a:pt x="183026" y="85827"/>
                </a:lnTo>
                <a:lnTo>
                  <a:pt x="193998" y="96766"/>
                </a:lnTo>
                <a:lnTo>
                  <a:pt x="202324" y="107751"/>
                </a:lnTo>
                <a:lnTo>
                  <a:pt x="208004" y="118783"/>
                </a:lnTo>
                <a:lnTo>
                  <a:pt x="211039" y="129862"/>
                </a:lnTo>
              </a:path>
            </a:pathLst>
          </a:custGeom>
          <a:noFill/>
          <a:ln w="5334">
            <a:solidFill>
              <a:srgbClr val="EEBB0A">
                <a:alpha val="13000"/>
              </a:srgbClr>
            </a:solidFill>
            <a:prstDash val="solid"/>
          </a:ln>
        </p:spPr>
      </p:sp>
      <p:sp>
        <p:nvSpPr>
          <p:cNvPr id="337" name="knowledge-edge">
            <a:extLst>
              <a:ext uri="{FF2B5EF4-FFF2-40B4-BE49-F238E27FC236}">
                <a16:creationId xmlns:a16="http://schemas.microsoft.com/office/drawing/2014/main" id="{A36C926E-2DFB-4E59-A72D-C2227B6F9D73}"/>
              </a:ext>
            </a:extLst>
          </p:cNvPr>
          <p:cNvSpPr>
            <a:spLocks noGrp="1"/>
          </p:cNvSpPr>
          <p:nvPr/>
        </p:nvSpPr>
        <p:spPr>
          <a:xfrm>
            <a:off x="9678915" y="6589524"/>
            <a:ext cx="214150" cy="118413"/>
          </a:xfrm>
          <a:custGeom>
            <a:avLst/>
            <a:gdLst/>
            <a:ahLst/>
            <a:cxnLst/>
            <a:rect l="0" t="0" r="0" b="0"/>
            <a:pathLst>
              <a:path w="214150" h="118413">
                <a:moveTo>
                  <a:pt x="0" y="118413"/>
                </a:moveTo>
                <a:lnTo>
                  <a:pt x="15296" y="99524"/>
                </a:lnTo>
                <a:lnTo>
                  <a:pt x="30593" y="82276"/>
                </a:lnTo>
                <a:lnTo>
                  <a:pt x="45889" y="66667"/>
                </a:lnTo>
                <a:lnTo>
                  <a:pt x="61186" y="52699"/>
                </a:lnTo>
                <a:lnTo>
                  <a:pt x="76482" y="40371"/>
                </a:lnTo>
                <a:lnTo>
                  <a:pt x="91779" y="29683"/>
                </a:lnTo>
                <a:lnTo>
                  <a:pt x="107075" y="20635"/>
                </a:lnTo>
                <a:lnTo>
                  <a:pt x="122371" y="13228"/>
                </a:lnTo>
                <a:lnTo>
                  <a:pt x="137668" y="7461"/>
                </a:lnTo>
                <a:lnTo>
                  <a:pt x="152964" y="3334"/>
                </a:lnTo>
                <a:lnTo>
                  <a:pt x="168261" y="847"/>
                </a:lnTo>
                <a:lnTo>
                  <a:pt x="183557" y="0"/>
                </a:lnTo>
                <a:lnTo>
                  <a:pt x="198853" y="794"/>
                </a:lnTo>
                <a:lnTo>
                  <a:pt x="214150" y="3227"/>
                </a:lnTo>
              </a:path>
            </a:pathLst>
          </a:custGeom>
          <a:noFill/>
          <a:ln w="6477">
            <a:solidFill>
              <a:srgbClr val="EEBB0A">
                <a:alpha val="17000"/>
              </a:srgbClr>
            </a:solidFill>
            <a:prstDash val="solid"/>
          </a:ln>
        </p:spPr>
      </p:sp>
      <p:sp>
        <p:nvSpPr>
          <p:cNvPr id="338" name="knowledge-edge">
            <a:extLst>
              <a:ext uri="{FF2B5EF4-FFF2-40B4-BE49-F238E27FC236}">
                <a16:creationId xmlns:a16="http://schemas.microsoft.com/office/drawing/2014/main" id="{5CA172A2-3C09-4FA7-AB3A-187C9F72B4BE}"/>
              </a:ext>
            </a:extLst>
          </p:cNvPr>
          <p:cNvSpPr>
            <a:spLocks noGrp="1"/>
          </p:cNvSpPr>
          <p:nvPr/>
        </p:nvSpPr>
        <p:spPr>
          <a:xfrm>
            <a:off x="10182856" y="5062748"/>
            <a:ext cx="375178" cy="194320"/>
          </a:xfrm>
          <a:custGeom>
            <a:avLst/>
            <a:gdLst/>
            <a:ahLst/>
            <a:cxnLst/>
            <a:rect l="0" t="0" r="0" b="0"/>
            <a:pathLst>
              <a:path w="375178" h="194320">
                <a:moveTo>
                  <a:pt x="0" y="194320"/>
                </a:moveTo>
                <a:lnTo>
                  <a:pt x="26798" y="163542"/>
                </a:lnTo>
                <a:lnTo>
                  <a:pt x="53597" y="135416"/>
                </a:lnTo>
                <a:lnTo>
                  <a:pt x="80395" y="109941"/>
                </a:lnTo>
                <a:lnTo>
                  <a:pt x="107194" y="87119"/>
                </a:lnTo>
                <a:lnTo>
                  <a:pt x="133992" y="66948"/>
                </a:lnTo>
                <a:lnTo>
                  <a:pt x="160790" y="49429"/>
                </a:lnTo>
                <a:lnTo>
                  <a:pt x="187589" y="34561"/>
                </a:lnTo>
                <a:lnTo>
                  <a:pt x="214387" y="22346"/>
                </a:lnTo>
                <a:lnTo>
                  <a:pt x="241186" y="12782"/>
                </a:lnTo>
                <a:lnTo>
                  <a:pt x="267984" y="5869"/>
                </a:lnTo>
                <a:lnTo>
                  <a:pt x="294782" y="1609"/>
                </a:lnTo>
                <a:lnTo>
                  <a:pt x="321581" y="0"/>
                </a:lnTo>
                <a:lnTo>
                  <a:pt x="348379" y="1043"/>
                </a:lnTo>
                <a:lnTo>
                  <a:pt x="375178" y="4738"/>
                </a:lnTo>
              </a:path>
            </a:pathLst>
          </a:custGeom>
          <a:noFill/>
          <a:ln w="6477">
            <a:solidFill>
              <a:srgbClr val="D3B815">
                <a:alpha val="17000"/>
              </a:srgbClr>
            </a:solidFill>
            <a:prstDash val="solid"/>
          </a:ln>
        </p:spPr>
      </p:sp>
      <p:sp>
        <p:nvSpPr>
          <p:cNvPr id="339" name="knowledge-cross-edge">
            <a:extLst>
              <a:ext uri="{FF2B5EF4-FFF2-40B4-BE49-F238E27FC236}">
                <a16:creationId xmlns:a16="http://schemas.microsoft.com/office/drawing/2014/main" id="{7E981F98-CC83-4EDD-996F-0A148FC5DAFE}"/>
              </a:ext>
            </a:extLst>
          </p:cNvPr>
          <p:cNvSpPr>
            <a:spLocks noGrp="1"/>
          </p:cNvSpPr>
          <p:nvPr/>
        </p:nvSpPr>
        <p:spPr>
          <a:xfrm>
            <a:off x="10182856" y="5203870"/>
            <a:ext cx="162661" cy="53198"/>
          </a:xfrm>
          <a:custGeom>
            <a:avLst/>
            <a:gdLst/>
            <a:ahLst/>
            <a:cxnLst/>
            <a:rect l="0" t="0" r="0" b="0"/>
            <a:pathLst>
              <a:path w="162661" h="53198">
                <a:moveTo>
                  <a:pt x="0" y="53198"/>
                </a:moveTo>
                <a:lnTo>
                  <a:pt x="28017" y="37986"/>
                </a:lnTo>
                <a:lnTo>
                  <a:pt x="53387" y="25313"/>
                </a:lnTo>
                <a:lnTo>
                  <a:pt x="76112" y="15178"/>
                </a:lnTo>
                <a:lnTo>
                  <a:pt x="96191" y="7581"/>
                </a:lnTo>
                <a:lnTo>
                  <a:pt x="113624" y="2521"/>
                </a:lnTo>
                <a:lnTo>
                  <a:pt x="128412" y="0"/>
                </a:lnTo>
                <a:lnTo>
                  <a:pt x="140553" y="17"/>
                </a:lnTo>
                <a:lnTo>
                  <a:pt x="150049" y="2571"/>
                </a:lnTo>
                <a:lnTo>
                  <a:pt x="156899" y="7664"/>
                </a:lnTo>
                <a:lnTo>
                  <a:pt x="161103" y="15295"/>
                </a:lnTo>
                <a:lnTo>
                  <a:pt x="162661" y="25464"/>
                </a:lnTo>
                <a:lnTo>
                  <a:pt x="161573" y="38170"/>
                </a:lnTo>
              </a:path>
            </a:pathLst>
          </a:custGeom>
          <a:noFill/>
          <a:ln w="5334">
            <a:solidFill>
              <a:srgbClr val="D3B815">
                <a:alpha val="13000"/>
              </a:srgbClr>
            </a:solidFill>
            <a:prstDash val="solid"/>
          </a:ln>
        </p:spPr>
      </p:sp>
      <p:sp>
        <p:nvSpPr>
          <p:cNvPr id="340" name="knowledge-edge">
            <a:extLst>
              <a:ext uri="{FF2B5EF4-FFF2-40B4-BE49-F238E27FC236}">
                <a16:creationId xmlns:a16="http://schemas.microsoft.com/office/drawing/2014/main" id="{013A20CD-77E7-4719-AEA8-58FED8E8E81D}"/>
              </a:ext>
            </a:extLst>
          </p:cNvPr>
          <p:cNvSpPr>
            <a:spLocks noGrp="1"/>
          </p:cNvSpPr>
          <p:nvPr/>
        </p:nvSpPr>
        <p:spPr>
          <a:xfrm>
            <a:off x="9965569" y="5215909"/>
            <a:ext cx="378861" cy="142824"/>
          </a:xfrm>
          <a:custGeom>
            <a:avLst/>
            <a:gdLst/>
            <a:ahLst/>
            <a:cxnLst/>
            <a:rect l="0" t="0" r="0" b="0"/>
            <a:pathLst>
              <a:path w="378861" h="142824">
                <a:moveTo>
                  <a:pt x="0" y="142824"/>
                </a:moveTo>
                <a:lnTo>
                  <a:pt x="27061" y="115160"/>
                </a:lnTo>
                <a:lnTo>
                  <a:pt x="54123" y="90470"/>
                </a:lnTo>
                <a:lnTo>
                  <a:pt x="81184" y="68754"/>
                </a:lnTo>
                <a:lnTo>
                  <a:pt x="108246" y="50011"/>
                </a:lnTo>
                <a:lnTo>
                  <a:pt x="135307" y="34242"/>
                </a:lnTo>
                <a:lnTo>
                  <a:pt x="162369" y="21446"/>
                </a:lnTo>
                <a:lnTo>
                  <a:pt x="189430" y="11624"/>
                </a:lnTo>
                <a:lnTo>
                  <a:pt x="216492" y="4776"/>
                </a:lnTo>
                <a:lnTo>
                  <a:pt x="243553" y="901"/>
                </a:lnTo>
                <a:lnTo>
                  <a:pt x="270615" y="0"/>
                </a:lnTo>
                <a:lnTo>
                  <a:pt x="297676" y="2072"/>
                </a:lnTo>
                <a:lnTo>
                  <a:pt x="324738" y="7118"/>
                </a:lnTo>
                <a:lnTo>
                  <a:pt x="351799" y="15138"/>
                </a:lnTo>
                <a:lnTo>
                  <a:pt x="378861" y="26131"/>
                </a:lnTo>
              </a:path>
            </a:pathLst>
          </a:custGeom>
          <a:noFill/>
          <a:ln w="6477">
            <a:solidFill>
              <a:srgbClr val="D3B815">
                <a:alpha val="17000"/>
              </a:srgbClr>
            </a:solidFill>
            <a:prstDash val="solid"/>
          </a:ln>
        </p:spPr>
      </p:sp>
      <p:sp>
        <p:nvSpPr>
          <p:cNvPr id="341" name="knowledge-cross-edge">
            <a:extLst>
              <a:ext uri="{FF2B5EF4-FFF2-40B4-BE49-F238E27FC236}">
                <a16:creationId xmlns:a16="http://schemas.microsoft.com/office/drawing/2014/main" id="{46840524-B96D-40E9-AB98-701454F1E939}"/>
              </a:ext>
            </a:extLst>
          </p:cNvPr>
          <p:cNvSpPr>
            <a:spLocks noGrp="1"/>
          </p:cNvSpPr>
          <p:nvPr/>
        </p:nvSpPr>
        <p:spPr>
          <a:xfrm>
            <a:off x="9965569" y="5050766"/>
            <a:ext cx="592465" cy="307967"/>
          </a:xfrm>
          <a:custGeom>
            <a:avLst/>
            <a:gdLst/>
            <a:ahLst/>
            <a:cxnLst/>
            <a:rect l="0" t="0" r="0" b="0"/>
            <a:pathLst>
              <a:path w="592465" h="307967">
                <a:moveTo>
                  <a:pt x="0" y="307967"/>
                </a:moveTo>
                <a:lnTo>
                  <a:pt x="34820" y="247803"/>
                </a:lnTo>
                <a:lnTo>
                  <a:pt x="72286" y="194165"/>
                </a:lnTo>
                <a:lnTo>
                  <a:pt x="112398" y="147053"/>
                </a:lnTo>
                <a:lnTo>
                  <a:pt x="155155" y="106467"/>
                </a:lnTo>
                <a:lnTo>
                  <a:pt x="200558" y="72407"/>
                </a:lnTo>
                <a:lnTo>
                  <a:pt x="248608" y="44874"/>
                </a:lnTo>
                <a:lnTo>
                  <a:pt x="299303" y="23866"/>
                </a:lnTo>
                <a:lnTo>
                  <a:pt x="352643" y="9385"/>
                </a:lnTo>
                <a:lnTo>
                  <a:pt x="408630" y="1429"/>
                </a:lnTo>
                <a:lnTo>
                  <a:pt x="467263" y="0"/>
                </a:lnTo>
                <a:lnTo>
                  <a:pt x="528541" y="5097"/>
                </a:lnTo>
                <a:lnTo>
                  <a:pt x="592465" y="16720"/>
                </a:lnTo>
              </a:path>
            </a:pathLst>
          </a:custGeom>
          <a:noFill/>
          <a:ln w="4953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342" name="knowledge-edge">
            <a:extLst>
              <a:ext uri="{FF2B5EF4-FFF2-40B4-BE49-F238E27FC236}">
                <a16:creationId xmlns:a16="http://schemas.microsoft.com/office/drawing/2014/main" id="{5C76F016-A1BB-4EF1-B94D-FFF84B740392}"/>
              </a:ext>
            </a:extLst>
          </p:cNvPr>
          <p:cNvSpPr>
            <a:spLocks noGrp="1"/>
          </p:cNvSpPr>
          <p:nvPr/>
        </p:nvSpPr>
        <p:spPr>
          <a:xfrm>
            <a:off x="10074602" y="5224861"/>
            <a:ext cx="362491" cy="165705"/>
          </a:xfrm>
          <a:custGeom>
            <a:avLst/>
            <a:gdLst/>
            <a:ahLst/>
            <a:cxnLst/>
            <a:rect l="0" t="0" r="0" b="0"/>
            <a:pathLst>
              <a:path w="362491" h="165705">
                <a:moveTo>
                  <a:pt x="0" y="165705"/>
                </a:moveTo>
                <a:lnTo>
                  <a:pt x="25892" y="138107"/>
                </a:lnTo>
                <a:lnTo>
                  <a:pt x="51784" y="113017"/>
                </a:lnTo>
                <a:lnTo>
                  <a:pt x="77677" y="90433"/>
                </a:lnTo>
                <a:lnTo>
                  <a:pt x="103569" y="70357"/>
                </a:lnTo>
                <a:lnTo>
                  <a:pt x="129461" y="52788"/>
                </a:lnTo>
                <a:lnTo>
                  <a:pt x="155353" y="37725"/>
                </a:lnTo>
                <a:lnTo>
                  <a:pt x="181246" y="25170"/>
                </a:lnTo>
                <a:lnTo>
                  <a:pt x="207138" y="15122"/>
                </a:lnTo>
                <a:lnTo>
                  <a:pt x="233030" y="7581"/>
                </a:lnTo>
                <a:lnTo>
                  <a:pt x="258922" y="2547"/>
                </a:lnTo>
                <a:lnTo>
                  <a:pt x="284815" y="20"/>
                </a:lnTo>
                <a:lnTo>
                  <a:pt x="310707" y="0"/>
                </a:lnTo>
                <a:lnTo>
                  <a:pt x="336599" y="2487"/>
                </a:lnTo>
                <a:lnTo>
                  <a:pt x="362491" y="7481"/>
                </a:lnTo>
              </a:path>
            </a:pathLst>
          </a:custGeom>
          <a:noFill/>
          <a:ln w="6477">
            <a:solidFill>
              <a:srgbClr val="D3B815">
                <a:alpha val="17000"/>
              </a:srgbClr>
            </a:solidFill>
            <a:prstDash val="solid"/>
          </a:ln>
        </p:spPr>
      </p:sp>
      <p:sp>
        <p:nvSpPr>
          <p:cNvPr id="343" name="knowledge-cross-edge">
            <a:extLst>
              <a:ext uri="{FF2B5EF4-FFF2-40B4-BE49-F238E27FC236}">
                <a16:creationId xmlns:a16="http://schemas.microsoft.com/office/drawing/2014/main" id="{AC72986C-E22E-4782-AFAE-B53E130F295B}"/>
              </a:ext>
            </a:extLst>
          </p:cNvPr>
          <p:cNvSpPr>
            <a:spLocks noGrp="1"/>
          </p:cNvSpPr>
          <p:nvPr/>
        </p:nvSpPr>
        <p:spPr>
          <a:xfrm>
            <a:off x="10074602" y="5336225"/>
            <a:ext cx="468322" cy="173194"/>
          </a:xfrm>
          <a:custGeom>
            <a:avLst/>
            <a:gdLst/>
            <a:ahLst/>
            <a:cxnLst/>
            <a:rect l="0" t="0" r="0" b="0"/>
            <a:pathLst>
              <a:path w="468322" h="173194">
                <a:moveTo>
                  <a:pt x="0" y="54341"/>
                </a:moveTo>
                <a:lnTo>
                  <a:pt x="53579" y="31947"/>
                </a:lnTo>
                <a:lnTo>
                  <a:pt x="104512" y="15426"/>
                </a:lnTo>
                <a:lnTo>
                  <a:pt x="152799" y="4777"/>
                </a:lnTo>
                <a:lnTo>
                  <a:pt x="198441" y="0"/>
                </a:lnTo>
                <a:lnTo>
                  <a:pt x="241436" y="1096"/>
                </a:lnTo>
                <a:lnTo>
                  <a:pt x="281786" y="8064"/>
                </a:lnTo>
                <a:lnTo>
                  <a:pt x="319490" y="20905"/>
                </a:lnTo>
                <a:lnTo>
                  <a:pt x="354548" y="39618"/>
                </a:lnTo>
                <a:lnTo>
                  <a:pt x="386960" y="64203"/>
                </a:lnTo>
                <a:lnTo>
                  <a:pt x="416727" y="94661"/>
                </a:lnTo>
                <a:lnTo>
                  <a:pt x="443848" y="130991"/>
                </a:lnTo>
                <a:lnTo>
                  <a:pt x="468322" y="173194"/>
                </a:lnTo>
              </a:path>
            </a:pathLst>
          </a:custGeom>
          <a:noFill/>
          <a:ln w="5334">
            <a:solidFill>
              <a:srgbClr val="D3B815">
                <a:alpha val="13000"/>
              </a:srgbClr>
            </a:solidFill>
            <a:prstDash val="solid"/>
          </a:ln>
        </p:spPr>
      </p:sp>
      <p:sp>
        <p:nvSpPr>
          <p:cNvPr id="344" name="knowledge-edge">
            <a:extLst>
              <a:ext uri="{FF2B5EF4-FFF2-40B4-BE49-F238E27FC236}">
                <a16:creationId xmlns:a16="http://schemas.microsoft.com/office/drawing/2014/main" id="{5447E20A-8DF5-48A3-9B9D-EAC5C2DD4BB3}"/>
              </a:ext>
            </a:extLst>
          </p:cNvPr>
          <p:cNvSpPr>
            <a:spLocks noGrp="1"/>
          </p:cNvSpPr>
          <p:nvPr/>
        </p:nvSpPr>
        <p:spPr>
          <a:xfrm>
            <a:off x="9909903" y="5492460"/>
            <a:ext cx="633021" cy="152775"/>
          </a:xfrm>
          <a:custGeom>
            <a:avLst/>
            <a:gdLst/>
            <a:ahLst/>
            <a:cxnLst/>
            <a:rect l="0" t="0" r="0" b="0"/>
            <a:pathLst>
              <a:path w="633021" h="152775">
                <a:moveTo>
                  <a:pt x="0" y="152775"/>
                </a:moveTo>
                <a:lnTo>
                  <a:pt x="45216" y="124951"/>
                </a:lnTo>
                <a:lnTo>
                  <a:pt x="90432" y="99915"/>
                </a:lnTo>
                <a:lnTo>
                  <a:pt x="135647" y="77667"/>
                </a:lnTo>
                <a:lnTo>
                  <a:pt x="180863" y="58207"/>
                </a:lnTo>
                <a:lnTo>
                  <a:pt x="226079" y="41535"/>
                </a:lnTo>
                <a:lnTo>
                  <a:pt x="271295" y="27652"/>
                </a:lnTo>
                <a:lnTo>
                  <a:pt x="316510" y="16557"/>
                </a:lnTo>
                <a:lnTo>
                  <a:pt x="361726" y="8250"/>
                </a:lnTo>
                <a:lnTo>
                  <a:pt x="406942" y="2731"/>
                </a:lnTo>
                <a:lnTo>
                  <a:pt x="452158" y="0"/>
                </a:lnTo>
                <a:lnTo>
                  <a:pt x="497374" y="57"/>
                </a:lnTo>
                <a:lnTo>
                  <a:pt x="542589" y="2903"/>
                </a:lnTo>
                <a:lnTo>
                  <a:pt x="587805" y="8537"/>
                </a:lnTo>
                <a:lnTo>
                  <a:pt x="633021" y="16959"/>
                </a:lnTo>
              </a:path>
            </a:pathLst>
          </a:custGeom>
          <a:noFill/>
          <a:ln w="6477">
            <a:solidFill>
              <a:srgbClr val="D3B815">
                <a:alpha val="17000"/>
              </a:srgbClr>
            </a:solidFill>
            <a:prstDash val="solid"/>
          </a:ln>
        </p:spPr>
      </p:sp>
      <p:sp>
        <p:nvSpPr>
          <p:cNvPr id="345" name="knowledge-edge">
            <a:extLst>
              <a:ext uri="{FF2B5EF4-FFF2-40B4-BE49-F238E27FC236}">
                <a16:creationId xmlns:a16="http://schemas.microsoft.com/office/drawing/2014/main" id="{AB6F73D1-D829-4F70-A11C-8517EC6EBC18}"/>
              </a:ext>
            </a:extLst>
          </p:cNvPr>
          <p:cNvSpPr>
            <a:spLocks noGrp="1"/>
          </p:cNvSpPr>
          <p:nvPr/>
        </p:nvSpPr>
        <p:spPr>
          <a:xfrm>
            <a:off x="10105344" y="5973452"/>
            <a:ext cx="189343" cy="79052"/>
          </a:xfrm>
          <a:custGeom>
            <a:avLst/>
            <a:gdLst/>
            <a:ahLst/>
            <a:cxnLst/>
            <a:rect l="0" t="0" r="0" b="0"/>
            <a:pathLst>
              <a:path w="189343" h="79052">
                <a:moveTo>
                  <a:pt x="0" y="70595"/>
                </a:moveTo>
                <a:lnTo>
                  <a:pt x="13525" y="74843"/>
                </a:lnTo>
                <a:lnTo>
                  <a:pt x="27049" y="77662"/>
                </a:lnTo>
                <a:lnTo>
                  <a:pt x="40574" y="79052"/>
                </a:lnTo>
                <a:lnTo>
                  <a:pt x="54098" y="79012"/>
                </a:lnTo>
                <a:lnTo>
                  <a:pt x="67623" y="77543"/>
                </a:lnTo>
                <a:lnTo>
                  <a:pt x="81147" y="74645"/>
                </a:lnTo>
                <a:lnTo>
                  <a:pt x="94672" y="70317"/>
                </a:lnTo>
                <a:lnTo>
                  <a:pt x="108196" y="64560"/>
                </a:lnTo>
                <a:lnTo>
                  <a:pt x="121721" y="57373"/>
                </a:lnTo>
                <a:lnTo>
                  <a:pt x="135245" y="48757"/>
                </a:lnTo>
                <a:lnTo>
                  <a:pt x="148770" y="38712"/>
                </a:lnTo>
                <a:lnTo>
                  <a:pt x="162294" y="27237"/>
                </a:lnTo>
                <a:lnTo>
                  <a:pt x="175819" y="14333"/>
                </a:lnTo>
                <a:lnTo>
                  <a:pt x="189343" y="0"/>
                </a:lnTo>
              </a:path>
            </a:pathLst>
          </a:custGeom>
          <a:noFill/>
          <a:ln w="6477">
            <a:solidFill>
              <a:srgbClr val="D3B815">
                <a:alpha val="17000"/>
              </a:srgbClr>
            </a:solidFill>
            <a:prstDash val="solid"/>
          </a:ln>
        </p:spPr>
      </p:sp>
      <p:sp>
        <p:nvSpPr>
          <p:cNvPr id="346" name="knowledge-cross-edge">
            <a:extLst>
              <a:ext uri="{FF2B5EF4-FFF2-40B4-BE49-F238E27FC236}">
                <a16:creationId xmlns:a16="http://schemas.microsoft.com/office/drawing/2014/main" id="{16B52E91-E179-4AED-8475-AC5873703F33}"/>
              </a:ext>
            </a:extLst>
          </p:cNvPr>
          <p:cNvSpPr>
            <a:spLocks noGrp="1"/>
          </p:cNvSpPr>
          <p:nvPr/>
        </p:nvSpPr>
        <p:spPr>
          <a:xfrm>
            <a:off x="10105344" y="6041690"/>
            <a:ext cx="342833" cy="63047"/>
          </a:xfrm>
          <a:custGeom>
            <a:avLst/>
            <a:gdLst/>
            <a:ahLst/>
            <a:cxnLst/>
            <a:rect l="0" t="0" r="0" b="0"/>
            <a:pathLst>
              <a:path w="342833" h="63047">
                <a:moveTo>
                  <a:pt x="0" y="2356"/>
                </a:moveTo>
                <a:lnTo>
                  <a:pt x="43122" y="554"/>
                </a:lnTo>
                <a:lnTo>
                  <a:pt x="83597" y="0"/>
                </a:lnTo>
                <a:lnTo>
                  <a:pt x="121427" y="693"/>
                </a:lnTo>
                <a:lnTo>
                  <a:pt x="156611" y="2632"/>
                </a:lnTo>
                <a:lnTo>
                  <a:pt x="189149" y="5819"/>
                </a:lnTo>
                <a:lnTo>
                  <a:pt x="219042" y="10253"/>
                </a:lnTo>
                <a:lnTo>
                  <a:pt x="246288" y="15935"/>
                </a:lnTo>
                <a:lnTo>
                  <a:pt x="270889" y="22863"/>
                </a:lnTo>
                <a:lnTo>
                  <a:pt x="292844" y="31038"/>
                </a:lnTo>
                <a:lnTo>
                  <a:pt x="312153" y="40461"/>
                </a:lnTo>
                <a:lnTo>
                  <a:pt x="328816" y="51130"/>
                </a:lnTo>
                <a:lnTo>
                  <a:pt x="342833" y="63047"/>
                </a:lnTo>
              </a:path>
            </a:pathLst>
          </a:custGeom>
          <a:noFill/>
          <a:ln w="5334">
            <a:solidFill>
              <a:srgbClr val="D3B815">
                <a:alpha val="13000"/>
              </a:srgbClr>
            </a:solidFill>
            <a:prstDash val="solid"/>
          </a:ln>
        </p:spPr>
      </p:sp>
      <p:sp>
        <p:nvSpPr>
          <p:cNvPr id="347" name="knowledge-cross-edge">
            <a:extLst>
              <a:ext uri="{FF2B5EF4-FFF2-40B4-BE49-F238E27FC236}">
                <a16:creationId xmlns:a16="http://schemas.microsoft.com/office/drawing/2014/main" id="{CFE4E5BD-5235-467C-8273-5803916CBDC1}"/>
              </a:ext>
            </a:extLst>
          </p:cNvPr>
          <p:cNvSpPr>
            <a:spLocks noGrp="1"/>
          </p:cNvSpPr>
          <p:nvPr/>
        </p:nvSpPr>
        <p:spPr>
          <a:xfrm>
            <a:off x="10105344" y="5483520"/>
            <a:ext cx="437581" cy="560527"/>
          </a:xfrm>
          <a:custGeom>
            <a:avLst/>
            <a:gdLst/>
            <a:ahLst/>
            <a:cxnLst/>
            <a:rect l="0" t="0" r="0" b="0"/>
            <a:pathLst>
              <a:path w="437581" h="560527">
                <a:moveTo>
                  <a:pt x="0" y="560527"/>
                </a:moveTo>
                <a:lnTo>
                  <a:pt x="21913" y="452722"/>
                </a:lnTo>
                <a:lnTo>
                  <a:pt x="46472" y="356418"/>
                </a:lnTo>
                <a:lnTo>
                  <a:pt x="73676" y="271615"/>
                </a:lnTo>
                <a:lnTo>
                  <a:pt x="103527" y="198311"/>
                </a:lnTo>
                <a:lnTo>
                  <a:pt x="136023" y="136509"/>
                </a:lnTo>
                <a:lnTo>
                  <a:pt x="171165" y="86206"/>
                </a:lnTo>
                <a:lnTo>
                  <a:pt x="208953" y="47404"/>
                </a:lnTo>
                <a:lnTo>
                  <a:pt x="249387" y="20102"/>
                </a:lnTo>
                <a:lnTo>
                  <a:pt x="292467" y="4301"/>
                </a:lnTo>
                <a:lnTo>
                  <a:pt x="338192" y="0"/>
                </a:lnTo>
                <a:lnTo>
                  <a:pt x="386563" y="7199"/>
                </a:lnTo>
                <a:lnTo>
                  <a:pt x="437581" y="25899"/>
                </a:lnTo>
              </a:path>
            </a:pathLst>
          </a:custGeom>
          <a:noFill/>
          <a:ln w="4953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348" name="knowledge-edge">
            <a:extLst>
              <a:ext uri="{FF2B5EF4-FFF2-40B4-BE49-F238E27FC236}">
                <a16:creationId xmlns:a16="http://schemas.microsoft.com/office/drawing/2014/main" id="{0B17B242-257B-4A3A-B21E-5E7297BED90E}"/>
              </a:ext>
            </a:extLst>
          </p:cNvPr>
          <p:cNvSpPr>
            <a:spLocks noGrp="1"/>
          </p:cNvSpPr>
          <p:nvPr/>
        </p:nvSpPr>
        <p:spPr>
          <a:xfrm>
            <a:off x="10053201" y="6104737"/>
            <a:ext cx="394976" cy="261452"/>
          </a:xfrm>
          <a:custGeom>
            <a:avLst/>
            <a:gdLst/>
            <a:ahLst/>
            <a:cxnLst/>
            <a:rect l="0" t="0" r="0" b="0"/>
            <a:pathLst>
              <a:path w="394976" h="261452">
                <a:moveTo>
                  <a:pt x="0" y="261452"/>
                </a:moveTo>
                <a:lnTo>
                  <a:pt x="28213" y="247160"/>
                </a:lnTo>
                <a:lnTo>
                  <a:pt x="56425" y="232194"/>
                </a:lnTo>
                <a:lnTo>
                  <a:pt x="84638" y="216553"/>
                </a:lnTo>
                <a:lnTo>
                  <a:pt x="112850" y="200238"/>
                </a:lnTo>
                <a:lnTo>
                  <a:pt x="141063" y="183249"/>
                </a:lnTo>
                <a:lnTo>
                  <a:pt x="169275" y="165585"/>
                </a:lnTo>
                <a:lnTo>
                  <a:pt x="197488" y="147247"/>
                </a:lnTo>
                <a:lnTo>
                  <a:pt x="225700" y="128235"/>
                </a:lnTo>
                <a:lnTo>
                  <a:pt x="253913" y="108548"/>
                </a:lnTo>
                <a:lnTo>
                  <a:pt x="282126" y="88187"/>
                </a:lnTo>
                <a:lnTo>
                  <a:pt x="310338" y="67152"/>
                </a:lnTo>
                <a:lnTo>
                  <a:pt x="338551" y="45442"/>
                </a:lnTo>
                <a:lnTo>
                  <a:pt x="366763" y="23058"/>
                </a:lnTo>
                <a:lnTo>
                  <a:pt x="394976" y="0"/>
                </a:lnTo>
              </a:path>
            </a:pathLst>
          </a:custGeom>
          <a:noFill/>
          <a:ln w="6477">
            <a:solidFill>
              <a:srgbClr val="D3B815">
                <a:alpha val="17000"/>
              </a:srgbClr>
            </a:solidFill>
            <a:prstDash val="solid"/>
          </a:ln>
        </p:spPr>
      </p:sp>
      <p:sp>
        <p:nvSpPr>
          <p:cNvPr id="349" name="knowledge-cross-edge">
            <a:extLst>
              <a:ext uri="{FF2B5EF4-FFF2-40B4-BE49-F238E27FC236}">
                <a16:creationId xmlns:a16="http://schemas.microsoft.com/office/drawing/2014/main" id="{120BDC60-CD40-48A8-93E1-4A39E3E907B2}"/>
              </a:ext>
            </a:extLst>
          </p:cNvPr>
          <p:cNvSpPr>
            <a:spLocks noGrp="1"/>
          </p:cNvSpPr>
          <p:nvPr/>
        </p:nvSpPr>
        <p:spPr>
          <a:xfrm>
            <a:off x="10053201" y="6325695"/>
            <a:ext cx="353727" cy="128657"/>
          </a:xfrm>
          <a:custGeom>
            <a:avLst/>
            <a:gdLst/>
            <a:ahLst/>
            <a:cxnLst/>
            <a:rect l="0" t="0" r="0" b="0"/>
            <a:pathLst>
              <a:path w="353727" h="128657">
                <a:moveTo>
                  <a:pt x="0" y="40494"/>
                </a:moveTo>
                <a:lnTo>
                  <a:pt x="44029" y="23819"/>
                </a:lnTo>
                <a:lnTo>
                  <a:pt x="85413" y="11512"/>
                </a:lnTo>
                <a:lnTo>
                  <a:pt x="124150" y="3572"/>
                </a:lnTo>
                <a:lnTo>
                  <a:pt x="160242" y="0"/>
                </a:lnTo>
                <a:lnTo>
                  <a:pt x="193688" y="796"/>
                </a:lnTo>
                <a:lnTo>
                  <a:pt x="224488" y="5959"/>
                </a:lnTo>
                <a:lnTo>
                  <a:pt x="252643" y="15489"/>
                </a:lnTo>
                <a:lnTo>
                  <a:pt x="278151" y="29388"/>
                </a:lnTo>
                <a:lnTo>
                  <a:pt x="301014" y="47654"/>
                </a:lnTo>
                <a:lnTo>
                  <a:pt x="321231" y="70287"/>
                </a:lnTo>
                <a:lnTo>
                  <a:pt x="338802" y="97288"/>
                </a:lnTo>
                <a:lnTo>
                  <a:pt x="353727" y="128657"/>
                </a:lnTo>
              </a:path>
            </a:pathLst>
          </a:custGeom>
          <a:noFill/>
          <a:ln w="5334">
            <a:solidFill>
              <a:srgbClr val="D3B815">
                <a:alpha val="13000"/>
              </a:srgbClr>
            </a:solidFill>
            <a:prstDash val="solid"/>
          </a:ln>
        </p:spPr>
      </p:sp>
      <p:sp>
        <p:nvSpPr>
          <p:cNvPr id="350" name="knowledge-edge">
            <a:extLst>
              <a:ext uri="{FF2B5EF4-FFF2-40B4-BE49-F238E27FC236}">
                <a16:creationId xmlns:a16="http://schemas.microsoft.com/office/drawing/2014/main" id="{ADC30A45-7E20-435B-B2E3-2D261E7D5FD9}"/>
              </a:ext>
            </a:extLst>
          </p:cNvPr>
          <p:cNvSpPr>
            <a:spLocks noGrp="1"/>
          </p:cNvSpPr>
          <p:nvPr/>
        </p:nvSpPr>
        <p:spPr>
          <a:xfrm>
            <a:off x="9893065" y="6454352"/>
            <a:ext cx="513863" cy="146984"/>
          </a:xfrm>
          <a:custGeom>
            <a:avLst/>
            <a:gdLst/>
            <a:ahLst/>
            <a:cxnLst/>
            <a:rect l="0" t="0" r="0" b="0"/>
            <a:pathLst>
              <a:path w="513863" h="146984">
                <a:moveTo>
                  <a:pt x="0" y="138399"/>
                </a:moveTo>
                <a:lnTo>
                  <a:pt x="36704" y="143578"/>
                </a:lnTo>
                <a:lnTo>
                  <a:pt x="73409" y="146440"/>
                </a:lnTo>
                <a:lnTo>
                  <a:pt x="110113" y="146984"/>
                </a:lnTo>
                <a:lnTo>
                  <a:pt x="146818" y="145210"/>
                </a:lnTo>
                <a:lnTo>
                  <a:pt x="183522" y="141119"/>
                </a:lnTo>
                <a:lnTo>
                  <a:pt x="220227" y="134710"/>
                </a:lnTo>
                <a:lnTo>
                  <a:pt x="256931" y="125983"/>
                </a:lnTo>
                <a:lnTo>
                  <a:pt x="293636" y="114938"/>
                </a:lnTo>
                <a:lnTo>
                  <a:pt x="330340" y="101576"/>
                </a:lnTo>
                <a:lnTo>
                  <a:pt x="367045" y="85896"/>
                </a:lnTo>
                <a:lnTo>
                  <a:pt x="403749" y="67899"/>
                </a:lnTo>
                <a:lnTo>
                  <a:pt x="440454" y="47584"/>
                </a:lnTo>
                <a:lnTo>
                  <a:pt x="477158" y="24951"/>
                </a:lnTo>
                <a:lnTo>
                  <a:pt x="513863" y="0"/>
                </a:lnTo>
              </a:path>
            </a:pathLst>
          </a:custGeom>
          <a:noFill/>
          <a:ln w="6477">
            <a:solidFill>
              <a:srgbClr val="D3B815">
                <a:alpha val="17000"/>
              </a:srgbClr>
            </a:solidFill>
            <a:prstDash val="solid"/>
          </a:ln>
        </p:spPr>
      </p:sp>
      <p:sp>
        <p:nvSpPr>
          <p:cNvPr id="351" name="knowledge-long-edge">
            <a:extLst>
              <a:ext uri="{FF2B5EF4-FFF2-40B4-BE49-F238E27FC236}">
                <a16:creationId xmlns:a16="http://schemas.microsoft.com/office/drawing/2014/main" id="{B4CA52A3-4D2E-4209-B383-D6B559736562}"/>
              </a:ext>
            </a:extLst>
          </p:cNvPr>
          <p:cNvSpPr>
            <a:spLocks noGrp="1"/>
          </p:cNvSpPr>
          <p:nvPr/>
        </p:nvSpPr>
        <p:spPr>
          <a:xfrm>
            <a:off x="9893065" y="6030654"/>
            <a:ext cx="1109773" cy="562097"/>
          </a:xfrm>
          <a:custGeom>
            <a:avLst/>
            <a:gdLst/>
            <a:ahLst/>
            <a:cxnLst/>
            <a:rect l="0" t="0" r="0" b="0"/>
            <a:pathLst>
              <a:path w="1109773" h="562097">
                <a:moveTo>
                  <a:pt x="0" y="562097"/>
                </a:moveTo>
                <a:lnTo>
                  <a:pt x="69361" y="454729"/>
                </a:lnTo>
                <a:lnTo>
                  <a:pt x="138722" y="358730"/>
                </a:lnTo>
                <a:lnTo>
                  <a:pt x="208082" y="274099"/>
                </a:lnTo>
                <a:lnTo>
                  <a:pt x="277443" y="200836"/>
                </a:lnTo>
                <a:lnTo>
                  <a:pt x="346804" y="138942"/>
                </a:lnTo>
                <a:lnTo>
                  <a:pt x="416165" y="88417"/>
                </a:lnTo>
                <a:lnTo>
                  <a:pt x="485526" y="49260"/>
                </a:lnTo>
                <a:lnTo>
                  <a:pt x="554886" y="21471"/>
                </a:lnTo>
                <a:lnTo>
                  <a:pt x="624247" y="5051"/>
                </a:lnTo>
                <a:lnTo>
                  <a:pt x="693608" y="0"/>
                </a:lnTo>
                <a:lnTo>
                  <a:pt x="762969" y="6317"/>
                </a:lnTo>
                <a:lnTo>
                  <a:pt x="832330" y="24003"/>
                </a:lnTo>
                <a:lnTo>
                  <a:pt x="901690" y="53057"/>
                </a:lnTo>
                <a:lnTo>
                  <a:pt x="971051" y="93480"/>
                </a:lnTo>
                <a:lnTo>
                  <a:pt x="1040412" y="145271"/>
                </a:lnTo>
                <a:lnTo>
                  <a:pt x="1109773" y="208431"/>
                </a:lnTo>
              </a:path>
            </a:pathLst>
          </a:custGeom>
          <a:noFill/>
          <a:ln w="4286">
            <a:solidFill>
              <a:srgbClr val="D3B815">
                <a:alpha val="9000"/>
              </a:srgbClr>
            </a:solidFill>
            <a:prstDash val="solid"/>
          </a:ln>
        </p:spPr>
      </p:sp>
      <p:sp>
        <p:nvSpPr>
          <p:cNvPr id="352" name="knowledge-edge">
            <a:extLst>
              <a:ext uri="{FF2B5EF4-FFF2-40B4-BE49-F238E27FC236}">
                <a16:creationId xmlns:a16="http://schemas.microsoft.com/office/drawing/2014/main" id="{964B6264-1E55-4233-BA4E-C6D1CE3F226E}"/>
              </a:ext>
            </a:extLst>
          </p:cNvPr>
          <p:cNvSpPr>
            <a:spLocks noGrp="1"/>
          </p:cNvSpPr>
          <p:nvPr/>
        </p:nvSpPr>
        <p:spPr>
          <a:xfrm>
            <a:off x="10558034" y="4852480"/>
            <a:ext cx="323891" cy="215006"/>
          </a:xfrm>
          <a:custGeom>
            <a:avLst/>
            <a:gdLst/>
            <a:ahLst/>
            <a:cxnLst/>
            <a:rect l="0" t="0" r="0" b="0"/>
            <a:pathLst>
              <a:path w="323891" h="215006">
                <a:moveTo>
                  <a:pt x="0" y="215006"/>
                </a:moveTo>
                <a:lnTo>
                  <a:pt x="23135" y="180590"/>
                </a:lnTo>
                <a:lnTo>
                  <a:pt x="46270" y="149175"/>
                </a:lnTo>
                <a:lnTo>
                  <a:pt x="69405" y="120759"/>
                </a:lnTo>
                <a:lnTo>
                  <a:pt x="92540" y="95343"/>
                </a:lnTo>
                <a:lnTo>
                  <a:pt x="115675" y="72926"/>
                </a:lnTo>
                <a:lnTo>
                  <a:pt x="138810" y="53509"/>
                </a:lnTo>
                <a:lnTo>
                  <a:pt x="161946" y="37092"/>
                </a:lnTo>
                <a:lnTo>
                  <a:pt x="185081" y="23674"/>
                </a:lnTo>
                <a:lnTo>
                  <a:pt x="208216" y="13256"/>
                </a:lnTo>
                <a:lnTo>
                  <a:pt x="231351" y="5838"/>
                </a:lnTo>
                <a:lnTo>
                  <a:pt x="254486" y="1419"/>
                </a:lnTo>
                <a:lnTo>
                  <a:pt x="277621" y="0"/>
                </a:lnTo>
                <a:lnTo>
                  <a:pt x="300756" y="1581"/>
                </a:lnTo>
                <a:lnTo>
                  <a:pt x="323891" y="6161"/>
                </a:lnTo>
              </a:path>
            </a:pathLst>
          </a:custGeom>
          <a:noFill/>
          <a:ln w="6477">
            <a:solidFill>
              <a:srgbClr val="B9B51F">
                <a:alpha val="17000"/>
              </a:srgbClr>
            </a:solidFill>
            <a:prstDash val="solid"/>
          </a:ln>
        </p:spPr>
      </p:sp>
      <p:sp>
        <p:nvSpPr>
          <p:cNvPr id="353" name="knowledge-cross-edge">
            <a:extLst>
              <a:ext uri="{FF2B5EF4-FFF2-40B4-BE49-F238E27FC236}">
                <a16:creationId xmlns:a16="http://schemas.microsoft.com/office/drawing/2014/main" id="{9BCF70DB-8834-4020-8B99-1C3BD89093AB}"/>
              </a:ext>
            </a:extLst>
          </p:cNvPr>
          <p:cNvSpPr>
            <a:spLocks noGrp="1"/>
          </p:cNvSpPr>
          <p:nvPr/>
        </p:nvSpPr>
        <p:spPr>
          <a:xfrm>
            <a:off x="10558034" y="5031189"/>
            <a:ext cx="242432" cy="36297"/>
          </a:xfrm>
          <a:custGeom>
            <a:avLst/>
            <a:gdLst/>
            <a:ahLst/>
            <a:cxnLst/>
            <a:rect l="0" t="0" r="0" b="0"/>
            <a:pathLst>
              <a:path w="242432" h="36297">
                <a:moveTo>
                  <a:pt x="0" y="36297"/>
                </a:moveTo>
                <a:lnTo>
                  <a:pt x="34755" y="30384"/>
                </a:lnTo>
                <a:lnTo>
                  <a:pt x="66864" y="24997"/>
                </a:lnTo>
                <a:lnTo>
                  <a:pt x="96327" y="20134"/>
                </a:lnTo>
                <a:lnTo>
                  <a:pt x="123144" y="15797"/>
                </a:lnTo>
                <a:lnTo>
                  <a:pt x="147316" y="11985"/>
                </a:lnTo>
                <a:lnTo>
                  <a:pt x="168841" y="8697"/>
                </a:lnTo>
                <a:lnTo>
                  <a:pt x="187721" y="5935"/>
                </a:lnTo>
                <a:lnTo>
                  <a:pt x="203955" y="3698"/>
                </a:lnTo>
                <a:lnTo>
                  <a:pt x="217543" y="1986"/>
                </a:lnTo>
                <a:lnTo>
                  <a:pt x="228485" y="799"/>
                </a:lnTo>
                <a:lnTo>
                  <a:pt x="236782" y="137"/>
                </a:lnTo>
                <a:lnTo>
                  <a:pt x="242432" y="0"/>
                </a:lnTo>
              </a:path>
            </a:pathLst>
          </a:custGeom>
          <a:noFill/>
          <a:ln w="5334">
            <a:solidFill>
              <a:srgbClr val="B9B51F">
                <a:alpha val="13000"/>
              </a:srgbClr>
            </a:solidFill>
            <a:prstDash val="solid"/>
          </a:ln>
        </p:spPr>
      </p:sp>
      <p:sp>
        <p:nvSpPr>
          <p:cNvPr id="354" name="knowledge-edge">
            <a:extLst>
              <a:ext uri="{FF2B5EF4-FFF2-40B4-BE49-F238E27FC236}">
                <a16:creationId xmlns:a16="http://schemas.microsoft.com/office/drawing/2014/main" id="{BE53939C-CDD3-49AE-A0F5-D0E4BFF3069F}"/>
              </a:ext>
            </a:extLst>
          </p:cNvPr>
          <p:cNvSpPr>
            <a:spLocks noGrp="1"/>
          </p:cNvSpPr>
          <p:nvPr/>
        </p:nvSpPr>
        <p:spPr>
          <a:xfrm>
            <a:off x="10344430" y="5031189"/>
            <a:ext cx="456037" cy="210851"/>
          </a:xfrm>
          <a:custGeom>
            <a:avLst/>
            <a:gdLst/>
            <a:ahLst/>
            <a:cxnLst/>
            <a:rect l="0" t="0" r="0" b="0"/>
            <a:pathLst>
              <a:path w="456037" h="210851">
                <a:moveTo>
                  <a:pt x="0" y="210851"/>
                </a:moveTo>
                <a:lnTo>
                  <a:pt x="32574" y="189055"/>
                </a:lnTo>
                <a:lnTo>
                  <a:pt x="65148" y="168295"/>
                </a:lnTo>
                <a:lnTo>
                  <a:pt x="97722" y="148571"/>
                </a:lnTo>
                <a:lnTo>
                  <a:pt x="130296" y="129883"/>
                </a:lnTo>
                <a:lnTo>
                  <a:pt x="162870" y="112231"/>
                </a:lnTo>
                <a:lnTo>
                  <a:pt x="195444" y="95616"/>
                </a:lnTo>
                <a:lnTo>
                  <a:pt x="228018" y="80037"/>
                </a:lnTo>
                <a:lnTo>
                  <a:pt x="260592" y="65494"/>
                </a:lnTo>
                <a:lnTo>
                  <a:pt x="293167" y="51988"/>
                </a:lnTo>
                <a:lnTo>
                  <a:pt x="325741" y="39518"/>
                </a:lnTo>
                <a:lnTo>
                  <a:pt x="358315" y="28084"/>
                </a:lnTo>
                <a:lnTo>
                  <a:pt x="390889" y="17686"/>
                </a:lnTo>
                <a:lnTo>
                  <a:pt x="423463" y="8325"/>
                </a:lnTo>
                <a:lnTo>
                  <a:pt x="456037" y="0"/>
                </a:lnTo>
              </a:path>
            </a:pathLst>
          </a:custGeom>
          <a:noFill/>
          <a:ln w="6477">
            <a:solidFill>
              <a:srgbClr val="B9B51F">
                <a:alpha val="17000"/>
              </a:srgbClr>
            </a:solidFill>
            <a:prstDash val="solid"/>
          </a:ln>
        </p:spPr>
      </p:sp>
      <p:sp>
        <p:nvSpPr>
          <p:cNvPr id="355" name="knowledge-long-edge">
            <a:extLst>
              <a:ext uri="{FF2B5EF4-FFF2-40B4-BE49-F238E27FC236}">
                <a16:creationId xmlns:a16="http://schemas.microsoft.com/office/drawing/2014/main" id="{2BB9CAF8-6103-4147-8F71-324B05B7593D}"/>
              </a:ext>
            </a:extLst>
          </p:cNvPr>
          <p:cNvSpPr>
            <a:spLocks noGrp="1"/>
          </p:cNvSpPr>
          <p:nvPr/>
        </p:nvSpPr>
        <p:spPr>
          <a:xfrm>
            <a:off x="10344430" y="4957995"/>
            <a:ext cx="1060225" cy="284045"/>
          </a:xfrm>
          <a:custGeom>
            <a:avLst/>
            <a:gdLst/>
            <a:ahLst/>
            <a:cxnLst/>
            <a:rect l="0" t="0" r="0" b="0"/>
            <a:pathLst>
              <a:path w="1060225" h="284045">
                <a:moveTo>
                  <a:pt x="0" y="284045"/>
                </a:moveTo>
                <a:lnTo>
                  <a:pt x="66264" y="223669"/>
                </a:lnTo>
                <a:lnTo>
                  <a:pt x="132528" y="170497"/>
                </a:lnTo>
                <a:lnTo>
                  <a:pt x="198792" y="124528"/>
                </a:lnTo>
                <a:lnTo>
                  <a:pt x="265056" y="85764"/>
                </a:lnTo>
                <a:lnTo>
                  <a:pt x="331320" y="54203"/>
                </a:lnTo>
                <a:lnTo>
                  <a:pt x="397585" y="29846"/>
                </a:lnTo>
                <a:lnTo>
                  <a:pt x="463849" y="12694"/>
                </a:lnTo>
                <a:lnTo>
                  <a:pt x="530113" y="2745"/>
                </a:lnTo>
                <a:lnTo>
                  <a:pt x="596377" y="0"/>
                </a:lnTo>
                <a:lnTo>
                  <a:pt x="662641" y="4459"/>
                </a:lnTo>
                <a:lnTo>
                  <a:pt x="728905" y="16122"/>
                </a:lnTo>
                <a:lnTo>
                  <a:pt x="795169" y="34989"/>
                </a:lnTo>
                <a:lnTo>
                  <a:pt x="861433" y="61060"/>
                </a:lnTo>
                <a:lnTo>
                  <a:pt x="927697" y="94335"/>
                </a:lnTo>
                <a:lnTo>
                  <a:pt x="993961" y="134814"/>
                </a:lnTo>
                <a:lnTo>
                  <a:pt x="1060225" y="182497"/>
                </a:lnTo>
              </a:path>
            </a:pathLst>
          </a:custGeom>
          <a:noFill/>
          <a:ln w="4286">
            <a:solidFill>
              <a:srgbClr val="B9B51F">
                <a:alpha val="9000"/>
              </a:srgbClr>
            </a:solidFill>
            <a:prstDash val="solid"/>
          </a:ln>
        </p:spPr>
      </p:sp>
      <p:sp>
        <p:nvSpPr>
          <p:cNvPr id="356" name="knowledge-edge">
            <a:extLst>
              <a:ext uri="{FF2B5EF4-FFF2-40B4-BE49-F238E27FC236}">
                <a16:creationId xmlns:a16="http://schemas.microsoft.com/office/drawing/2014/main" id="{E5CA0D9B-6870-4079-945E-DCBD0BA351FC}"/>
              </a:ext>
            </a:extLst>
          </p:cNvPr>
          <p:cNvSpPr>
            <a:spLocks noGrp="1"/>
          </p:cNvSpPr>
          <p:nvPr/>
        </p:nvSpPr>
        <p:spPr>
          <a:xfrm>
            <a:off x="10437093" y="5150249"/>
            <a:ext cx="302494" cy="82214"/>
          </a:xfrm>
          <a:custGeom>
            <a:avLst/>
            <a:gdLst/>
            <a:ahLst/>
            <a:cxnLst/>
            <a:rect l="0" t="0" r="0" b="0"/>
            <a:pathLst>
              <a:path w="302494" h="82214">
                <a:moveTo>
                  <a:pt x="0" y="82093"/>
                </a:moveTo>
                <a:lnTo>
                  <a:pt x="21607" y="82214"/>
                </a:lnTo>
                <a:lnTo>
                  <a:pt x="43213" y="81413"/>
                </a:lnTo>
                <a:lnTo>
                  <a:pt x="64820" y="79692"/>
                </a:lnTo>
                <a:lnTo>
                  <a:pt x="86427" y="77051"/>
                </a:lnTo>
                <a:lnTo>
                  <a:pt x="108033" y="73488"/>
                </a:lnTo>
                <a:lnTo>
                  <a:pt x="129640" y="69005"/>
                </a:lnTo>
                <a:lnTo>
                  <a:pt x="151247" y="63602"/>
                </a:lnTo>
                <a:lnTo>
                  <a:pt x="172854" y="57278"/>
                </a:lnTo>
                <a:lnTo>
                  <a:pt x="194460" y="50033"/>
                </a:lnTo>
                <a:lnTo>
                  <a:pt x="216067" y="41868"/>
                </a:lnTo>
                <a:lnTo>
                  <a:pt x="237674" y="32782"/>
                </a:lnTo>
                <a:lnTo>
                  <a:pt x="259280" y="22775"/>
                </a:lnTo>
                <a:lnTo>
                  <a:pt x="280887" y="11848"/>
                </a:lnTo>
                <a:lnTo>
                  <a:pt x="302494" y="0"/>
                </a:lnTo>
              </a:path>
            </a:pathLst>
          </a:custGeom>
          <a:noFill/>
          <a:ln w="6477">
            <a:solidFill>
              <a:srgbClr val="B9B51F">
                <a:alpha val="17000"/>
              </a:srgbClr>
            </a:solidFill>
            <a:prstDash val="solid"/>
          </a:ln>
        </p:spPr>
      </p:sp>
      <p:sp>
        <p:nvSpPr>
          <p:cNvPr id="357" name="knowledge-cross-edge">
            <a:extLst>
              <a:ext uri="{FF2B5EF4-FFF2-40B4-BE49-F238E27FC236}">
                <a16:creationId xmlns:a16="http://schemas.microsoft.com/office/drawing/2014/main" id="{149D99CE-91CD-4466-98C3-BEF2C978D314}"/>
              </a:ext>
            </a:extLst>
          </p:cNvPr>
          <p:cNvSpPr>
            <a:spLocks noGrp="1"/>
          </p:cNvSpPr>
          <p:nvPr/>
        </p:nvSpPr>
        <p:spPr>
          <a:xfrm>
            <a:off x="10437093" y="5203492"/>
            <a:ext cx="531950" cy="205966"/>
          </a:xfrm>
          <a:custGeom>
            <a:avLst/>
            <a:gdLst/>
            <a:ahLst/>
            <a:cxnLst/>
            <a:rect l="0" t="0" r="0" b="0"/>
            <a:pathLst>
              <a:path w="531950" h="205966">
                <a:moveTo>
                  <a:pt x="0" y="28851"/>
                </a:moveTo>
                <a:lnTo>
                  <a:pt x="58881" y="13817"/>
                </a:lnTo>
                <a:lnTo>
                  <a:pt x="115117" y="4200"/>
                </a:lnTo>
                <a:lnTo>
                  <a:pt x="168706" y="0"/>
                </a:lnTo>
                <a:lnTo>
                  <a:pt x="219650" y="1217"/>
                </a:lnTo>
                <a:lnTo>
                  <a:pt x="267948" y="7851"/>
                </a:lnTo>
                <a:lnTo>
                  <a:pt x="313600" y="19902"/>
                </a:lnTo>
                <a:lnTo>
                  <a:pt x="356606" y="37370"/>
                </a:lnTo>
                <a:lnTo>
                  <a:pt x="396967" y="60255"/>
                </a:lnTo>
                <a:lnTo>
                  <a:pt x="434681" y="88558"/>
                </a:lnTo>
                <a:lnTo>
                  <a:pt x="469750" y="122277"/>
                </a:lnTo>
                <a:lnTo>
                  <a:pt x="502173" y="161413"/>
                </a:lnTo>
                <a:lnTo>
                  <a:pt x="531950" y="205966"/>
                </a:lnTo>
              </a:path>
            </a:pathLst>
          </a:custGeom>
          <a:noFill/>
          <a:ln w="5334">
            <a:solidFill>
              <a:srgbClr val="B9B51F">
                <a:alpha val="13000"/>
              </a:srgbClr>
            </a:solidFill>
            <a:prstDash val="solid"/>
          </a:ln>
        </p:spPr>
      </p:sp>
      <p:sp>
        <p:nvSpPr>
          <p:cNvPr id="358" name="knowledge-edge">
            <a:extLst>
              <a:ext uri="{FF2B5EF4-FFF2-40B4-BE49-F238E27FC236}">
                <a16:creationId xmlns:a16="http://schemas.microsoft.com/office/drawing/2014/main" id="{45FD7D91-02A1-4808-B816-B5431B01173E}"/>
              </a:ext>
            </a:extLst>
          </p:cNvPr>
          <p:cNvSpPr>
            <a:spLocks noGrp="1"/>
          </p:cNvSpPr>
          <p:nvPr/>
        </p:nvSpPr>
        <p:spPr>
          <a:xfrm>
            <a:off x="10542924" y="5409458"/>
            <a:ext cx="426119" cy="99961"/>
          </a:xfrm>
          <a:custGeom>
            <a:avLst/>
            <a:gdLst/>
            <a:ahLst/>
            <a:cxnLst/>
            <a:rect l="0" t="0" r="0" b="0"/>
            <a:pathLst>
              <a:path w="426119" h="99961">
                <a:moveTo>
                  <a:pt x="0" y="99961"/>
                </a:moveTo>
                <a:lnTo>
                  <a:pt x="30437" y="91515"/>
                </a:lnTo>
                <a:lnTo>
                  <a:pt x="60874" y="83270"/>
                </a:lnTo>
                <a:lnTo>
                  <a:pt x="91311" y="75225"/>
                </a:lnTo>
                <a:lnTo>
                  <a:pt x="121748" y="67382"/>
                </a:lnTo>
                <a:lnTo>
                  <a:pt x="152185" y="59740"/>
                </a:lnTo>
                <a:lnTo>
                  <a:pt x="182622" y="52298"/>
                </a:lnTo>
                <a:lnTo>
                  <a:pt x="213060" y="45058"/>
                </a:lnTo>
                <a:lnTo>
                  <a:pt x="243497" y="38018"/>
                </a:lnTo>
                <a:lnTo>
                  <a:pt x="273934" y="31180"/>
                </a:lnTo>
                <a:lnTo>
                  <a:pt x="304371" y="24542"/>
                </a:lnTo>
                <a:lnTo>
                  <a:pt x="334808" y="18105"/>
                </a:lnTo>
                <a:lnTo>
                  <a:pt x="365245" y="11869"/>
                </a:lnTo>
                <a:lnTo>
                  <a:pt x="395682" y="5834"/>
                </a:lnTo>
                <a:lnTo>
                  <a:pt x="426119" y="0"/>
                </a:lnTo>
              </a:path>
            </a:pathLst>
          </a:custGeom>
          <a:noFill/>
          <a:ln w="6477">
            <a:solidFill>
              <a:srgbClr val="B9B51F">
                <a:alpha val="17000"/>
              </a:srgbClr>
            </a:solidFill>
            <a:prstDash val="solid"/>
          </a:ln>
        </p:spPr>
      </p:sp>
      <p:sp>
        <p:nvSpPr>
          <p:cNvPr id="359" name="knowledge-edge">
            <a:extLst>
              <a:ext uri="{FF2B5EF4-FFF2-40B4-BE49-F238E27FC236}">
                <a16:creationId xmlns:a16="http://schemas.microsoft.com/office/drawing/2014/main" id="{8AF6713D-86E0-4985-A95D-F7E2B73ECA38}"/>
              </a:ext>
            </a:extLst>
          </p:cNvPr>
          <p:cNvSpPr>
            <a:spLocks noGrp="1"/>
          </p:cNvSpPr>
          <p:nvPr/>
        </p:nvSpPr>
        <p:spPr>
          <a:xfrm>
            <a:off x="10294687" y="5699443"/>
            <a:ext cx="503867" cy="274009"/>
          </a:xfrm>
          <a:custGeom>
            <a:avLst/>
            <a:gdLst/>
            <a:ahLst/>
            <a:cxnLst/>
            <a:rect l="0" t="0" r="0" b="0"/>
            <a:pathLst>
              <a:path w="503867" h="274009">
                <a:moveTo>
                  <a:pt x="0" y="274009"/>
                </a:moveTo>
                <a:lnTo>
                  <a:pt x="35991" y="241706"/>
                </a:lnTo>
                <a:lnTo>
                  <a:pt x="71981" y="211362"/>
                </a:lnTo>
                <a:lnTo>
                  <a:pt x="107972" y="182977"/>
                </a:lnTo>
                <a:lnTo>
                  <a:pt x="143962" y="156550"/>
                </a:lnTo>
                <a:lnTo>
                  <a:pt x="179953" y="132081"/>
                </a:lnTo>
                <a:lnTo>
                  <a:pt x="215943" y="109572"/>
                </a:lnTo>
                <a:lnTo>
                  <a:pt x="251934" y="89020"/>
                </a:lnTo>
                <a:lnTo>
                  <a:pt x="287924" y="70428"/>
                </a:lnTo>
                <a:lnTo>
                  <a:pt x="323915" y="53793"/>
                </a:lnTo>
                <a:lnTo>
                  <a:pt x="359905" y="39118"/>
                </a:lnTo>
                <a:lnTo>
                  <a:pt x="395896" y="26400"/>
                </a:lnTo>
                <a:lnTo>
                  <a:pt x="431886" y="15642"/>
                </a:lnTo>
                <a:lnTo>
                  <a:pt x="467877" y="6842"/>
                </a:lnTo>
                <a:lnTo>
                  <a:pt x="503867" y="0"/>
                </a:lnTo>
              </a:path>
            </a:pathLst>
          </a:custGeom>
          <a:noFill/>
          <a:ln w="6477">
            <a:solidFill>
              <a:srgbClr val="B9B51F">
                <a:alpha val="17000"/>
              </a:srgbClr>
            </a:solidFill>
            <a:prstDash val="solid"/>
          </a:ln>
        </p:spPr>
      </p:sp>
      <p:sp>
        <p:nvSpPr>
          <p:cNvPr id="360" name="knowledge-cross-edge">
            <a:extLst>
              <a:ext uri="{FF2B5EF4-FFF2-40B4-BE49-F238E27FC236}">
                <a16:creationId xmlns:a16="http://schemas.microsoft.com/office/drawing/2014/main" id="{A754E440-A432-4A49-BEE9-FD17358C7E5E}"/>
              </a:ext>
            </a:extLst>
          </p:cNvPr>
          <p:cNvSpPr>
            <a:spLocks noGrp="1"/>
          </p:cNvSpPr>
          <p:nvPr/>
        </p:nvSpPr>
        <p:spPr>
          <a:xfrm>
            <a:off x="10294687" y="5973452"/>
            <a:ext cx="738187" cy="74800"/>
          </a:xfrm>
          <a:custGeom>
            <a:avLst/>
            <a:gdLst/>
            <a:ahLst/>
            <a:cxnLst/>
            <a:rect l="0" t="0" r="0" b="0"/>
            <a:pathLst>
              <a:path w="738187" h="74800">
                <a:moveTo>
                  <a:pt x="0" y="0"/>
                </a:moveTo>
                <a:lnTo>
                  <a:pt x="76068" y="9216"/>
                </a:lnTo>
                <a:lnTo>
                  <a:pt x="149489" y="17890"/>
                </a:lnTo>
                <a:lnTo>
                  <a:pt x="220265" y="26022"/>
                </a:lnTo>
                <a:lnTo>
                  <a:pt x="288396" y="33611"/>
                </a:lnTo>
                <a:lnTo>
                  <a:pt x="353880" y="40657"/>
                </a:lnTo>
                <a:lnTo>
                  <a:pt x="416718" y="47162"/>
                </a:lnTo>
                <a:lnTo>
                  <a:pt x="476911" y="53124"/>
                </a:lnTo>
                <a:lnTo>
                  <a:pt x="534458" y="58544"/>
                </a:lnTo>
                <a:lnTo>
                  <a:pt x="589359" y="63421"/>
                </a:lnTo>
                <a:lnTo>
                  <a:pt x="641614" y="67756"/>
                </a:lnTo>
                <a:lnTo>
                  <a:pt x="691223" y="71549"/>
                </a:lnTo>
                <a:lnTo>
                  <a:pt x="738187" y="74800"/>
                </a:lnTo>
              </a:path>
            </a:pathLst>
          </a:custGeom>
          <a:noFill/>
          <a:ln w="5334">
            <a:solidFill>
              <a:srgbClr val="B9B51F">
                <a:alpha val="13000"/>
              </a:srgbClr>
            </a:solidFill>
            <a:prstDash val="solid"/>
          </a:ln>
        </p:spPr>
      </p:sp>
      <p:sp>
        <p:nvSpPr>
          <p:cNvPr id="361" name="knowledge-edge">
            <a:extLst>
              <a:ext uri="{FF2B5EF4-FFF2-40B4-BE49-F238E27FC236}">
                <a16:creationId xmlns:a16="http://schemas.microsoft.com/office/drawing/2014/main" id="{E85AC6E8-EAE6-4A2E-BC7D-219D4D1E7DD1}"/>
              </a:ext>
            </a:extLst>
          </p:cNvPr>
          <p:cNvSpPr>
            <a:spLocks noGrp="1"/>
          </p:cNvSpPr>
          <p:nvPr/>
        </p:nvSpPr>
        <p:spPr>
          <a:xfrm>
            <a:off x="10448177" y="6048251"/>
            <a:ext cx="584697" cy="79314"/>
          </a:xfrm>
          <a:custGeom>
            <a:avLst/>
            <a:gdLst/>
            <a:ahLst/>
            <a:cxnLst/>
            <a:rect l="0" t="0" r="0" b="0"/>
            <a:pathLst>
              <a:path w="584697" h="79314">
                <a:moveTo>
                  <a:pt x="0" y="56486"/>
                </a:moveTo>
                <a:lnTo>
                  <a:pt x="41764" y="64874"/>
                </a:lnTo>
                <a:lnTo>
                  <a:pt x="83528" y="71350"/>
                </a:lnTo>
                <a:lnTo>
                  <a:pt x="125292" y="75916"/>
                </a:lnTo>
                <a:lnTo>
                  <a:pt x="167056" y="78570"/>
                </a:lnTo>
                <a:lnTo>
                  <a:pt x="208820" y="79314"/>
                </a:lnTo>
                <a:lnTo>
                  <a:pt x="250584" y="78146"/>
                </a:lnTo>
                <a:lnTo>
                  <a:pt x="292348" y="75066"/>
                </a:lnTo>
                <a:lnTo>
                  <a:pt x="334113" y="70076"/>
                </a:lnTo>
                <a:lnTo>
                  <a:pt x="375877" y="63175"/>
                </a:lnTo>
                <a:lnTo>
                  <a:pt x="417641" y="54362"/>
                </a:lnTo>
                <a:lnTo>
                  <a:pt x="459405" y="43638"/>
                </a:lnTo>
                <a:lnTo>
                  <a:pt x="501169" y="31003"/>
                </a:lnTo>
                <a:lnTo>
                  <a:pt x="542933" y="16457"/>
                </a:lnTo>
                <a:lnTo>
                  <a:pt x="584697" y="0"/>
                </a:lnTo>
              </a:path>
            </a:pathLst>
          </a:custGeom>
          <a:noFill/>
          <a:ln w="6477">
            <a:solidFill>
              <a:srgbClr val="B9B51F">
                <a:alpha val="17000"/>
              </a:srgbClr>
            </a:solidFill>
            <a:prstDash val="solid"/>
          </a:ln>
        </p:spPr>
      </p:sp>
      <p:sp>
        <p:nvSpPr>
          <p:cNvPr id="362" name="knowledge-edge">
            <a:extLst>
              <a:ext uri="{FF2B5EF4-FFF2-40B4-BE49-F238E27FC236}">
                <a16:creationId xmlns:a16="http://schemas.microsoft.com/office/drawing/2014/main" id="{8B1F14AA-873A-435D-8677-4822F0734CA5}"/>
              </a:ext>
            </a:extLst>
          </p:cNvPr>
          <p:cNvSpPr>
            <a:spLocks noGrp="1"/>
          </p:cNvSpPr>
          <p:nvPr/>
        </p:nvSpPr>
        <p:spPr>
          <a:xfrm>
            <a:off x="10406928" y="6239085"/>
            <a:ext cx="595910" cy="215268"/>
          </a:xfrm>
          <a:custGeom>
            <a:avLst/>
            <a:gdLst/>
            <a:ahLst/>
            <a:cxnLst/>
            <a:rect l="0" t="0" r="0" b="0"/>
            <a:pathLst>
              <a:path w="595910" h="215268">
                <a:moveTo>
                  <a:pt x="0" y="215268"/>
                </a:moveTo>
                <a:lnTo>
                  <a:pt x="42565" y="201301"/>
                </a:lnTo>
                <a:lnTo>
                  <a:pt x="85130" y="187117"/>
                </a:lnTo>
                <a:lnTo>
                  <a:pt x="127695" y="172716"/>
                </a:lnTo>
                <a:lnTo>
                  <a:pt x="170260" y="158098"/>
                </a:lnTo>
                <a:lnTo>
                  <a:pt x="212825" y="143264"/>
                </a:lnTo>
                <a:lnTo>
                  <a:pt x="255390" y="128213"/>
                </a:lnTo>
                <a:lnTo>
                  <a:pt x="297955" y="112945"/>
                </a:lnTo>
                <a:lnTo>
                  <a:pt x="340520" y="97460"/>
                </a:lnTo>
                <a:lnTo>
                  <a:pt x="383085" y="81759"/>
                </a:lnTo>
                <a:lnTo>
                  <a:pt x="425650" y="65841"/>
                </a:lnTo>
                <a:lnTo>
                  <a:pt x="468215" y="49706"/>
                </a:lnTo>
                <a:lnTo>
                  <a:pt x="510780" y="33354"/>
                </a:lnTo>
                <a:lnTo>
                  <a:pt x="553345" y="16785"/>
                </a:lnTo>
                <a:lnTo>
                  <a:pt x="595910" y="0"/>
                </a:lnTo>
              </a:path>
            </a:pathLst>
          </a:custGeom>
          <a:noFill/>
          <a:ln w="6477">
            <a:solidFill>
              <a:srgbClr val="B9B51F">
                <a:alpha val="17000"/>
              </a:srgbClr>
            </a:solidFill>
            <a:prstDash val="solid"/>
          </a:ln>
        </p:spPr>
      </p:sp>
      <p:sp>
        <p:nvSpPr>
          <p:cNvPr id="363" name="knowledge-cross-edge">
            <a:extLst>
              <a:ext uri="{FF2B5EF4-FFF2-40B4-BE49-F238E27FC236}">
                <a16:creationId xmlns:a16="http://schemas.microsoft.com/office/drawing/2014/main" id="{6167D48D-DCFB-4994-BCAB-E4CCCF0A0724}"/>
              </a:ext>
            </a:extLst>
          </p:cNvPr>
          <p:cNvSpPr>
            <a:spLocks noGrp="1"/>
          </p:cNvSpPr>
          <p:nvPr/>
        </p:nvSpPr>
        <p:spPr>
          <a:xfrm>
            <a:off x="10406928" y="6048033"/>
            <a:ext cx="625946" cy="406320"/>
          </a:xfrm>
          <a:custGeom>
            <a:avLst/>
            <a:gdLst/>
            <a:ahLst/>
            <a:cxnLst/>
            <a:rect l="0" t="0" r="0" b="0"/>
            <a:pathLst>
              <a:path w="625946" h="406320">
                <a:moveTo>
                  <a:pt x="0" y="406320"/>
                </a:moveTo>
                <a:lnTo>
                  <a:pt x="37610" y="338418"/>
                </a:lnTo>
                <a:lnTo>
                  <a:pt x="77866" y="276708"/>
                </a:lnTo>
                <a:lnTo>
                  <a:pt x="120768" y="221192"/>
                </a:lnTo>
                <a:lnTo>
                  <a:pt x="166315" y="171868"/>
                </a:lnTo>
                <a:lnTo>
                  <a:pt x="214509" y="128737"/>
                </a:lnTo>
                <a:lnTo>
                  <a:pt x="265348" y="91799"/>
                </a:lnTo>
                <a:lnTo>
                  <a:pt x="318833" y="61054"/>
                </a:lnTo>
                <a:lnTo>
                  <a:pt x="374964" y="36501"/>
                </a:lnTo>
                <a:lnTo>
                  <a:pt x="433741" y="18141"/>
                </a:lnTo>
                <a:lnTo>
                  <a:pt x="495163" y="5974"/>
                </a:lnTo>
                <a:lnTo>
                  <a:pt x="559232" y="0"/>
                </a:lnTo>
                <a:lnTo>
                  <a:pt x="625946" y="219"/>
                </a:lnTo>
              </a:path>
            </a:pathLst>
          </a:custGeom>
          <a:noFill/>
          <a:ln w="4953">
            <a:solidFill>
              <a:srgbClr val="B9B51F">
                <a:alpha val="12000"/>
              </a:srgbClr>
            </a:solidFill>
            <a:prstDash val="solid"/>
          </a:ln>
        </p:spPr>
      </p:sp>
      <p:sp>
        <p:nvSpPr>
          <p:cNvPr id="364" name="knowledge-edge">
            <a:extLst>
              <a:ext uri="{FF2B5EF4-FFF2-40B4-BE49-F238E27FC236}">
                <a16:creationId xmlns:a16="http://schemas.microsoft.com/office/drawing/2014/main" id="{1B032EE9-CD6F-4986-99C4-F16AD00CE01F}"/>
              </a:ext>
            </a:extLst>
          </p:cNvPr>
          <p:cNvSpPr>
            <a:spLocks noGrp="1"/>
          </p:cNvSpPr>
          <p:nvPr/>
        </p:nvSpPr>
        <p:spPr>
          <a:xfrm>
            <a:off x="10881925" y="4592316"/>
            <a:ext cx="421520" cy="266325"/>
          </a:xfrm>
          <a:custGeom>
            <a:avLst/>
            <a:gdLst/>
            <a:ahLst/>
            <a:cxnLst/>
            <a:rect l="0" t="0" r="0" b="0"/>
            <a:pathLst>
              <a:path w="421520" h="266325">
                <a:moveTo>
                  <a:pt x="0" y="266325"/>
                </a:moveTo>
                <a:lnTo>
                  <a:pt x="30109" y="253863"/>
                </a:lnTo>
                <a:lnTo>
                  <a:pt x="60217" y="240392"/>
                </a:lnTo>
                <a:lnTo>
                  <a:pt x="90326" y="225911"/>
                </a:lnTo>
                <a:lnTo>
                  <a:pt x="120434" y="210421"/>
                </a:lnTo>
                <a:lnTo>
                  <a:pt x="150543" y="193921"/>
                </a:lnTo>
                <a:lnTo>
                  <a:pt x="180652" y="176412"/>
                </a:lnTo>
                <a:lnTo>
                  <a:pt x="210760" y="157894"/>
                </a:lnTo>
                <a:lnTo>
                  <a:pt x="240869" y="138366"/>
                </a:lnTo>
                <a:lnTo>
                  <a:pt x="270977" y="117829"/>
                </a:lnTo>
                <a:lnTo>
                  <a:pt x="301086" y="96282"/>
                </a:lnTo>
                <a:lnTo>
                  <a:pt x="331195" y="73725"/>
                </a:lnTo>
                <a:lnTo>
                  <a:pt x="361303" y="50160"/>
                </a:lnTo>
                <a:lnTo>
                  <a:pt x="391412" y="25585"/>
                </a:lnTo>
                <a:lnTo>
                  <a:pt x="421520" y="0"/>
                </a:lnTo>
              </a:path>
            </a:pathLst>
          </a:custGeom>
          <a:noFill/>
          <a:ln w="6477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365" name="knowledge-edge">
            <a:extLst>
              <a:ext uri="{FF2B5EF4-FFF2-40B4-BE49-F238E27FC236}">
                <a16:creationId xmlns:a16="http://schemas.microsoft.com/office/drawing/2014/main" id="{03D59A6D-7CE4-4D0D-BCCE-A47F5358B606}"/>
              </a:ext>
            </a:extLst>
          </p:cNvPr>
          <p:cNvSpPr>
            <a:spLocks noGrp="1"/>
          </p:cNvSpPr>
          <p:nvPr/>
        </p:nvSpPr>
        <p:spPr>
          <a:xfrm>
            <a:off x="10800466" y="4773022"/>
            <a:ext cx="585021" cy="258166"/>
          </a:xfrm>
          <a:custGeom>
            <a:avLst/>
            <a:gdLst/>
            <a:ahLst/>
            <a:cxnLst/>
            <a:rect l="0" t="0" r="0" b="0"/>
            <a:pathLst>
              <a:path w="585021" h="258166">
                <a:moveTo>
                  <a:pt x="0" y="258166"/>
                </a:moveTo>
                <a:lnTo>
                  <a:pt x="41787" y="240900"/>
                </a:lnTo>
                <a:lnTo>
                  <a:pt x="83574" y="223453"/>
                </a:lnTo>
                <a:lnTo>
                  <a:pt x="125362" y="205825"/>
                </a:lnTo>
                <a:lnTo>
                  <a:pt x="167149" y="188017"/>
                </a:lnTo>
                <a:lnTo>
                  <a:pt x="208936" y="170028"/>
                </a:lnTo>
                <a:lnTo>
                  <a:pt x="250723" y="151858"/>
                </a:lnTo>
                <a:lnTo>
                  <a:pt x="292510" y="133508"/>
                </a:lnTo>
                <a:lnTo>
                  <a:pt x="334298" y="114978"/>
                </a:lnTo>
                <a:lnTo>
                  <a:pt x="376085" y="96266"/>
                </a:lnTo>
                <a:lnTo>
                  <a:pt x="417872" y="77374"/>
                </a:lnTo>
                <a:lnTo>
                  <a:pt x="459659" y="58302"/>
                </a:lnTo>
                <a:lnTo>
                  <a:pt x="501446" y="39048"/>
                </a:lnTo>
                <a:lnTo>
                  <a:pt x="543234" y="19614"/>
                </a:lnTo>
                <a:lnTo>
                  <a:pt x="585021" y="0"/>
                </a:lnTo>
              </a:path>
            </a:pathLst>
          </a:custGeom>
          <a:noFill/>
          <a:ln w="6477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366" name="knowledge-edge">
            <a:extLst>
              <a:ext uri="{FF2B5EF4-FFF2-40B4-BE49-F238E27FC236}">
                <a16:creationId xmlns:a16="http://schemas.microsoft.com/office/drawing/2014/main" id="{735CBECE-5240-408F-8B1A-49D398580EE5}"/>
              </a:ext>
            </a:extLst>
          </p:cNvPr>
          <p:cNvSpPr>
            <a:spLocks noGrp="1"/>
          </p:cNvSpPr>
          <p:nvPr/>
        </p:nvSpPr>
        <p:spPr>
          <a:xfrm>
            <a:off x="10739587" y="5118443"/>
            <a:ext cx="665068" cy="31806"/>
          </a:xfrm>
          <a:custGeom>
            <a:avLst/>
            <a:gdLst/>
            <a:ahLst/>
            <a:cxnLst/>
            <a:rect l="0" t="0" r="0" b="0"/>
            <a:pathLst>
              <a:path w="665068" h="31806">
                <a:moveTo>
                  <a:pt x="0" y="31806"/>
                </a:moveTo>
                <a:lnTo>
                  <a:pt x="47505" y="24005"/>
                </a:lnTo>
                <a:lnTo>
                  <a:pt x="95010" y="17297"/>
                </a:lnTo>
                <a:lnTo>
                  <a:pt x="142515" y="11682"/>
                </a:lnTo>
                <a:lnTo>
                  <a:pt x="190020" y="7160"/>
                </a:lnTo>
                <a:lnTo>
                  <a:pt x="237524" y="3730"/>
                </a:lnTo>
                <a:lnTo>
                  <a:pt x="285029" y="1394"/>
                </a:lnTo>
                <a:lnTo>
                  <a:pt x="332534" y="151"/>
                </a:lnTo>
                <a:lnTo>
                  <a:pt x="380039" y="0"/>
                </a:lnTo>
                <a:lnTo>
                  <a:pt x="427544" y="942"/>
                </a:lnTo>
                <a:lnTo>
                  <a:pt x="475049" y="2978"/>
                </a:lnTo>
                <a:lnTo>
                  <a:pt x="522554" y="6106"/>
                </a:lnTo>
                <a:lnTo>
                  <a:pt x="570059" y="10327"/>
                </a:lnTo>
                <a:lnTo>
                  <a:pt x="617563" y="15641"/>
                </a:lnTo>
                <a:lnTo>
                  <a:pt x="665068" y="22048"/>
                </a:lnTo>
              </a:path>
            </a:pathLst>
          </a:custGeom>
          <a:noFill/>
          <a:ln w="6477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367" name="knowledge-long-edge">
            <a:extLst>
              <a:ext uri="{FF2B5EF4-FFF2-40B4-BE49-F238E27FC236}">
                <a16:creationId xmlns:a16="http://schemas.microsoft.com/office/drawing/2014/main" id="{66128747-AD02-46B6-96B9-54EDD61FA02D}"/>
              </a:ext>
            </a:extLst>
          </p:cNvPr>
          <p:cNvSpPr>
            <a:spLocks noGrp="1"/>
          </p:cNvSpPr>
          <p:nvPr/>
        </p:nvSpPr>
        <p:spPr>
          <a:xfrm>
            <a:off x="10739587" y="4519245"/>
            <a:ext cx="1066722" cy="631004"/>
          </a:xfrm>
          <a:custGeom>
            <a:avLst/>
            <a:gdLst/>
            <a:ahLst/>
            <a:cxnLst/>
            <a:rect l="0" t="0" r="0" b="0"/>
            <a:pathLst>
              <a:path w="1066722" h="631004">
                <a:moveTo>
                  <a:pt x="0" y="631004"/>
                </a:moveTo>
                <a:lnTo>
                  <a:pt x="66670" y="510551"/>
                </a:lnTo>
                <a:lnTo>
                  <a:pt x="133340" y="402844"/>
                </a:lnTo>
                <a:lnTo>
                  <a:pt x="200010" y="307881"/>
                </a:lnTo>
                <a:lnTo>
                  <a:pt x="266681" y="225663"/>
                </a:lnTo>
                <a:lnTo>
                  <a:pt x="333351" y="156190"/>
                </a:lnTo>
                <a:lnTo>
                  <a:pt x="400021" y="99462"/>
                </a:lnTo>
                <a:lnTo>
                  <a:pt x="466691" y="55479"/>
                </a:lnTo>
                <a:lnTo>
                  <a:pt x="533361" y="24241"/>
                </a:lnTo>
                <a:lnTo>
                  <a:pt x="600031" y="5748"/>
                </a:lnTo>
                <a:lnTo>
                  <a:pt x="666701" y="0"/>
                </a:lnTo>
                <a:lnTo>
                  <a:pt x="733372" y="6997"/>
                </a:lnTo>
                <a:lnTo>
                  <a:pt x="800042" y="26739"/>
                </a:lnTo>
                <a:lnTo>
                  <a:pt x="866712" y="59225"/>
                </a:lnTo>
                <a:lnTo>
                  <a:pt x="933382" y="104457"/>
                </a:lnTo>
                <a:lnTo>
                  <a:pt x="1000052" y="162434"/>
                </a:lnTo>
                <a:lnTo>
                  <a:pt x="1066722" y="233156"/>
                </a:lnTo>
              </a:path>
            </a:pathLst>
          </a:custGeom>
          <a:noFill/>
          <a:ln w="4286">
            <a:solidFill>
              <a:srgbClr val="9EB329">
                <a:alpha val="9000"/>
              </a:srgbClr>
            </a:solidFill>
            <a:prstDash val="solid"/>
          </a:ln>
        </p:spPr>
      </p:sp>
      <p:sp>
        <p:nvSpPr>
          <p:cNvPr id="368" name="knowledge-edge">
            <a:extLst>
              <a:ext uri="{FF2B5EF4-FFF2-40B4-BE49-F238E27FC236}">
                <a16:creationId xmlns:a16="http://schemas.microsoft.com/office/drawing/2014/main" id="{5BEB8394-D68C-4C4E-86AC-4D61715C8DCF}"/>
              </a:ext>
            </a:extLst>
          </p:cNvPr>
          <p:cNvSpPr>
            <a:spLocks noGrp="1"/>
          </p:cNvSpPr>
          <p:nvPr/>
        </p:nvSpPr>
        <p:spPr>
          <a:xfrm>
            <a:off x="10969043" y="5409458"/>
            <a:ext cx="472269" cy="55804"/>
          </a:xfrm>
          <a:custGeom>
            <a:avLst/>
            <a:gdLst/>
            <a:ahLst/>
            <a:cxnLst/>
            <a:rect l="0" t="0" r="0" b="0"/>
            <a:pathLst>
              <a:path w="472269" h="55804">
                <a:moveTo>
                  <a:pt x="0" y="0"/>
                </a:moveTo>
                <a:lnTo>
                  <a:pt x="33734" y="12979"/>
                </a:lnTo>
                <a:lnTo>
                  <a:pt x="67467" y="24242"/>
                </a:lnTo>
                <a:lnTo>
                  <a:pt x="101201" y="33791"/>
                </a:lnTo>
                <a:lnTo>
                  <a:pt x="134934" y="41624"/>
                </a:lnTo>
                <a:lnTo>
                  <a:pt x="168668" y="47742"/>
                </a:lnTo>
                <a:lnTo>
                  <a:pt x="202401" y="52144"/>
                </a:lnTo>
                <a:lnTo>
                  <a:pt x="236135" y="54832"/>
                </a:lnTo>
                <a:lnTo>
                  <a:pt x="269868" y="55804"/>
                </a:lnTo>
                <a:lnTo>
                  <a:pt x="303602" y="55061"/>
                </a:lnTo>
                <a:lnTo>
                  <a:pt x="337335" y="52603"/>
                </a:lnTo>
                <a:lnTo>
                  <a:pt x="371069" y="48430"/>
                </a:lnTo>
                <a:lnTo>
                  <a:pt x="404802" y="42542"/>
                </a:lnTo>
                <a:lnTo>
                  <a:pt x="438536" y="34938"/>
                </a:lnTo>
                <a:lnTo>
                  <a:pt x="472269" y="25619"/>
                </a:lnTo>
              </a:path>
            </a:pathLst>
          </a:custGeom>
          <a:noFill/>
          <a:ln w="6477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369" name="knowledge-cross-edge">
            <a:extLst>
              <a:ext uri="{FF2B5EF4-FFF2-40B4-BE49-F238E27FC236}">
                <a16:creationId xmlns:a16="http://schemas.microsoft.com/office/drawing/2014/main" id="{1A3D05A6-F547-470A-B460-4AD3D0E9E24B}"/>
              </a:ext>
            </a:extLst>
          </p:cNvPr>
          <p:cNvSpPr>
            <a:spLocks noGrp="1"/>
          </p:cNvSpPr>
          <p:nvPr/>
        </p:nvSpPr>
        <p:spPr>
          <a:xfrm>
            <a:off x="10969043" y="5396614"/>
            <a:ext cx="478337" cy="191230"/>
          </a:xfrm>
          <a:custGeom>
            <a:avLst/>
            <a:gdLst/>
            <a:ahLst/>
            <a:cxnLst/>
            <a:rect l="0" t="0" r="0" b="0"/>
            <a:pathLst>
              <a:path w="478337" h="191230">
                <a:moveTo>
                  <a:pt x="0" y="12844"/>
                </a:moveTo>
                <a:lnTo>
                  <a:pt x="54414" y="4308"/>
                </a:lnTo>
                <a:lnTo>
                  <a:pt x="106181" y="26"/>
                </a:lnTo>
                <a:lnTo>
                  <a:pt x="155303" y="0"/>
                </a:lnTo>
                <a:lnTo>
                  <a:pt x="201779" y="4228"/>
                </a:lnTo>
                <a:lnTo>
                  <a:pt x="245609" y="12712"/>
                </a:lnTo>
                <a:lnTo>
                  <a:pt x="286794" y="25450"/>
                </a:lnTo>
                <a:lnTo>
                  <a:pt x="325332" y="42443"/>
                </a:lnTo>
                <a:lnTo>
                  <a:pt x="361225" y="63690"/>
                </a:lnTo>
                <a:lnTo>
                  <a:pt x="394472" y="89193"/>
                </a:lnTo>
                <a:lnTo>
                  <a:pt x="425073" y="118950"/>
                </a:lnTo>
                <a:lnTo>
                  <a:pt x="453028" y="152963"/>
                </a:lnTo>
                <a:lnTo>
                  <a:pt x="478337" y="191230"/>
                </a:lnTo>
              </a:path>
            </a:pathLst>
          </a:custGeom>
          <a:noFill/>
          <a:ln w="5334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370" name="knowledge-edge">
            <a:extLst>
              <a:ext uri="{FF2B5EF4-FFF2-40B4-BE49-F238E27FC236}">
                <a16:creationId xmlns:a16="http://schemas.microsoft.com/office/drawing/2014/main" id="{CD967557-0A77-43A1-838E-AF03D5BA3E9C}"/>
              </a:ext>
            </a:extLst>
          </p:cNvPr>
          <p:cNvSpPr>
            <a:spLocks noGrp="1"/>
          </p:cNvSpPr>
          <p:nvPr/>
        </p:nvSpPr>
        <p:spPr>
          <a:xfrm>
            <a:off x="10798554" y="5587844"/>
            <a:ext cx="648826" cy="116835"/>
          </a:xfrm>
          <a:custGeom>
            <a:avLst/>
            <a:gdLst/>
            <a:ahLst/>
            <a:cxnLst/>
            <a:rect l="0" t="0" r="0" b="0"/>
            <a:pathLst>
              <a:path w="648826" h="116835">
                <a:moveTo>
                  <a:pt x="0" y="111599"/>
                </a:moveTo>
                <a:lnTo>
                  <a:pt x="46345" y="115100"/>
                </a:lnTo>
                <a:lnTo>
                  <a:pt x="92689" y="116835"/>
                </a:lnTo>
                <a:lnTo>
                  <a:pt x="139034" y="116806"/>
                </a:lnTo>
                <a:lnTo>
                  <a:pt x="185379" y="115012"/>
                </a:lnTo>
                <a:lnTo>
                  <a:pt x="231724" y="111453"/>
                </a:lnTo>
                <a:lnTo>
                  <a:pt x="278068" y="106129"/>
                </a:lnTo>
                <a:lnTo>
                  <a:pt x="324413" y="99040"/>
                </a:lnTo>
                <a:lnTo>
                  <a:pt x="370758" y="90187"/>
                </a:lnTo>
                <a:lnTo>
                  <a:pt x="417103" y="79568"/>
                </a:lnTo>
                <a:lnTo>
                  <a:pt x="463447" y="67184"/>
                </a:lnTo>
                <a:lnTo>
                  <a:pt x="509792" y="53036"/>
                </a:lnTo>
                <a:lnTo>
                  <a:pt x="556137" y="37122"/>
                </a:lnTo>
                <a:lnTo>
                  <a:pt x="602481" y="19443"/>
                </a:lnTo>
                <a:lnTo>
                  <a:pt x="648826" y="0"/>
                </a:lnTo>
              </a:path>
            </a:pathLst>
          </a:custGeom>
          <a:noFill/>
          <a:ln w="6477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371" name="knowledge-cross-edge">
            <a:extLst>
              <a:ext uri="{FF2B5EF4-FFF2-40B4-BE49-F238E27FC236}">
                <a16:creationId xmlns:a16="http://schemas.microsoft.com/office/drawing/2014/main" id="{E5B0E27C-01B4-432D-A376-C3EF82E7DA9B}"/>
              </a:ext>
            </a:extLst>
          </p:cNvPr>
          <p:cNvSpPr>
            <a:spLocks noGrp="1"/>
          </p:cNvSpPr>
          <p:nvPr/>
        </p:nvSpPr>
        <p:spPr>
          <a:xfrm>
            <a:off x="10798554" y="5677265"/>
            <a:ext cx="527579" cy="185118"/>
          </a:xfrm>
          <a:custGeom>
            <a:avLst/>
            <a:gdLst/>
            <a:ahLst/>
            <a:cxnLst/>
            <a:rect l="0" t="0" r="0" b="0"/>
            <a:pathLst>
              <a:path w="527579" h="185118">
                <a:moveTo>
                  <a:pt x="0" y="22178"/>
                </a:moveTo>
                <a:lnTo>
                  <a:pt x="58517" y="10125"/>
                </a:lnTo>
                <a:lnTo>
                  <a:pt x="114388" y="2732"/>
                </a:lnTo>
                <a:lnTo>
                  <a:pt x="167614" y="0"/>
                </a:lnTo>
                <a:lnTo>
                  <a:pt x="218193" y="1928"/>
                </a:lnTo>
                <a:lnTo>
                  <a:pt x="266127" y="8516"/>
                </a:lnTo>
                <a:lnTo>
                  <a:pt x="311415" y="19764"/>
                </a:lnTo>
                <a:lnTo>
                  <a:pt x="354057" y="35673"/>
                </a:lnTo>
                <a:lnTo>
                  <a:pt x="394053" y="56241"/>
                </a:lnTo>
                <a:lnTo>
                  <a:pt x="431403" y="81470"/>
                </a:lnTo>
                <a:lnTo>
                  <a:pt x="466108" y="111359"/>
                </a:lnTo>
                <a:lnTo>
                  <a:pt x="498167" y="145909"/>
                </a:lnTo>
                <a:lnTo>
                  <a:pt x="527579" y="185118"/>
                </a:lnTo>
              </a:path>
            </a:pathLst>
          </a:custGeom>
          <a:noFill/>
          <a:ln w="5334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372" name="knowledge-long-edge">
            <a:extLst>
              <a:ext uri="{FF2B5EF4-FFF2-40B4-BE49-F238E27FC236}">
                <a16:creationId xmlns:a16="http://schemas.microsoft.com/office/drawing/2014/main" id="{F546A494-77F1-4713-ACEE-504295E7484C}"/>
              </a:ext>
            </a:extLst>
          </p:cNvPr>
          <p:cNvSpPr>
            <a:spLocks noGrp="1"/>
          </p:cNvSpPr>
          <p:nvPr/>
        </p:nvSpPr>
        <p:spPr>
          <a:xfrm>
            <a:off x="10798554" y="5057512"/>
            <a:ext cx="1050336" cy="641931"/>
          </a:xfrm>
          <a:custGeom>
            <a:avLst/>
            <a:gdLst/>
            <a:ahLst/>
            <a:cxnLst/>
            <a:rect l="0" t="0" r="0" b="0"/>
            <a:pathLst>
              <a:path w="1050336" h="641931">
                <a:moveTo>
                  <a:pt x="0" y="641931"/>
                </a:moveTo>
                <a:lnTo>
                  <a:pt x="65646" y="529034"/>
                </a:lnTo>
                <a:lnTo>
                  <a:pt x="131292" y="427045"/>
                </a:lnTo>
                <a:lnTo>
                  <a:pt x="196938" y="335963"/>
                </a:lnTo>
                <a:lnTo>
                  <a:pt x="262584" y="255790"/>
                </a:lnTo>
                <a:lnTo>
                  <a:pt x="328230" y="186525"/>
                </a:lnTo>
                <a:lnTo>
                  <a:pt x="393876" y="128167"/>
                </a:lnTo>
                <a:lnTo>
                  <a:pt x="459522" y="80718"/>
                </a:lnTo>
                <a:lnTo>
                  <a:pt x="525168" y="44176"/>
                </a:lnTo>
                <a:lnTo>
                  <a:pt x="590814" y="18543"/>
                </a:lnTo>
                <a:lnTo>
                  <a:pt x="656460" y="3818"/>
                </a:lnTo>
                <a:lnTo>
                  <a:pt x="722106" y="0"/>
                </a:lnTo>
                <a:lnTo>
                  <a:pt x="787752" y="7090"/>
                </a:lnTo>
                <a:lnTo>
                  <a:pt x="853398" y="25089"/>
                </a:lnTo>
                <a:lnTo>
                  <a:pt x="919044" y="53995"/>
                </a:lnTo>
                <a:lnTo>
                  <a:pt x="984690" y="93810"/>
                </a:lnTo>
                <a:lnTo>
                  <a:pt x="1050336" y="144532"/>
                </a:lnTo>
              </a:path>
            </a:pathLst>
          </a:custGeom>
          <a:noFill/>
          <a:ln w="4286">
            <a:solidFill>
              <a:srgbClr val="9EB329">
                <a:alpha val="9000"/>
              </a:srgbClr>
            </a:solidFill>
            <a:prstDash val="solid"/>
          </a:ln>
        </p:spPr>
      </p:sp>
      <p:sp>
        <p:nvSpPr>
          <p:cNvPr id="373" name="knowledge-edge">
            <a:extLst>
              <a:ext uri="{FF2B5EF4-FFF2-40B4-BE49-F238E27FC236}">
                <a16:creationId xmlns:a16="http://schemas.microsoft.com/office/drawing/2014/main" id="{389624C8-D67B-472A-9FF2-4B322A49C73A}"/>
              </a:ext>
            </a:extLst>
          </p:cNvPr>
          <p:cNvSpPr>
            <a:spLocks noGrp="1"/>
          </p:cNvSpPr>
          <p:nvPr/>
        </p:nvSpPr>
        <p:spPr>
          <a:xfrm>
            <a:off x="11032874" y="5862384"/>
            <a:ext cx="293260" cy="185868"/>
          </a:xfrm>
          <a:custGeom>
            <a:avLst/>
            <a:gdLst/>
            <a:ahLst/>
            <a:cxnLst/>
            <a:rect l="0" t="0" r="0" b="0"/>
            <a:pathLst>
              <a:path w="293260" h="185868">
                <a:moveTo>
                  <a:pt x="0" y="185868"/>
                </a:moveTo>
                <a:lnTo>
                  <a:pt x="20947" y="177590"/>
                </a:lnTo>
                <a:lnTo>
                  <a:pt x="41894" y="168543"/>
                </a:lnTo>
                <a:lnTo>
                  <a:pt x="62841" y="158727"/>
                </a:lnTo>
                <a:lnTo>
                  <a:pt x="83789" y="148142"/>
                </a:lnTo>
                <a:lnTo>
                  <a:pt x="104736" y="136788"/>
                </a:lnTo>
                <a:lnTo>
                  <a:pt x="125683" y="124665"/>
                </a:lnTo>
                <a:lnTo>
                  <a:pt x="146630" y="111774"/>
                </a:lnTo>
                <a:lnTo>
                  <a:pt x="167577" y="98113"/>
                </a:lnTo>
                <a:lnTo>
                  <a:pt x="188524" y="83683"/>
                </a:lnTo>
                <a:lnTo>
                  <a:pt x="209472" y="68485"/>
                </a:lnTo>
                <a:lnTo>
                  <a:pt x="230419" y="52517"/>
                </a:lnTo>
                <a:lnTo>
                  <a:pt x="251366" y="35780"/>
                </a:lnTo>
                <a:lnTo>
                  <a:pt x="272313" y="18275"/>
                </a:lnTo>
                <a:lnTo>
                  <a:pt x="293260" y="0"/>
                </a:lnTo>
              </a:path>
            </a:pathLst>
          </a:custGeom>
          <a:noFill/>
          <a:ln w="6477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374" name="knowledge-cross-edge">
            <a:extLst>
              <a:ext uri="{FF2B5EF4-FFF2-40B4-BE49-F238E27FC236}">
                <a16:creationId xmlns:a16="http://schemas.microsoft.com/office/drawing/2014/main" id="{845700C9-DE6A-426C-8696-0E84E3A26E28}"/>
              </a:ext>
            </a:extLst>
          </p:cNvPr>
          <p:cNvSpPr>
            <a:spLocks noGrp="1"/>
          </p:cNvSpPr>
          <p:nvPr/>
        </p:nvSpPr>
        <p:spPr>
          <a:xfrm>
            <a:off x="11032874" y="6000401"/>
            <a:ext cx="434977" cy="95802"/>
          </a:xfrm>
          <a:custGeom>
            <a:avLst/>
            <a:gdLst/>
            <a:ahLst/>
            <a:cxnLst/>
            <a:rect l="0" t="0" r="0" b="0"/>
            <a:pathLst>
              <a:path w="434977" h="95802">
                <a:moveTo>
                  <a:pt x="0" y="47850"/>
                </a:moveTo>
                <a:lnTo>
                  <a:pt x="50800" y="30528"/>
                </a:lnTo>
                <a:lnTo>
                  <a:pt x="98955" y="17082"/>
                </a:lnTo>
                <a:lnTo>
                  <a:pt x="144463" y="7512"/>
                </a:lnTo>
                <a:lnTo>
                  <a:pt x="187326" y="1818"/>
                </a:lnTo>
                <a:lnTo>
                  <a:pt x="227543" y="0"/>
                </a:lnTo>
                <a:lnTo>
                  <a:pt x="265114" y="2058"/>
                </a:lnTo>
                <a:lnTo>
                  <a:pt x="300039" y="7992"/>
                </a:lnTo>
                <a:lnTo>
                  <a:pt x="332318" y="17802"/>
                </a:lnTo>
                <a:lnTo>
                  <a:pt x="361952" y="31488"/>
                </a:lnTo>
                <a:lnTo>
                  <a:pt x="388939" y="49050"/>
                </a:lnTo>
                <a:lnTo>
                  <a:pt x="413281" y="70488"/>
                </a:lnTo>
                <a:lnTo>
                  <a:pt x="434977" y="95802"/>
                </a:lnTo>
              </a:path>
            </a:pathLst>
          </a:custGeom>
          <a:noFill/>
          <a:ln w="5334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375" name="knowledge-edge">
            <a:extLst>
              <a:ext uri="{FF2B5EF4-FFF2-40B4-BE49-F238E27FC236}">
                <a16:creationId xmlns:a16="http://schemas.microsoft.com/office/drawing/2014/main" id="{6C7FBEC6-2170-40EA-994B-B54B2399761B}"/>
              </a:ext>
            </a:extLst>
          </p:cNvPr>
          <p:cNvSpPr>
            <a:spLocks noGrp="1"/>
          </p:cNvSpPr>
          <p:nvPr/>
        </p:nvSpPr>
        <p:spPr>
          <a:xfrm>
            <a:off x="11002838" y="6096203"/>
            <a:ext cx="465013" cy="142882"/>
          </a:xfrm>
          <a:custGeom>
            <a:avLst/>
            <a:gdLst/>
            <a:ahLst/>
            <a:cxnLst/>
            <a:rect l="0" t="0" r="0" b="0"/>
            <a:pathLst>
              <a:path w="465013" h="142882">
                <a:moveTo>
                  <a:pt x="0" y="142882"/>
                </a:moveTo>
                <a:lnTo>
                  <a:pt x="33215" y="139735"/>
                </a:lnTo>
                <a:lnTo>
                  <a:pt x="66430" y="135502"/>
                </a:lnTo>
                <a:lnTo>
                  <a:pt x="99646" y="130183"/>
                </a:lnTo>
                <a:lnTo>
                  <a:pt x="132861" y="123778"/>
                </a:lnTo>
                <a:lnTo>
                  <a:pt x="166076" y="116287"/>
                </a:lnTo>
                <a:lnTo>
                  <a:pt x="199291" y="107710"/>
                </a:lnTo>
                <a:lnTo>
                  <a:pt x="232507" y="98047"/>
                </a:lnTo>
                <a:lnTo>
                  <a:pt x="265722" y="87298"/>
                </a:lnTo>
                <a:lnTo>
                  <a:pt x="298937" y="75464"/>
                </a:lnTo>
                <a:lnTo>
                  <a:pt x="332152" y="62543"/>
                </a:lnTo>
                <a:lnTo>
                  <a:pt x="365367" y="48536"/>
                </a:lnTo>
                <a:lnTo>
                  <a:pt x="398583" y="33443"/>
                </a:lnTo>
                <a:lnTo>
                  <a:pt x="431798" y="17265"/>
                </a:lnTo>
                <a:lnTo>
                  <a:pt x="465013" y="0"/>
                </a:lnTo>
              </a:path>
            </a:pathLst>
          </a:custGeom>
          <a:noFill/>
          <a:ln w="6477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376" name="knowledge-edge">
            <a:extLst>
              <a:ext uri="{FF2B5EF4-FFF2-40B4-BE49-F238E27FC236}">
                <a16:creationId xmlns:a16="http://schemas.microsoft.com/office/drawing/2014/main" id="{F4143673-FBF6-44A0-87B9-F552484DB55D}"/>
              </a:ext>
            </a:extLst>
          </p:cNvPr>
          <p:cNvSpPr>
            <a:spLocks noGrp="1"/>
          </p:cNvSpPr>
          <p:nvPr/>
        </p:nvSpPr>
        <p:spPr>
          <a:xfrm>
            <a:off x="11303445" y="4529677"/>
            <a:ext cx="395609" cy="70976"/>
          </a:xfrm>
          <a:custGeom>
            <a:avLst/>
            <a:gdLst/>
            <a:ahLst/>
            <a:cxnLst/>
            <a:rect l="0" t="0" r="0" b="0"/>
            <a:pathLst>
              <a:path w="395609" h="70976">
                <a:moveTo>
                  <a:pt x="0" y="62639"/>
                </a:moveTo>
                <a:lnTo>
                  <a:pt x="28258" y="66691"/>
                </a:lnTo>
                <a:lnTo>
                  <a:pt x="56516" y="69431"/>
                </a:lnTo>
                <a:lnTo>
                  <a:pt x="84773" y="70860"/>
                </a:lnTo>
                <a:lnTo>
                  <a:pt x="113031" y="70976"/>
                </a:lnTo>
                <a:lnTo>
                  <a:pt x="141289" y="69781"/>
                </a:lnTo>
                <a:lnTo>
                  <a:pt x="169547" y="67275"/>
                </a:lnTo>
                <a:lnTo>
                  <a:pt x="197804" y="63456"/>
                </a:lnTo>
                <a:lnTo>
                  <a:pt x="226062" y="58326"/>
                </a:lnTo>
                <a:lnTo>
                  <a:pt x="254320" y="51885"/>
                </a:lnTo>
                <a:lnTo>
                  <a:pt x="282578" y="44131"/>
                </a:lnTo>
                <a:lnTo>
                  <a:pt x="310835" y="35066"/>
                </a:lnTo>
                <a:lnTo>
                  <a:pt x="339093" y="24689"/>
                </a:lnTo>
                <a:lnTo>
                  <a:pt x="367351" y="13000"/>
                </a:lnTo>
                <a:lnTo>
                  <a:pt x="395609" y="0"/>
                </a:lnTo>
              </a:path>
            </a:pathLst>
          </a:custGeom>
          <a:noFill/>
          <a:ln w="6477">
            <a:solidFill>
              <a:srgbClr val="84B034">
                <a:alpha val="17000"/>
              </a:srgbClr>
            </a:solidFill>
            <a:prstDash val="solid"/>
          </a:ln>
        </p:spPr>
      </p:sp>
      <p:sp>
        <p:nvSpPr>
          <p:cNvPr id="377" name="knowledge-cross-edge">
            <a:extLst>
              <a:ext uri="{FF2B5EF4-FFF2-40B4-BE49-F238E27FC236}">
                <a16:creationId xmlns:a16="http://schemas.microsoft.com/office/drawing/2014/main" id="{FC097418-7428-42CF-9EA4-6B0BCAA4DF9F}"/>
              </a:ext>
            </a:extLst>
          </p:cNvPr>
          <p:cNvSpPr>
            <a:spLocks noGrp="1"/>
          </p:cNvSpPr>
          <p:nvPr/>
        </p:nvSpPr>
        <p:spPr>
          <a:xfrm>
            <a:off x="11303445" y="4567390"/>
            <a:ext cx="502864" cy="185011"/>
          </a:xfrm>
          <a:custGeom>
            <a:avLst/>
            <a:gdLst/>
            <a:ahLst/>
            <a:cxnLst/>
            <a:rect l="0" t="0" r="0" b="0"/>
            <a:pathLst>
              <a:path w="502864" h="185011">
                <a:moveTo>
                  <a:pt x="0" y="24926"/>
                </a:moveTo>
                <a:lnTo>
                  <a:pt x="56457" y="11807"/>
                </a:lnTo>
                <a:lnTo>
                  <a:pt x="110269" y="3498"/>
                </a:lnTo>
                <a:lnTo>
                  <a:pt x="161435" y="0"/>
                </a:lnTo>
                <a:lnTo>
                  <a:pt x="209955" y="1313"/>
                </a:lnTo>
                <a:lnTo>
                  <a:pt x="255829" y="7437"/>
                </a:lnTo>
                <a:lnTo>
                  <a:pt x="299057" y="18372"/>
                </a:lnTo>
                <a:lnTo>
                  <a:pt x="339639" y="34118"/>
                </a:lnTo>
                <a:lnTo>
                  <a:pt x="377576" y="54675"/>
                </a:lnTo>
                <a:lnTo>
                  <a:pt x="412866" y="80042"/>
                </a:lnTo>
                <a:lnTo>
                  <a:pt x="445511" y="110221"/>
                </a:lnTo>
                <a:lnTo>
                  <a:pt x="475510" y="145210"/>
                </a:lnTo>
                <a:lnTo>
                  <a:pt x="502864" y="185011"/>
                </a:lnTo>
              </a:path>
            </a:pathLst>
          </a:custGeom>
          <a:noFill/>
          <a:ln w="5334">
            <a:solidFill>
              <a:srgbClr val="84B034">
                <a:alpha val="13000"/>
              </a:srgbClr>
            </a:solidFill>
            <a:prstDash val="solid"/>
          </a:ln>
        </p:spPr>
      </p:sp>
      <p:sp>
        <p:nvSpPr>
          <p:cNvPr id="378" name="knowledge-edge">
            <a:extLst>
              <a:ext uri="{FF2B5EF4-FFF2-40B4-BE49-F238E27FC236}">
                <a16:creationId xmlns:a16="http://schemas.microsoft.com/office/drawing/2014/main" id="{453A1D8C-A6F2-4BCB-A5CD-40911693F8FC}"/>
              </a:ext>
            </a:extLst>
          </p:cNvPr>
          <p:cNvSpPr>
            <a:spLocks noGrp="1"/>
          </p:cNvSpPr>
          <p:nvPr/>
        </p:nvSpPr>
        <p:spPr>
          <a:xfrm>
            <a:off x="11385487" y="4752401"/>
            <a:ext cx="420822" cy="28628"/>
          </a:xfrm>
          <a:custGeom>
            <a:avLst/>
            <a:gdLst/>
            <a:ahLst/>
            <a:cxnLst/>
            <a:rect l="0" t="0" r="0" b="0"/>
            <a:pathLst>
              <a:path w="420822" h="28628">
                <a:moveTo>
                  <a:pt x="0" y="20622"/>
                </a:moveTo>
                <a:lnTo>
                  <a:pt x="30059" y="23589"/>
                </a:lnTo>
                <a:lnTo>
                  <a:pt x="60117" y="25874"/>
                </a:lnTo>
                <a:lnTo>
                  <a:pt x="90176" y="27475"/>
                </a:lnTo>
                <a:lnTo>
                  <a:pt x="120235" y="28393"/>
                </a:lnTo>
                <a:lnTo>
                  <a:pt x="150293" y="28628"/>
                </a:lnTo>
                <a:lnTo>
                  <a:pt x="180352" y="28180"/>
                </a:lnTo>
                <a:lnTo>
                  <a:pt x="210411" y="27048"/>
                </a:lnTo>
                <a:lnTo>
                  <a:pt x="240470" y="25234"/>
                </a:lnTo>
                <a:lnTo>
                  <a:pt x="270528" y="22736"/>
                </a:lnTo>
                <a:lnTo>
                  <a:pt x="300587" y="19555"/>
                </a:lnTo>
                <a:lnTo>
                  <a:pt x="330646" y="15691"/>
                </a:lnTo>
                <a:lnTo>
                  <a:pt x="360704" y="11144"/>
                </a:lnTo>
                <a:lnTo>
                  <a:pt x="390763" y="5914"/>
                </a:lnTo>
                <a:lnTo>
                  <a:pt x="420822" y="0"/>
                </a:lnTo>
              </a:path>
            </a:pathLst>
          </a:custGeom>
          <a:noFill/>
          <a:ln w="6477">
            <a:solidFill>
              <a:srgbClr val="84B034">
                <a:alpha val="17000"/>
              </a:srgbClr>
            </a:solidFill>
            <a:prstDash val="solid"/>
          </a:ln>
        </p:spPr>
      </p:sp>
      <p:sp>
        <p:nvSpPr>
          <p:cNvPr id="379" name="knowledge-edge">
            <a:extLst>
              <a:ext uri="{FF2B5EF4-FFF2-40B4-BE49-F238E27FC236}">
                <a16:creationId xmlns:a16="http://schemas.microsoft.com/office/drawing/2014/main" id="{7179FD70-1E24-4382-A2F3-78D178676D06}"/>
              </a:ext>
            </a:extLst>
          </p:cNvPr>
          <p:cNvSpPr>
            <a:spLocks noGrp="1"/>
          </p:cNvSpPr>
          <p:nvPr/>
        </p:nvSpPr>
        <p:spPr>
          <a:xfrm>
            <a:off x="11404655" y="4996712"/>
            <a:ext cx="424914" cy="143780"/>
          </a:xfrm>
          <a:custGeom>
            <a:avLst/>
            <a:gdLst/>
            <a:ahLst/>
            <a:cxnLst/>
            <a:rect l="0" t="0" r="0" b="0"/>
            <a:pathLst>
              <a:path w="424914" h="143780">
                <a:moveTo>
                  <a:pt x="0" y="143780"/>
                </a:moveTo>
                <a:lnTo>
                  <a:pt x="30351" y="138528"/>
                </a:lnTo>
                <a:lnTo>
                  <a:pt x="60702" y="132505"/>
                </a:lnTo>
                <a:lnTo>
                  <a:pt x="91053" y="125709"/>
                </a:lnTo>
                <a:lnTo>
                  <a:pt x="121404" y="118141"/>
                </a:lnTo>
                <a:lnTo>
                  <a:pt x="151755" y="109802"/>
                </a:lnTo>
                <a:lnTo>
                  <a:pt x="182106" y="100690"/>
                </a:lnTo>
                <a:lnTo>
                  <a:pt x="212457" y="90806"/>
                </a:lnTo>
                <a:lnTo>
                  <a:pt x="242808" y="80150"/>
                </a:lnTo>
                <a:lnTo>
                  <a:pt x="273159" y="68722"/>
                </a:lnTo>
                <a:lnTo>
                  <a:pt x="303510" y="56521"/>
                </a:lnTo>
                <a:lnTo>
                  <a:pt x="333861" y="43549"/>
                </a:lnTo>
                <a:lnTo>
                  <a:pt x="364212" y="29805"/>
                </a:lnTo>
                <a:lnTo>
                  <a:pt x="394563" y="15288"/>
                </a:lnTo>
                <a:lnTo>
                  <a:pt x="424914" y="0"/>
                </a:lnTo>
              </a:path>
            </a:pathLst>
          </a:custGeom>
          <a:noFill/>
          <a:ln w="6477">
            <a:solidFill>
              <a:srgbClr val="84B034">
                <a:alpha val="17000"/>
              </a:srgbClr>
            </a:solidFill>
            <a:prstDash val="solid"/>
          </a:ln>
        </p:spPr>
      </p:sp>
      <p:sp>
        <p:nvSpPr>
          <p:cNvPr id="380" name="knowledge-long-edge">
            <a:extLst>
              <a:ext uri="{FF2B5EF4-FFF2-40B4-BE49-F238E27FC236}">
                <a16:creationId xmlns:a16="http://schemas.microsoft.com/office/drawing/2014/main" id="{D5383AA6-8C6F-4342-8ED0-5FC725E8CD00}"/>
              </a:ext>
            </a:extLst>
          </p:cNvPr>
          <p:cNvSpPr>
            <a:spLocks noGrp="1"/>
          </p:cNvSpPr>
          <p:nvPr/>
        </p:nvSpPr>
        <p:spPr>
          <a:xfrm>
            <a:off x="11404655" y="4600145"/>
            <a:ext cx="706805" cy="540347"/>
          </a:xfrm>
          <a:custGeom>
            <a:avLst/>
            <a:gdLst/>
            <a:ahLst/>
            <a:cxnLst/>
            <a:rect l="0" t="0" r="0" b="0"/>
            <a:pathLst>
              <a:path w="706805" h="540347">
                <a:moveTo>
                  <a:pt x="0" y="540347"/>
                </a:moveTo>
                <a:lnTo>
                  <a:pt x="44175" y="441460"/>
                </a:lnTo>
                <a:lnTo>
                  <a:pt x="88351" y="352541"/>
                </a:lnTo>
                <a:lnTo>
                  <a:pt x="132526" y="273588"/>
                </a:lnTo>
                <a:lnTo>
                  <a:pt x="176701" y="204603"/>
                </a:lnTo>
                <a:lnTo>
                  <a:pt x="220876" y="145584"/>
                </a:lnTo>
                <a:lnTo>
                  <a:pt x="265052" y="96533"/>
                </a:lnTo>
                <a:lnTo>
                  <a:pt x="309227" y="57449"/>
                </a:lnTo>
                <a:lnTo>
                  <a:pt x="353402" y="28332"/>
                </a:lnTo>
                <a:lnTo>
                  <a:pt x="397578" y="9183"/>
                </a:lnTo>
                <a:lnTo>
                  <a:pt x="441753" y="0"/>
                </a:lnTo>
                <a:lnTo>
                  <a:pt x="485928" y="785"/>
                </a:lnTo>
                <a:lnTo>
                  <a:pt x="530104" y="11536"/>
                </a:lnTo>
                <a:lnTo>
                  <a:pt x="574279" y="32255"/>
                </a:lnTo>
                <a:lnTo>
                  <a:pt x="618454" y="62941"/>
                </a:lnTo>
                <a:lnTo>
                  <a:pt x="662629" y="103594"/>
                </a:lnTo>
                <a:lnTo>
                  <a:pt x="706805" y="154214"/>
                </a:lnTo>
              </a:path>
            </a:pathLst>
          </a:custGeom>
          <a:noFill/>
          <a:ln w="4286">
            <a:solidFill>
              <a:srgbClr val="84B034">
                <a:alpha val="9000"/>
              </a:srgbClr>
            </a:solidFill>
            <a:prstDash val="solid"/>
          </a:ln>
        </p:spPr>
      </p:sp>
      <p:sp>
        <p:nvSpPr>
          <p:cNvPr id="381" name="knowledge-edge">
            <a:extLst>
              <a:ext uri="{FF2B5EF4-FFF2-40B4-BE49-F238E27FC236}">
                <a16:creationId xmlns:a16="http://schemas.microsoft.com/office/drawing/2014/main" id="{0182DF3A-76B7-4E4C-AB2E-BDDE33FAC2DA}"/>
              </a:ext>
            </a:extLst>
          </p:cNvPr>
          <p:cNvSpPr>
            <a:spLocks noGrp="1"/>
          </p:cNvSpPr>
          <p:nvPr/>
        </p:nvSpPr>
        <p:spPr>
          <a:xfrm>
            <a:off x="11441312" y="5202044"/>
            <a:ext cx="407579" cy="233034"/>
          </a:xfrm>
          <a:custGeom>
            <a:avLst/>
            <a:gdLst/>
            <a:ahLst/>
            <a:cxnLst/>
            <a:rect l="0" t="0" r="0" b="0"/>
            <a:pathLst>
              <a:path w="407579" h="233034">
                <a:moveTo>
                  <a:pt x="0" y="233034"/>
                </a:moveTo>
                <a:lnTo>
                  <a:pt x="29113" y="204473"/>
                </a:lnTo>
                <a:lnTo>
                  <a:pt x="58226" y="177745"/>
                </a:lnTo>
                <a:lnTo>
                  <a:pt x="87338" y="152850"/>
                </a:lnTo>
                <a:lnTo>
                  <a:pt x="116451" y="129789"/>
                </a:lnTo>
                <a:lnTo>
                  <a:pt x="145564" y="108561"/>
                </a:lnTo>
                <a:lnTo>
                  <a:pt x="174677" y="89166"/>
                </a:lnTo>
                <a:lnTo>
                  <a:pt x="203789" y="71604"/>
                </a:lnTo>
                <a:lnTo>
                  <a:pt x="232902" y="55875"/>
                </a:lnTo>
                <a:lnTo>
                  <a:pt x="262015" y="41980"/>
                </a:lnTo>
                <a:lnTo>
                  <a:pt x="291128" y="29917"/>
                </a:lnTo>
                <a:lnTo>
                  <a:pt x="320240" y="19688"/>
                </a:lnTo>
                <a:lnTo>
                  <a:pt x="349353" y="11292"/>
                </a:lnTo>
                <a:lnTo>
                  <a:pt x="378466" y="4730"/>
                </a:lnTo>
                <a:lnTo>
                  <a:pt x="407579" y="0"/>
                </a:lnTo>
              </a:path>
            </a:pathLst>
          </a:custGeom>
          <a:noFill/>
          <a:ln w="6477">
            <a:solidFill>
              <a:srgbClr val="84B034">
                <a:alpha val="17000"/>
              </a:srgbClr>
            </a:solidFill>
            <a:prstDash val="solid"/>
          </a:ln>
        </p:spPr>
      </p:sp>
      <p:sp>
        <p:nvSpPr>
          <p:cNvPr id="382" name="knowledge-cross-edge">
            <a:extLst>
              <a:ext uri="{FF2B5EF4-FFF2-40B4-BE49-F238E27FC236}">
                <a16:creationId xmlns:a16="http://schemas.microsoft.com/office/drawing/2014/main" id="{B8F42B65-EE27-45A4-99A3-A12D2F1CCA92}"/>
              </a:ext>
            </a:extLst>
          </p:cNvPr>
          <p:cNvSpPr>
            <a:spLocks noGrp="1"/>
          </p:cNvSpPr>
          <p:nvPr/>
        </p:nvSpPr>
        <p:spPr>
          <a:xfrm>
            <a:off x="11441312" y="5435077"/>
            <a:ext cx="165603" cy="73285"/>
          </a:xfrm>
          <a:custGeom>
            <a:avLst/>
            <a:gdLst/>
            <a:ahLst/>
            <a:cxnLst/>
            <a:rect l="0" t="0" r="0" b="0"/>
            <a:pathLst>
              <a:path w="165603" h="73285">
                <a:moveTo>
                  <a:pt x="0" y="0"/>
                </a:moveTo>
                <a:lnTo>
                  <a:pt x="28284" y="1332"/>
                </a:lnTo>
                <a:lnTo>
                  <a:pt x="53922" y="3531"/>
                </a:lnTo>
                <a:lnTo>
                  <a:pt x="76915" y="6600"/>
                </a:lnTo>
                <a:lnTo>
                  <a:pt x="97261" y="10536"/>
                </a:lnTo>
                <a:lnTo>
                  <a:pt x="114962" y="15341"/>
                </a:lnTo>
                <a:lnTo>
                  <a:pt x="130017" y="21014"/>
                </a:lnTo>
                <a:lnTo>
                  <a:pt x="142426" y="27555"/>
                </a:lnTo>
                <a:lnTo>
                  <a:pt x="152189" y="34964"/>
                </a:lnTo>
                <a:lnTo>
                  <a:pt x="159306" y="43242"/>
                </a:lnTo>
                <a:lnTo>
                  <a:pt x="163778" y="52388"/>
                </a:lnTo>
                <a:lnTo>
                  <a:pt x="165603" y="62403"/>
                </a:lnTo>
                <a:lnTo>
                  <a:pt x="164783" y="73285"/>
                </a:lnTo>
              </a:path>
            </a:pathLst>
          </a:custGeom>
          <a:noFill/>
          <a:ln w="5334">
            <a:solidFill>
              <a:srgbClr val="84B034">
                <a:alpha val="13000"/>
              </a:srgbClr>
            </a:solidFill>
            <a:prstDash val="solid"/>
          </a:ln>
        </p:spPr>
      </p:sp>
      <p:sp>
        <p:nvSpPr>
          <p:cNvPr id="383" name="knowledge-edge">
            <a:extLst>
              <a:ext uri="{FF2B5EF4-FFF2-40B4-BE49-F238E27FC236}">
                <a16:creationId xmlns:a16="http://schemas.microsoft.com/office/drawing/2014/main" id="{E004AEDA-3039-45FA-A4D1-2A707921F7C6}"/>
              </a:ext>
            </a:extLst>
          </p:cNvPr>
          <p:cNvSpPr>
            <a:spLocks noGrp="1"/>
          </p:cNvSpPr>
          <p:nvPr/>
        </p:nvSpPr>
        <p:spPr>
          <a:xfrm>
            <a:off x="11447381" y="5508362"/>
            <a:ext cx="158715" cy="116764"/>
          </a:xfrm>
          <a:custGeom>
            <a:avLst/>
            <a:gdLst/>
            <a:ahLst/>
            <a:cxnLst/>
            <a:rect l="0" t="0" r="0" b="0"/>
            <a:pathLst>
              <a:path w="158715" h="116764">
                <a:moveTo>
                  <a:pt x="0" y="79482"/>
                </a:moveTo>
                <a:lnTo>
                  <a:pt x="11337" y="92775"/>
                </a:lnTo>
                <a:lnTo>
                  <a:pt x="22674" y="103151"/>
                </a:lnTo>
                <a:lnTo>
                  <a:pt x="34010" y="110607"/>
                </a:lnTo>
                <a:lnTo>
                  <a:pt x="45347" y="115145"/>
                </a:lnTo>
                <a:lnTo>
                  <a:pt x="56684" y="116764"/>
                </a:lnTo>
                <a:lnTo>
                  <a:pt x="68021" y="115465"/>
                </a:lnTo>
                <a:lnTo>
                  <a:pt x="79357" y="111247"/>
                </a:lnTo>
                <a:lnTo>
                  <a:pt x="90694" y="104111"/>
                </a:lnTo>
                <a:lnTo>
                  <a:pt x="102031" y="94055"/>
                </a:lnTo>
                <a:lnTo>
                  <a:pt x="113368" y="81082"/>
                </a:lnTo>
                <a:lnTo>
                  <a:pt x="124705" y="65189"/>
                </a:lnTo>
                <a:lnTo>
                  <a:pt x="136041" y="46378"/>
                </a:lnTo>
                <a:lnTo>
                  <a:pt x="147378" y="24648"/>
                </a:lnTo>
                <a:lnTo>
                  <a:pt x="158715" y="0"/>
                </a:lnTo>
              </a:path>
            </a:pathLst>
          </a:custGeom>
          <a:noFill/>
          <a:ln w="6477">
            <a:solidFill>
              <a:srgbClr val="84B034">
                <a:alpha val="17000"/>
              </a:srgbClr>
            </a:solidFill>
            <a:prstDash val="solid"/>
          </a:ln>
        </p:spPr>
      </p:sp>
      <p:sp>
        <p:nvSpPr>
          <p:cNvPr id="384" name="knowledge-cross-edge">
            <a:extLst>
              <a:ext uri="{FF2B5EF4-FFF2-40B4-BE49-F238E27FC236}">
                <a16:creationId xmlns:a16="http://schemas.microsoft.com/office/drawing/2014/main" id="{5C619982-CB6E-4928-8447-86B826EB8BB8}"/>
              </a:ext>
            </a:extLst>
          </p:cNvPr>
          <p:cNvSpPr>
            <a:spLocks noGrp="1"/>
          </p:cNvSpPr>
          <p:nvPr/>
        </p:nvSpPr>
        <p:spPr>
          <a:xfrm>
            <a:off x="11447381" y="5587726"/>
            <a:ext cx="252388" cy="129467"/>
          </a:xfrm>
          <a:custGeom>
            <a:avLst/>
            <a:gdLst/>
            <a:ahLst/>
            <a:cxnLst/>
            <a:rect l="0" t="0" r="0" b="0"/>
            <a:pathLst>
              <a:path w="252388" h="129467">
                <a:moveTo>
                  <a:pt x="0" y="118"/>
                </a:moveTo>
                <a:lnTo>
                  <a:pt x="35584" y="0"/>
                </a:lnTo>
                <a:lnTo>
                  <a:pt x="68523" y="1863"/>
                </a:lnTo>
                <a:lnTo>
                  <a:pt x="98816" y="5708"/>
                </a:lnTo>
                <a:lnTo>
                  <a:pt x="126463" y="11534"/>
                </a:lnTo>
                <a:lnTo>
                  <a:pt x="151464" y="19341"/>
                </a:lnTo>
                <a:lnTo>
                  <a:pt x="173819" y="29129"/>
                </a:lnTo>
                <a:lnTo>
                  <a:pt x="193529" y="40899"/>
                </a:lnTo>
                <a:lnTo>
                  <a:pt x="210592" y="54650"/>
                </a:lnTo>
                <a:lnTo>
                  <a:pt x="225010" y="70382"/>
                </a:lnTo>
                <a:lnTo>
                  <a:pt x="236782" y="88096"/>
                </a:lnTo>
                <a:lnTo>
                  <a:pt x="245908" y="107791"/>
                </a:lnTo>
                <a:lnTo>
                  <a:pt x="252388" y="129467"/>
                </a:lnTo>
              </a:path>
            </a:pathLst>
          </a:custGeom>
          <a:noFill/>
          <a:ln w="5334">
            <a:solidFill>
              <a:srgbClr val="84B034">
                <a:alpha val="13000"/>
              </a:srgbClr>
            </a:solidFill>
            <a:prstDash val="solid"/>
          </a:ln>
        </p:spPr>
      </p:sp>
      <p:sp>
        <p:nvSpPr>
          <p:cNvPr id="385" name="knowledge-cross-edge">
            <a:extLst>
              <a:ext uri="{FF2B5EF4-FFF2-40B4-BE49-F238E27FC236}">
                <a16:creationId xmlns:a16="http://schemas.microsoft.com/office/drawing/2014/main" id="{BB464A5D-6FD3-41B0-B621-01E958CD4F72}"/>
              </a:ext>
            </a:extLst>
          </p:cNvPr>
          <p:cNvSpPr>
            <a:spLocks noGrp="1"/>
          </p:cNvSpPr>
          <p:nvPr/>
        </p:nvSpPr>
        <p:spPr>
          <a:xfrm>
            <a:off x="11447381" y="5202044"/>
            <a:ext cx="401510" cy="385800"/>
          </a:xfrm>
          <a:custGeom>
            <a:avLst/>
            <a:gdLst/>
            <a:ahLst/>
            <a:cxnLst/>
            <a:rect l="0" t="0" r="0" b="0"/>
            <a:pathLst>
              <a:path w="401510" h="385800">
                <a:moveTo>
                  <a:pt x="0" y="385800"/>
                </a:moveTo>
                <a:lnTo>
                  <a:pt x="18907" y="333817"/>
                </a:lnTo>
                <a:lnTo>
                  <a:pt x="40460" y="285440"/>
                </a:lnTo>
                <a:lnTo>
                  <a:pt x="64659" y="240668"/>
                </a:lnTo>
                <a:lnTo>
                  <a:pt x="91503" y="199503"/>
                </a:lnTo>
                <a:lnTo>
                  <a:pt x="120994" y="161944"/>
                </a:lnTo>
                <a:lnTo>
                  <a:pt x="153130" y="127991"/>
                </a:lnTo>
                <a:lnTo>
                  <a:pt x="187912" y="97644"/>
                </a:lnTo>
                <a:lnTo>
                  <a:pt x="225340" y="70903"/>
                </a:lnTo>
                <a:lnTo>
                  <a:pt x="265414" y="47768"/>
                </a:lnTo>
                <a:lnTo>
                  <a:pt x="308133" y="28239"/>
                </a:lnTo>
                <a:lnTo>
                  <a:pt x="353499" y="12317"/>
                </a:lnTo>
                <a:lnTo>
                  <a:pt x="401510" y="0"/>
                </a:lnTo>
              </a:path>
            </a:pathLst>
          </a:custGeom>
          <a:noFill/>
          <a:ln w="4953">
            <a:solidFill>
              <a:srgbClr val="84B034">
                <a:alpha val="12000"/>
              </a:srgbClr>
            </a:solidFill>
            <a:prstDash val="solid"/>
          </a:ln>
        </p:spPr>
      </p:sp>
      <p:sp>
        <p:nvSpPr>
          <p:cNvPr id="386" name="knowledge-edge">
            <a:extLst>
              <a:ext uri="{FF2B5EF4-FFF2-40B4-BE49-F238E27FC236}">
                <a16:creationId xmlns:a16="http://schemas.microsoft.com/office/drawing/2014/main" id="{0D0B2E44-CAAF-428B-AD20-89E1DBF2B250}"/>
              </a:ext>
            </a:extLst>
          </p:cNvPr>
          <p:cNvSpPr>
            <a:spLocks noGrp="1"/>
          </p:cNvSpPr>
          <p:nvPr/>
        </p:nvSpPr>
        <p:spPr>
          <a:xfrm>
            <a:off x="11326134" y="5717193"/>
            <a:ext cx="373635" cy="159200"/>
          </a:xfrm>
          <a:custGeom>
            <a:avLst/>
            <a:gdLst/>
            <a:ahLst/>
            <a:cxnLst/>
            <a:rect l="0" t="0" r="0" b="0"/>
            <a:pathLst>
              <a:path w="373635" h="159200">
                <a:moveTo>
                  <a:pt x="0" y="145191"/>
                </a:moveTo>
                <a:lnTo>
                  <a:pt x="26688" y="152595"/>
                </a:lnTo>
                <a:lnTo>
                  <a:pt x="53376" y="157265"/>
                </a:lnTo>
                <a:lnTo>
                  <a:pt x="80065" y="159200"/>
                </a:lnTo>
                <a:lnTo>
                  <a:pt x="106753" y="158400"/>
                </a:lnTo>
                <a:lnTo>
                  <a:pt x="133441" y="154866"/>
                </a:lnTo>
                <a:lnTo>
                  <a:pt x="160129" y="148597"/>
                </a:lnTo>
                <a:lnTo>
                  <a:pt x="186818" y="139594"/>
                </a:lnTo>
                <a:lnTo>
                  <a:pt x="213506" y="127856"/>
                </a:lnTo>
                <a:lnTo>
                  <a:pt x="240194" y="113383"/>
                </a:lnTo>
                <a:lnTo>
                  <a:pt x="266882" y="96176"/>
                </a:lnTo>
                <a:lnTo>
                  <a:pt x="293570" y="76234"/>
                </a:lnTo>
                <a:lnTo>
                  <a:pt x="320259" y="53557"/>
                </a:lnTo>
                <a:lnTo>
                  <a:pt x="346947" y="28146"/>
                </a:lnTo>
                <a:lnTo>
                  <a:pt x="373635" y="0"/>
                </a:lnTo>
              </a:path>
            </a:pathLst>
          </a:custGeom>
          <a:noFill/>
          <a:ln w="6477">
            <a:solidFill>
              <a:srgbClr val="84B034">
                <a:alpha val="17000"/>
              </a:srgbClr>
            </a:solidFill>
            <a:prstDash val="solid"/>
          </a:ln>
        </p:spPr>
      </p:sp>
      <p:sp>
        <p:nvSpPr>
          <p:cNvPr id="387" name="knowledge-cross-edge">
            <a:extLst>
              <a:ext uri="{FF2B5EF4-FFF2-40B4-BE49-F238E27FC236}">
                <a16:creationId xmlns:a16="http://schemas.microsoft.com/office/drawing/2014/main" id="{A96744C8-5968-4F43-A3CE-D41602CF5169}"/>
              </a:ext>
            </a:extLst>
          </p:cNvPr>
          <p:cNvSpPr>
            <a:spLocks noGrp="1"/>
          </p:cNvSpPr>
          <p:nvPr/>
        </p:nvSpPr>
        <p:spPr>
          <a:xfrm>
            <a:off x="11326134" y="5848179"/>
            <a:ext cx="290197" cy="34057"/>
          </a:xfrm>
          <a:custGeom>
            <a:avLst/>
            <a:gdLst/>
            <a:ahLst/>
            <a:cxnLst/>
            <a:rect l="0" t="0" r="0" b="0"/>
            <a:pathLst>
              <a:path w="290197" h="34057">
                <a:moveTo>
                  <a:pt x="0" y="14205"/>
                </a:moveTo>
                <a:lnTo>
                  <a:pt x="38735" y="8795"/>
                </a:lnTo>
                <a:lnTo>
                  <a:pt x="74824" y="4670"/>
                </a:lnTo>
                <a:lnTo>
                  <a:pt x="108268" y="1829"/>
                </a:lnTo>
                <a:lnTo>
                  <a:pt x="139066" y="272"/>
                </a:lnTo>
                <a:lnTo>
                  <a:pt x="167217" y="0"/>
                </a:lnTo>
                <a:lnTo>
                  <a:pt x="192723" y="1012"/>
                </a:lnTo>
                <a:lnTo>
                  <a:pt x="215583" y="3309"/>
                </a:lnTo>
                <a:lnTo>
                  <a:pt x="235798" y="6889"/>
                </a:lnTo>
                <a:lnTo>
                  <a:pt x="253366" y="11755"/>
                </a:lnTo>
                <a:lnTo>
                  <a:pt x="268289" y="17904"/>
                </a:lnTo>
                <a:lnTo>
                  <a:pt x="280566" y="25338"/>
                </a:lnTo>
                <a:lnTo>
                  <a:pt x="290197" y="34057"/>
                </a:lnTo>
              </a:path>
            </a:pathLst>
          </a:custGeom>
          <a:noFill/>
          <a:ln w="5334">
            <a:solidFill>
              <a:srgbClr val="84B034">
                <a:alpha val="13000"/>
              </a:srgbClr>
            </a:solidFill>
            <a:prstDash val="solid"/>
          </a:ln>
        </p:spPr>
      </p:sp>
      <p:sp>
        <p:nvSpPr>
          <p:cNvPr id="388" name="knowledge-edge">
            <a:extLst>
              <a:ext uri="{FF2B5EF4-FFF2-40B4-BE49-F238E27FC236}">
                <a16:creationId xmlns:a16="http://schemas.microsoft.com/office/drawing/2014/main" id="{684F4CFB-B80D-4E00-9B01-751CFFD2062D}"/>
              </a:ext>
            </a:extLst>
          </p:cNvPr>
          <p:cNvSpPr>
            <a:spLocks noGrp="1"/>
          </p:cNvSpPr>
          <p:nvPr/>
        </p:nvSpPr>
        <p:spPr>
          <a:xfrm>
            <a:off x="11467851" y="5882235"/>
            <a:ext cx="148480" cy="217707"/>
          </a:xfrm>
          <a:custGeom>
            <a:avLst/>
            <a:gdLst/>
            <a:ahLst/>
            <a:cxnLst/>
            <a:rect l="0" t="0" r="0" b="0"/>
            <a:pathLst>
              <a:path w="148480" h="217707">
                <a:moveTo>
                  <a:pt x="0" y="213967"/>
                </a:moveTo>
                <a:lnTo>
                  <a:pt x="10606" y="217266"/>
                </a:lnTo>
                <a:lnTo>
                  <a:pt x="21211" y="217707"/>
                </a:lnTo>
                <a:lnTo>
                  <a:pt x="31817" y="215288"/>
                </a:lnTo>
                <a:lnTo>
                  <a:pt x="42423" y="210011"/>
                </a:lnTo>
                <a:lnTo>
                  <a:pt x="53028" y="201875"/>
                </a:lnTo>
                <a:lnTo>
                  <a:pt x="63634" y="190880"/>
                </a:lnTo>
                <a:lnTo>
                  <a:pt x="74240" y="177026"/>
                </a:lnTo>
                <a:lnTo>
                  <a:pt x="84846" y="160313"/>
                </a:lnTo>
                <a:lnTo>
                  <a:pt x="95451" y="140741"/>
                </a:lnTo>
                <a:lnTo>
                  <a:pt x="106057" y="118311"/>
                </a:lnTo>
                <a:lnTo>
                  <a:pt x="116663" y="93021"/>
                </a:lnTo>
                <a:lnTo>
                  <a:pt x="127268" y="64873"/>
                </a:lnTo>
                <a:lnTo>
                  <a:pt x="137874" y="33866"/>
                </a:lnTo>
                <a:lnTo>
                  <a:pt x="148480" y="0"/>
                </a:lnTo>
              </a:path>
            </a:pathLst>
          </a:custGeom>
          <a:noFill/>
          <a:ln w="6477">
            <a:solidFill>
              <a:srgbClr val="84B034">
                <a:alpha val="17000"/>
              </a:srgbClr>
            </a:solidFill>
            <a:prstDash val="solid"/>
          </a:ln>
        </p:spPr>
      </p:sp>
      <p:sp>
        <p:nvSpPr>
          <p:cNvPr id="389" name="knowledge-edge">
            <a:extLst>
              <a:ext uri="{FF2B5EF4-FFF2-40B4-BE49-F238E27FC236}">
                <a16:creationId xmlns:a16="http://schemas.microsoft.com/office/drawing/2014/main" id="{FDB10830-7466-4A7F-A5D7-EBB11F4E0931}"/>
              </a:ext>
            </a:extLst>
          </p:cNvPr>
          <p:cNvSpPr>
            <a:spLocks noGrp="1"/>
          </p:cNvSpPr>
          <p:nvPr/>
        </p:nvSpPr>
        <p:spPr>
          <a:xfrm>
            <a:off x="11699054" y="4438090"/>
            <a:ext cx="414731" cy="91588"/>
          </a:xfrm>
          <a:custGeom>
            <a:avLst/>
            <a:gdLst/>
            <a:ahLst/>
            <a:cxnLst/>
            <a:rect l="0" t="0" r="0" b="0"/>
            <a:pathLst>
              <a:path w="414731" h="91588">
                <a:moveTo>
                  <a:pt x="0" y="91588"/>
                </a:moveTo>
                <a:lnTo>
                  <a:pt x="29624" y="83176"/>
                </a:lnTo>
                <a:lnTo>
                  <a:pt x="59247" y="75052"/>
                </a:lnTo>
                <a:lnTo>
                  <a:pt x="88871" y="67216"/>
                </a:lnTo>
                <a:lnTo>
                  <a:pt x="118495" y="59667"/>
                </a:lnTo>
                <a:lnTo>
                  <a:pt x="148118" y="52406"/>
                </a:lnTo>
                <a:lnTo>
                  <a:pt x="177742" y="45433"/>
                </a:lnTo>
                <a:lnTo>
                  <a:pt x="207366" y="38747"/>
                </a:lnTo>
                <a:lnTo>
                  <a:pt x="236989" y="32349"/>
                </a:lnTo>
                <a:lnTo>
                  <a:pt x="266613" y="26238"/>
                </a:lnTo>
                <a:lnTo>
                  <a:pt x="296237" y="20415"/>
                </a:lnTo>
                <a:lnTo>
                  <a:pt x="325860" y="14880"/>
                </a:lnTo>
                <a:lnTo>
                  <a:pt x="355484" y="9632"/>
                </a:lnTo>
                <a:lnTo>
                  <a:pt x="385108" y="4672"/>
                </a:lnTo>
                <a:lnTo>
                  <a:pt x="414731" y="0"/>
                </a:lnTo>
              </a:path>
            </a:pathLst>
          </a:custGeom>
          <a:noFill/>
          <a:ln w="6477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390" name="knowledge-cross-edge">
            <a:extLst>
              <a:ext uri="{FF2B5EF4-FFF2-40B4-BE49-F238E27FC236}">
                <a16:creationId xmlns:a16="http://schemas.microsoft.com/office/drawing/2014/main" id="{9F3FA281-9028-4FEA-AD0A-67F052FD42FD}"/>
              </a:ext>
            </a:extLst>
          </p:cNvPr>
          <p:cNvSpPr>
            <a:spLocks noGrp="1"/>
          </p:cNvSpPr>
          <p:nvPr/>
        </p:nvSpPr>
        <p:spPr>
          <a:xfrm>
            <a:off x="11699054" y="4526939"/>
            <a:ext cx="412406" cy="227420"/>
          </a:xfrm>
          <a:custGeom>
            <a:avLst/>
            <a:gdLst/>
            <a:ahLst/>
            <a:cxnLst/>
            <a:rect l="0" t="0" r="0" b="0"/>
            <a:pathLst>
              <a:path w="412406" h="227420">
                <a:moveTo>
                  <a:pt x="0" y="2739"/>
                </a:moveTo>
                <a:lnTo>
                  <a:pt x="48919" y="0"/>
                </a:lnTo>
                <a:lnTo>
                  <a:pt x="95193" y="1164"/>
                </a:lnTo>
                <a:lnTo>
                  <a:pt x="138820" y="6229"/>
                </a:lnTo>
                <a:lnTo>
                  <a:pt x="179802" y="15197"/>
                </a:lnTo>
                <a:lnTo>
                  <a:pt x="218138" y="28067"/>
                </a:lnTo>
                <a:lnTo>
                  <a:pt x="253828" y="44840"/>
                </a:lnTo>
                <a:lnTo>
                  <a:pt x="286872" y="65514"/>
                </a:lnTo>
                <a:lnTo>
                  <a:pt x="317270" y="90091"/>
                </a:lnTo>
                <a:lnTo>
                  <a:pt x="345023" y="118570"/>
                </a:lnTo>
                <a:lnTo>
                  <a:pt x="370130" y="150951"/>
                </a:lnTo>
                <a:lnTo>
                  <a:pt x="392591" y="187235"/>
                </a:lnTo>
                <a:lnTo>
                  <a:pt x="412406" y="227420"/>
                </a:lnTo>
              </a:path>
            </a:pathLst>
          </a:custGeom>
          <a:noFill/>
          <a:ln w="5334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391" name="knowledge-edge">
            <a:extLst>
              <a:ext uri="{FF2B5EF4-FFF2-40B4-BE49-F238E27FC236}">
                <a16:creationId xmlns:a16="http://schemas.microsoft.com/office/drawing/2014/main" id="{2A27D27A-1936-440A-A6F9-BA7C3BFAA06C}"/>
              </a:ext>
            </a:extLst>
          </p:cNvPr>
          <p:cNvSpPr>
            <a:spLocks noGrp="1"/>
          </p:cNvSpPr>
          <p:nvPr/>
        </p:nvSpPr>
        <p:spPr>
          <a:xfrm>
            <a:off x="11806309" y="4752401"/>
            <a:ext cx="305151" cy="9525"/>
          </a:xfrm>
          <a:custGeom>
            <a:avLst/>
            <a:gdLst/>
            <a:ahLst/>
            <a:cxnLst/>
            <a:rect l="0" t="0" r="0" b="0"/>
            <a:pathLst>
              <a:path w="305151" h="9525">
                <a:moveTo>
                  <a:pt x="0" y="0"/>
                </a:moveTo>
                <a:lnTo>
                  <a:pt x="21796" y="1467"/>
                </a:lnTo>
                <a:lnTo>
                  <a:pt x="43593" y="2729"/>
                </a:lnTo>
                <a:lnTo>
                  <a:pt x="65389" y="3787"/>
                </a:lnTo>
                <a:lnTo>
                  <a:pt x="87186" y="4642"/>
                </a:lnTo>
                <a:lnTo>
                  <a:pt x="108982" y="5292"/>
                </a:lnTo>
                <a:lnTo>
                  <a:pt x="130779" y="5738"/>
                </a:lnTo>
                <a:lnTo>
                  <a:pt x="152575" y="5980"/>
                </a:lnTo>
                <a:lnTo>
                  <a:pt x="174372" y="6017"/>
                </a:lnTo>
                <a:lnTo>
                  <a:pt x="196168" y="5851"/>
                </a:lnTo>
                <a:lnTo>
                  <a:pt x="217965" y="5481"/>
                </a:lnTo>
                <a:lnTo>
                  <a:pt x="239761" y="4906"/>
                </a:lnTo>
                <a:lnTo>
                  <a:pt x="261558" y="4128"/>
                </a:lnTo>
                <a:lnTo>
                  <a:pt x="283354" y="3145"/>
                </a:lnTo>
                <a:lnTo>
                  <a:pt x="305151" y="1958"/>
                </a:lnTo>
              </a:path>
            </a:pathLst>
          </a:custGeom>
          <a:noFill/>
          <a:ln w="6477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392" name="knowledge-cross-edge">
            <a:extLst>
              <a:ext uri="{FF2B5EF4-FFF2-40B4-BE49-F238E27FC236}">
                <a16:creationId xmlns:a16="http://schemas.microsoft.com/office/drawing/2014/main" id="{846C8A4A-8A61-460B-ABA2-0688BC8908E9}"/>
              </a:ext>
            </a:extLst>
          </p:cNvPr>
          <p:cNvSpPr>
            <a:spLocks noGrp="1"/>
          </p:cNvSpPr>
          <p:nvPr/>
        </p:nvSpPr>
        <p:spPr>
          <a:xfrm>
            <a:off x="11806309" y="4752401"/>
            <a:ext cx="504500" cy="250364"/>
          </a:xfrm>
          <a:custGeom>
            <a:avLst/>
            <a:gdLst/>
            <a:ahLst/>
            <a:cxnLst/>
            <a:rect l="0" t="0" r="0" b="0"/>
            <a:pathLst>
              <a:path w="504500" h="250364">
                <a:moveTo>
                  <a:pt x="0" y="0"/>
                </a:moveTo>
                <a:lnTo>
                  <a:pt x="56594" y="2920"/>
                </a:lnTo>
                <a:lnTo>
                  <a:pt x="110542" y="9102"/>
                </a:lnTo>
                <a:lnTo>
                  <a:pt x="161844" y="18546"/>
                </a:lnTo>
                <a:lnTo>
                  <a:pt x="210500" y="31254"/>
                </a:lnTo>
                <a:lnTo>
                  <a:pt x="256511" y="47223"/>
                </a:lnTo>
                <a:lnTo>
                  <a:pt x="299875" y="66456"/>
                </a:lnTo>
                <a:lnTo>
                  <a:pt x="340594" y="88951"/>
                </a:lnTo>
                <a:lnTo>
                  <a:pt x="378667" y="114708"/>
                </a:lnTo>
                <a:lnTo>
                  <a:pt x="414094" y="143728"/>
                </a:lnTo>
                <a:lnTo>
                  <a:pt x="446875" y="176011"/>
                </a:lnTo>
                <a:lnTo>
                  <a:pt x="477011" y="211556"/>
                </a:lnTo>
                <a:lnTo>
                  <a:pt x="504500" y="250364"/>
                </a:lnTo>
              </a:path>
            </a:pathLst>
          </a:custGeom>
          <a:noFill/>
          <a:ln w="5334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393" name="knowledge-edge">
            <a:extLst>
              <a:ext uri="{FF2B5EF4-FFF2-40B4-BE49-F238E27FC236}">
                <a16:creationId xmlns:a16="http://schemas.microsoft.com/office/drawing/2014/main" id="{A5D97E2C-5A2E-4FC9-AB8F-2DE0EC98BE38}"/>
              </a:ext>
            </a:extLst>
          </p:cNvPr>
          <p:cNvSpPr>
            <a:spLocks noGrp="1"/>
          </p:cNvSpPr>
          <p:nvPr/>
        </p:nvSpPr>
        <p:spPr>
          <a:xfrm>
            <a:off x="11829569" y="4996712"/>
            <a:ext cx="481240" cy="20450"/>
          </a:xfrm>
          <a:custGeom>
            <a:avLst/>
            <a:gdLst/>
            <a:ahLst/>
            <a:cxnLst/>
            <a:rect l="0" t="0" r="0" b="0"/>
            <a:pathLst>
              <a:path w="481240" h="20450">
                <a:moveTo>
                  <a:pt x="0" y="0"/>
                </a:moveTo>
                <a:lnTo>
                  <a:pt x="34374" y="5034"/>
                </a:lnTo>
                <a:lnTo>
                  <a:pt x="68749" y="9360"/>
                </a:lnTo>
                <a:lnTo>
                  <a:pt x="103123" y="12978"/>
                </a:lnTo>
                <a:lnTo>
                  <a:pt x="137497" y="15889"/>
                </a:lnTo>
                <a:lnTo>
                  <a:pt x="171872" y="18091"/>
                </a:lnTo>
                <a:lnTo>
                  <a:pt x="206246" y="19585"/>
                </a:lnTo>
                <a:lnTo>
                  <a:pt x="240620" y="20371"/>
                </a:lnTo>
                <a:lnTo>
                  <a:pt x="274994" y="20450"/>
                </a:lnTo>
                <a:lnTo>
                  <a:pt x="309369" y="19820"/>
                </a:lnTo>
                <a:lnTo>
                  <a:pt x="343743" y="18482"/>
                </a:lnTo>
                <a:lnTo>
                  <a:pt x="378117" y="16437"/>
                </a:lnTo>
                <a:lnTo>
                  <a:pt x="412492" y="13683"/>
                </a:lnTo>
                <a:lnTo>
                  <a:pt x="446866" y="10222"/>
                </a:lnTo>
                <a:lnTo>
                  <a:pt x="481240" y="6053"/>
                </a:lnTo>
              </a:path>
            </a:pathLst>
          </a:custGeom>
          <a:noFill/>
          <a:ln w="6477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394" name="knowledge-cross-edge">
            <a:extLst>
              <a:ext uri="{FF2B5EF4-FFF2-40B4-BE49-F238E27FC236}">
                <a16:creationId xmlns:a16="http://schemas.microsoft.com/office/drawing/2014/main" id="{8410F1E2-FDD0-4D05-9D62-573CC835E71A}"/>
              </a:ext>
            </a:extLst>
          </p:cNvPr>
          <p:cNvSpPr>
            <a:spLocks noGrp="1"/>
          </p:cNvSpPr>
          <p:nvPr/>
        </p:nvSpPr>
        <p:spPr>
          <a:xfrm>
            <a:off x="11829569" y="4993790"/>
            <a:ext cx="266073" cy="342005"/>
          </a:xfrm>
          <a:custGeom>
            <a:avLst/>
            <a:gdLst/>
            <a:ahLst/>
            <a:cxnLst/>
            <a:rect l="0" t="0" r="0" b="0"/>
            <a:pathLst>
              <a:path w="266073" h="342005">
                <a:moveTo>
                  <a:pt x="0" y="2922"/>
                </a:moveTo>
                <a:lnTo>
                  <a:pt x="36725" y="0"/>
                </a:lnTo>
                <a:lnTo>
                  <a:pt x="70804" y="2747"/>
                </a:lnTo>
                <a:lnTo>
                  <a:pt x="102237" y="11162"/>
                </a:lnTo>
                <a:lnTo>
                  <a:pt x="131024" y="25247"/>
                </a:lnTo>
                <a:lnTo>
                  <a:pt x="157166" y="45000"/>
                </a:lnTo>
                <a:lnTo>
                  <a:pt x="180661" y="70423"/>
                </a:lnTo>
                <a:lnTo>
                  <a:pt x="201511" y="101514"/>
                </a:lnTo>
                <a:lnTo>
                  <a:pt x="219715" y="138274"/>
                </a:lnTo>
                <a:lnTo>
                  <a:pt x="235273" y="180704"/>
                </a:lnTo>
                <a:lnTo>
                  <a:pt x="248186" y="228802"/>
                </a:lnTo>
                <a:lnTo>
                  <a:pt x="258452" y="282569"/>
                </a:lnTo>
                <a:lnTo>
                  <a:pt x="266073" y="342005"/>
                </a:lnTo>
              </a:path>
            </a:pathLst>
          </a:custGeom>
          <a:noFill/>
          <a:ln w="5334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395" name="knowledge-cross-edge">
            <a:extLst>
              <a:ext uri="{FF2B5EF4-FFF2-40B4-BE49-F238E27FC236}">
                <a16:creationId xmlns:a16="http://schemas.microsoft.com/office/drawing/2014/main" id="{3EE266C5-9ADA-4BDF-9FEE-97D0A751D2E3}"/>
              </a:ext>
            </a:extLst>
          </p:cNvPr>
          <p:cNvSpPr>
            <a:spLocks noGrp="1"/>
          </p:cNvSpPr>
          <p:nvPr/>
        </p:nvSpPr>
        <p:spPr>
          <a:xfrm>
            <a:off x="11829569" y="4753895"/>
            <a:ext cx="281891" cy="242817"/>
          </a:xfrm>
          <a:custGeom>
            <a:avLst/>
            <a:gdLst/>
            <a:ahLst/>
            <a:cxnLst/>
            <a:rect l="0" t="0" r="0" b="0"/>
            <a:pathLst>
              <a:path w="281891" h="242817">
                <a:moveTo>
                  <a:pt x="0" y="242817"/>
                </a:moveTo>
                <a:lnTo>
                  <a:pt x="8939" y="201961"/>
                </a:lnTo>
                <a:lnTo>
                  <a:pt x="20523" y="164861"/>
                </a:lnTo>
                <a:lnTo>
                  <a:pt x="34754" y="131517"/>
                </a:lnTo>
                <a:lnTo>
                  <a:pt x="51630" y="101930"/>
                </a:lnTo>
                <a:lnTo>
                  <a:pt x="71152" y="76099"/>
                </a:lnTo>
                <a:lnTo>
                  <a:pt x="93320" y="54025"/>
                </a:lnTo>
                <a:lnTo>
                  <a:pt x="118134" y="35707"/>
                </a:lnTo>
                <a:lnTo>
                  <a:pt x="145594" y="21146"/>
                </a:lnTo>
                <a:lnTo>
                  <a:pt x="175699" y="10341"/>
                </a:lnTo>
                <a:lnTo>
                  <a:pt x="208450" y="3292"/>
                </a:lnTo>
                <a:lnTo>
                  <a:pt x="243848" y="0"/>
                </a:lnTo>
                <a:lnTo>
                  <a:pt x="281891" y="464"/>
                </a:lnTo>
              </a:path>
            </a:pathLst>
          </a:custGeom>
          <a:noFill/>
          <a:ln w="4953">
            <a:solidFill>
              <a:srgbClr val="69AD3E">
                <a:alpha val="12000"/>
              </a:srgbClr>
            </a:solidFill>
            <a:prstDash val="solid"/>
          </a:ln>
        </p:spPr>
      </p:sp>
      <p:sp>
        <p:nvSpPr>
          <p:cNvPr id="396" name="knowledge-edge">
            <a:extLst>
              <a:ext uri="{FF2B5EF4-FFF2-40B4-BE49-F238E27FC236}">
                <a16:creationId xmlns:a16="http://schemas.microsoft.com/office/drawing/2014/main" id="{1B2BC1A4-3AB3-44F4-A6A3-54054C30E73D}"/>
              </a:ext>
            </a:extLst>
          </p:cNvPr>
          <p:cNvSpPr>
            <a:spLocks noGrp="1"/>
          </p:cNvSpPr>
          <p:nvPr/>
        </p:nvSpPr>
        <p:spPr>
          <a:xfrm>
            <a:off x="11848891" y="5182249"/>
            <a:ext cx="246751" cy="153545"/>
          </a:xfrm>
          <a:custGeom>
            <a:avLst/>
            <a:gdLst/>
            <a:ahLst/>
            <a:cxnLst/>
            <a:rect l="0" t="0" r="0" b="0"/>
            <a:pathLst>
              <a:path w="246751" h="153545">
                <a:moveTo>
                  <a:pt x="0" y="19794"/>
                </a:moveTo>
                <a:lnTo>
                  <a:pt x="17625" y="10495"/>
                </a:lnTo>
                <a:lnTo>
                  <a:pt x="35250" y="4096"/>
                </a:lnTo>
                <a:lnTo>
                  <a:pt x="52875" y="598"/>
                </a:lnTo>
                <a:lnTo>
                  <a:pt x="70500" y="0"/>
                </a:lnTo>
                <a:lnTo>
                  <a:pt x="88125" y="2303"/>
                </a:lnTo>
                <a:lnTo>
                  <a:pt x="105751" y="7506"/>
                </a:lnTo>
                <a:lnTo>
                  <a:pt x="123376" y="15609"/>
                </a:lnTo>
                <a:lnTo>
                  <a:pt x="141001" y="26613"/>
                </a:lnTo>
                <a:lnTo>
                  <a:pt x="158626" y="40517"/>
                </a:lnTo>
                <a:lnTo>
                  <a:pt x="176251" y="57322"/>
                </a:lnTo>
                <a:lnTo>
                  <a:pt x="193876" y="77027"/>
                </a:lnTo>
                <a:lnTo>
                  <a:pt x="211501" y="99633"/>
                </a:lnTo>
                <a:lnTo>
                  <a:pt x="229126" y="125139"/>
                </a:lnTo>
                <a:lnTo>
                  <a:pt x="246751" y="153545"/>
                </a:lnTo>
              </a:path>
            </a:pathLst>
          </a:custGeom>
          <a:noFill/>
          <a:ln w="6477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397" name="knowledge-edge">
            <a:extLst>
              <a:ext uri="{FF2B5EF4-FFF2-40B4-BE49-F238E27FC236}">
                <a16:creationId xmlns:a16="http://schemas.microsoft.com/office/drawing/2014/main" id="{72070961-2E76-4C29-85CA-C49B18936996}"/>
              </a:ext>
            </a:extLst>
          </p:cNvPr>
          <p:cNvSpPr>
            <a:spLocks noGrp="1"/>
          </p:cNvSpPr>
          <p:nvPr/>
        </p:nvSpPr>
        <p:spPr>
          <a:xfrm>
            <a:off x="11606095" y="5508362"/>
            <a:ext cx="478049" cy="64178"/>
          </a:xfrm>
          <a:custGeom>
            <a:avLst/>
            <a:gdLst/>
            <a:ahLst/>
            <a:cxnLst/>
            <a:rect l="0" t="0" r="0" b="0"/>
            <a:pathLst>
              <a:path w="478049" h="64178">
                <a:moveTo>
                  <a:pt x="0" y="0"/>
                </a:moveTo>
                <a:lnTo>
                  <a:pt x="34146" y="11307"/>
                </a:lnTo>
                <a:lnTo>
                  <a:pt x="68293" y="21520"/>
                </a:lnTo>
                <a:lnTo>
                  <a:pt x="102439" y="30638"/>
                </a:lnTo>
                <a:lnTo>
                  <a:pt x="136585" y="38662"/>
                </a:lnTo>
                <a:lnTo>
                  <a:pt x="170732" y="45591"/>
                </a:lnTo>
                <a:lnTo>
                  <a:pt x="204878" y="51425"/>
                </a:lnTo>
                <a:lnTo>
                  <a:pt x="239024" y="56165"/>
                </a:lnTo>
                <a:lnTo>
                  <a:pt x="273171" y="59810"/>
                </a:lnTo>
                <a:lnTo>
                  <a:pt x="307317" y="62361"/>
                </a:lnTo>
                <a:lnTo>
                  <a:pt x="341463" y="63816"/>
                </a:lnTo>
                <a:lnTo>
                  <a:pt x="375610" y="64178"/>
                </a:lnTo>
                <a:lnTo>
                  <a:pt x="409756" y="63444"/>
                </a:lnTo>
                <a:lnTo>
                  <a:pt x="443902" y="61616"/>
                </a:lnTo>
                <a:lnTo>
                  <a:pt x="478049" y="58694"/>
                </a:lnTo>
              </a:path>
            </a:pathLst>
          </a:custGeom>
          <a:noFill/>
          <a:ln w="6477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398" name="knowledge-edge">
            <a:extLst>
              <a:ext uri="{FF2B5EF4-FFF2-40B4-BE49-F238E27FC236}">
                <a16:creationId xmlns:a16="http://schemas.microsoft.com/office/drawing/2014/main" id="{ED115194-BC17-47A6-BD5D-0E0648F6ED96}"/>
              </a:ext>
            </a:extLst>
          </p:cNvPr>
          <p:cNvSpPr>
            <a:spLocks noGrp="1"/>
          </p:cNvSpPr>
          <p:nvPr/>
        </p:nvSpPr>
        <p:spPr>
          <a:xfrm>
            <a:off x="11699769" y="5544636"/>
            <a:ext cx="640140" cy="172556"/>
          </a:xfrm>
          <a:custGeom>
            <a:avLst/>
            <a:gdLst/>
            <a:ahLst/>
            <a:cxnLst/>
            <a:rect l="0" t="0" r="0" b="0"/>
            <a:pathLst>
              <a:path w="640140" h="172556">
                <a:moveTo>
                  <a:pt x="0" y="172556"/>
                </a:moveTo>
                <a:lnTo>
                  <a:pt x="45724" y="161014"/>
                </a:lnTo>
                <a:lnTo>
                  <a:pt x="91449" y="149350"/>
                </a:lnTo>
                <a:lnTo>
                  <a:pt x="137173" y="137567"/>
                </a:lnTo>
                <a:lnTo>
                  <a:pt x="182897" y="125662"/>
                </a:lnTo>
                <a:lnTo>
                  <a:pt x="228621" y="113638"/>
                </a:lnTo>
                <a:lnTo>
                  <a:pt x="274346" y="101493"/>
                </a:lnTo>
                <a:lnTo>
                  <a:pt x="320070" y="89228"/>
                </a:lnTo>
                <a:lnTo>
                  <a:pt x="365794" y="76842"/>
                </a:lnTo>
                <a:lnTo>
                  <a:pt x="411518" y="64336"/>
                </a:lnTo>
                <a:lnTo>
                  <a:pt x="457243" y="51710"/>
                </a:lnTo>
                <a:lnTo>
                  <a:pt x="502967" y="38963"/>
                </a:lnTo>
                <a:lnTo>
                  <a:pt x="548691" y="26096"/>
                </a:lnTo>
                <a:lnTo>
                  <a:pt x="594415" y="13108"/>
                </a:lnTo>
                <a:lnTo>
                  <a:pt x="640140" y="0"/>
                </a:lnTo>
              </a:path>
            </a:pathLst>
          </a:custGeom>
          <a:noFill/>
          <a:ln w="6477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399" name="knowledge-edge">
            <a:extLst>
              <a:ext uri="{FF2B5EF4-FFF2-40B4-BE49-F238E27FC236}">
                <a16:creationId xmlns:a16="http://schemas.microsoft.com/office/drawing/2014/main" id="{C8228BE4-2F7D-4287-B242-FEC6A9C21C11}"/>
              </a:ext>
            </a:extLst>
          </p:cNvPr>
          <p:cNvSpPr>
            <a:spLocks noGrp="1"/>
          </p:cNvSpPr>
          <p:nvPr/>
        </p:nvSpPr>
        <p:spPr>
          <a:xfrm>
            <a:off x="11616330" y="5766301"/>
            <a:ext cx="595344" cy="127040"/>
          </a:xfrm>
          <a:custGeom>
            <a:avLst/>
            <a:gdLst/>
            <a:ahLst/>
            <a:cxnLst/>
            <a:rect l="0" t="0" r="0" b="0"/>
            <a:pathLst>
              <a:path w="595344" h="127040">
                <a:moveTo>
                  <a:pt x="0" y="115934"/>
                </a:moveTo>
                <a:lnTo>
                  <a:pt x="42525" y="121815"/>
                </a:lnTo>
                <a:lnTo>
                  <a:pt x="85049" y="125517"/>
                </a:lnTo>
                <a:lnTo>
                  <a:pt x="127574" y="127040"/>
                </a:lnTo>
                <a:lnTo>
                  <a:pt x="170098" y="126385"/>
                </a:lnTo>
                <a:lnTo>
                  <a:pt x="212623" y="123551"/>
                </a:lnTo>
                <a:lnTo>
                  <a:pt x="255148" y="118538"/>
                </a:lnTo>
                <a:lnTo>
                  <a:pt x="297672" y="111346"/>
                </a:lnTo>
                <a:lnTo>
                  <a:pt x="340197" y="101976"/>
                </a:lnTo>
                <a:lnTo>
                  <a:pt x="382721" y="90427"/>
                </a:lnTo>
                <a:lnTo>
                  <a:pt x="425246" y="76699"/>
                </a:lnTo>
                <a:lnTo>
                  <a:pt x="467771" y="60792"/>
                </a:lnTo>
                <a:lnTo>
                  <a:pt x="510295" y="42707"/>
                </a:lnTo>
                <a:lnTo>
                  <a:pt x="552820" y="22443"/>
                </a:lnTo>
                <a:lnTo>
                  <a:pt x="595344" y="0"/>
                </a:lnTo>
              </a:path>
            </a:pathLst>
          </a:custGeom>
          <a:noFill/>
          <a:ln w="6477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400" name="knowledge-cross-edge">
            <a:extLst>
              <a:ext uri="{FF2B5EF4-FFF2-40B4-BE49-F238E27FC236}">
                <a16:creationId xmlns:a16="http://schemas.microsoft.com/office/drawing/2014/main" id="{1EC592EC-3D81-43ED-A130-94417C140226}"/>
              </a:ext>
            </a:extLst>
          </p:cNvPr>
          <p:cNvSpPr>
            <a:spLocks noGrp="1"/>
          </p:cNvSpPr>
          <p:nvPr/>
        </p:nvSpPr>
        <p:spPr>
          <a:xfrm>
            <a:off x="11616330" y="5544636"/>
            <a:ext cx="723578" cy="337599"/>
          </a:xfrm>
          <a:custGeom>
            <a:avLst/>
            <a:gdLst/>
            <a:ahLst/>
            <a:cxnLst/>
            <a:rect l="0" t="0" r="0" b="0"/>
            <a:pathLst>
              <a:path w="723578" h="337599">
                <a:moveTo>
                  <a:pt x="0" y="337599"/>
                </a:moveTo>
                <a:lnTo>
                  <a:pt x="45746" y="285891"/>
                </a:lnTo>
                <a:lnTo>
                  <a:pt x="94138" y="238470"/>
                </a:lnTo>
                <a:lnTo>
                  <a:pt x="145176" y="195334"/>
                </a:lnTo>
                <a:lnTo>
                  <a:pt x="198859" y="156485"/>
                </a:lnTo>
                <a:lnTo>
                  <a:pt x="255189" y="121922"/>
                </a:lnTo>
                <a:lnTo>
                  <a:pt x="314164" y="91646"/>
                </a:lnTo>
                <a:lnTo>
                  <a:pt x="375785" y="65656"/>
                </a:lnTo>
                <a:lnTo>
                  <a:pt x="440052" y="43952"/>
                </a:lnTo>
                <a:lnTo>
                  <a:pt x="506965" y="26535"/>
                </a:lnTo>
                <a:lnTo>
                  <a:pt x="576523" y="13403"/>
                </a:lnTo>
                <a:lnTo>
                  <a:pt x="648728" y="4559"/>
                </a:lnTo>
                <a:lnTo>
                  <a:pt x="723578" y="0"/>
                </a:lnTo>
              </a:path>
            </a:pathLst>
          </a:custGeom>
          <a:noFill/>
          <a:ln w="4953">
            <a:solidFill>
              <a:srgbClr val="69AD3E">
                <a:alpha val="12000"/>
              </a:srgbClr>
            </a:solidFill>
            <a:prstDash val="solid"/>
          </a:ln>
        </p:spPr>
      </p:sp>
      <p:sp>
        <p:nvSpPr>
          <p:cNvPr id="401" name="knowledge-edge">
            <a:extLst>
              <a:ext uri="{FF2B5EF4-FFF2-40B4-BE49-F238E27FC236}">
                <a16:creationId xmlns:a16="http://schemas.microsoft.com/office/drawing/2014/main" id="{811D8E3B-EF8A-454E-83C4-332F277B0E09}"/>
              </a:ext>
            </a:extLst>
          </p:cNvPr>
          <p:cNvSpPr>
            <a:spLocks noGrp="1"/>
          </p:cNvSpPr>
          <p:nvPr/>
        </p:nvSpPr>
        <p:spPr>
          <a:xfrm>
            <a:off x="12113785" y="4422227"/>
            <a:ext cx="658635" cy="30106"/>
          </a:xfrm>
          <a:custGeom>
            <a:avLst/>
            <a:gdLst/>
            <a:ahLst/>
            <a:cxnLst/>
            <a:rect l="0" t="0" r="0" b="0"/>
            <a:pathLst>
              <a:path w="658635" h="30106">
                <a:moveTo>
                  <a:pt x="0" y="15863"/>
                </a:moveTo>
                <a:lnTo>
                  <a:pt x="47045" y="10931"/>
                </a:lnTo>
                <a:lnTo>
                  <a:pt x="94091" y="6914"/>
                </a:lnTo>
                <a:lnTo>
                  <a:pt x="141136" y="3813"/>
                </a:lnTo>
                <a:lnTo>
                  <a:pt x="188182" y="1626"/>
                </a:lnTo>
                <a:lnTo>
                  <a:pt x="235227" y="356"/>
                </a:lnTo>
                <a:lnTo>
                  <a:pt x="282272" y="0"/>
                </a:lnTo>
                <a:lnTo>
                  <a:pt x="329318" y="560"/>
                </a:lnTo>
                <a:lnTo>
                  <a:pt x="376363" y="2035"/>
                </a:lnTo>
                <a:lnTo>
                  <a:pt x="423408" y="4425"/>
                </a:lnTo>
                <a:lnTo>
                  <a:pt x="470454" y="7731"/>
                </a:lnTo>
                <a:lnTo>
                  <a:pt x="517499" y="11951"/>
                </a:lnTo>
                <a:lnTo>
                  <a:pt x="564545" y="17088"/>
                </a:lnTo>
                <a:lnTo>
                  <a:pt x="611590" y="23139"/>
                </a:lnTo>
                <a:lnTo>
                  <a:pt x="658635" y="30106"/>
                </a:lnTo>
              </a:path>
            </a:pathLst>
          </a:custGeom>
          <a:noFill/>
          <a:ln w="6477">
            <a:solidFill>
              <a:srgbClr val="4FAB49">
                <a:alpha val="17000"/>
              </a:srgbClr>
            </a:solidFill>
            <a:prstDash val="solid"/>
          </a:ln>
        </p:spPr>
      </p:sp>
      <p:sp>
        <p:nvSpPr>
          <p:cNvPr id="402" name="knowledge-cross-edge">
            <a:extLst>
              <a:ext uri="{FF2B5EF4-FFF2-40B4-BE49-F238E27FC236}">
                <a16:creationId xmlns:a16="http://schemas.microsoft.com/office/drawing/2014/main" id="{F4BE9A09-BC46-478A-A7C0-D37B814E4413}"/>
              </a:ext>
            </a:extLst>
          </p:cNvPr>
          <p:cNvSpPr>
            <a:spLocks noGrp="1"/>
          </p:cNvSpPr>
          <p:nvPr/>
        </p:nvSpPr>
        <p:spPr>
          <a:xfrm>
            <a:off x="12113785" y="4433116"/>
            <a:ext cx="653340" cy="216051"/>
          </a:xfrm>
          <a:custGeom>
            <a:avLst/>
            <a:gdLst/>
            <a:ahLst/>
            <a:cxnLst/>
            <a:rect l="0" t="0" r="0" b="0"/>
            <a:pathLst>
              <a:path w="653340" h="216051">
                <a:moveTo>
                  <a:pt x="0" y="4974"/>
                </a:moveTo>
                <a:lnTo>
                  <a:pt x="68997" y="479"/>
                </a:lnTo>
                <a:lnTo>
                  <a:pt x="135348" y="0"/>
                </a:lnTo>
                <a:lnTo>
                  <a:pt x="199054" y="3536"/>
                </a:lnTo>
                <a:lnTo>
                  <a:pt x="260113" y="11087"/>
                </a:lnTo>
                <a:lnTo>
                  <a:pt x="318527" y="22654"/>
                </a:lnTo>
                <a:lnTo>
                  <a:pt x="374295" y="38236"/>
                </a:lnTo>
                <a:lnTo>
                  <a:pt x="427417" y="57833"/>
                </a:lnTo>
                <a:lnTo>
                  <a:pt x="477893" y="81446"/>
                </a:lnTo>
                <a:lnTo>
                  <a:pt x="525724" y="109074"/>
                </a:lnTo>
                <a:lnTo>
                  <a:pt x="570908" y="140718"/>
                </a:lnTo>
                <a:lnTo>
                  <a:pt x="613447" y="176376"/>
                </a:lnTo>
                <a:lnTo>
                  <a:pt x="653340" y="216051"/>
                </a:lnTo>
              </a:path>
            </a:pathLst>
          </a:custGeom>
          <a:noFill/>
          <a:ln w="5334">
            <a:solidFill>
              <a:srgbClr val="4FAB49">
                <a:alpha val="13000"/>
              </a:srgbClr>
            </a:solidFill>
            <a:prstDash val="solid"/>
          </a:ln>
        </p:spPr>
      </p:sp>
      <p:sp>
        <p:nvSpPr>
          <p:cNvPr id="403" name="knowledge-edge">
            <a:extLst>
              <a:ext uri="{FF2B5EF4-FFF2-40B4-BE49-F238E27FC236}">
                <a16:creationId xmlns:a16="http://schemas.microsoft.com/office/drawing/2014/main" id="{6C3F95B4-4B81-40A7-90FB-D15AF44169A2}"/>
              </a:ext>
            </a:extLst>
          </p:cNvPr>
          <p:cNvSpPr>
            <a:spLocks noGrp="1"/>
          </p:cNvSpPr>
          <p:nvPr/>
        </p:nvSpPr>
        <p:spPr>
          <a:xfrm>
            <a:off x="12111460" y="4647540"/>
            <a:ext cx="655666" cy="106819"/>
          </a:xfrm>
          <a:custGeom>
            <a:avLst/>
            <a:gdLst/>
            <a:ahLst/>
            <a:cxnLst/>
            <a:rect l="0" t="0" r="0" b="0"/>
            <a:pathLst>
              <a:path w="655666" h="106819">
                <a:moveTo>
                  <a:pt x="0" y="106819"/>
                </a:moveTo>
                <a:lnTo>
                  <a:pt x="46833" y="90284"/>
                </a:lnTo>
                <a:lnTo>
                  <a:pt x="93667" y="75138"/>
                </a:lnTo>
                <a:lnTo>
                  <a:pt x="140500" y="61379"/>
                </a:lnTo>
                <a:lnTo>
                  <a:pt x="187333" y="49008"/>
                </a:lnTo>
                <a:lnTo>
                  <a:pt x="234166" y="38025"/>
                </a:lnTo>
                <a:lnTo>
                  <a:pt x="281000" y="28429"/>
                </a:lnTo>
                <a:lnTo>
                  <a:pt x="327833" y="20221"/>
                </a:lnTo>
                <a:lnTo>
                  <a:pt x="374666" y="13402"/>
                </a:lnTo>
                <a:lnTo>
                  <a:pt x="421499" y="7970"/>
                </a:lnTo>
                <a:lnTo>
                  <a:pt x="468333" y="3925"/>
                </a:lnTo>
                <a:lnTo>
                  <a:pt x="515166" y="1269"/>
                </a:lnTo>
                <a:lnTo>
                  <a:pt x="561999" y="0"/>
                </a:lnTo>
                <a:lnTo>
                  <a:pt x="608832" y="119"/>
                </a:lnTo>
                <a:lnTo>
                  <a:pt x="655666" y="1626"/>
                </a:lnTo>
              </a:path>
            </a:pathLst>
          </a:custGeom>
          <a:noFill/>
          <a:ln w="6477">
            <a:solidFill>
              <a:srgbClr val="4FAB49">
                <a:alpha val="17000"/>
              </a:srgbClr>
            </a:solidFill>
            <a:prstDash val="solid"/>
          </a:ln>
        </p:spPr>
      </p:sp>
      <p:sp>
        <p:nvSpPr>
          <p:cNvPr id="404" name="knowledge-edge">
            <a:extLst>
              <a:ext uri="{FF2B5EF4-FFF2-40B4-BE49-F238E27FC236}">
                <a16:creationId xmlns:a16="http://schemas.microsoft.com/office/drawing/2014/main" id="{BD573ECE-9C13-41C1-AEF9-B8B5C3672553}"/>
              </a:ext>
            </a:extLst>
          </p:cNvPr>
          <p:cNvSpPr>
            <a:spLocks noGrp="1"/>
          </p:cNvSpPr>
          <p:nvPr/>
        </p:nvSpPr>
        <p:spPr>
          <a:xfrm>
            <a:off x="12310809" y="4953302"/>
            <a:ext cx="446175" cy="49463"/>
          </a:xfrm>
          <a:custGeom>
            <a:avLst/>
            <a:gdLst/>
            <a:ahLst/>
            <a:cxnLst/>
            <a:rect l="0" t="0" r="0" b="0"/>
            <a:pathLst>
              <a:path w="446175" h="49463">
                <a:moveTo>
                  <a:pt x="0" y="49463"/>
                </a:moveTo>
                <a:lnTo>
                  <a:pt x="31870" y="37187"/>
                </a:lnTo>
                <a:lnTo>
                  <a:pt x="63739" y="26652"/>
                </a:lnTo>
                <a:lnTo>
                  <a:pt x="95609" y="17858"/>
                </a:lnTo>
                <a:lnTo>
                  <a:pt x="127478" y="10805"/>
                </a:lnTo>
                <a:lnTo>
                  <a:pt x="159348" y="5492"/>
                </a:lnTo>
                <a:lnTo>
                  <a:pt x="191218" y="1921"/>
                </a:lnTo>
                <a:lnTo>
                  <a:pt x="223087" y="90"/>
                </a:lnTo>
                <a:lnTo>
                  <a:pt x="254957" y="0"/>
                </a:lnTo>
                <a:lnTo>
                  <a:pt x="286827" y="1651"/>
                </a:lnTo>
                <a:lnTo>
                  <a:pt x="318696" y="5043"/>
                </a:lnTo>
                <a:lnTo>
                  <a:pt x="350566" y="10175"/>
                </a:lnTo>
                <a:lnTo>
                  <a:pt x="382435" y="17048"/>
                </a:lnTo>
                <a:lnTo>
                  <a:pt x="414305" y="25663"/>
                </a:lnTo>
                <a:lnTo>
                  <a:pt x="446175" y="36018"/>
                </a:lnTo>
              </a:path>
            </a:pathLst>
          </a:custGeom>
          <a:noFill/>
          <a:ln w="6477">
            <a:solidFill>
              <a:srgbClr val="4FAB49">
                <a:alpha val="17000"/>
              </a:srgbClr>
            </a:solidFill>
            <a:prstDash val="solid"/>
          </a:ln>
        </p:spPr>
      </p:sp>
      <p:sp>
        <p:nvSpPr>
          <p:cNvPr id="405" name="knowledge-cross-edge">
            <a:extLst>
              <a:ext uri="{FF2B5EF4-FFF2-40B4-BE49-F238E27FC236}">
                <a16:creationId xmlns:a16="http://schemas.microsoft.com/office/drawing/2014/main" id="{92158A1A-567F-4819-AF40-7BC57A0561CD}"/>
              </a:ext>
            </a:extLst>
          </p:cNvPr>
          <p:cNvSpPr>
            <a:spLocks noGrp="1"/>
          </p:cNvSpPr>
          <p:nvPr/>
        </p:nvSpPr>
        <p:spPr>
          <a:xfrm>
            <a:off x="12310809" y="4649166"/>
            <a:ext cx="456316" cy="353598"/>
          </a:xfrm>
          <a:custGeom>
            <a:avLst/>
            <a:gdLst/>
            <a:ahLst/>
            <a:cxnLst/>
            <a:rect l="0" t="0" r="0" b="0"/>
            <a:pathLst>
              <a:path w="456316" h="353598">
                <a:moveTo>
                  <a:pt x="0" y="353598"/>
                </a:moveTo>
                <a:lnTo>
                  <a:pt x="23474" y="303334"/>
                </a:lnTo>
                <a:lnTo>
                  <a:pt x="49594" y="256850"/>
                </a:lnTo>
                <a:lnTo>
                  <a:pt x="78360" y="214149"/>
                </a:lnTo>
                <a:lnTo>
                  <a:pt x="109772" y="175228"/>
                </a:lnTo>
                <a:lnTo>
                  <a:pt x="143830" y="140090"/>
                </a:lnTo>
                <a:lnTo>
                  <a:pt x="180533" y="108732"/>
                </a:lnTo>
                <a:lnTo>
                  <a:pt x="219882" y="81157"/>
                </a:lnTo>
                <a:lnTo>
                  <a:pt x="261877" y="57362"/>
                </a:lnTo>
                <a:lnTo>
                  <a:pt x="306518" y="37349"/>
                </a:lnTo>
                <a:lnTo>
                  <a:pt x="353805" y="21118"/>
                </a:lnTo>
                <a:lnTo>
                  <a:pt x="403737" y="8668"/>
                </a:lnTo>
                <a:lnTo>
                  <a:pt x="456316" y="0"/>
                </a:lnTo>
              </a:path>
            </a:pathLst>
          </a:custGeom>
          <a:noFill/>
          <a:ln w="4953">
            <a:solidFill>
              <a:srgbClr val="4FAB49">
                <a:alpha val="12000"/>
              </a:srgbClr>
            </a:solidFill>
            <a:prstDash val="solid"/>
          </a:ln>
        </p:spPr>
      </p:sp>
      <p:sp>
        <p:nvSpPr>
          <p:cNvPr id="406" name="knowledge-edge">
            <a:extLst>
              <a:ext uri="{FF2B5EF4-FFF2-40B4-BE49-F238E27FC236}">
                <a16:creationId xmlns:a16="http://schemas.microsoft.com/office/drawing/2014/main" id="{C6F480E1-EBFF-46B9-8E6B-96EC7F8671DF}"/>
              </a:ext>
            </a:extLst>
          </p:cNvPr>
          <p:cNvSpPr>
            <a:spLocks noGrp="1"/>
          </p:cNvSpPr>
          <p:nvPr/>
        </p:nvSpPr>
        <p:spPr>
          <a:xfrm>
            <a:off x="12095642" y="5217822"/>
            <a:ext cx="387135" cy="121610"/>
          </a:xfrm>
          <a:custGeom>
            <a:avLst/>
            <a:gdLst/>
            <a:ahLst/>
            <a:cxnLst/>
            <a:rect l="0" t="0" r="0" b="0"/>
            <a:pathLst>
              <a:path w="387135" h="121610">
                <a:moveTo>
                  <a:pt x="0" y="117973"/>
                </a:moveTo>
                <a:lnTo>
                  <a:pt x="27653" y="120645"/>
                </a:lnTo>
                <a:lnTo>
                  <a:pt x="55305" y="121610"/>
                </a:lnTo>
                <a:lnTo>
                  <a:pt x="82958" y="120867"/>
                </a:lnTo>
                <a:lnTo>
                  <a:pt x="110610" y="118416"/>
                </a:lnTo>
                <a:lnTo>
                  <a:pt x="138263" y="114258"/>
                </a:lnTo>
                <a:lnTo>
                  <a:pt x="165915" y="108393"/>
                </a:lnTo>
                <a:lnTo>
                  <a:pt x="193568" y="100820"/>
                </a:lnTo>
                <a:lnTo>
                  <a:pt x="221220" y="91540"/>
                </a:lnTo>
                <a:lnTo>
                  <a:pt x="248873" y="80552"/>
                </a:lnTo>
                <a:lnTo>
                  <a:pt x="276525" y="67856"/>
                </a:lnTo>
                <a:lnTo>
                  <a:pt x="304178" y="53453"/>
                </a:lnTo>
                <a:lnTo>
                  <a:pt x="331830" y="37343"/>
                </a:lnTo>
                <a:lnTo>
                  <a:pt x="359483" y="19525"/>
                </a:lnTo>
                <a:lnTo>
                  <a:pt x="387135" y="0"/>
                </a:lnTo>
              </a:path>
            </a:pathLst>
          </a:custGeom>
          <a:noFill/>
          <a:ln w="6477">
            <a:solidFill>
              <a:srgbClr val="4FAB49">
                <a:alpha val="17000"/>
              </a:srgbClr>
            </a:solidFill>
            <a:prstDash val="solid"/>
          </a:ln>
        </p:spPr>
      </p:sp>
      <p:sp>
        <p:nvSpPr>
          <p:cNvPr id="407" name="knowledge-edge">
            <a:extLst>
              <a:ext uri="{FF2B5EF4-FFF2-40B4-BE49-F238E27FC236}">
                <a16:creationId xmlns:a16="http://schemas.microsoft.com/office/drawing/2014/main" id="{1FE875F7-743F-425B-B33D-F722870E02C7}"/>
              </a:ext>
            </a:extLst>
          </p:cNvPr>
          <p:cNvSpPr>
            <a:spLocks noGrp="1"/>
          </p:cNvSpPr>
          <p:nvPr/>
        </p:nvSpPr>
        <p:spPr>
          <a:xfrm>
            <a:off x="12084144" y="5517733"/>
            <a:ext cx="437060" cy="98809"/>
          </a:xfrm>
          <a:custGeom>
            <a:avLst/>
            <a:gdLst/>
            <a:ahLst/>
            <a:cxnLst/>
            <a:rect l="0" t="0" r="0" b="0"/>
            <a:pathLst>
              <a:path w="437060" h="98809">
                <a:moveTo>
                  <a:pt x="0" y="49323"/>
                </a:moveTo>
                <a:lnTo>
                  <a:pt x="31219" y="64928"/>
                </a:lnTo>
                <a:lnTo>
                  <a:pt x="62437" y="77589"/>
                </a:lnTo>
                <a:lnTo>
                  <a:pt x="93656" y="87308"/>
                </a:lnTo>
                <a:lnTo>
                  <a:pt x="124874" y="94084"/>
                </a:lnTo>
                <a:lnTo>
                  <a:pt x="156093" y="97918"/>
                </a:lnTo>
                <a:lnTo>
                  <a:pt x="187312" y="98809"/>
                </a:lnTo>
                <a:lnTo>
                  <a:pt x="218530" y="96757"/>
                </a:lnTo>
                <a:lnTo>
                  <a:pt x="249749" y="91762"/>
                </a:lnTo>
                <a:lnTo>
                  <a:pt x="280967" y="83825"/>
                </a:lnTo>
                <a:lnTo>
                  <a:pt x="312186" y="72946"/>
                </a:lnTo>
                <a:lnTo>
                  <a:pt x="343405" y="59123"/>
                </a:lnTo>
                <a:lnTo>
                  <a:pt x="374623" y="42358"/>
                </a:lnTo>
                <a:lnTo>
                  <a:pt x="405842" y="22650"/>
                </a:lnTo>
                <a:lnTo>
                  <a:pt x="437060" y="0"/>
                </a:lnTo>
              </a:path>
            </a:pathLst>
          </a:custGeom>
          <a:noFill/>
          <a:ln w="6477">
            <a:solidFill>
              <a:srgbClr val="4FAB49">
                <a:alpha val="17000"/>
              </a:srgbClr>
            </a:solidFill>
            <a:prstDash val="solid"/>
          </a:ln>
        </p:spPr>
      </p:sp>
      <p:sp>
        <p:nvSpPr>
          <p:cNvPr id="408" name="knowledge-cross-edge">
            <a:extLst>
              <a:ext uri="{FF2B5EF4-FFF2-40B4-BE49-F238E27FC236}">
                <a16:creationId xmlns:a16="http://schemas.microsoft.com/office/drawing/2014/main" id="{3386C4EB-873C-4126-AF66-519F25E773CF}"/>
              </a:ext>
            </a:extLst>
          </p:cNvPr>
          <p:cNvSpPr>
            <a:spLocks noGrp="1"/>
          </p:cNvSpPr>
          <p:nvPr/>
        </p:nvSpPr>
        <p:spPr>
          <a:xfrm>
            <a:off x="12084144" y="5462026"/>
            <a:ext cx="425094" cy="105030"/>
          </a:xfrm>
          <a:custGeom>
            <a:avLst/>
            <a:gdLst/>
            <a:ahLst/>
            <a:cxnLst/>
            <a:rect l="0" t="0" r="0" b="0"/>
            <a:pathLst>
              <a:path w="425094" h="105030">
                <a:moveTo>
                  <a:pt x="0" y="105030"/>
                </a:moveTo>
                <a:lnTo>
                  <a:pt x="49977" y="75580"/>
                </a:lnTo>
                <a:lnTo>
                  <a:pt x="97307" y="50945"/>
                </a:lnTo>
                <a:lnTo>
                  <a:pt x="141992" y="31126"/>
                </a:lnTo>
                <a:lnTo>
                  <a:pt x="184031" y="16121"/>
                </a:lnTo>
                <a:lnTo>
                  <a:pt x="223425" y="5932"/>
                </a:lnTo>
                <a:lnTo>
                  <a:pt x="260172" y="559"/>
                </a:lnTo>
                <a:lnTo>
                  <a:pt x="294273" y="0"/>
                </a:lnTo>
                <a:lnTo>
                  <a:pt x="325729" y="4257"/>
                </a:lnTo>
                <a:lnTo>
                  <a:pt x="354539" y="13329"/>
                </a:lnTo>
                <a:lnTo>
                  <a:pt x="380703" y="27216"/>
                </a:lnTo>
                <a:lnTo>
                  <a:pt x="404221" y="45919"/>
                </a:lnTo>
                <a:lnTo>
                  <a:pt x="425094" y="69437"/>
                </a:lnTo>
              </a:path>
            </a:pathLst>
          </a:custGeom>
          <a:noFill/>
          <a:ln w="5334">
            <a:solidFill>
              <a:srgbClr val="4FAB49">
                <a:alpha val="13000"/>
              </a:srgbClr>
            </a:solidFill>
            <a:prstDash val="solid"/>
          </a:ln>
        </p:spPr>
      </p:sp>
      <p:sp>
        <p:nvSpPr>
          <p:cNvPr id="409" name="knowledge-cross-edge">
            <a:extLst>
              <a:ext uri="{FF2B5EF4-FFF2-40B4-BE49-F238E27FC236}">
                <a16:creationId xmlns:a16="http://schemas.microsoft.com/office/drawing/2014/main" id="{03647B6B-E989-4242-A38D-09F202A41840}"/>
              </a:ext>
            </a:extLst>
          </p:cNvPr>
          <p:cNvSpPr>
            <a:spLocks noGrp="1"/>
          </p:cNvSpPr>
          <p:nvPr/>
        </p:nvSpPr>
        <p:spPr>
          <a:xfrm>
            <a:off x="12084144" y="5217822"/>
            <a:ext cx="398634" cy="349234"/>
          </a:xfrm>
          <a:custGeom>
            <a:avLst/>
            <a:gdLst/>
            <a:ahLst/>
            <a:cxnLst/>
            <a:rect l="0" t="0" r="0" b="0"/>
            <a:pathLst>
              <a:path w="398634" h="349234">
                <a:moveTo>
                  <a:pt x="0" y="349234"/>
                </a:moveTo>
                <a:lnTo>
                  <a:pt x="18667" y="298457"/>
                </a:lnTo>
                <a:lnTo>
                  <a:pt x="39981" y="251619"/>
                </a:lnTo>
                <a:lnTo>
                  <a:pt x="63940" y="208723"/>
                </a:lnTo>
                <a:lnTo>
                  <a:pt x="90545" y="169768"/>
                </a:lnTo>
                <a:lnTo>
                  <a:pt x="119795" y="134754"/>
                </a:lnTo>
                <a:lnTo>
                  <a:pt x="151692" y="103681"/>
                </a:lnTo>
                <a:lnTo>
                  <a:pt x="186234" y="76548"/>
                </a:lnTo>
                <a:lnTo>
                  <a:pt x="223422" y="53357"/>
                </a:lnTo>
                <a:lnTo>
                  <a:pt x="263256" y="34106"/>
                </a:lnTo>
                <a:lnTo>
                  <a:pt x="305736" y="18797"/>
                </a:lnTo>
                <a:lnTo>
                  <a:pt x="350862" y="7428"/>
                </a:lnTo>
                <a:lnTo>
                  <a:pt x="398634" y="0"/>
                </a:lnTo>
              </a:path>
            </a:pathLst>
          </a:custGeom>
          <a:noFill/>
          <a:ln w="4953">
            <a:solidFill>
              <a:srgbClr val="4FAB49">
                <a:alpha val="12000"/>
              </a:srgbClr>
            </a:solidFill>
            <a:prstDash val="solid"/>
          </a:ln>
        </p:spPr>
      </p:sp>
      <p:sp>
        <p:nvSpPr>
          <p:cNvPr id="410" name="knowledge-edge">
            <a:extLst>
              <a:ext uri="{FF2B5EF4-FFF2-40B4-BE49-F238E27FC236}">
                <a16:creationId xmlns:a16="http://schemas.microsoft.com/office/drawing/2014/main" id="{CB37DC49-823F-4115-A4D8-165B44DB1A4B}"/>
              </a:ext>
            </a:extLst>
          </p:cNvPr>
          <p:cNvSpPr>
            <a:spLocks noGrp="1"/>
          </p:cNvSpPr>
          <p:nvPr/>
        </p:nvSpPr>
        <p:spPr>
          <a:xfrm>
            <a:off x="12339909" y="5528679"/>
            <a:ext cx="169329" cy="15957"/>
          </a:xfrm>
          <a:custGeom>
            <a:avLst/>
            <a:gdLst/>
            <a:ahLst/>
            <a:cxnLst/>
            <a:rect l="0" t="0" r="0" b="0"/>
            <a:pathLst>
              <a:path w="169329" h="15957">
                <a:moveTo>
                  <a:pt x="0" y="15957"/>
                </a:moveTo>
                <a:lnTo>
                  <a:pt x="12095" y="12888"/>
                </a:lnTo>
                <a:lnTo>
                  <a:pt x="24190" y="10147"/>
                </a:lnTo>
                <a:lnTo>
                  <a:pt x="36285" y="7733"/>
                </a:lnTo>
                <a:lnTo>
                  <a:pt x="48380" y="5646"/>
                </a:lnTo>
                <a:lnTo>
                  <a:pt x="60475" y="3887"/>
                </a:lnTo>
                <a:lnTo>
                  <a:pt x="72570" y="2455"/>
                </a:lnTo>
                <a:lnTo>
                  <a:pt x="84665" y="1350"/>
                </a:lnTo>
                <a:lnTo>
                  <a:pt x="96760" y="573"/>
                </a:lnTo>
                <a:lnTo>
                  <a:pt x="108854" y="123"/>
                </a:lnTo>
                <a:lnTo>
                  <a:pt x="120949" y="0"/>
                </a:lnTo>
                <a:lnTo>
                  <a:pt x="133044" y="205"/>
                </a:lnTo>
                <a:lnTo>
                  <a:pt x="145139" y="737"/>
                </a:lnTo>
                <a:lnTo>
                  <a:pt x="157234" y="1596"/>
                </a:lnTo>
                <a:lnTo>
                  <a:pt x="169329" y="2783"/>
                </a:lnTo>
              </a:path>
            </a:pathLst>
          </a:custGeom>
          <a:noFill/>
          <a:ln w="6477">
            <a:solidFill>
              <a:srgbClr val="4FAB49">
                <a:alpha val="17000"/>
              </a:srgbClr>
            </a:solidFill>
            <a:prstDash val="solid"/>
          </a:ln>
        </p:spPr>
      </p:sp>
      <p:sp>
        <p:nvSpPr>
          <p:cNvPr id="411" name="knowledge-edge">
            <a:extLst>
              <a:ext uri="{FF2B5EF4-FFF2-40B4-BE49-F238E27FC236}">
                <a16:creationId xmlns:a16="http://schemas.microsoft.com/office/drawing/2014/main" id="{FA1BA3E9-365A-42C7-B137-37FB757D59DC}"/>
              </a:ext>
            </a:extLst>
          </p:cNvPr>
          <p:cNvSpPr>
            <a:spLocks noGrp="1"/>
          </p:cNvSpPr>
          <p:nvPr/>
        </p:nvSpPr>
        <p:spPr>
          <a:xfrm>
            <a:off x="12211675" y="5623325"/>
            <a:ext cx="314417" cy="142976"/>
          </a:xfrm>
          <a:custGeom>
            <a:avLst/>
            <a:gdLst/>
            <a:ahLst/>
            <a:cxnLst/>
            <a:rect l="0" t="0" r="0" b="0"/>
            <a:pathLst>
              <a:path w="314417" h="142976">
                <a:moveTo>
                  <a:pt x="0" y="142976"/>
                </a:moveTo>
                <a:lnTo>
                  <a:pt x="22458" y="116916"/>
                </a:lnTo>
                <a:lnTo>
                  <a:pt x="44917" y="93470"/>
                </a:lnTo>
                <a:lnTo>
                  <a:pt x="67375" y="72638"/>
                </a:lnTo>
                <a:lnTo>
                  <a:pt x="89833" y="54420"/>
                </a:lnTo>
                <a:lnTo>
                  <a:pt x="112292" y="38815"/>
                </a:lnTo>
                <a:lnTo>
                  <a:pt x="134750" y="25825"/>
                </a:lnTo>
                <a:lnTo>
                  <a:pt x="157209" y="15448"/>
                </a:lnTo>
                <a:lnTo>
                  <a:pt x="179667" y="7685"/>
                </a:lnTo>
                <a:lnTo>
                  <a:pt x="202125" y="2535"/>
                </a:lnTo>
                <a:lnTo>
                  <a:pt x="224584" y="0"/>
                </a:lnTo>
                <a:lnTo>
                  <a:pt x="247042" y="78"/>
                </a:lnTo>
                <a:lnTo>
                  <a:pt x="269500" y="2771"/>
                </a:lnTo>
                <a:lnTo>
                  <a:pt x="291959" y="8077"/>
                </a:lnTo>
                <a:lnTo>
                  <a:pt x="314417" y="15996"/>
                </a:lnTo>
              </a:path>
            </a:pathLst>
          </a:custGeom>
          <a:noFill/>
          <a:ln w="6477">
            <a:solidFill>
              <a:srgbClr val="4FAB49">
                <a:alpha val="17000"/>
              </a:srgbClr>
            </a:solidFill>
            <a:prstDash val="solid"/>
          </a:ln>
        </p:spPr>
      </p:sp>
      <p:sp>
        <p:nvSpPr>
          <p:cNvPr id="412" name="knowledge-node">
            <a:extLst>
              <a:ext uri="{FF2B5EF4-FFF2-40B4-BE49-F238E27FC236}">
                <a16:creationId xmlns:a16="http://schemas.microsoft.com/office/drawing/2014/main" id="{8068F4A1-AAEB-4A88-9D36-7A050800056F}"/>
              </a:ext>
            </a:extLst>
          </p:cNvPr>
          <p:cNvSpPr>
            <a:spLocks noGrp="1"/>
          </p:cNvSpPr>
          <p:nvPr/>
        </p:nvSpPr>
        <p:spPr>
          <a:xfrm>
            <a:off x="-406936" y="5700810"/>
            <a:ext cx="71127" cy="71127"/>
          </a:xfrm>
          <a:prstGeom prst="ellipse">
            <a:avLst/>
          </a:prstGeom>
          <a:solidFill>
            <a:srgbClr val="4285F4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13" name="knowledge-node">
            <a:extLst>
              <a:ext uri="{FF2B5EF4-FFF2-40B4-BE49-F238E27FC236}">
                <a16:creationId xmlns:a16="http://schemas.microsoft.com/office/drawing/2014/main" id="{786D7823-68C5-40FE-9EFE-A1363B74B923}"/>
              </a:ext>
            </a:extLst>
          </p:cNvPr>
          <p:cNvSpPr>
            <a:spLocks noGrp="1"/>
          </p:cNvSpPr>
          <p:nvPr/>
        </p:nvSpPr>
        <p:spPr>
          <a:xfrm>
            <a:off x="-452437" y="5834056"/>
            <a:ext cx="28233" cy="28233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4" name="knowledge-node">
            <a:extLst>
              <a:ext uri="{FF2B5EF4-FFF2-40B4-BE49-F238E27FC236}">
                <a16:creationId xmlns:a16="http://schemas.microsoft.com/office/drawing/2014/main" id="{A9760D1D-CDFD-4759-B1EA-BF78D67EEED2}"/>
              </a:ext>
            </a:extLst>
          </p:cNvPr>
          <p:cNvSpPr>
            <a:spLocks noGrp="1"/>
          </p:cNvSpPr>
          <p:nvPr/>
        </p:nvSpPr>
        <p:spPr>
          <a:xfrm>
            <a:off x="-340586" y="6066436"/>
            <a:ext cx="28409" cy="28409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5" name="knowledge-node">
            <a:extLst>
              <a:ext uri="{FF2B5EF4-FFF2-40B4-BE49-F238E27FC236}">
                <a16:creationId xmlns:a16="http://schemas.microsoft.com/office/drawing/2014/main" id="{E2DFE947-C057-4A8F-8359-27B94816BF76}"/>
              </a:ext>
            </a:extLst>
          </p:cNvPr>
          <p:cNvSpPr>
            <a:spLocks noGrp="1"/>
          </p:cNvSpPr>
          <p:nvPr/>
        </p:nvSpPr>
        <p:spPr>
          <a:xfrm>
            <a:off x="-263719" y="6055692"/>
            <a:ext cx="25108" cy="25108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6" name="knowledge-node">
            <a:extLst>
              <a:ext uri="{FF2B5EF4-FFF2-40B4-BE49-F238E27FC236}">
                <a16:creationId xmlns:a16="http://schemas.microsoft.com/office/drawing/2014/main" id="{D900E3F5-0D93-413C-AA6E-7BC7A8A1550C}"/>
              </a:ext>
            </a:extLst>
          </p:cNvPr>
          <p:cNvSpPr>
            <a:spLocks noGrp="1"/>
          </p:cNvSpPr>
          <p:nvPr/>
        </p:nvSpPr>
        <p:spPr>
          <a:xfrm>
            <a:off x="-409671" y="6107178"/>
            <a:ext cx="16113" cy="16113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7" name="knowledge-node">
            <a:extLst>
              <a:ext uri="{FF2B5EF4-FFF2-40B4-BE49-F238E27FC236}">
                <a16:creationId xmlns:a16="http://schemas.microsoft.com/office/drawing/2014/main" id="{00FAC521-A143-4810-B5EF-99E816DF3144}"/>
              </a:ext>
            </a:extLst>
          </p:cNvPr>
          <p:cNvSpPr>
            <a:spLocks noGrp="1"/>
          </p:cNvSpPr>
          <p:nvPr/>
        </p:nvSpPr>
        <p:spPr>
          <a:xfrm>
            <a:off x="-187276" y="6210444"/>
            <a:ext cx="25521" cy="25521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8" name="knowledge-node">
            <a:extLst>
              <a:ext uri="{FF2B5EF4-FFF2-40B4-BE49-F238E27FC236}">
                <a16:creationId xmlns:a16="http://schemas.microsoft.com/office/drawing/2014/main" id="{2375EA14-CA25-41AC-87E2-7AD9D9ABEC53}"/>
              </a:ext>
            </a:extLst>
          </p:cNvPr>
          <p:cNvSpPr>
            <a:spLocks noGrp="1"/>
          </p:cNvSpPr>
          <p:nvPr/>
        </p:nvSpPr>
        <p:spPr>
          <a:xfrm>
            <a:off x="-234862" y="6545044"/>
            <a:ext cx="27161" cy="27161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9" name="knowledge-node">
            <a:extLst>
              <a:ext uri="{FF2B5EF4-FFF2-40B4-BE49-F238E27FC236}">
                <a16:creationId xmlns:a16="http://schemas.microsoft.com/office/drawing/2014/main" id="{DA2969EE-0274-4EC6-8ACD-ECC5772E0684}"/>
              </a:ext>
            </a:extLst>
          </p:cNvPr>
          <p:cNvSpPr>
            <a:spLocks noGrp="1"/>
          </p:cNvSpPr>
          <p:nvPr/>
        </p:nvSpPr>
        <p:spPr>
          <a:xfrm>
            <a:off x="75803" y="5802277"/>
            <a:ext cx="26646" cy="26646"/>
          </a:xfrm>
          <a:prstGeom prst="ellipse">
            <a:avLst/>
          </a:prstGeom>
          <a:solidFill>
            <a:srgbClr val="457BE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0" name="knowledge-node">
            <a:extLst>
              <a:ext uri="{FF2B5EF4-FFF2-40B4-BE49-F238E27FC236}">
                <a16:creationId xmlns:a16="http://schemas.microsoft.com/office/drawing/2014/main" id="{176C7BAD-D6F7-4F0F-AD5B-B185592CF37C}"/>
              </a:ext>
            </a:extLst>
          </p:cNvPr>
          <p:cNvSpPr>
            <a:spLocks noGrp="1"/>
          </p:cNvSpPr>
          <p:nvPr/>
        </p:nvSpPr>
        <p:spPr>
          <a:xfrm>
            <a:off x="173052" y="5976732"/>
            <a:ext cx="20703" cy="20703"/>
          </a:xfrm>
          <a:prstGeom prst="ellipse">
            <a:avLst/>
          </a:prstGeom>
          <a:solidFill>
            <a:srgbClr val="457BE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1" name="knowledge-node">
            <a:extLst>
              <a:ext uri="{FF2B5EF4-FFF2-40B4-BE49-F238E27FC236}">
                <a16:creationId xmlns:a16="http://schemas.microsoft.com/office/drawing/2014/main" id="{E78C3436-620A-4000-BAD6-89C795B7F07C}"/>
              </a:ext>
            </a:extLst>
          </p:cNvPr>
          <p:cNvSpPr>
            <a:spLocks noGrp="1"/>
          </p:cNvSpPr>
          <p:nvPr/>
        </p:nvSpPr>
        <p:spPr>
          <a:xfrm>
            <a:off x="145324" y="6111187"/>
            <a:ext cx="18798" cy="18798"/>
          </a:xfrm>
          <a:prstGeom prst="ellipse">
            <a:avLst/>
          </a:prstGeom>
          <a:solidFill>
            <a:srgbClr val="457BE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2" name="knowledge-node">
            <a:extLst>
              <a:ext uri="{FF2B5EF4-FFF2-40B4-BE49-F238E27FC236}">
                <a16:creationId xmlns:a16="http://schemas.microsoft.com/office/drawing/2014/main" id="{21DF4F47-A032-450A-9070-8F6B497E09EA}"/>
              </a:ext>
            </a:extLst>
          </p:cNvPr>
          <p:cNvSpPr>
            <a:spLocks noGrp="1"/>
          </p:cNvSpPr>
          <p:nvPr/>
        </p:nvSpPr>
        <p:spPr>
          <a:xfrm>
            <a:off x="54996" y="6080233"/>
            <a:ext cx="24062" cy="24062"/>
          </a:xfrm>
          <a:prstGeom prst="ellipse">
            <a:avLst/>
          </a:prstGeom>
          <a:solidFill>
            <a:srgbClr val="457BE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3" name="knowledge-node">
            <a:extLst>
              <a:ext uri="{FF2B5EF4-FFF2-40B4-BE49-F238E27FC236}">
                <a16:creationId xmlns:a16="http://schemas.microsoft.com/office/drawing/2014/main" id="{F1C1E44C-1B77-4D9C-AF49-13BB3BCBDE57}"/>
              </a:ext>
            </a:extLst>
          </p:cNvPr>
          <p:cNvSpPr>
            <a:spLocks noGrp="1"/>
          </p:cNvSpPr>
          <p:nvPr/>
        </p:nvSpPr>
        <p:spPr>
          <a:xfrm>
            <a:off x="107787" y="6122804"/>
            <a:ext cx="50439" cy="50439"/>
          </a:xfrm>
          <a:prstGeom prst="ellipse">
            <a:avLst/>
          </a:prstGeom>
          <a:solidFill>
            <a:srgbClr val="457BE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24" name="knowledge-node">
            <a:extLst>
              <a:ext uri="{FF2B5EF4-FFF2-40B4-BE49-F238E27FC236}">
                <a16:creationId xmlns:a16="http://schemas.microsoft.com/office/drawing/2014/main" id="{41F5358A-B50A-4BC8-9763-EB35E1F45EC3}"/>
              </a:ext>
            </a:extLst>
          </p:cNvPr>
          <p:cNvSpPr>
            <a:spLocks noGrp="1"/>
          </p:cNvSpPr>
          <p:nvPr/>
        </p:nvSpPr>
        <p:spPr>
          <a:xfrm>
            <a:off x="28753" y="6388305"/>
            <a:ext cx="15202" cy="15202"/>
          </a:xfrm>
          <a:prstGeom prst="ellipse">
            <a:avLst/>
          </a:prstGeom>
          <a:solidFill>
            <a:srgbClr val="457BE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5" name="knowledge-node">
            <a:extLst>
              <a:ext uri="{FF2B5EF4-FFF2-40B4-BE49-F238E27FC236}">
                <a16:creationId xmlns:a16="http://schemas.microsoft.com/office/drawing/2014/main" id="{FE3E7755-5F9E-49EF-B97D-7F659DEF267B}"/>
              </a:ext>
            </a:extLst>
          </p:cNvPr>
          <p:cNvSpPr>
            <a:spLocks noGrp="1"/>
          </p:cNvSpPr>
          <p:nvPr/>
        </p:nvSpPr>
        <p:spPr>
          <a:xfrm>
            <a:off x="225087" y="6760610"/>
            <a:ext cx="22741" cy="22741"/>
          </a:xfrm>
          <a:prstGeom prst="ellipse">
            <a:avLst/>
          </a:prstGeom>
          <a:solidFill>
            <a:srgbClr val="457BE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6" name="knowledge-node">
            <a:extLst>
              <a:ext uri="{FF2B5EF4-FFF2-40B4-BE49-F238E27FC236}">
                <a16:creationId xmlns:a16="http://schemas.microsoft.com/office/drawing/2014/main" id="{05146EC6-B6C0-4517-BB3C-E71C7F7BEBFB}"/>
              </a:ext>
            </a:extLst>
          </p:cNvPr>
          <p:cNvSpPr>
            <a:spLocks noGrp="1"/>
          </p:cNvSpPr>
          <p:nvPr/>
        </p:nvSpPr>
        <p:spPr>
          <a:xfrm>
            <a:off x="399434" y="5919570"/>
            <a:ext cx="25874" cy="25874"/>
          </a:xfrm>
          <a:prstGeom prst="ellipse">
            <a:avLst/>
          </a:prstGeom>
          <a:solidFill>
            <a:srgbClr val="4871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7" name="knowledge-node">
            <a:extLst>
              <a:ext uri="{FF2B5EF4-FFF2-40B4-BE49-F238E27FC236}">
                <a16:creationId xmlns:a16="http://schemas.microsoft.com/office/drawing/2014/main" id="{D8F184A8-AD79-47DF-BFC0-19B5CFD51F78}"/>
              </a:ext>
            </a:extLst>
          </p:cNvPr>
          <p:cNvSpPr>
            <a:spLocks noGrp="1"/>
          </p:cNvSpPr>
          <p:nvPr/>
        </p:nvSpPr>
        <p:spPr>
          <a:xfrm>
            <a:off x="447304" y="6008469"/>
            <a:ext cx="21599" cy="21599"/>
          </a:xfrm>
          <a:prstGeom prst="ellipse">
            <a:avLst/>
          </a:prstGeom>
          <a:solidFill>
            <a:srgbClr val="4871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8" name="knowledge-node">
            <a:extLst>
              <a:ext uri="{FF2B5EF4-FFF2-40B4-BE49-F238E27FC236}">
                <a16:creationId xmlns:a16="http://schemas.microsoft.com/office/drawing/2014/main" id="{3F020F24-7A71-481F-8166-A98FEA1AC420}"/>
              </a:ext>
            </a:extLst>
          </p:cNvPr>
          <p:cNvSpPr>
            <a:spLocks noGrp="1"/>
          </p:cNvSpPr>
          <p:nvPr/>
        </p:nvSpPr>
        <p:spPr>
          <a:xfrm>
            <a:off x="571952" y="6005659"/>
            <a:ext cx="26347" cy="26347"/>
          </a:xfrm>
          <a:prstGeom prst="ellipse">
            <a:avLst/>
          </a:prstGeom>
          <a:solidFill>
            <a:srgbClr val="4871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9" name="knowledge-node">
            <a:extLst>
              <a:ext uri="{FF2B5EF4-FFF2-40B4-BE49-F238E27FC236}">
                <a16:creationId xmlns:a16="http://schemas.microsoft.com/office/drawing/2014/main" id="{8DD1CBC6-114E-41F4-84A5-7BE2FA9EF00E}"/>
              </a:ext>
            </a:extLst>
          </p:cNvPr>
          <p:cNvSpPr>
            <a:spLocks noGrp="1"/>
          </p:cNvSpPr>
          <p:nvPr/>
        </p:nvSpPr>
        <p:spPr>
          <a:xfrm>
            <a:off x="583817" y="6179335"/>
            <a:ext cx="43663" cy="43663"/>
          </a:xfrm>
          <a:prstGeom prst="ellipse">
            <a:avLst/>
          </a:prstGeom>
          <a:solidFill>
            <a:srgbClr val="4871DB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30" name="knowledge-node">
            <a:extLst>
              <a:ext uri="{FF2B5EF4-FFF2-40B4-BE49-F238E27FC236}">
                <a16:creationId xmlns:a16="http://schemas.microsoft.com/office/drawing/2014/main" id="{4B0ABCFF-B3B9-484F-89BF-C749E801CE6F}"/>
              </a:ext>
            </a:extLst>
          </p:cNvPr>
          <p:cNvSpPr>
            <a:spLocks noGrp="1"/>
          </p:cNvSpPr>
          <p:nvPr/>
        </p:nvSpPr>
        <p:spPr>
          <a:xfrm>
            <a:off x="474580" y="6347189"/>
            <a:ext cx="19739" cy="19739"/>
          </a:xfrm>
          <a:prstGeom prst="ellipse">
            <a:avLst/>
          </a:prstGeom>
          <a:solidFill>
            <a:srgbClr val="4871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1" name="knowledge-node">
            <a:extLst>
              <a:ext uri="{FF2B5EF4-FFF2-40B4-BE49-F238E27FC236}">
                <a16:creationId xmlns:a16="http://schemas.microsoft.com/office/drawing/2014/main" id="{844337CF-2466-4CB9-9A00-B8F3AA6E6C83}"/>
              </a:ext>
            </a:extLst>
          </p:cNvPr>
          <p:cNvSpPr>
            <a:spLocks noGrp="1"/>
          </p:cNvSpPr>
          <p:nvPr/>
        </p:nvSpPr>
        <p:spPr>
          <a:xfrm>
            <a:off x="596447" y="6495134"/>
            <a:ext cx="14496" cy="14496"/>
          </a:xfrm>
          <a:prstGeom prst="ellipse">
            <a:avLst/>
          </a:prstGeom>
          <a:solidFill>
            <a:srgbClr val="4871D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2" name="knowledge-node">
            <a:extLst>
              <a:ext uri="{FF2B5EF4-FFF2-40B4-BE49-F238E27FC236}">
                <a16:creationId xmlns:a16="http://schemas.microsoft.com/office/drawing/2014/main" id="{85B95BF0-03DC-40FF-A6CB-8D0CA630488A}"/>
              </a:ext>
            </a:extLst>
          </p:cNvPr>
          <p:cNvSpPr>
            <a:spLocks noGrp="1"/>
          </p:cNvSpPr>
          <p:nvPr/>
        </p:nvSpPr>
        <p:spPr>
          <a:xfrm>
            <a:off x="1115732" y="6005570"/>
            <a:ext cx="14552" cy="14552"/>
          </a:xfrm>
          <a:prstGeom prst="ellipse">
            <a:avLst/>
          </a:prstGeom>
          <a:solidFill>
            <a:srgbClr val="4B67C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3" name="knowledge-node">
            <a:extLst>
              <a:ext uri="{FF2B5EF4-FFF2-40B4-BE49-F238E27FC236}">
                <a16:creationId xmlns:a16="http://schemas.microsoft.com/office/drawing/2014/main" id="{D7548286-8A58-4F14-BDA5-084DF5B627CE}"/>
              </a:ext>
            </a:extLst>
          </p:cNvPr>
          <p:cNvSpPr>
            <a:spLocks noGrp="1"/>
          </p:cNvSpPr>
          <p:nvPr/>
        </p:nvSpPr>
        <p:spPr>
          <a:xfrm>
            <a:off x="991324" y="5996102"/>
            <a:ext cx="48551" cy="48551"/>
          </a:xfrm>
          <a:prstGeom prst="ellipse">
            <a:avLst/>
          </a:prstGeom>
          <a:solidFill>
            <a:srgbClr val="4B67CE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34" name="knowledge-node">
            <a:extLst>
              <a:ext uri="{FF2B5EF4-FFF2-40B4-BE49-F238E27FC236}">
                <a16:creationId xmlns:a16="http://schemas.microsoft.com/office/drawing/2014/main" id="{2F9CA4D8-A633-49B7-ADEC-B7D18C92760E}"/>
              </a:ext>
            </a:extLst>
          </p:cNvPr>
          <p:cNvSpPr>
            <a:spLocks noGrp="1"/>
          </p:cNvSpPr>
          <p:nvPr/>
        </p:nvSpPr>
        <p:spPr>
          <a:xfrm>
            <a:off x="944135" y="6191076"/>
            <a:ext cx="26707" cy="26707"/>
          </a:xfrm>
          <a:prstGeom prst="ellipse">
            <a:avLst/>
          </a:prstGeom>
          <a:solidFill>
            <a:srgbClr val="4B67C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5" name="knowledge-node">
            <a:extLst>
              <a:ext uri="{FF2B5EF4-FFF2-40B4-BE49-F238E27FC236}">
                <a16:creationId xmlns:a16="http://schemas.microsoft.com/office/drawing/2014/main" id="{A9C354CB-A66F-4BED-A3D3-DEDD907C3322}"/>
              </a:ext>
            </a:extLst>
          </p:cNvPr>
          <p:cNvSpPr>
            <a:spLocks noGrp="1"/>
          </p:cNvSpPr>
          <p:nvPr/>
        </p:nvSpPr>
        <p:spPr>
          <a:xfrm>
            <a:off x="1054727" y="6184433"/>
            <a:ext cx="15585" cy="15585"/>
          </a:xfrm>
          <a:prstGeom prst="ellipse">
            <a:avLst/>
          </a:prstGeom>
          <a:solidFill>
            <a:srgbClr val="4B67C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6" name="knowledge-node">
            <a:extLst>
              <a:ext uri="{FF2B5EF4-FFF2-40B4-BE49-F238E27FC236}">
                <a16:creationId xmlns:a16="http://schemas.microsoft.com/office/drawing/2014/main" id="{43C1AC1D-5179-43EE-A42D-41AC37D06CAD}"/>
              </a:ext>
            </a:extLst>
          </p:cNvPr>
          <p:cNvSpPr>
            <a:spLocks noGrp="1"/>
          </p:cNvSpPr>
          <p:nvPr/>
        </p:nvSpPr>
        <p:spPr>
          <a:xfrm>
            <a:off x="989571" y="6255482"/>
            <a:ext cx="14939" cy="14939"/>
          </a:xfrm>
          <a:prstGeom prst="ellipse">
            <a:avLst/>
          </a:prstGeom>
          <a:solidFill>
            <a:srgbClr val="4B67C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7" name="knowledge-node">
            <a:extLst>
              <a:ext uri="{FF2B5EF4-FFF2-40B4-BE49-F238E27FC236}">
                <a16:creationId xmlns:a16="http://schemas.microsoft.com/office/drawing/2014/main" id="{4C2E15E3-6518-4C98-A294-0AEED676E693}"/>
              </a:ext>
            </a:extLst>
          </p:cNvPr>
          <p:cNvSpPr>
            <a:spLocks noGrp="1"/>
          </p:cNvSpPr>
          <p:nvPr/>
        </p:nvSpPr>
        <p:spPr>
          <a:xfrm>
            <a:off x="935433" y="6643022"/>
            <a:ext cx="24368" cy="24368"/>
          </a:xfrm>
          <a:prstGeom prst="ellipse">
            <a:avLst/>
          </a:prstGeom>
          <a:solidFill>
            <a:srgbClr val="4B67C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8" name="knowledge-node">
            <a:extLst>
              <a:ext uri="{FF2B5EF4-FFF2-40B4-BE49-F238E27FC236}">
                <a16:creationId xmlns:a16="http://schemas.microsoft.com/office/drawing/2014/main" id="{F96156C2-9F85-4992-9E2F-32F5D4A79C8A}"/>
              </a:ext>
            </a:extLst>
          </p:cNvPr>
          <p:cNvSpPr>
            <a:spLocks noGrp="1"/>
          </p:cNvSpPr>
          <p:nvPr/>
        </p:nvSpPr>
        <p:spPr>
          <a:xfrm>
            <a:off x="1318205" y="5995560"/>
            <a:ext cx="28419" cy="28419"/>
          </a:xfrm>
          <a:prstGeom prst="ellipse">
            <a:avLst/>
          </a:prstGeom>
          <a:solidFill>
            <a:srgbClr val="4E5EC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9" name="knowledge-node">
            <a:extLst>
              <a:ext uri="{FF2B5EF4-FFF2-40B4-BE49-F238E27FC236}">
                <a16:creationId xmlns:a16="http://schemas.microsoft.com/office/drawing/2014/main" id="{BFC6540E-73F8-4FB5-8491-4EA882ECCB65}"/>
              </a:ext>
            </a:extLst>
          </p:cNvPr>
          <p:cNvSpPr>
            <a:spLocks noGrp="1"/>
          </p:cNvSpPr>
          <p:nvPr/>
        </p:nvSpPr>
        <p:spPr>
          <a:xfrm>
            <a:off x="1502962" y="6160865"/>
            <a:ext cx="60562" cy="60562"/>
          </a:xfrm>
          <a:prstGeom prst="ellipse">
            <a:avLst/>
          </a:prstGeom>
          <a:solidFill>
            <a:srgbClr val="4E5EC1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40" name="knowledge-node">
            <a:extLst>
              <a:ext uri="{FF2B5EF4-FFF2-40B4-BE49-F238E27FC236}">
                <a16:creationId xmlns:a16="http://schemas.microsoft.com/office/drawing/2014/main" id="{82BA2876-9262-4C07-96BE-BE4A2F186C36}"/>
              </a:ext>
            </a:extLst>
          </p:cNvPr>
          <p:cNvSpPr>
            <a:spLocks noGrp="1"/>
          </p:cNvSpPr>
          <p:nvPr/>
        </p:nvSpPr>
        <p:spPr>
          <a:xfrm>
            <a:off x="1485193" y="6200856"/>
            <a:ext cx="20210" cy="20210"/>
          </a:xfrm>
          <a:prstGeom prst="ellipse">
            <a:avLst/>
          </a:prstGeom>
          <a:solidFill>
            <a:srgbClr val="4E5EC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1" name="knowledge-node">
            <a:extLst>
              <a:ext uri="{FF2B5EF4-FFF2-40B4-BE49-F238E27FC236}">
                <a16:creationId xmlns:a16="http://schemas.microsoft.com/office/drawing/2014/main" id="{0265494E-1C4A-414E-B2BE-6DEEAC9EBA5B}"/>
              </a:ext>
            </a:extLst>
          </p:cNvPr>
          <p:cNvSpPr>
            <a:spLocks noGrp="1"/>
          </p:cNvSpPr>
          <p:nvPr/>
        </p:nvSpPr>
        <p:spPr>
          <a:xfrm>
            <a:off x="1446992" y="6239990"/>
            <a:ext cx="16788" cy="16788"/>
          </a:xfrm>
          <a:prstGeom prst="ellipse">
            <a:avLst/>
          </a:prstGeom>
          <a:solidFill>
            <a:srgbClr val="4E5EC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2" name="knowledge-node">
            <a:extLst>
              <a:ext uri="{FF2B5EF4-FFF2-40B4-BE49-F238E27FC236}">
                <a16:creationId xmlns:a16="http://schemas.microsoft.com/office/drawing/2014/main" id="{AF647907-5A99-4224-9A5F-DBED3F990B7E}"/>
              </a:ext>
            </a:extLst>
          </p:cNvPr>
          <p:cNvSpPr>
            <a:spLocks noGrp="1"/>
          </p:cNvSpPr>
          <p:nvPr/>
        </p:nvSpPr>
        <p:spPr>
          <a:xfrm>
            <a:off x="1279902" y="6354955"/>
            <a:ext cx="15754" cy="15754"/>
          </a:xfrm>
          <a:prstGeom prst="ellipse">
            <a:avLst/>
          </a:prstGeom>
          <a:solidFill>
            <a:srgbClr val="4E5EC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3" name="knowledge-node">
            <a:extLst>
              <a:ext uri="{FF2B5EF4-FFF2-40B4-BE49-F238E27FC236}">
                <a16:creationId xmlns:a16="http://schemas.microsoft.com/office/drawing/2014/main" id="{5BAFFBD8-9C34-46DA-94DD-D68335384225}"/>
              </a:ext>
            </a:extLst>
          </p:cNvPr>
          <p:cNvSpPr>
            <a:spLocks noGrp="1"/>
          </p:cNvSpPr>
          <p:nvPr/>
        </p:nvSpPr>
        <p:spPr>
          <a:xfrm>
            <a:off x="1881491" y="5981288"/>
            <a:ext cx="15016" cy="15016"/>
          </a:xfrm>
          <a:prstGeom prst="ellipse">
            <a:avLst/>
          </a:prstGeom>
          <a:solidFill>
            <a:srgbClr val="5154B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4" name="knowledge-node">
            <a:extLst>
              <a:ext uri="{FF2B5EF4-FFF2-40B4-BE49-F238E27FC236}">
                <a16:creationId xmlns:a16="http://schemas.microsoft.com/office/drawing/2014/main" id="{8E51FC9E-330B-4375-9398-F51E35D5B104}"/>
              </a:ext>
            </a:extLst>
          </p:cNvPr>
          <p:cNvSpPr>
            <a:spLocks noGrp="1"/>
          </p:cNvSpPr>
          <p:nvPr/>
        </p:nvSpPr>
        <p:spPr>
          <a:xfrm>
            <a:off x="1695832" y="6123290"/>
            <a:ext cx="14756" cy="14756"/>
          </a:xfrm>
          <a:prstGeom prst="ellipse">
            <a:avLst/>
          </a:prstGeom>
          <a:solidFill>
            <a:srgbClr val="5154B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5" name="knowledge-node">
            <a:extLst>
              <a:ext uri="{FF2B5EF4-FFF2-40B4-BE49-F238E27FC236}">
                <a16:creationId xmlns:a16="http://schemas.microsoft.com/office/drawing/2014/main" id="{BB81ADC3-517B-4E86-B297-EBE442F50E3D}"/>
              </a:ext>
            </a:extLst>
          </p:cNvPr>
          <p:cNvSpPr>
            <a:spLocks noGrp="1"/>
          </p:cNvSpPr>
          <p:nvPr/>
        </p:nvSpPr>
        <p:spPr>
          <a:xfrm>
            <a:off x="1784178" y="6235897"/>
            <a:ext cx="22898" cy="22898"/>
          </a:xfrm>
          <a:prstGeom prst="ellipse">
            <a:avLst/>
          </a:prstGeom>
          <a:solidFill>
            <a:srgbClr val="5154B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6" name="knowledge-node">
            <a:extLst>
              <a:ext uri="{FF2B5EF4-FFF2-40B4-BE49-F238E27FC236}">
                <a16:creationId xmlns:a16="http://schemas.microsoft.com/office/drawing/2014/main" id="{EFEB5973-1EAA-4DEA-95FE-418FB683EB24}"/>
              </a:ext>
            </a:extLst>
          </p:cNvPr>
          <p:cNvSpPr>
            <a:spLocks noGrp="1"/>
          </p:cNvSpPr>
          <p:nvPr/>
        </p:nvSpPr>
        <p:spPr>
          <a:xfrm>
            <a:off x="1687706" y="6193384"/>
            <a:ext cx="21101" cy="21101"/>
          </a:xfrm>
          <a:prstGeom prst="ellipse">
            <a:avLst/>
          </a:prstGeom>
          <a:solidFill>
            <a:srgbClr val="5154B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7" name="knowledge-node">
            <a:extLst>
              <a:ext uri="{FF2B5EF4-FFF2-40B4-BE49-F238E27FC236}">
                <a16:creationId xmlns:a16="http://schemas.microsoft.com/office/drawing/2014/main" id="{72BA20EA-2BD9-49B2-8EA8-D035B73B65F7}"/>
              </a:ext>
            </a:extLst>
          </p:cNvPr>
          <p:cNvSpPr>
            <a:spLocks noGrp="1"/>
          </p:cNvSpPr>
          <p:nvPr/>
        </p:nvSpPr>
        <p:spPr>
          <a:xfrm>
            <a:off x="1972715" y="6563022"/>
            <a:ext cx="27787" cy="27787"/>
          </a:xfrm>
          <a:prstGeom prst="ellipse">
            <a:avLst/>
          </a:prstGeom>
          <a:solidFill>
            <a:srgbClr val="5154B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8" name="knowledge-node">
            <a:extLst>
              <a:ext uri="{FF2B5EF4-FFF2-40B4-BE49-F238E27FC236}">
                <a16:creationId xmlns:a16="http://schemas.microsoft.com/office/drawing/2014/main" id="{1C7F1A4F-1DA5-454D-868F-094CCC302372}"/>
              </a:ext>
            </a:extLst>
          </p:cNvPr>
          <p:cNvSpPr>
            <a:spLocks noGrp="1"/>
          </p:cNvSpPr>
          <p:nvPr/>
        </p:nvSpPr>
        <p:spPr>
          <a:xfrm>
            <a:off x="2114866" y="6114782"/>
            <a:ext cx="17485" cy="17485"/>
          </a:xfrm>
          <a:prstGeom prst="ellipse">
            <a:avLst/>
          </a:prstGeom>
          <a:solidFill>
            <a:srgbClr val="544AA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9" name="knowledge-node">
            <a:extLst>
              <a:ext uri="{FF2B5EF4-FFF2-40B4-BE49-F238E27FC236}">
                <a16:creationId xmlns:a16="http://schemas.microsoft.com/office/drawing/2014/main" id="{81BE92B7-D1FC-4604-B1FA-6E74224CBC76}"/>
              </a:ext>
            </a:extLst>
          </p:cNvPr>
          <p:cNvSpPr>
            <a:spLocks noGrp="1"/>
          </p:cNvSpPr>
          <p:nvPr/>
        </p:nvSpPr>
        <p:spPr>
          <a:xfrm>
            <a:off x="2266861" y="6165504"/>
            <a:ext cx="62321" cy="62321"/>
          </a:xfrm>
          <a:prstGeom prst="ellipse">
            <a:avLst/>
          </a:prstGeom>
          <a:solidFill>
            <a:srgbClr val="544AA8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50" name="knowledge-node">
            <a:extLst>
              <a:ext uri="{FF2B5EF4-FFF2-40B4-BE49-F238E27FC236}">
                <a16:creationId xmlns:a16="http://schemas.microsoft.com/office/drawing/2014/main" id="{8CA317D6-A416-4CBE-A33D-6422DA5BC4F9}"/>
              </a:ext>
            </a:extLst>
          </p:cNvPr>
          <p:cNvSpPr>
            <a:spLocks noGrp="1"/>
          </p:cNvSpPr>
          <p:nvPr/>
        </p:nvSpPr>
        <p:spPr>
          <a:xfrm>
            <a:off x="2306784" y="6194172"/>
            <a:ext cx="51052" cy="51052"/>
          </a:xfrm>
          <a:prstGeom prst="ellipse">
            <a:avLst/>
          </a:prstGeom>
          <a:solidFill>
            <a:srgbClr val="544AA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51" name="knowledge-node">
            <a:extLst>
              <a:ext uri="{FF2B5EF4-FFF2-40B4-BE49-F238E27FC236}">
                <a16:creationId xmlns:a16="http://schemas.microsoft.com/office/drawing/2014/main" id="{0791E5C3-44E8-44BB-A1C8-6873812F5341}"/>
              </a:ext>
            </a:extLst>
          </p:cNvPr>
          <p:cNvSpPr>
            <a:spLocks noGrp="1"/>
          </p:cNvSpPr>
          <p:nvPr/>
        </p:nvSpPr>
        <p:spPr>
          <a:xfrm>
            <a:off x="2132519" y="6269082"/>
            <a:ext cx="15912" cy="15912"/>
          </a:xfrm>
          <a:prstGeom prst="ellipse">
            <a:avLst/>
          </a:prstGeom>
          <a:solidFill>
            <a:srgbClr val="544AA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knowledge-node">
            <a:extLst>
              <a:ext uri="{FF2B5EF4-FFF2-40B4-BE49-F238E27FC236}">
                <a16:creationId xmlns:a16="http://schemas.microsoft.com/office/drawing/2014/main" id="{CBC95322-A514-4BF7-B662-815ABC6286A2}"/>
              </a:ext>
            </a:extLst>
          </p:cNvPr>
          <p:cNvSpPr>
            <a:spLocks noGrp="1"/>
          </p:cNvSpPr>
          <p:nvPr/>
        </p:nvSpPr>
        <p:spPr>
          <a:xfrm>
            <a:off x="2195144" y="6573657"/>
            <a:ext cx="19048" cy="19048"/>
          </a:xfrm>
          <a:prstGeom prst="ellipse">
            <a:avLst/>
          </a:prstGeom>
          <a:solidFill>
            <a:srgbClr val="544AA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3" name="knowledge-node">
            <a:extLst>
              <a:ext uri="{FF2B5EF4-FFF2-40B4-BE49-F238E27FC236}">
                <a16:creationId xmlns:a16="http://schemas.microsoft.com/office/drawing/2014/main" id="{4AA82DEB-93C1-4C2B-A712-372281D889E0}"/>
              </a:ext>
            </a:extLst>
          </p:cNvPr>
          <p:cNvSpPr>
            <a:spLocks noGrp="1"/>
          </p:cNvSpPr>
          <p:nvPr/>
        </p:nvSpPr>
        <p:spPr>
          <a:xfrm>
            <a:off x="2685408" y="6042928"/>
            <a:ext cx="20648" cy="20648"/>
          </a:xfrm>
          <a:prstGeom prst="ellipse">
            <a:avLst/>
          </a:prstGeom>
          <a:solidFill>
            <a:srgbClr val="57409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4" name="knowledge-node">
            <a:extLst>
              <a:ext uri="{FF2B5EF4-FFF2-40B4-BE49-F238E27FC236}">
                <a16:creationId xmlns:a16="http://schemas.microsoft.com/office/drawing/2014/main" id="{CF52CA55-E183-4029-BC72-F01ADC4F1E2B}"/>
              </a:ext>
            </a:extLst>
          </p:cNvPr>
          <p:cNvSpPr>
            <a:spLocks noGrp="1"/>
          </p:cNvSpPr>
          <p:nvPr/>
        </p:nvSpPr>
        <p:spPr>
          <a:xfrm>
            <a:off x="2633143" y="6029052"/>
            <a:ext cx="16035" cy="16035"/>
          </a:xfrm>
          <a:prstGeom prst="ellipse">
            <a:avLst/>
          </a:prstGeom>
          <a:solidFill>
            <a:srgbClr val="57409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knowledge-node">
            <a:extLst>
              <a:ext uri="{FF2B5EF4-FFF2-40B4-BE49-F238E27FC236}">
                <a16:creationId xmlns:a16="http://schemas.microsoft.com/office/drawing/2014/main" id="{9841335E-E43C-41B7-A85A-94F3355E7365}"/>
              </a:ext>
            </a:extLst>
          </p:cNvPr>
          <p:cNvSpPr>
            <a:spLocks noGrp="1"/>
          </p:cNvSpPr>
          <p:nvPr/>
        </p:nvSpPr>
        <p:spPr>
          <a:xfrm>
            <a:off x="2521789" y="6195917"/>
            <a:ext cx="45579" cy="45579"/>
          </a:xfrm>
          <a:prstGeom prst="ellipse">
            <a:avLst/>
          </a:prstGeom>
          <a:solidFill>
            <a:srgbClr val="57409B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56" name="knowledge-node">
            <a:extLst>
              <a:ext uri="{FF2B5EF4-FFF2-40B4-BE49-F238E27FC236}">
                <a16:creationId xmlns:a16="http://schemas.microsoft.com/office/drawing/2014/main" id="{5635B1BD-2212-4B88-ABBA-D8C619584B79}"/>
              </a:ext>
            </a:extLst>
          </p:cNvPr>
          <p:cNvSpPr>
            <a:spLocks noGrp="1"/>
          </p:cNvSpPr>
          <p:nvPr/>
        </p:nvSpPr>
        <p:spPr>
          <a:xfrm>
            <a:off x="2569786" y="6415779"/>
            <a:ext cx="14916" cy="14916"/>
          </a:xfrm>
          <a:prstGeom prst="ellipse">
            <a:avLst/>
          </a:prstGeom>
          <a:solidFill>
            <a:srgbClr val="57409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knowledge-node">
            <a:extLst>
              <a:ext uri="{FF2B5EF4-FFF2-40B4-BE49-F238E27FC236}">
                <a16:creationId xmlns:a16="http://schemas.microsoft.com/office/drawing/2014/main" id="{7C2EB2EC-F57D-472F-8196-912B27333A5F}"/>
              </a:ext>
            </a:extLst>
          </p:cNvPr>
          <p:cNvSpPr>
            <a:spLocks noGrp="1"/>
          </p:cNvSpPr>
          <p:nvPr/>
        </p:nvSpPr>
        <p:spPr>
          <a:xfrm>
            <a:off x="2560299" y="6704647"/>
            <a:ext cx="21966" cy="21966"/>
          </a:xfrm>
          <a:prstGeom prst="ellipse">
            <a:avLst/>
          </a:prstGeom>
          <a:solidFill>
            <a:srgbClr val="57409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8" name="knowledge-node">
            <a:extLst>
              <a:ext uri="{FF2B5EF4-FFF2-40B4-BE49-F238E27FC236}">
                <a16:creationId xmlns:a16="http://schemas.microsoft.com/office/drawing/2014/main" id="{1D8349C6-250E-406C-9DD2-A8014223A564}"/>
              </a:ext>
            </a:extLst>
          </p:cNvPr>
          <p:cNvSpPr>
            <a:spLocks noGrp="1"/>
          </p:cNvSpPr>
          <p:nvPr/>
        </p:nvSpPr>
        <p:spPr>
          <a:xfrm>
            <a:off x="3068862" y="5980619"/>
            <a:ext cx="27500" cy="27500"/>
          </a:xfrm>
          <a:prstGeom prst="ellipse">
            <a:avLst/>
          </a:prstGeom>
          <a:solidFill>
            <a:srgbClr val="623C8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knowledge-node">
            <a:extLst>
              <a:ext uri="{FF2B5EF4-FFF2-40B4-BE49-F238E27FC236}">
                <a16:creationId xmlns:a16="http://schemas.microsoft.com/office/drawing/2014/main" id="{5FB70130-6015-4BD2-AC77-1AC4E9BEE64A}"/>
              </a:ext>
            </a:extLst>
          </p:cNvPr>
          <p:cNvSpPr>
            <a:spLocks noGrp="1"/>
          </p:cNvSpPr>
          <p:nvPr/>
        </p:nvSpPr>
        <p:spPr>
          <a:xfrm>
            <a:off x="3225526" y="6143406"/>
            <a:ext cx="14856" cy="14856"/>
          </a:xfrm>
          <a:prstGeom prst="ellipse">
            <a:avLst/>
          </a:prstGeom>
          <a:solidFill>
            <a:srgbClr val="623C8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knowledge-node">
            <a:extLst>
              <a:ext uri="{FF2B5EF4-FFF2-40B4-BE49-F238E27FC236}">
                <a16:creationId xmlns:a16="http://schemas.microsoft.com/office/drawing/2014/main" id="{9143B1EE-CC16-401E-95A6-5D0B28F89BE7}"/>
              </a:ext>
            </a:extLst>
          </p:cNvPr>
          <p:cNvSpPr>
            <a:spLocks noGrp="1"/>
          </p:cNvSpPr>
          <p:nvPr/>
        </p:nvSpPr>
        <p:spPr>
          <a:xfrm>
            <a:off x="3246110" y="6245245"/>
            <a:ext cx="68722" cy="68722"/>
          </a:xfrm>
          <a:prstGeom prst="ellipse">
            <a:avLst/>
          </a:prstGeom>
          <a:solidFill>
            <a:srgbClr val="623C8F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61" name="knowledge-node">
            <a:extLst>
              <a:ext uri="{FF2B5EF4-FFF2-40B4-BE49-F238E27FC236}">
                <a16:creationId xmlns:a16="http://schemas.microsoft.com/office/drawing/2014/main" id="{AC9F659C-CF55-419B-8517-F0DA15E1E631}"/>
              </a:ext>
            </a:extLst>
          </p:cNvPr>
          <p:cNvSpPr>
            <a:spLocks noGrp="1"/>
          </p:cNvSpPr>
          <p:nvPr/>
        </p:nvSpPr>
        <p:spPr>
          <a:xfrm>
            <a:off x="3077294" y="6567733"/>
            <a:ext cx="14246" cy="14246"/>
          </a:xfrm>
          <a:prstGeom prst="ellipse">
            <a:avLst/>
          </a:prstGeom>
          <a:solidFill>
            <a:srgbClr val="623C8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2" name="knowledge-node">
            <a:extLst>
              <a:ext uri="{FF2B5EF4-FFF2-40B4-BE49-F238E27FC236}">
                <a16:creationId xmlns:a16="http://schemas.microsoft.com/office/drawing/2014/main" id="{8E716493-4E6F-45B9-9E96-BA62CF7EA94E}"/>
              </a:ext>
            </a:extLst>
          </p:cNvPr>
          <p:cNvSpPr>
            <a:spLocks noGrp="1"/>
          </p:cNvSpPr>
          <p:nvPr/>
        </p:nvSpPr>
        <p:spPr>
          <a:xfrm>
            <a:off x="3668466" y="5927186"/>
            <a:ext cx="16159" cy="16159"/>
          </a:xfrm>
          <a:prstGeom prst="ellipse">
            <a:avLst/>
          </a:prstGeom>
          <a:solidFill>
            <a:srgbClr val="753D8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knowledge-node">
            <a:extLst>
              <a:ext uri="{FF2B5EF4-FFF2-40B4-BE49-F238E27FC236}">
                <a16:creationId xmlns:a16="http://schemas.microsoft.com/office/drawing/2014/main" id="{D4149A43-1CA3-4AA3-9650-B2D6A6401724}"/>
              </a:ext>
            </a:extLst>
          </p:cNvPr>
          <p:cNvSpPr>
            <a:spLocks noGrp="1"/>
          </p:cNvSpPr>
          <p:nvPr/>
        </p:nvSpPr>
        <p:spPr>
          <a:xfrm>
            <a:off x="3689506" y="6027067"/>
            <a:ext cx="17908" cy="17908"/>
          </a:xfrm>
          <a:prstGeom prst="ellipse">
            <a:avLst/>
          </a:prstGeom>
          <a:solidFill>
            <a:srgbClr val="753D8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4" name="knowledge-node">
            <a:extLst>
              <a:ext uri="{FF2B5EF4-FFF2-40B4-BE49-F238E27FC236}">
                <a16:creationId xmlns:a16="http://schemas.microsoft.com/office/drawing/2014/main" id="{7AEC1BF4-C435-4DB6-BCFA-3563E9532EDB}"/>
              </a:ext>
            </a:extLst>
          </p:cNvPr>
          <p:cNvSpPr>
            <a:spLocks noGrp="1"/>
          </p:cNvSpPr>
          <p:nvPr/>
        </p:nvSpPr>
        <p:spPr>
          <a:xfrm>
            <a:off x="3466801" y="6281415"/>
            <a:ext cx="22644" cy="22644"/>
          </a:xfrm>
          <a:prstGeom prst="ellipse">
            <a:avLst/>
          </a:prstGeom>
          <a:solidFill>
            <a:srgbClr val="753D8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knowledge-node">
            <a:extLst>
              <a:ext uri="{FF2B5EF4-FFF2-40B4-BE49-F238E27FC236}">
                <a16:creationId xmlns:a16="http://schemas.microsoft.com/office/drawing/2014/main" id="{7A53AF6B-D391-49AE-BEE3-23378F0B9CCE}"/>
              </a:ext>
            </a:extLst>
          </p:cNvPr>
          <p:cNvSpPr>
            <a:spLocks noGrp="1"/>
          </p:cNvSpPr>
          <p:nvPr/>
        </p:nvSpPr>
        <p:spPr>
          <a:xfrm>
            <a:off x="3626394" y="6588524"/>
            <a:ext cx="51957" cy="51957"/>
          </a:xfrm>
          <a:prstGeom prst="ellipse">
            <a:avLst/>
          </a:prstGeom>
          <a:solidFill>
            <a:srgbClr val="753D82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66" name="knowledge-node">
            <a:extLst>
              <a:ext uri="{FF2B5EF4-FFF2-40B4-BE49-F238E27FC236}">
                <a16:creationId xmlns:a16="http://schemas.microsoft.com/office/drawing/2014/main" id="{BC500F7F-867C-4FA2-B80C-E5BFAB9F747E}"/>
              </a:ext>
            </a:extLst>
          </p:cNvPr>
          <p:cNvSpPr>
            <a:spLocks noGrp="1"/>
          </p:cNvSpPr>
          <p:nvPr/>
        </p:nvSpPr>
        <p:spPr>
          <a:xfrm>
            <a:off x="3887378" y="5951375"/>
            <a:ext cx="21319" cy="21319"/>
          </a:xfrm>
          <a:prstGeom prst="ellipse">
            <a:avLst/>
          </a:prstGeom>
          <a:solidFill>
            <a:srgbClr val="893E7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7" name="knowledge-node">
            <a:extLst>
              <a:ext uri="{FF2B5EF4-FFF2-40B4-BE49-F238E27FC236}">
                <a16:creationId xmlns:a16="http://schemas.microsoft.com/office/drawing/2014/main" id="{1D2ED402-CF23-4F0D-8E47-E01C45D0AC3B}"/>
              </a:ext>
            </a:extLst>
          </p:cNvPr>
          <p:cNvSpPr>
            <a:spLocks noGrp="1"/>
          </p:cNvSpPr>
          <p:nvPr/>
        </p:nvSpPr>
        <p:spPr>
          <a:xfrm>
            <a:off x="4080740" y="6113295"/>
            <a:ext cx="18541" cy="18541"/>
          </a:xfrm>
          <a:prstGeom prst="ellipse">
            <a:avLst/>
          </a:prstGeom>
          <a:solidFill>
            <a:srgbClr val="893E7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8" name="knowledge-node">
            <a:extLst>
              <a:ext uri="{FF2B5EF4-FFF2-40B4-BE49-F238E27FC236}">
                <a16:creationId xmlns:a16="http://schemas.microsoft.com/office/drawing/2014/main" id="{34ADF069-CA43-4F2E-9A1D-04AF7D52F8D1}"/>
              </a:ext>
            </a:extLst>
          </p:cNvPr>
          <p:cNvSpPr>
            <a:spLocks noGrp="1"/>
          </p:cNvSpPr>
          <p:nvPr/>
        </p:nvSpPr>
        <p:spPr>
          <a:xfrm>
            <a:off x="4030693" y="6273212"/>
            <a:ext cx="24068" cy="24068"/>
          </a:xfrm>
          <a:prstGeom prst="ellipse">
            <a:avLst/>
          </a:prstGeom>
          <a:solidFill>
            <a:srgbClr val="893E7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knowledge-node">
            <a:extLst>
              <a:ext uri="{FF2B5EF4-FFF2-40B4-BE49-F238E27FC236}">
                <a16:creationId xmlns:a16="http://schemas.microsoft.com/office/drawing/2014/main" id="{F2EF3DF5-0C15-4921-9F41-BE93AE232EA1}"/>
              </a:ext>
            </a:extLst>
          </p:cNvPr>
          <p:cNvSpPr>
            <a:spLocks noGrp="1"/>
          </p:cNvSpPr>
          <p:nvPr/>
        </p:nvSpPr>
        <p:spPr>
          <a:xfrm>
            <a:off x="4009500" y="6733829"/>
            <a:ext cx="19255" cy="19255"/>
          </a:xfrm>
          <a:prstGeom prst="ellipse">
            <a:avLst/>
          </a:prstGeom>
          <a:solidFill>
            <a:srgbClr val="893E7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knowledge-node">
            <a:extLst>
              <a:ext uri="{FF2B5EF4-FFF2-40B4-BE49-F238E27FC236}">
                <a16:creationId xmlns:a16="http://schemas.microsoft.com/office/drawing/2014/main" id="{892A648B-BD23-46E3-904B-73563C391FE7}"/>
              </a:ext>
            </a:extLst>
          </p:cNvPr>
          <p:cNvSpPr>
            <a:spLocks noGrp="1"/>
          </p:cNvSpPr>
          <p:nvPr/>
        </p:nvSpPr>
        <p:spPr>
          <a:xfrm>
            <a:off x="4492484" y="5772012"/>
            <a:ext cx="40246" cy="40246"/>
          </a:xfrm>
          <a:prstGeom prst="ellipse">
            <a:avLst/>
          </a:prstGeom>
          <a:solidFill>
            <a:srgbClr val="9C3F6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71" name="knowledge-node">
            <a:extLst>
              <a:ext uri="{FF2B5EF4-FFF2-40B4-BE49-F238E27FC236}">
                <a16:creationId xmlns:a16="http://schemas.microsoft.com/office/drawing/2014/main" id="{ABD451EA-C09A-4987-BDF5-2DEECE735DC5}"/>
              </a:ext>
            </a:extLst>
          </p:cNvPr>
          <p:cNvSpPr>
            <a:spLocks noGrp="1"/>
          </p:cNvSpPr>
          <p:nvPr/>
        </p:nvSpPr>
        <p:spPr>
          <a:xfrm>
            <a:off x="4548094" y="6173561"/>
            <a:ext cx="22735" cy="22735"/>
          </a:xfrm>
          <a:prstGeom prst="ellipse">
            <a:avLst/>
          </a:prstGeom>
          <a:solidFill>
            <a:srgbClr val="9C3F6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2" name="knowledge-node">
            <a:extLst>
              <a:ext uri="{FF2B5EF4-FFF2-40B4-BE49-F238E27FC236}">
                <a16:creationId xmlns:a16="http://schemas.microsoft.com/office/drawing/2014/main" id="{C4243ABC-A629-4A59-9E1A-A8CD4A797DA8}"/>
              </a:ext>
            </a:extLst>
          </p:cNvPr>
          <p:cNvSpPr>
            <a:spLocks noGrp="1"/>
          </p:cNvSpPr>
          <p:nvPr/>
        </p:nvSpPr>
        <p:spPr>
          <a:xfrm>
            <a:off x="4471219" y="6373874"/>
            <a:ext cx="18215" cy="18215"/>
          </a:xfrm>
          <a:prstGeom prst="ellipse">
            <a:avLst/>
          </a:prstGeom>
          <a:solidFill>
            <a:srgbClr val="9C3F6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knowledge-node">
            <a:extLst>
              <a:ext uri="{FF2B5EF4-FFF2-40B4-BE49-F238E27FC236}">
                <a16:creationId xmlns:a16="http://schemas.microsoft.com/office/drawing/2014/main" id="{5724C8EB-20D1-437C-8C75-8D18E1463BA9}"/>
              </a:ext>
            </a:extLst>
          </p:cNvPr>
          <p:cNvSpPr>
            <a:spLocks noGrp="1"/>
          </p:cNvSpPr>
          <p:nvPr/>
        </p:nvSpPr>
        <p:spPr>
          <a:xfrm>
            <a:off x="4395830" y="6601689"/>
            <a:ext cx="27441" cy="27441"/>
          </a:xfrm>
          <a:prstGeom prst="ellipse">
            <a:avLst/>
          </a:prstGeom>
          <a:solidFill>
            <a:srgbClr val="9C3F6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knowledge-node">
            <a:extLst>
              <a:ext uri="{FF2B5EF4-FFF2-40B4-BE49-F238E27FC236}">
                <a16:creationId xmlns:a16="http://schemas.microsoft.com/office/drawing/2014/main" id="{FC3C525E-388C-46E6-BE32-B5E2A86D5580}"/>
              </a:ext>
            </a:extLst>
          </p:cNvPr>
          <p:cNvSpPr>
            <a:spLocks noGrp="1"/>
          </p:cNvSpPr>
          <p:nvPr/>
        </p:nvSpPr>
        <p:spPr>
          <a:xfrm>
            <a:off x="4864502" y="5875528"/>
            <a:ext cx="26239" cy="26239"/>
          </a:xfrm>
          <a:prstGeom prst="ellipse">
            <a:avLst/>
          </a:prstGeom>
          <a:solidFill>
            <a:srgbClr val="B0405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knowledge-node">
            <a:extLst>
              <a:ext uri="{FF2B5EF4-FFF2-40B4-BE49-F238E27FC236}">
                <a16:creationId xmlns:a16="http://schemas.microsoft.com/office/drawing/2014/main" id="{5130C485-3F12-40C9-9816-E6A79F7DFAF4}"/>
              </a:ext>
            </a:extLst>
          </p:cNvPr>
          <p:cNvSpPr>
            <a:spLocks noGrp="1"/>
          </p:cNvSpPr>
          <p:nvPr/>
        </p:nvSpPr>
        <p:spPr>
          <a:xfrm>
            <a:off x="4990032" y="6201947"/>
            <a:ext cx="42270" cy="42270"/>
          </a:xfrm>
          <a:prstGeom prst="ellipse">
            <a:avLst/>
          </a:prstGeom>
          <a:solidFill>
            <a:srgbClr val="B0405B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76" name="knowledge-node">
            <a:extLst>
              <a:ext uri="{FF2B5EF4-FFF2-40B4-BE49-F238E27FC236}">
                <a16:creationId xmlns:a16="http://schemas.microsoft.com/office/drawing/2014/main" id="{54BF625E-1E59-47D8-8DA6-0AAFB7A7985D}"/>
              </a:ext>
            </a:extLst>
          </p:cNvPr>
          <p:cNvSpPr>
            <a:spLocks noGrp="1"/>
          </p:cNvSpPr>
          <p:nvPr/>
        </p:nvSpPr>
        <p:spPr>
          <a:xfrm>
            <a:off x="4942137" y="6494818"/>
            <a:ext cx="63946" cy="63946"/>
          </a:xfrm>
          <a:prstGeom prst="ellipse">
            <a:avLst/>
          </a:prstGeom>
          <a:solidFill>
            <a:srgbClr val="B0405B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77" name="knowledge-node">
            <a:extLst>
              <a:ext uri="{FF2B5EF4-FFF2-40B4-BE49-F238E27FC236}">
                <a16:creationId xmlns:a16="http://schemas.microsoft.com/office/drawing/2014/main" id="{106F0065-E31D-46DB-9A99-17B2B896AE96}"/>
              </a:ext>
            </a:extLst>
          </p:cNvPr>
          <p:cNvSpPr>
            <a:spLocks noGrp="1"/>
          </p:cNvSpPr>
          <p:nvPr/>
        </p:nvSpPr>
        <p:spPr>
          <a:xfrm>
            <a:off x="4968696" y="6770705"/>
            <a:ext cx="73213" cy="73213"/>
          </a:xfrm>
          <a:prstGeom prst="ellipse">
            <a:avLst/>
          </a:prstGeom>
          <a:solidFill>
            <a:srgbClr val="B0405B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78" name="knowledge-node">
            <a:extLst>
              <a:ext uri="{FF2B5EF4-FFF2-40B4-BE49-F238E27FC236}">
                <a16:creationId xmlns:a16="http://schemas.microsoft.com/office/drawing/2014/main" id="{47F29EDD-A6D1-4210-905B-DB2D12CDC1D5}"/>
              </a:ext>
            </a:extLst>
          </p:cNvPr>
          <p:cNvSpPr>
            <a:spLocks noGrp="1"/>
          </p:cNvSpPr>
          <p:nvPr/>
        </p:nvSpPr>
        <p:spPr>
          <a:xfrm>
            <a:off x="5318850" y="5979727"/>
            <a:ext cx="19123" cy="19123"/>
          </a:xfrm>
          <a:prstGeom prst="ellipse">
            <a:avLst/>
          </a:prstGeom>
          <a:solidFill>
            <a:srgbClr val="C3414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9" name="knowledge-node">
            <a:extLst>
              <a:ext uri="{FF2B5EF4-FFF2-40B4-BE49-F238E27FC236}">
                <a16:creationId xmlns:a16="http://schemas.microsoft.com/office/drawing/2014/main" id="{AE87FF04-70FA-4B1D-B293-D8EBE0E9A8FF}"/>
              </a:ext>
            </a:extLst>
          </p:cNvPr>
          <p:cNvSpPr>
            <a:spLocks noGrp="1"/>
          </p:cNvSpPr>
          <p:nvPr/>
        </p:nvSpPr>
        <p:spPr>
          <a:xfrm>
            <a:off x="5374566" y="6178671"/>
            <a:ext cx="16559" cy="16559"/>
          </a:xfrm>
          <a:prstGeom prst="ellipse">
            <a:avLst/>
          </a:prstGeom>
          <a:solidFill>
            <a:srgbClr val="C3414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knowledge-node">
            <a:extLst>
              <a:ext uri="{FF2B5EF4-FFF2-40B4-BE49-F238E27FC236}">
                <a16:creationId xmlns:a16="http://schemas.microsoft.com/office/drawing/2014/main" id="{A8FEA621-B459-4F5B-9EAA-B0715A1CD911}"/>
              </a:ext>
            </a:extLst>
          </p:cNvPr>
          <p:cNvSpPr>
            <a:spLocks noGrp="1"/>
          </p:cNvSpPr>
          <p:nvPr/>
        </p:nvSpPr>
        <p:spPr>
          <a:xfrm>
            <a:off x="5229525" y="6538488"/>
            <a:ext cx="20737" cy="20737"/>
          </a:xfrm>
          <a:prstGeom prst="ellipse">
            <a:avLst/>
          </a:prstGeom>
          <a:solidFill>
            <a:srgbClr val="C3414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knowledge-node">
            <a:extLst>
              <a:ext uri="{FF2B5EF4-FFF2-40B4-BE49-F238E27FC236}">
                <a16:creationId xmlns:a16="http://schemas.microsoft.com/office/drawing/2014/main" id="{F1E86A3D-4D6F-435A-A4B2-C49C766538F2}"/>
              </a:ext>
            </a:extLst>
          </p:cNvPr>
          <p:cNvSpPr>
            <a:spLocks noGrp="1"/>
          </p:cNvSpPr>
          <p:nvPr/>
        </p:nvSpPr>
        <p:spPr>
          <a:xfrm>
            <a:off x="5301324" y="6771311"/>
            <a:ext cx="26205" cy="26205"/>
          </a:xfrm>
          <a:prstGeom prst="ellipse">
            <a:avLst/>
          </a:prstGeom>
          <a:solidFill>
            <a:srgbClr val="C3414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knowledge-node">
            <a:extLst>
              <a:ext uri="{FF2B5EF4-FFF2-40B4-BE49-F238E27FC236}">
                <a16:creationId xmlns:a16="http://schemas.microsoft.com/office/drawing/2014/main" id="{2D04040A-6BA7-4EE8-B6B4-A970A549DE98}"/>
              </a:ext>
            </a:extLst>
          </p:cNvPr>
          <p:cNvSpPr>
            <a:spLocks noGrp="1"/>
          </p:cNvSpPr>
          <p:nvPr/>
        </p:nvSpPr>
        <p:spPr>
          <a:xfrm>
            <a:off x="5694682" y="5871647"/>
            <a:ext cx="27079" cy="27079"/>
          </a:xfrm>
          <a:prstGeom prst="ellipse">
            <a:avLst/>
          </a:prstGeom>
          <a:solidFill>
            <a:srgbClr val="D7424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knowledge-node">
            <a:extLst>
              <a:ext uri="{FF2B5EF4-FFF2-40B4-BE49-F238E27FC236}">
                <a16:creationId xmlns:a16="http://schemas.microsoft.com/office/drawing/2014/main" id="{095AD2D4-5017-403C-9C87-51D5F6C950DC}"/>
              </a:ext>
            </a:extLst>
          </p:cNvPr>
          <p:cNvSpPr>
            <a:spLocks noGrp="1"/>
          </p:cNvSpPr>
          <p:nvPr/>
        </p:nvSpPr>
        <p:spPr>
          <a:xfrm>
            <a:off x="5622747" y="6211499"/>
            <a:ext cx="45390" cy="45390"/>
          </a:xfrm>
          <a:prstGeom prst="ellipse">
            <a:avLst/>
          </a:prstGeom>
          <a:solidFill>
            <a:srgbClr val="D74242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84" name="knowledge-node">
            <a:extLst>
              <a:ext uri="{FF2B5EF4-FFF2-40B4-BE49-F238E27FC236}">
                <a16:creationId xmlns:a16="http://schemas.microsoft.com/office/drawing/2014/main" id="{435A2E11-E98B-4236-8BD6-BEC5F278F64E}"/>
              </a:ext>
            </a:extLst>
          </p:cNvPr>
          <p:cNvSpPr>
            <a:spLocks noGrp="1"/>
          </p:cNvSpPr>
          <p:nvPr/>
        </p:nvSpPr>
        <p:spPr>
          <a:xfrm>
            <a:off x="5818609" y="6555610"/>
            <a:ext cx="20837" cy="20837"/>
          </a:xfrm>
          <a:prstGeom prst="ellipse">
            <a:avLst/>
          </a:prstGeom>
          <a:solidFill>
            <a:srgbClr val="D7424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knowledge-node">
            <a:extLst>
              <a:ext uri="{FF2B5EF4-FFF2-40B4-BE49-F238E27FC236}">
                <a16:creationId xmlns:a16="http://schemas.microsoft.com/office/drawing/2014/main" id="{FF341F37-9EA8-4D1A-8093-5F3E175AD17C}"/>
              </a:ext>
            </a:extLst>
          </p:cNvPr>
          <p:cNvSpPr>
            <a:spLocks noGrp="1"/>
          </p:cNvSpPr>
          <p:nvPr/>
        </p:nvSpPr>
        <p:spPr>
          <a:xfrm>
            <a:off x="5812519" y="6708418"/>
            <a:ext cx="15295" cy="15295"/>
          </a:xfrm>
          <a:prstGeom prst="ellipse">
            <a:avLst/>
          </a:prstGeom>
          <a:solidFill>
            <a:srgbClr val="D7424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knowledge-node">
            <a:extLst>
              <a:ext uri="{FF2B5EF4-FFF2-40B4-BE49-F238E27FC236}">
                <a16:creationId xmlns:a16="http://schemas.microsoft.com/office/drawing/2014/main" id="{C06BEDEC-76D2-441D-B73A-B15823402C49}"/>
              </a:ext>
            </a:extLst>
          </p:cNvPr>
          <p:cNvSpPr>
            <a:spLocks noGrp="1"/>
          </p:cNvSpPr>
          <p:nvPr/>
        </p:nvSpPr>
        <p:spPr>
          <a:xfrm>
            <a:off x="6261277" y="5914751"/>
            <a:ext cx="25382" cy="25382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knowledge-node">
            <a:extLst>
              <a:ext uri="{FF2B5EF4-FFF2-40B4-BE49-F238E27FC236}">
                <a16:creationId xmlns:a16="http://schemas.microsoft.com/office/drawing/2014/main" id="{8B6914F1-771F-4499-8167-79D9B61A6CB8}"/>
              </a:ext>
            </a:extLst>
          </p:cNvPr>
          <p:cNvSpPr>
            <a:spLocks noGrp="1"/>
          </p:cNvSpPr>
          <p:nvPr/>
        </p:nvSpPr>
        <p:spPr>
          <a:xfrm>
            <a:off x="6082209" y="6178922"/>
            <a:ext cx="17822" cy="17822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knowledge-node">
            <a:extLst>
              <a:ext uri="{FF2B5EF4-FFF2-40B4-BE49-F238E27FC236}">
                <a16:creationId xmlns:a16="http://schemas.microsoft.com/office/drawing/2014/main" id="{6A46DCB2-3A7A-4532-864F-88D540EAC78E}"/>
              </a:ext>
            </a:extLst>
          </p:cNvPr>
          <p:cNvSpPr>
            <a:spLocks noGrp="1"/>
          </p:cNvSpPr>
          <p:nvPr/>
        </p:nvSpPr>
        <p:spPr>
          <a:xfrm>
            <a:off x="6123386" y="6467039"/>
            <a:ext cx="15115" cy="15115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9" name="knowledge-node">
            <a:extLst>
              <a:ext uri="{FF2B5EF4-FFF2-40B4-BE49-F238E27FC236}">
                <a16:creationId xmlns:a16="http://schemas.microsoft.com/office/drawing/2014/main" id="{D10322C6-30B5-4CB7-ABF0-564E9DAC88CE}"/>
              </a:ext>
            </a:extLst>
          </p:cNvPr>
          <p:cNvSpPr>
            <a:spLocks noGrp="1"/>
          </p:cNvSpPr>
          <p:nvPr/>
        </p:nvSpPr>
        <p:spPr>
          <a:xfrm>
            <a:off x="6270450" y="6609558"/>
            <a:ext cx="21374" cy="21374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knowledge-node">
            <a:extLst>
              <a:ext uri="{FF2B5EF4-FFF2-40B4-BE49-F238E27FC236}">
                <a16:creationId xmlns:a16="http://schemas.microsoft.com/office/drawing/2014/main" id="{A836283C-283C-408B-B619-C802DC5BBB77}"/>
              </a:ext>
            </a:extLst>
          </p:cNvPr>
          <p:cNvSpPr>
            <a:spLocks noGrp="1"/>
          </p:cNvSpPr>
          <p:nvPr/>
        </p:nvSpPr>
        <p:spPr>
          <a:xfrm>
            <a:off x="6286930" y="6765929"/>
            <a:ext cx="20006" cy="20006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1" name="knowledge-node">
            <a:extLst>
              <a:ext uri="{FF2B5EF4-FFF2-40B4-BE49-F238E27FC236}">
                <a16:creationId xmlns:a16="http://schemas.microsoft.com/office/drawing/2014/main" id="{49B5B4C1-BC1D-4E91-9FC6-9F131EC6B2FD}"/>
              </a:ext>
            </a:extLst>
          </p:cNvPr>
          <p:cNvSpPr>
            <a:spLocks noGrp="1"/>
          </p:cNvSpPr>
          <p:nvPr/>
        </p:nvSpPr>
        <p:spPr>
          <a:xfrm>
            <a:off x="6528124" y="5982268"/>
            <a:ext cx="16483" cy="16483"/>
          </a:xfrm>
          <a:prstGeom prst="ellipse">
            <a:avLst/>
          </a:prstGeom>
          <a:solidFill>
            <a:srgbClr val="EC53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knowledge-node">
            <a:extLst>
              <a:ext uri="{FF2B5EF4-FFF2-40B4-BE49-F238E27FC236}">
                <a16:creationId xmlns:a16="http://schemas.microsoft.com/office/drawing/2014/main" id="{E0CADBE3-68E1-4B24-81B5-F57582928EED}"/>
              </a:ext>
            </a:extLst>
          </p:cNvPr>
          <p:cNvSpPr>
            <a:spLocks noGrp="1"/>
          </p:cNvSpPr>
          <p:nvPr/>
        </p:nvSpPr>
        <p:spPr>
          <a:xfrm>
            <a:off x="6426635" y="6410563"/>
            <a:ext cx="18949" cy="18949"/>
          </a:xfrm>
          <a:prstGeom prst="ellipse">
            <a:avLst/>
          </a:prstGeom>
          <a:solidFill>
            <a:srgbClr val="EC53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knowledge-node">
            <a:extLst>
              <a:ext uri="{FF2B5EF4-FFF2-40B4-BE49-F238E27FC236}">
                <a16:creationId xmlns:a16="http://schemas.microsoft.com/office/drawing/2014/main" id="{F5452281-D5CD-4D90-968D-8A7EA7B62CD1}"/>
              </a:ext>
            </a:extLst>
          </p:cNvPr>
          <p:cNvSpPr>
            <a:spLocks noGrp="1"/>
          </p:cNvSpPr>
          <p:nvPr/>
        </p:nvSpPr>
        <p:spPr>
          <a:xfrm>
            <a:off x="6438999" y="6459951"/>
            <a:ext cx="28546" cy="28546"/>
          </a:xfrm>
          <a:prstGeom prst="ellipse">
            <a:avLst/>
          </a:prstGeom>
          <a:solidFill>
            <a:srgbClr val="EC53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4" name="knowledge-node">
            <a:extLst>
              <a:ext uri="{FF2B5EF4-FFF2-40B4-BE49-F238E27FC236}">
                <a16:creationId xmlns:a16="http://schemas.microsoft.com/office/drawing/2014/main" id="{5342EBE4-4C53-4C06-B872-8A0DB9E343E0}"/>
              </a:ext>
            </a:extLst>
          </p:cNvPr>
          <p:cNvSpPr>
            <a:spLocks noGrp="1"/>
          </p:cNvSpPr>
          <p:nvPr/>
        </p:nvSpPr>
        <p:spPr>
          <a:xfrm>
            <a:off x="6522586" y="6620328"/>
            <a:ext cx="18947" cy="18947"/>
          </a:xfrm>
          <a:prstGeom prst="ellipse">
            <a:avLst/>
          </a:prstGeom>
          <a:solidFill>
            <a:srgbClr val="EC53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knowledge-node">
            <a:extLst>
              <a:ext uri="{FF2B5EF4-FFF2-40B4-BE49-F238E27FC236}">
                <a16:creationId xmlns:a16="http://schemas.microsoft.com/office/drawing/2014/main" id="{1FED71E4-42EE-4643-8EE3-62D0B8E07A86}"/>
              </a:ext>
            </a:extLst>
          </p:cNvPr>
          <p:cNvSpPr>
            <a:spLocks noGrp="1"/>
          </p:cNvSpPr>
          <p:nvPr/>
        </p:nvSpPr>
        <p:spPr>
          <a:xfrm>
            <a:off x="6427719" y="6704097"/>
            <a:ext cx="60303" cy="60303"/>
          </a:xfrm>
          <a:prstGeom prst="ellipse">
            <a:avLst/>
          </a:prstGeom>
          <a:solidFill>
            <a:srgbClr val="EC532F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96" name="knowledge-node">
            <a:extLst>
              <a:ext uri="{FF2B5EF4-FFF2-40B4-BE49-F238E27FC236}">
                <a16:creationId xmlns:a16="http://schemas.microsoft.com/office/drawing/2014/main" id="{DF3889F5-76A8-47AE-8081-3450DCA5075B}"/>
              </a:ext>
            </a:extLst>
          </p:cNvPr>
          <p:cNvSpPr>
            <a:spLocks noGrp="1"/>
          </p:cNvSpPr>
          <p:nvPr/>
        </p:nvSpPr>
        <p:spPr>
          <a:xfrm>
            <a:off x="6646922" y="6762755"/>
            <a:ext cx="18145" cy="18145"/>
          </a:xfrm>
          <a:prstGeom prst="ellipse">
            <a:avLst/>
          </a:prstGeom>
          <a:solidFill>
            <a:srgbClr val="EC53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knowledge-node">
            <a:extLst>
              <a:ext uri="{FF2B5EF4-FFF2-40B4-BE49-F238E27FC236}">
                <a16:creationId xmlns:a16="http://schemas.microsoft.com/office/drawing/2014/main" id="{1D48294F-A694-4969-9567-B7F21EA7B069}"/>
              </a:ext>
            </a:extLst>
          </p:cNvPr>
          <p:cNvSpPr>
            <a:spLocks noGrp="1"/>
          </p:cNvSpPr>
          <p:nvPr/>
        </p:nvSpPr>
        <p:spPr>
          <a:xfrm>
            <a:off x="6887302" y="6003593"/>
            <a:ext cx="44139" cy="44139"/>
          </a:xfrm>
          <a:prstGeom prst="ellipse">
            <a:avLst/>
          </a:prstGeom>
          <a:solidFill>
            <a:srgbClr val="EF632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98" name="knowledge-node">
            <a:extLst>
              <a:ext uri="{FF2B5EF4-FFF2-40B4-BE49-F238E27FC236}">
                <a16:creationId xmlns:a16="http://schemas.microsoft.com/office/drawing/2014/main" id="{FE211A7C-E76F-4809-8102-4DF305BEFE66}"/>
              </a:ext>
            </a:extLst>
          </p:cNvPr>
          <p:cNvSpPr>
            <a:spLocks noGrp="1"/>
          </p:cNvSpPr>
          <p:nvPr/>
        </p:nvSpPr>
        <p:spPr>
          <a:xfrm>
            <a:off x="7086095" y="6278000"/>
            <a:ext cx="28155" cy="28155"/>
          </a:xfrm>
          <a:prstGeom prst="ellipse">
            <a:avLst/>
          </a:prstGeom>
          <a:solidFill>
            <a:srgbClr val="EF632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knowledge-node">
            <a:extLst>
              <a:ext uri="{FF2B5EF4-FFF2-40B4-BE49-F238E27FC236}">
                <a16:creationId xmlns:a16="http://schemas.microsoft.com/office/drawing/2014/main" id="{C6C40985-8B92-405D-8A33-C962524B2355}"/>
              </a:ext>
            </a:extLst>
          </p:cNvPr>
          <p:cNvSpPr>
            <a:spLocks noGrp="1"/>
          </p:cNvSpPr>
          <p:nvPr/>
        </p:nvSpPr>
        <p:spPr>
          <a:xfrm>
            <a:off x="7076287" y="6484846"/>
            <a:ext cx="42044" cy="42044"/>
          </a:xfrm>
          <a:prstGeom prst="ellipse">
            <a:avLst/>
          </a:prstGeom>
          <a:solidFill>
            <a:srgbClr val="EF632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00" name="knowledge-node">
            <a:extLst>
              <a:ext uri="{FF2B5EF4-FFF2-40B4-BE49-F238E27FC236}">
                <a16:creationId xmlns:a16="http://schemas.microsoft.com/office/drawing/2014/main" id="{8064462E-8604-454B-90FE-BD54CC54EF02}"/>
              </a:ext>
            </a:extLst>
          </p:cNvPr>
          <p:cNvSpPr>
            <a:spLocks noGrp="1"/>
          </p:cNvSpPr>
          <p:nvPr/>
        </p:nvSpPr>
        <p:spPr>
          <a:xfrm>
            <a:off x="6936318" y="6643275"/>
            <a:ext cx="18750" cy="18750"/>
          </a:xfrm>
          <a:prstGeom prst="ellipse">
            <a:avLst/>
          </a:prstGeom>
          <a:solidFill>
            <a:srgbClr val="EF632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knowledge-node">
            <a:extLst>
              <a:ext uri="{FF2B5EF4-FFF2-40B4-BE49-F238E27FC236}">
                <a16:creationId xmlns:a16="http://schemas.microsoft.com/office/drawing/2014/main" id="{FA3F8B5F-982C-4373-8053-F6B365298A96}"/>
              </a:ext>
            </a:extLst>
          </p:cNvPr>
          <p:cNvSpPr>
            <a:spLocks noGrp="1"/>
          </p:cNvSpPr>
          <p:nvPr/>
        </p:nvSpPr>
        <p:spPr>
          <a:xfrm>
            <a:off x="7052347" y="6600622"/>
            <a:ext cx="27141" cy="27141"/>
          </a:xfrm>
          <a:prstGeom prst="ellipse">
            <a:avLst/>
          </a:prstGeom>
          <a:solidFill>
            <a:srgbClr val="EF632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knowledge-node">
            <a:extLst>
              <a:ext uri="{FF2B5EF4-FFF2-40B4-BE49-F238E27FC236}">
                <a16:creationId xmlns:a16="http://schemas.microsoft.com/office/drawing/2014/main" id="{14FCC4B7-D881-4932-956B-CA515DE9F1F3}"/>
              </a:ext>
            </a:extLst>
          </p:cNvPr>
          <p:cNvSpPr>
            <a:spLocks noGrp="1"/>
          </p:cNvSpPr>
          <p:nvPr/>
        </p:nvSpPr>
        <p:spPr>
          <a:xfrm>
            <a:off x="7129210" y="6689020"/>
            <a:ext cx="27674" cy="27674"/>
          </a:xfrm>
          <a:prstGeom prst="ellipse">
            <a:avLst/>
          </a:prstGeom>
          <a:solidFill>
            <a:srgbClr val="EF632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knowledge-node">
            <a:extLst>
              <a:ext uri="{FF2B5EF4-FFF2-40B4-BE49-F238E27FC236}">
                <a16:creationId xmlns:a16="http://schemas.microsoft.com/office/drawing/2014/main" id="{F68C7D37-0ADE-448E-BD46-DC9214CB9561}"/>
              </a:ext>
            </a:extLst>
          </p:cNvPr>
          <p:cNvSpPr>
            <a:spLocks noGrp="1"/>
          </p:cNvSpPr>
          <p:nvPr/>
        </p:nvSpPr>
        <p:spPr>
          <a:xfrm>
            <a:off x="7535350" y="5965698"/>
            <a:ext cx="17180" cy="17180"/>
          </a:xfrm>
          <a:prstGeom prst="ellipse">
            <a:avLst/>
          </a:prstGeom>
          <a:solidFill>
            <a:srgbClr val="F173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knowledge-node">
            <a:extLst>
              <a:ext uri="{FF2B5EF4-FFF2-40B4-BE49-F238E27FC236}">
                <a16:creationId xmlns:a16="http://schemas.microsoft.com/office/drawing/2014/main" id="{1E44966D-3980-4117-A983-39D8A292D112}"/>
              </a:ext>
            </a:extLst>
          </p:cNvPr>
          <p:cNvSpPr>
            <a:spLocks noGrp="1"/>
          </p:cNvSpPr>
          <p:nvPr/>
        </p:nvSpPr>
        <p:spPr>
          <a:xfrm>
            <a:off x="7329492" y="6195493"/>
            <a:ext cx="22021" cy="22021"/>
          </a:xfrm>
          <a:prstGeom prst="ellipse">
            <a:avLst/>
          </a:prstGeom>
          <a:solidFill>
            <a:srgbClr val="F173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5" name="knowledge-node">
            <a:extLst>
              <a:ext uri="{FF2B5EF4-FFF2-40B4-BE49-F238E27FC236}">
                <a16:creationId xmlns:a16="http://schemas.microsoft.com/office/drawing/2014/main" id="{D17CE39C-CA66-48AC-9AB4-BA63300C2D48}"/>
              </a:ext>
            </a:extLst>
          </p:cNvPr>
          <p:cNvSpPr>
            <a:spLocks noGrp="1"/>
          </p:cNvSpPr>
          <p:nvPr/>
        </p:nvSpPr>
        <p:spPr>
          <a:xfrm>
            <a:off x="7397131" y="6490423"/>
            <a:ext cx="28404" cy="28404"/>
          </a:xfrm>
          <a:prstGeom prst="ellipse">
            <a:avLst/>
          </a:prstGeom>
          <a:solidFill>
            <a:srgbClr val="F173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knowledge-node">
            <a:extLst>
              <a:ext uri="{FF2B5EF4-FFF2-40B4-BE49-F238E27FC236}">
                <a16:creationId xmlns:a16="http://schemas.microsoft.com/office/drawing/2014/main" id="{B16F2B72-53E3-4187-AF16-261FF2814D24}"/>
              </a:ext>
            </a:extLst>
          </p:cNvPr>
          <p:cNvSpPr>
            <a:spLocks noGrp="1"/>
          </p:cNvSpPr>
          <p:nvPr/>
        </p:nvSpPr>
        <p:spPr>
          <a:xfrm>
            <a:off x="7275937" y="6435475"/>
            <a:ext cx="67726" cy="67726"/>
          </a:xfrm>
          <a:prstGeom prst="ellipse">
            <a:avLst/>
          </a:prstGeom>
          <a:solidFill>
            <a:srgbClr val="F17322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07" name="knowledge-node">
            <a:extLst>
              <a:ext uri="{FF2B5EF4-FFF2-40B4-BE49-F238E27FC236}">
                <a16:creationId xmlns:a16="http://schemas.microsoft.com/office/drawing/2014/main" id="{BCBF85DD-3626-4817-BB17-CF1D782E0473}"/>
              </a:ext>
            </a:extLst>
          </p:cNvPr>
          <p:cNvSpPr>
            <a:spLocks noGrp="1"/>
          </p:cNvSpPr>
          <p:nvPr/>
        </p:nvSpPr>
        <p:spPr>
          <a:xfrm>
            <a:off x="7491909" y="6544085"/>
            <a:ext cx="25813" cy="25813"/>
          </a:xfrm>
          <a:prstGeom prst="ellipse">
            <a:avLst/>
          </a:prstGeom>
          <a:solidFill>
            <a:srgbClr val="F173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knowledge-node">
            <a:extLst>
              <a:ext uri="{FF2B5EF4-FFF2-40B4-BE49-F238E27FC236}">
                <a16:creationId xmlns:a16="http://schemas.microsoft.com/office/drawing/2014/main" id="{049EC428-484D-44A0-9B07-9F658D2F5D79}"/>
              </a:ext>
            </a:extLst>
          </p:cNvPr>
          <p:cNvSpPr>
            <a:spLocks noGrp="1"/>
          </p:cNvSpPr>
          <p:nvPr/>
        </p:nvSpPr>
        <p:spPr>
          <a:xfrm>
            <a:off x="7480772" y="6615428"/>
            <a:ext cx="22075" cy="22075"/>
          </a:xfrm>
          <a:prstGeom prst="ellipse">
            <a:avLst/>
          </a:prstGeom>
          <a:solidFill>
            <a:srgbClr val="F173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9" name="knowledge-node">
            <a:extLst>
              <a:ext uri="{FF2B5EF4-FFF2-40B4-BE49-F238E27FC236}">
                <a16:creationId xmlns:a16="http://schemas.microsoft.com/office/drawing/2014/main" id="{081CCF22-DD7B-4174-B876-20589B7C6245}"/>
              </a:ext>
            </a:extLst>
          </p:cNvPr>
          <p:cNvSpPr>
            <a:spLocks noGrp="1"/>
          </p:cNvSpPr>
          <p:nvPr/>
        </p:nvSpPr>
        <p:spPr>
          <a:xfrm>
            <a:off x="7893353" y="6096055"/>
            <a:ext cx="15381" cy="15381"/>
          </a:xfrm>
          <a:prstGeom prst="ellipse">
            <a:avLst/>
          </a:prstGeom>
          <a:solidFill>
            <a:srgbClr val="F384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0" name="knowledge-node">
            <a:extLst>
              <a:ext uri="{FF2B5EF4-FFF2-40B4-BE49-F238E27FC236}">
                <a16:creationId xmlns:a16="http://schemas.microsoft.com/office/drawing/2014/main" id="{46B3B3D2-9F25-42F1-AA97-4DD788E33937}"/>
              </a:ext>
            </a:extLst>
          </p:cNvPr>
          <p:cNvSpPr>
            <a:spLocks noGrp="1"/>
          </p:cNvSpPr>
          <p:nvPr/>
        </p:nvSpPr>
        <p:spPr>
          <a:xfrm>
            <a:off x="7830967" y="6206075"/>
            <a:ext cx="27234" cy="27234"/>
          </a:xfrm>
          <a:prstGeom prst="ellipse">
            <a:avLst/>
          </a:prstGeom>
          <a:solidFill>
            <a:srgbClr val="F384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knowledge-node">
            <a:extLst>
              <a:ext uri="{FF2B5EF4-FFF2-40B4-BE49-F238E27FC236}">
                <a16:creationId xmlns:a16="http://schemas.microsoft.com/office/drawing/2014/main" id="{50E2FDE6-2EA8-4983-9ACE-88B743D10BEB}"/>
              </a:ext>
            </a:extLst>
          </p:cNvPr>
          <p:cNvSpPr>
            <a:spLocks noGrp="1"/>
          </p:cNvSpPr>
          <p:nvPr/>
        </p:nvSpPr>
        <p:spPr>
          <a:xfrm>
            <a:off x="7923261" y="6325952"/>
            <a:ext cx="18565" cy="18565"/>
          </a:xfrm>
          <a:prstGeom prst="ellipse">
            <a:avLst/>
          </a:prstGeom>
          <a:solidFill>
            <a:srgbClr val="F384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knowledge-node">
            <a:extLst>
              <a:ext uri="{FF2B5EF4-FFF2-40B4-BE49-F238E27FC236}">
                <a16:creationId xmlns:a16="http://schemas.microsoft.com/office/drawing/2014/main" id="{F5B0B589-41C0-4087-8F26-DDF8E0015424}"/>
              </a:ext>
            </a:extLst>
          </p:cNvPr>
          <p:cNvSpPr>
            <a:spLocks noGrp="1"/>
          </p:cNvSpPr>
          <p:nvPr/>
        </p:nvSpPr>
        <p:spPr>
          <a:xfrm>
            <a:off x="7737511" y="6286126"/>
            <a:ext cx="49518" cy="49518"/>
          </a:xfrm>
          <a:prstGeom prst="ellipse">
            <a:avLst/>
          </a:prstGeom>
          <a:solidFill>
            <a:srgbClr val="F3841B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13" name="knowledge-node">
            <a:extLst>
              <a:ext uri="{FF2B5EF4-FFF2-40B4-BE49-F238E27FC236}">
                <a16:creationId xmlns:a16="http://schemas.microsoft.com/office/drawing/2014/main" id="{049ED25B-D786-4E12-855D-DAD159A9B137}"/>
              </a:ext>
            </a:extLst>
          </p:cNvPr>
          <p:cNvSpPr>
            <a:spLocks noGrp="1"/>
          </p:cNvSpPr>
          <p:nvPr/>
        </p:nvSpPr>
        <p:spPr>
          <a:xfrm>
            <a:off x="7869506" y="6400876"/>
            <a:ext cx="15421" cy="15421"/>
          </a:xfrm>
          <a:prstGeom prst="ellipse">
            <a:avLst/>
          </a:prstGeom>
          <a:solidFill>
            <a:srgbClr val="F384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knowledge-node">
            <a:extLst>
              <a:ext uri="{FF2B5EF4-FFF2-40B4-BE49-F238E27FC236}">
                <a16:creationId xmlns:a16="http://schemas.microsoft.com/office/drawing/2014/main" id="{3BDD3F4D-3232-499B-9C3D-8CE390D46540}"/>
              </a:ext>
            </a:extLst>
          </p:cNvPr>
          <p:cNvSpPr>
            <a:spLocks noGrp="1"/>
          </p:cNvSpPr>
          <p:nvPr/>
        </p:nvSpPr>
        <p:spPr>
          <a:xfrm>
            <a:off x="7892083" y="6672706"/>
            <a:ext cx="24241" cy="24241"/>
          </a:xfrm>
          <a:prstGeom prst="ellipse">
            <a:avLst/>
          </a:prstGeom>
          <a:solidFill>
            <a:srgbClr val="F3841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5" name="knowledge-node">
            <a:extLst>
              <a:ext uri="{FF2B5EF4-FFF2-40B4-BE49-F238E27FC236}">
                <a16:creationId xmlns:a16="http://schemas.microsoft.com/office/drawing/2014/main" id="{1714EEB1-DFD4-4592-AC97-F3191085556B}"/>
              </a:ext>
            </a:extLst>
          </p:cNvPr>
          <p:cNvSpPr>
            <a:spLocks noGrp="1"/>
          </p:cNvSpPr>
          <p:nvPr/>
        </p:nvSpPr>
        <p:spPr>
          <a:xfrm>
            <a:off x="8143036" y="5939356"/>
            <a:ext cx="19550" cy="19550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knowledge-node">
            <a:extLst>
              <a:ext uri="{FF2B5EF4-FFF2-40B4-BE49-F238E27FC236}">
                <a16:creationId xmlns:a16="http://schemas.microsoft.com/office/drawing/2014/main" id="{B1D0A212-2668-4A08-B76C-5FEAA87F5463}"/>
              </a:ext>
            </a:extLst>
          </p:cNvPr>
          <p:cNvSpPr>
            <a:spLocks noGrp="1"/>
          </p:cNvSpPr>
          <p:nvPr/>
        </p:nvSpPr>
        <p:spPr>
          <a:xfrm>
            <a:off x="8247571" y="6062180"/>
            <a:ext cx="18939" cy="18939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knowledge-node">
            <a:extLst>
              <a:ext uri="{FF2B5EF4-FFF2-40B4-BE49-F238E27FC236}">
                <a16:creationId xmlns:a16="http://schemas.microsoft.com/office/drawing/2014/main" id="{46596FA7-443F-4F4C-B1DA-99A9477114D5}"/>
              </a:ext>
            </a:extLst>
          </p:cNvPr>
          <p:cNvSpPr>
            <a:spLocks noGrp="1"/>
          </p:cNvSpPr>
          <p:nvPr/>
        </p:nvSpPr>
        <p:spPr>
          <a:xfrm>
            <a:off x="8371022" y="6235031"/>
            <a:ext cx="23941" cy="23941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knowledge-node">
            <a:extLst>
              <a:ext uri="{FF2B5EF4-FFF2-40B4-BE49-F238E27FC236}">
                <a16:creationId xmlns:a16="http://schemas.microsoft.com/office/drawing/2014/main" id="{9AB136FB-6261-45CC-B332-5E6F56704522}"/>
              </a:ext>
            </a:extLst>
          </p:cNvPr>
          <p:cNvSpPr>
            <a:spLocks noGrp="1"/>
          </p:cNvSpPr>
          <p:nvPr/>
        </p:nvSpPr>
        <p:spPr>
          <a:xfrm>
            <a:off x="8349830" y="6268689"/>
            <a:ext cx="43113" cy="43113"/>
          </a:xfrm>
          <a:prstGeom prst="ellipse">
            <a:avLst/>
          </a:prstGeom>
          <a:solidFill>
            <a:srgbClr val="F5941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19" name="knowledge-node">
            <a:extLst>
              <a:ext uri="{FF2B5EF4-FFF2-40B4-BE49-F238E27FC236}">
                <a16:creationId xmlns:a16="http://schemas.microsoft.com/office/drawing/2014/main" id="{18623BF0-E609-429C-8C65-F8273DE9FA11}"/>
              </a:ext>
            </a:extLst>
          </p:cNvPr>
          <p:cNvSpPr>
            <a:spLocks noGrp="1"/>
          </p:cNvSpPr>
          <p:nvPr/>
        </p:nvSpPr>
        <p:spPr>
          <a:xfrm>
            <a:off x="8152831" y="6421598"/>
            <a:ext cx="25277" cy="25277"/>
          </a:xfrm>
          <a:prstGeom prst="ellipse">
            <a:avLst/>
          </a:prstGeom>
          <a:solidFill>
            <a:srgbClr val="F594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0" name="knowledge-node">
            <a:extLst>
              <a:ext uri="{FF2B5EF4-FFF2-40B4-BE49-F238E27FC236}">
                <a16:creationId xmlns:a16="http://schemas.microsoft.com/office/drawing/2014/main" id="{3F695F14-F321-4410-BA2E-60DD601C57B8}"/>
              </a:ext>
            </a:extLst>
          </p:cNvPr>
          <p:cNvSpPr>
            <a:spLocks noGrp="1"/>
          </p:cNvSpPr>
          <p:nvPr/>
        </p:nvSpPr>
        <p:spPr>
          <a:xfrm>
            <a:off x="8192994" y="6550763"/>
            <a:ext cx="66487" cy="66487"/>
          </a:xfrm>
          <a:prstGeom prst="ellipse">
            <a:avLst/>
          </a:prstGeom>
          <a:solidFill>
            <a:srgbClr val="F5941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21" name="knowledge-node">
            <a:extLst>
              <a:ext uri="{FF2B5EF4-FFF2-40B4-BE49-F238E27FC236}">
                <a16:creationId xmlns:a16="http://schemas.microsoft.com/office/drawing/2014/main" id="{CD29B30F-DA1D-4354-8099-BAEFA0AE6508}"/>
              </a:ext>
            </a:extLst>
          </p:cNvPr>
          <p:cNvSpPr>
            <a:spLocks noGrp="1"/>
          </p:cNvSpPr>
          <p:nvPr/>
        </p:nvSpPr>
        <p:spPr>
          <a:xfrm>
            <a:off x="8688944" y="5935138"/>
            <a:ext cx="17827" cy="17827"/>
          </a:xfrm>
          <a:prstGeom prst="ellipse">
            <a:avLst/>
          </a:prstGeom>
          <a:solidFill>
            <a:srgbClr val="F8A4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2" name="knowledge-node">
            <a:extLst>
              <a:ext uri="{FF2B5EF4-FFF2-40B4-BE49-F238E27FC236}">
                <a16:creationId xmlns:a16="http://schemas.microsoft.com/office/drawing/2014/main" id="{EE564B26-BEFD-4937-B5A4-92DEB2AE5E7E}"/>
              </a:ext>
            </a:extLst>
          </p:cNvPr>
          <p:cNvSpPr>
            <a:spLocks noGrp="1"/>
          </p:cNvSpPr>
          <p:nvPr/>
        </p:nvSpPr>
        <p:spPr>
          <a:xfrm>
            <a:off x="8866763" y="6083279"/>
            <a:ext cx="15568" cy="15568"/>
          </a:xfrm>
          <a:prstGeom prst="ellipse">
            <a:avLst/>
          </a:prstGeom>
          <a:solidFill>
            <a:srgbClr val="F8A4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knowledge-node">
            <a:extLst>
              <a:ext uri="{FF2B5EF4-FFF2-40B4-BE49-F238E27FC236}">
                <a16:creationId xmlns:a16="http://schemas.microsoft.com/office/drawing/2014/main" id="{FF3D8EAE-11F6-470A-901B-6C70BE812348}"/>
              </a:ext>
            </a:extLst>
          </p:cNvPr>
          <p:cNvSpPr>
            <a:spLocks noGrp="1"/>
          </p:cNvSpPr>
          <p:nvPr/>
        </p:nvSpPr>
        <p:spPr>
          <a:xfrm>
            <a:off x="8710200" y="6102331"/>
            <a:ext cx="19468" cy="19468"/>
          </a:xfrm>
          <a:prstGeom prst="ellipse">
            <a:avLst/>
          </a:prstGeom>
          <a:solidFill>
            <a:srgbClr val="F8A4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4" name="knowledge-node">
            <a:extLst>
              <a:ext uri="{FF2B5EF4-FFF2-40B4-BE49-F238E27FC236}">
                <a16:creationId xmlns:a16="http://schemas.microsoft.com/office/drawing/2014/main" id="{9DA9F1E9-B53B-4659-BEDA-3E12663AB704}"/>
              </a:ext>
            </a:extLst>
          </p:cNvPr>
          <p:cNvSpPr>
            <a:spLocks noGrp="1"/>
          </p:cNvSpPr>
          <p:nvPr/>
        </p:nvSpPr>
        <p:spPr>
          <a:xfrm>
            <a:off x="8681377" y="6176847"/>
            <a:ext cx="22746" cy="22746"/>
          </a:xfrm>
          <a:prstGeom prst="ellipse">
            <a:avLst/>
          </a:prstGeom>
          <a:solidFill>
            <a:srgbClr val="F8A4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5" name="knowledge-node">
            <a:extLst>
              <a:ext uri="{FF2B5EF4-FFF2-40B4-BE49-F238E27FC236}">
                <a16:creationId xmlns:a16="http://schemas.microsoft.com/office/drawing/2014/main" id="{8296A8BB-FDB1-4708-A579-5F868F2CC323}"/>
              </a:ext>
            </a:extLst>
          </p:cNvPr>
          <p:cNvSpPr>
            <a:spLocks noGrp="1"/>
          </p:cNvSpPr>
          <p:nvPr/>
        </p:nvSpPr>
        <p:spPr>
          <a:xfrm>
            <a:off x="8680738" y="6182615"/>
            <a:ext cx="16438" cy="16438"/>
          </a:xfrm>
          <a:prstGeom prst="ellipse">
            <a:avLst/>
          </a:prstGeom>
          <a:solidFill>
            <a:srgbClr val="F8A4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knowledge-node">
            <a:extLst>
              <a:ext uri="{FF2B5EF4-FFF2-40B4-BE49-F238E27FC236}">
                <a16:creationId xmlns:a16="http://schemas.microsoft.com/office/drawing/2014/main" id="{96ACE672-7ADF-48EA-9C2A-CD0BFAF45880}"/>
              </a:ext>
            </a:extLst>
          </p:cNvPr>
          <p:cNvSpPr>
            <a:spLocks noGrp="1"/>
          </p:cNvSpPr>
          <p:nvPr/>
        </p:nvSpPr>
        <p:spPr>
          <a:xfrm>
            <a:off x="8653321" y="6609955"/>
            <a:ext cx="23915" cy="23915"/>
          </a:xfrm>
          <a:prstGeom prst="ellipse">
            <a:avLst/>
          </a:prstGeom>
          <a:solidFill>
            <a:srgbClr val="F8A4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knowledge-node">
            <a:extLst>
              <a:ext uri="{FF2B5EF4-FFF2-40B4-BE49-F238E27FC236}">
                <a16:creationId xmlns:a16="http://schemas.microsoft.com/office/drawing/2014/main" id="{C13B7B66-4F8E-4531-A93B-6398799E403F}"/>
              </a:ext>
            </a:extLst>
          </p:cNvPr>
          <p:cNvSpPr>
            <a:spLocks noGrp="1"/>
          </p:cNvSpPr>
          <p:nvPr/>
        </p:nvSpPr>
        <p:spPr>
          <a:xfrm>
            <a:off x="9095631" y="5798090"/>
            <a:ext cx="52127" cy="52127"/>
          </a:xfrm>
          <a:prstGeom prst="ellipse">
            <a:avLst/>
          </a:prstGeom>
          <a:solidFill>
            <a:srgbClr val="FAB40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8" name="knowledge-node">
            <a:extLst>
              <a:ext uri="{FF2B5EF4-FFF2-40B4-BE49-F238E27FC236}">
                <a16:creationId xmlns:a16="http://schemas.microsoft.com/office/drawing/2014/main" id="{7BF3AD31-004D-466E-B271-213CED5562FF}"/>
              </a:ext>
            </a:extLst>
          </p:cNvPr>
          <p:cNvSpPr>
            <a:spLocks noGrp="1"/>
          </p:cNvSpPr>
          <p:nvPr/>
        </p:nvSpPr>
        <p:spPr>
          <a:xfrm>
            <a:off x="9226472" y="5857978"/>
            <a:ext cx="21226" cy="21226"/>
          </a:xfrm>
          <a:prstGeom prst="ellipse">
            <a:avLst/>
          </a:prstGeom>
          <a:solidFill>
            <a:srgbClr val="FAB40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knowledge-node">
            <a:extLst>
              <a:ext uri="{FF2B5EF4-FFF2-40B4-BE49-F238E27FC236}">
                <a16:creationId xmlns:a16="http://schemas.microsoft.com/office/drawing/2014/main" id="{99256699-A7FC-4EB2-A618-43D17AEE564F}"/>
              </a:ext>
            </a:extLst>
          </p:cNvPr>
          <p:cNvSpPr>
            <a:spLocks noGrp="1"/>
          </p:cNvSpPr>
          <p:nvPr/>
        </p:nvSpPr>
        <p:spPr>
          <a:xfrm>
            <a:off x="9163210" y="5866914"/>
            <a:ext cx="24324" cy="24324"/>
          </a:xfrm>
          <a:prstGeom prst="ellipse">
            <a:avLst/>
          </a:prstGeom>
          <a:solidFill>
            <a:srgbClr val="FAB40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0" name="knowledge-node">
            <a:extLst>
              <a:ext uri="{FF2B5EF4-FFF2-40B4-BE49-F238E27FC236}">
                <a16:creationId xmlns:a16="http://schemas.microsoft.com/office/drawing/2014/main" id="{A03A4ECC-1053-4401-BBCF-590FABBBD0BB}"/>
              </a:ext>
            </a:extLst>
          </p:cNvPr>
          <p:cNvSpPr>
            <a:spLocks noGrp="1"/>
          </p:cNvSpPr>
          <p:nvPr/>
        </p:nvSpPr>
        <p:spPr>
          <a:xfrm>
            <a:off x="9103975" y="6042041"/>
            <a:ext cx="16785" cy="16785"/>
          </a:xfrm>
          <a:prstGeom prst="ellipse">
            <a:avLst/>
          </a:prstGeom>
          <a:solidFill>
            <a:srgbClr val="FAB40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knowledge-node">
            <a:extLst>
              <a:ext uri="{FF2B5EF4-FFF2-40B4-BE49-F238E27FC236}">
                <a16:creationId xmlns:a16="http://schemas.microsoft.com/office/drawing/2014/main" id="{2D663A9F-A2AF-464F-AA4C-E2FE376DE7D5}"/>
              </a:ext>
            </a:extLst>
          </p:cNvPr>
          <p:cNvSpPr>
            <a:spLocks noGrp="1"/>
          </p:cNvSpPr>
          <p:nvPr/>
        </p:nvSpPr>
        <p:spPr>
          <a:xfrm>
            <a:off x="9154791" y="6196246"/>
            <a:ext cx="17251" cy="17251"/>
          </a:xfrm>
          <a:prstGeom prst="ellipse">
            <a:avLst/>
          </a:prstGeom>
          <a:solidFill>
            <a:srgbClr val="FAB40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2" name="knowledge-node">
            <a:extLst>
              <a:ext uri="{FF2B5EF4-FFF2-40B4-BE49-F238E27FC236}">
                <a16:creationId xmlns:a16="http://schemas.microsoft.com/office/drawing/2014/main" id="{F9F97F7F-AFA6-4D34-8A40-EFBA397F8D84}"/>
              </a:ext>
            </a:extLst>
          </p:cNvPr>
          <p:cNvSpPr>
            <a:spLocks noGrp="1"/>
          </p:cNvSpPr>
          <p:nvPr/>
        </p:nvSpPr>
        <p:spPr>
          <a:xfrm>
            <a:off x="9083156" y="6558122"/>
            <a:ext cx="23544" cy="23544"/>
          </a:xfrm>
          <a:prstGeom prst="ellipse">
            <a:avLst/>
          </a:prstGeom>
          <a:solidFill>
            <a:srgbClr val="FAB40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knowledge-node">
            <a:extLst>
              <a:ext uri="{FF2B5EF4-FFF2-40B4-BE49-F238E27FC236}">
                <a16:creationId xmlns:a16="http://schemas.microsoft.com/office/drawing/2014/main" id="{B7EC2702-6B52-408A-AAD8-1157F31AE9AF}"/>
              </a:ext>
            </a:extLst>
          </p:cNvPr>
          <p:cNvSpPr>
            <a:spLocks noGrp="1"/>
          </p:cNvSpPr>
          <p:nvPr/>
        </p:nvSpPr>
        <p:spPr>
          <a:xfrm>
            <a:off x="9628010" y="5494415"/>
            <a:ext cx="22598" cy="22598"/>
          </a:xfrm>
          <a:prstGeom prst="ellipse">
            <a:avLst/>
          </a:prstGeom>
          <a:solidFill>
            <a:srgbClr val="EEBB0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4" name="knowledge-node">
            <a:extLst>
              <a:ext uri="{FF2B5EF4-FFF2-40B4-BE49-F238E27FC236}">
                <a16:creationId xmlns:a16="http://schemas.microsoft.com/office/drawing/2014/main" id="{5C974E04-F9E1-47C9-993C-A0FBEDF78622}"/>
              </a:ext>
            </a:extLst>
          </p:cNvPr>
          <p:cNvSpPr>
            <a:spLocks noGrp="1"/>
          </p:cNvSpPr>
          <p:nvPr/>
        </p:nvSpPr>
        <p:spPr>
          <a:xfrm>
            <a:off x="9652533" y="5641810"/>
            <a:ext cx="28315" cy="28315"/>
          </a:xfrm>
          <a:prstGeom prst="ellipse">
            <a:avLst/>
          </a:prstGeom>
          <a:solidFill>
            <a:srgbClr val="EEBB0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knowledge-node">
            <a:extLst>
              <a:ext uri="{FF2B5EF4-FFF2-40B4-BE49-F238E27FC236}">
                <a16:creationId xmlns:a16="http://schemas.microsoft.com/office/drawing/2014/main" id="{39C38D03-E2B6-4904-82DB-124BD4C9D770}"/>
              </a:ext>
            </a:extLst>
          </p:cNvPr>
          <p:cNvSpPr>
            <a:spLocks noGrp="1"/>
          </p:cNvSpPr>
          <p:nvPr/>
        </p:nvSpPr>
        <p:spPr>
          <a:xfrm>
            <a:off x="9556919" y="5710186"/>
            <a:ext cx="26643" cy="26643"/>
          </a:xfrm>
          <a:prstGeom prst="ellipse">
            <a:avLst/>
          </a:prstGeom>
          <a:solidFill>
            <a:srgbClr val="EEBB0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knowledge-node">
            <a:extLst>
              <a:ext uri="{FF2B5EF4-FFF2-40B4-BE49-F238E27FC236}">
                <a16:creationId xmlns:a16="http://schemas.microsoft.com/office/drawing/2014/main" id="{18976B51-605B-4281-A26E-409DB6FFB825}"/>
              </a:ext>
            </a:extLst>
          </p:cNvPr>
          <p:cNvSpPr>
            <a:spLocks noGrp="1"/>
          </p:cNvSpPr>
          <p:nvPr/>
        </p:nvSpPr>
        <p:spPr>
          <a:xfrm>
            <a:off x="9561243" y="5840678"/>
            <a:ext cx="27793" cy="27793"/>
          </a:xfrm>
          <a:prstGeom prst="ellipse">
            <a:avLst/>
          </a:prstGeom>
          <a:solidFill>
            <a:srgbClr val="EEBB0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knowledge-node">
            <a:extLst>
              <a:ext uri="{FF2B5EF4-FFF2-40B4-BE49-F238E27FC236}">
                <a16:creationId xmlns:a16="http://schemas.microsoft.com/office/drawing/2014/main" id="{729CBB4D-0437-4725-B4D2-CFB48B32DC07}"/>
              </a:ext>
            </a:extLst>
          </p:cNvPr>
          <p:cNvSpPr>
            <a:spLocks noGrp="1"/>
          </p:cNvSpPr>
          <p:nvPr/>
        </p:nvSpPr>
        <p:spPr>
          <a:xfrm>
            <a:off x="9682396" y="6143231"/>
            <a:ext cx="51757" cy="51757"/>
          </a:xfrm>
          <a:prstGeom prst="ellipse">
            <a:avLst/>
          </a:prstGeom>
          <a:solidFill>
            <a:srgbClr val="EEBB0A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8" name="knowledge-node">
            <a:extLst>
              <a:ext uri="{FF2B5EF4-FFF2-40B4-BE49-F238E27FC236}">
                <a16:creationId xmlns:a16="http://schemas.microsoft.com/office/drawing/2014/main" id="{FE2349DB-E75F-4499-9D28-F391AD530E8C}"/>
              </a:ext>
            </a:extLst>
          </p:cNvPr>
          <p:cNvSpPr>
            <a:spLocks noGrp="1"/>
          </p:cNvSpPr>
          <p:nvPr/>
        </p:nvSpPr>
        <p:spPr>
          <a:xfrm>
            <a:off x="9672454" y="6453317"/>
            <a:ext cx="19144" cy="19144"/>
          </a:xfrm>
          <a:prstGeom prst="ellipse">
            <a:avLst/>
          </a:prstGeom>
          <a:solidFill>
            <a:srgbClr val="EEBB0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9" name="knowledge-node">
            <a:extLst>
              <a:ext uri="{FF2B5EF4-FFF2-40B4-BE49-F238E27FC236}">
                <a16:creationId xmlns:a16="http://schemas.microsoft.com/office/drawing/2014/main" id="{8AF3A660-DBCA-4D84-BD08-952153555808}"/>
              </a:ext>
            </a:extLst>
          </p:cNvPr>
          <p:cNvSpPr>
            <a:spLocks noGrp="1"/>
          </p:cNvSpPr>
          <p:nvPr/>
        </p:nvSpPr>
        <p:spPr>
          <a:xfrm>
            <a:off x="9667823" y="6696845"/>
            <a:ext cx="22184" cy="22184"/>
          </a:xfrm>
          <a:prstGeom prst="ellipse">
            <a:avLst/>
          </a:prstGeom>
          <a:solidFill>
            <a:srgbClr val="EEBB0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knowledge-node">
            <a:extLst>
              <a:ext uri="{FF2B5EF4-FFF2-40B4-BE49-F238E27FC236}">
                <a16:creationId xmlns:a16="http://schemas.microsoft.com/office/drawing/2014/main" id="{6806BAB3-F395-41B6-83D9-4E7864286E0D}"/>
              </a:ext>
            </a:extLst>
          </p:cNvPr>
          <p:cNvSpPr>
            <a:spLocks noGrp="1"/>
          </p:cNvSpPr>
          <p:nvPr/>
        </p:nvSpPr>
        <p:spPr>
          <a:xfrm>
            <a:off x="10172729" y="5246941"/>
            <a:ext cx="20254" cy="20254"/>
          </a:xfrm>
          <a:prstGeom prst="ellipse">
            <a:avLst/>
          </a:prstGeom>
          <a:solidFill>
            <a:srgbClr val="D3B8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1" name="knowledge-node">
            <a:extLst>
              <a:ext uri="{FF2B5EF4-FFF2-40B4-BE49-F238E27FC236}">
                <a16:creationId xmlns:a16="http://schemas.microsoft.com/office/drawing/2014/main" id="{A27B67B7-646B-4721-BEF2-B4C52EE89195}"/>
              </a:ext>
            </a:extLst>
          </p:cNvPr>
          <p:cNvSpPr>
            <a:spLocks noGrp="1"/>
          </p:cNvSpPr>
          <p:nvPr/>
        </p:nvSpPr>
        <p:spPr>
          <a:xfrm>
            <a:off x="9955533" y="5348698"/>
            <a:ext cx="20071" cy="20071"/>
          </a:xfrm>
          <a:prstGeom prst="ellipse">
            <a:avLst/>
          </a:prstGeom>
          <a:solidFill>
            <a:srgbClr val="D3B8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knowledge-node">
            <a:extLst>
              <a:ext uri="{FF2B5EF4-FFF2-40B4-BE49-F238E27FC236}">
                <a16:creationId xmlns:a16="http://schemas.microsoft.com/office/drawing/2014/main" id="{1CCD13CB-CF22-4852-B329-F84A8BF26C9E}"/>
              </a:ext>
            </a:extLst>
          </p:cNvPr>
          <p:cNvSpPr>
            <a:spLocks noGrp="1"/>
          </p:cNvSpPr>
          <p:nvPr/>
        </p:nvSpPr>
        <p:spPr>
          <a:xfrm>
            <a:off x="10049337" y="5365301"/>
            <a:ext cx="50529" cy="50529"/>
          </a:xfrm>
          <a:prstGeom prst="ellipse">
            <a:avLst/>
          </a:prstGeom>
          <a:solidFill>
            <a:srgbClr val="D3B81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43" name="knowledge-node">
            <a:extLst>
              <a:ext uri="{FF2B5EF4-FFF2-40B4-BE49-F238E27FC236}">
                <a16:creationId xmlns:a16="http://schemas.microsoft.com/office/drawing/2014/main" id="{88D0307D-BDF3-4670-941E-A35B68E8C847}"/>
              </a:ext>
            </a:extLst>
          </p:cNvPr>
          <p:cNvSpPr>
            <a:spLocks noGrp="1"/>
          </p:cNvSpPr>
          <p:nvPr/>
        </p:nvSpPr>
        <p:spPr>
          <a:xfrm>
            <a:off x="9898567" y="5633899"/>
            <a:ext cx="22673" cy="22673"/>
          </a:xfrm>
          <a:prstGeom prst="ellipse">
            <a:avLst/>
          </a:prstGeom>
          <a:solidFill>
            <a:srgbClr val="D3B8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knowledge-node">
            <a:extLst>
              <a:ext uri="{FF2B5EF4-FFF2-40B4-BE49-F238E27FC236}">
                <a16:creationId xmlns:a16="http://schemas.microsoft.com/office/drawing/2014/main" id="{6B0883EB-0111-4C82-8C37-B8C2EFE13981}"/>
              </a:ext>
            </a:extLst>
          </p:cNvPr>
          <p:cNvSpPr>
            <a:spLocks noGrp="1"/>
          </p:cNvSpPr>
          <p:nvPr/>
        </p:nvSpPr>
        <p:spPr>
          <a:xfrm>
            <a:off x="10072072" y="6010775"/>
            <a:ext cx="66542" cy="66542"/>
          </a:xfrm>
          <a:prstGeom prst="ellipse">
            <a:avLst/>
          </a:prstGeom>
          <a:solidFill>
            <a:srgbClr val="D3B81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45" name="knowledge-node">
            <a:extLst>
              <a:ext uri="{FF2B5EF4-FFF2-40B4-BE49-F238E27FC236}">
                <a16:creationId xmlns:a16="http://schemas.microsoft.com/office/drawing/2014/main" id="{48A6CA9A-8F21-45FD-BCB8-C5F9894D82BF}"/>
              </a:ext>
            </a:extLst>
          </p:cNvPr>
          <p:cNvSpPr>
            <a:spLocks noGrp="1"/>
          </p:cNvSpPr>
          <p:nvPr/>
        </p:nvSpPr>
        <p:spPr>
          <a:xfrm>
            <a:off x="10041595" y="6354583"/>
            <a:ext cx="23213" cy="23213"/>
          </a:xfrm>
          <a:prstGeom prst="ellipse">
            <a:avLst/>
          </a:prstGeom>
          <a:solidFill>
            <a:srgbClr val="D3B81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knowledge-node">
            <a:extLst>
              <a:ext uri="{FF2B5EF4-FFF2-40B4-BE49-F238E27FC236}">
                <a16:creationId xmlns:a16="http://schemas.microsoft.com/office/drawing/2014/main" id="{9CA0A6C8-7B6D-4036-8C26-74716A761264}"/>
              </a:ext>
            </a:extLst>
          </p:cNvPr>
          <p:cNvSpPr>
            <a:spLocks noGrp="1"/>
          </p:cNvSpPr>
          <p:nvPr/>
        </p:nvSpPr>
        <p:spPr>
          <a:xfrm>
            <a:off x="9858108" y="6557794"/>
            <a:ext cx="69914" cy="69914"/>
          </a:xfrm>
          <a:prstGeom prst="ellipse">
            <a:avLst/>
          </a:prstGeom>
          <a:solidFill>
            <a:srgbClr val="D3B81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47" name="knowledge-node">
            <a:extLst>
              <a:ext uri="{FF2B5EF4-FFF2-40B4-BE49-F238E27FC236}">
                <a16:creationId xmlns:a16="http://schemas.microsoft.com/office/drawing/2014/main" id="{53A571F5-69D6-4B03-91B6-6A858A7C924F}"/>
              </a:ext>
            </a:extLst>
          </p:cNvPr>
          <p:cNvSpPr>
            <a:spLocks noGrp="1"/>
          </p:cNvSpPr>
          <p:nvPr/>
        </p:nvSpPr>
        <p:spPr>
          <a:xfrm>
            <a:off x="10548735" y="5058187"/>
            <a:ext cx="18598" cy="18598"/>
          </a:xfrm>
          <a:prstGeom prst="ellipse">
            <a:avLst/>
          </a:prstGeom>
          <a:solidFill>
            <a:srgbClr val="B9B5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knowledge-node">
            <a:extLst>
              <a:ext uri="{FF2B5EF4-FFF2-40B4-BE49-F238E27FC236}">
                <a16:creationId xmlns:a16="http://schemas.microsoft.com/office/drawing/2014/main" id="{27265A85-D63D-4A97-B134-EE8CC016AD4C}"/>
              </a:ext>
            </a:extLst>
          </p:cNvPr>
          <p:cNvSpPr>
            <a:spLocks noGrp="1"/>
          </p:cNvSpPr>
          <p:nvPr/>
        </p:nvSpPr>
        <p:spPr>
          <a:xfrm>
            <a:off x="10322541" y="5220151"/>
            <a:ext cx="43778" cy="43778"/>
          </a:xfrm>
          <a:prstGeom prst="ellipse">
            <a:avLst/>
          </a:prstGeom>
          <a:solidFill>
            <a:srgbClr val="B9B51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49" name="knowledge-node">
            <a:extLst>
              <a:ext uri="{FF2B5EF4-FFF2-40B4-BE49-F238E27FC236}">
                <a16:creationId xmlns:a16="http://schemas.microsoft.com/office/drawing/2014/main" id="{F0376A8A-8938-4C01-B44C-199F54D0EF8D}"/>
              </a:ext>
            </a:extLst>
          </p:cNvPr>
          <p:cNvSpPr>
            <a:spLocks noGrp="1"/>
          </p:cNvSpPr>
          <p:nvPr/>
        </p:nvSpPr>
        <p:spPr>
          <a:xfrm>
            <a:off x="10429806" y="5225055"/>
            <a:ext cx="14575" cy="14575"/>
          </a:xfrm>
          <a:prstGeom prst="ellipse">
            <a:avLst/>
          </a:prstGeom>
          <a:solidFill>
            <a:srgbClr val="B9B5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knowledge-node">
            <a:extLst>
              <a:ext uri="{FF2B5EF4-FFF2-40B4-BE49-F238E27FC236}">
                <a16:creationId xmlns:a16="http://schemas.microsoft.com/office/drawing/2014/main" id="{AF732679-1E27-4F6A-8C28-18E96A1E72A2}"/>
              </a:ext>
            </a:extLst>
          </p:cNvPr>
          <p:cNvSpPr>
            <a:spLocks noGrp="1"/>
          </p:cNvSpPr>
          <p:nvPr/>
        </p:nvSpPr>
        <p:spPr>
          <a:xfrm>
            <a:off x="10535116" y="5501611"/>
            <a:ext cx="15617" cy="15617"/>
          </a:xfrm>
          <a:prstGeom prst="ellipse">
            <a:avLst/>
          </a:prstGeom>
          <a:solidFill>
            <a:srgbClr val="B9B5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knowledge-node">
            <a:extLst>
              <a:ext uri="{FF2B5EF4-FFF2-40B4-BE49-F238E27FC236}">
                <a16:creationId xmlns:a16="http://schemas.microsoft.com/office/drawing/2014/main" id="{67F74532-6678-4B98-907B-8EE9C3C72F04}"/>
              </a:ext>
            </a:extLst>
          </p:cNvPr>
          <p:cNvSpPr>
            <a:spLocks noGrp="1"/>
          </p:cNvSpPr>
          <p:nvPr/>
        </p:nvSpPr>
        <p:spPr>
          <a:xfrm>
            <a:off x="10280555" y="5959320"/>
            <a:ext cx="28264" cy="28264"/>
          </a:xfrm>
          <a:prstGeom prst="ellipse">
            <a:avLst/>
          </a:prstGeom>
          <a:solidFill>
            <a:srgbClr val="B9B5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knowledge-node">
            <a:extLst>
              <a:ext uri="{FF2B5EF4-FFF2-40B4-BE49-F238E27FC236}">
                <a16:creationId xmlns:a16="http://schemas.microsoft.com/office/drawing/2014/main" id="{97616989-7A02-4E61-86F7-590ADD349F1E}"/>
              </a:ext>
            </a:extLst>
          </p:cNvPr>
          <p:cNvSpPr>
            <a:spLocks noGrp="1"/>
          </p:cNvSpPr>
          <p:nvPr/>
        </p:nvSpPr>
        <p:spPr>
          <a:xfrm>
            <a:off x="10436986" y="6093546"/>
            <a:ext cx="22381" cy="22381"/>
          </a:xfrm>
          <a:prstGeom prst="ellipse">
            <a:avLst/>
          </a:prstGeom>
          <a:solidFill>
            <a:srgbClr val="B9B5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3" name="knowledge-node">
            <a:extLst>
              <a:ext uri="{FF2B5EF4-FFF2-40B4-BE49-F238E27FC236}">
                <a16:creationId xmlns:a16="http://schemas.microsoft.com/office/drawing/2014/main" id="{3A0B453A-CFA5-44ED-A18C-DC1CF34B4C56}"/>
              </a:ext>
            </a:extLst>
          </p:cNvPr>
          <p:cNvSpPr>
            <a:spLocks noGrp="1"/>
          </p:cNvSpPr>
          <p:nvPr/>
        </p:nvSpPr>
        <p:spPr>
          <a:xfrm>
            <a:off x="10396653" y="6444078"/>
            <a:ext cx="20550" cy="20550"/>
          </a:xfrm>
          <a:prstGeom prst="ellipse">
            <a:avLst/>
          </a:prstGeom>
          <a:solidFill>
            <a:srgbClr val="B9B51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4" name="knowledge-node">
            <a:extLst>
              <a:ext uri="{FF2B5EF4-FFF2-40B4-BE49-F238E27FC236}">
                <a16:creationId xmlns:a16="http://schemas.microsoft.com/office/drawing/2014/main" id="{8EE0F921-4C34-4D63-A7D6-A3A7497BE6A7}"/>
              </a:ext>
            </a:extLst>
          </p:cNvPr>
          <p:cNvSpPr>
            <a:spLocks noGrp="1"/>
          </p:cNvSpPr>
          <p:nvPr/>
        </p:nvSpPr>
        <p:spPr>
          <a:xfrm>
            <a:off x="10873666" y="4850382"/>
            <a:ext cx="16518" cy="16518"/>
          </a:xfrm>
          <a:prstGeom prst="ellipse">
            <a:avLst/>
          </a:prstGeom>
          <a:solidFill>
            <a:srgbClr val="9EB3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5" name="knowledge-node">
            <a:extLst>
              <a:ext uri="{FF2B5EF4-FFF2-40B4-BE49-F238E27FC236}">
                <a16:creationId xmlns:a16="http://schemas.microsoft.com/office/drawing/2014/main" id="{9D627935-0490-45ED-BA13-0A3469997AFD}"/>
              </a:ext>
            </a:extLst>
          </p:cNvPr>
          <p:cNvSpPr>
            <a:spLocks noGrp="1"/>
          </p:cNvSpPr>
          <p:nvPr/>
        </p:nvSpPr>
        <p:spPr>
          <a:xfrm>
            <a:off x="10793271" y="5023993"/>
            <a:ext cx="14391" cy="14391"/>
          </a:xfrm>
          <a:prstGeom prst="ellipse">
            <a:avLst/>
          </a:prstGeom>
          <a:solidFill>
            <a:srgbClr val="9EB3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knowledge-node">
            <a:extLst>
              <a:ext uri="{FF2B5EF4-FFF2-40B4-BE49-F238E27FC236}">
                <a16:creationId xmlns:a16="http://schemas.microsoft.com/office/drawing/2014/main" id="{F357D391-38B8-446E-8A9C-ECFE43770095}"/>
              </a:ext>
            </a:extLst>
          </p:cNvPr>
          <p:cNvSpPr>
            <a:spLocks noGrp="1"/>
          </p:cNvSpPr>
          <p:nvPr/>
        </p:nvSpPr>
        <p:spPr>
          <a:xfrm>
            <a:off x="10725866" y="5136529"/>
            <a:ext cx="27442" cy="27442"/>
          </a:xfrm>
          <a:prstGeom prst="ellipse">
            <a:avLst/>
          </a:prstGeom>
          <a:solidFill>
            <a:srgbClr val="9EB3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knowledge-node">
            <a:extLst>
              <a:ext uri="{FF2B5EF4-FFF2-40B4-BE49-F238E27FC236}">
                <a16:creationId xmlns:a16="http://schemas.microsoft.com/office/drawing/2014/main" id="{98084ED2-0031-4C53-AC9A-9437CF96E8FE}"/>
              </a:ext>
            </a:extLst>
          </p:cNvPr>
          <p:cNvSpPr>
            <a:spLocks noGrp="1"/>
          </p:cNvSpPr>
          <p:nvPr/>
        </p:nvSpPr>
        <p:spPr>
          <a:xfrm>
            <a:off x="10955799" y="5396214"/>
            <a:ext cx="26488" cy="26488"/>
          </a:xfrm>
          <a:prstGeom prst="ellipse">
            <a:avLst/>
          </a:prstGeom>
          <a:solidFill>
            <a:srgbClr val="9EB3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knowledge-node">
            <a:extLst>
              <a:ext uri="{FF2B5EF4-FFF2-40B4-BE49-F238E27FC236}">
                <a16:creationId xmlns:a16="http://schemas.microsoft.com/office/drawing/2014/main" id="{2AC8CB1E-AEE6-432F-9688-21211555800E}"/>
              </a:ext>
            </a:extLst>
          </p:cNvPr>
          <p:cNvSpPr>
            <a:spLocks noGrp="1"/>
          </p:cNvSpPr>
          <p:nvPr/>
        </p:nvSpPr>
        <p:spPr>
          <a:xfrm>
            <a:off x="10790985" y="5691874"/>
            <a:ext cx="15138" cy="15138"/>
          </a:xfrm>
          <a:prstGeom prst="ellipse">
            <a:avLst/>
          </a:prstGeom>
          <a:solidFill>
            <a:srgbClr val="9EB3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knowledge-node">
            <a:extLst>
              <a:ext uri="{FF2B5EF4-FFF2-40B4-BE49-F238E27FC236}">
                <a16:creationId xmlns:a16="http://schemas.microsoft.com/office/drawing/2014/main" id="{86A34059-4DAA-426A-A4B9-0FA5F662A12E}"/>
              </a:ext>
            </a:extLst>
          </p:cNvPr>
          <p:cNvSpPr>
            <a:spLocks noGrp="1"/>
          </p:cNvSpPr>
          <p:nvPr/>
        </p:nvSpPr>
        <p:spPr>
          <a:xfrm>
            <a:off x="11011803" y="6027181"/>
            <a:ext cx="42141" cy="42141"/>
          </a:xfrm>
          <a:prstGeom prst="ellipse">
            <a:avLst/>
          </a:prstGeom>
          <a:solidFill>
            <a:srgbClr val="9EB32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60" name="knowledge-node">
            <a:extLst>
              <a:ext uri="{FF2B5EF4-FFF2-40B4-BE49-F238E27FC236}">
                <a16:creationId xmlns:a16="http://schemas.microsoft.com/office/drawing/2014/main" id="{F841A8AD-5ED1-44E3-AC2D-8ED0F7F8FD1D}"/>
              </a:ext>
            </a:extLst>
          </p:cNvPr>
          <p:cNvSpPr>
            <a:spLocks noGrp="1"/>
          </p:cNvSpPr>
          <p:nvPr/>
        </p:nvSpPr>
        <p:spPr>
          <a:xfrm>
            <a:off x="10991104" y="6227351"/>
            <a:ext cx="23468" cy="23468"/>
          </a:xfrm>
          <a:prstGeom prst="ellipse">
            <a:avLst/>
          </a:prstGeom>
          <a:solidFill>
            <a:srgbClr val="9EB3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knowledge-node">
            <a:extLst>
              <a:ext uri="{FF2B5EF4-FFF2-40B4-BE49-F238E27FC236}">
                <a16:creationId xmlns:a16="http://schemas.microsoft.com/office/drawing/2014/main" id="{F2694B77-097B-4215-A20A-950D1B8E19DF}"/>
              </a:ext>
            </a:extLst>
          </p:cNvPr>
          <p:cNvSpPr>
            <a:spLocks noGrp="1"/>
          </p:cNvSpPr>
          <p:nvPr/>
        </p:nvSpPr>
        <p:spPr>
          <a:xfrm>
            <a:off x="11293697" y="4582568"/>
            <a:ext cx="19497" cy="19497"/>
          </a:xfrm>
          <a:prstGeom prst="ellipse">
            <a:avLst/>
          </a:prstGeom>
          <a:solidFill>
            <a:srgbClr val="84B03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knowledge-node">
            <a:extLst>
              <a:ext uri="{FF2B5EF4-FFF2-40B4-BE49-F238E27FC236}">
                <a16:creationId xmlns:a16="http://schemas.microsoft.com/office/drawing/2014/main" id="{88918290-4B9B-40B3-9D31-65449065BF85}"/>
              </a:ext>
            </a:extLst>
          </p:cNvPr>
          <p:cNvSpPr>
            <a:spLocks noGrp="1"/>
          </p:cNvSpPr>
          <p:nvPr/>
        </p:nvSpPr>
        <p:spPr>
          <a:xfrm>
            <a:off x="11376021" y="4763556"/>
            <a:ext cx="18933" cy="18933"/>
          </a:xfrm>
          <a:prstGeom prst="ellipse">
            <a:avLst/>
          </a:prstGeom>
          <a:solidFill>
            <a:srgbClr val="84B03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knowledge-node">
            <a:extLst>
              <a:ext uri="{FF2B5EF4-FFF2-40B4-BE49-F238E27FC236}">
                <a16:creationId xmlns:a16="http://schemas.microsoft.com/office/drawing/2014/main" id="{052BEA23-5191-4347-9DF8-950AEB747E59}"/>
              </a:ext>
            </a:extLst>
          </p:cNvPr>
          <p:cNvSpPr>
            <a:spLocks noGrp="1"/>
          </p:cNvSpPr>
          <p:nvPr/>
        </p:nvSpPr>
        <p:spPr>
          <a:xfrm>
            <a:off x="11391347" y="5127184"/>
            <a:ext cx="26616" cy="26616"/>
          </a:xfrm>
          <a:prstGeom prst="ellipse">
            <a:avLst/>
          </a:prstGeom>
          <a:solidFill>
            <a:srgbClr val="84B03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4" name="knowledge-node">
            <a:extLst>
              <a:ext uri="{FF2B5EF4-FFF2-40B4-BE49-F238E27FC236}">
                <a16:creationId xmlns:a16="http://schemas.microsoft.com/office/drawing/2014/main" id="{714DC622-0124-4973-8D68-D2B3FC1B7111}"/>
              </a:ext>
            </a:extLst>
          </p:cNvPr>
          <p:cNvSpPr>
            <a:spLocks noGrp="1"/>
          </p:cNvSpPr>
          <p:nvPr/>
        </p:nvSpPr>
        <p:spPr>
          <a:xfrm>
            <a:off x="11430589" y="5424354"/>
            <a:ext cx="21446" cy="21446"/>
          </a:xfrm>
          <a:prstGeom prst="ellipse">
            <a:avLst/>
          </a:prstGeom>
          <a:solidFill>
            <a:srgbClr val="84B03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knowledge-node">
            <a:extLst>
              <a:ext uri="{FF2B5EF4-FFF2-40B4-BE49-F238E27FC236}">
                <a16:creationId xmlns:a16="http://schemas.microsoft.com/office/drawing/2014/main" id="{01127B69-5F79-4EBB-80AE-B5F484744F57}"/>
              </a:ext>
            </a:extLst>
          </p:cNvPr>
          <p:cNvSpPr>
            <a:spLocks noGrp="1"/>
          </p:cNvSpPr>
          <p:nvPr/>
        </p:nvSpPr>
        <p:spPr>
          <a:xfrm>
            <a:off x="11433732" y="5574195"/>
            <a:ext cx="27298" cy="27298"/>
          </a:xfrm>
          <a:prstGeom prst="ellipse">
            <a:avLst/>
          </a:prstGeom>
          <a:solidFill>
            <a:srgbClr val="84B03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knowledge-node">
            <a:extLst>
              <a:ext uri="{FF2B5EF4-FFF2-40B4-BE49-F238E27FC236}">
                <a16:creationId xmlns:a16="http://schemas.microsoft.com/office/drawing/2014/main" id="{6A977CAC-B04E-476E-A3B1-F3112761A591}"/>
              </a:ext>
            </a:extLst>
          </p:cNvPr>
          <p:cNvSpPr>
            <a:spLocks noGrp="1"/>
          </p:cNvSpPr>
          <p:nvPr/>
        </p:nvSpPr>
        <p:spPr>
          <a:xfrm>
            <a:off x="11318413" y="5854663"/>
            <a:ext cx="15442" cy="15442"/>
          </a:xfrm>
          <a:prstGeom prst="ellipse">
            <a:avLst/>
          </a:prstGeom>
          <a:solidFill>
            <a:srgbClr val="84B03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knowledge-node">
            <a:extLst>
              <a:ext uri="{FF2B5EF4-FFF2-40B4-BE49-F238E27FC236}">
                <a16:creationId xmlns:a16="http://schemas.microsoft.com/office/drawing/2014/main" id="{629A98B5-70FD-4A4A-BB68-C0E5A6B20326}"/>
              </a:ext>
            </a:extLst>
          </p:cNvPr>
          <p:cNvSpPr>
            <a:spLocks noGrp="1"/>
          </p:cNvSpPr>
          <p:nvPr/>
        </p:nvSpPr>
        <p:spPr>
          <a:xfrm>
            <a:off x="11457142" y="6085494"/>
            <a:ext cx="21417" cy="21417"/>
          </a:xfrm>
          <a:prstGeom prst="ellipse">
            <a:avLst/>
          </a:prstGeom>
          <a:solidFill>
            <a:srgbClr val="84B03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8" name="knowledge-node">
            <a:extLst>
              <a:ext uri="{FF2B5EF4-FFF2-40B4-BE49-F238E27FC236}">
                <a16:creationId xmlns:a16="http://schemas.microsoft.com/office/drawing/2014/main" id="{0C2D6796-97A5-4BC4-9362-40E22B41F7B9}"/>
              </a:ext>
            </a:extLst>
          </p:cNvPr>
          <p:cNvSpPr>
            <a:spLocks noGrp="1"/>
          </p:cNvSpPr>
          <p:nvPr/>
        </p:nvSpPr>
        <p:spPr>
          <a:xfrm>
            <a:off x="11794493" y="4740585"/>
            <a:ext cx="23632" cy="23632"/>
          </a:xfrm>
          <a:prstGeom prst="ellipse">
            <a:avLst/>
          </a:prstGeom>
          <a:solidFill>
            <a:srgbClr val="69AD3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knowledge-node">
            <a:extLst>
              <a:ext uri="{FF2B5EF4-FFF2-40B4-BE49-F238E27FC236}">
                <a16:creationId xmlns:a16="http://schemas.microsoft.com/office/drawing/2014/main" id="{FEE9E4AF-B8DA-4686-972A-75E79612C2F7}"/>
              </a:ext>
            </a:extLst>
          </p:cNvPr>
          <p:cNvSpPr>
            <a:spLocks noGrp="1"/>
          </p:cNvSpPr>
          <p:nvPr/>
        </p:nvSpPr>
        <p:spPr>
          <a:xfrm>
            <a:off x="11805501" y="4972644"/>
            <a:ext cx="48135" cy="48135"/>
          </a:xfrm>
          <a:prstGeom prst="ellipse">
            <a:avLst/>
          </a:prstGeom>
          <a:solidFill>
            <a:srgbClr val="69AD3E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70" name="knowledge-node">
            <a:extLst>
              <a:ext uri="{FF2B5EF4-FFF2-40B4-BE49-F238E27FC236}">
                <a16:creationId xmlns:a16="http://schemas.microsoft.com/office/drawing/2014/main" id="{A0504ED4-3A2D-4CBA-A50E-F6C206260225}"/>
              </a:ext>
            </a:extLst>
          </p:cNvPr>
          <p:cNvSpPr>
            <a:spLocks noGrp="1"/>
          </p:cNvSpPr>
          <p:nvPr/>
        </p:nvSpPr>
        <p:spPr>
          <a:xfrm>
            <a:off x="11835926" y="5189079"/>
            <a:ext cx="25930" cy="25930"/>
          </a:xfrm>
          <a:prstGeom prst="ellipse">
            <a:avLst/>
          </a:prstGeom>
          <a:solidFill>
            <a:srgbClr val="69AD3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knowledge-node">
            <a:extLst>
              <a:ext uri="{FF2B5EF4-FFF2-40B4-BE49-F238E27FC236}">
                <a16:creationId xmlns:a16="http://schemas.microsoft.com/office/drawing/2014/main" id="{3B0861E6-5C31-4B97-B690-AAE8EBE66394}"/>
              </a:ext>
            </a:extLst>
          </p:cNvPr>
          <p:cNvSpPr>
            <a:spLocks noGrp="1"/>
          </p:cNvSpPr>
          <p:nvPr/>
        </p:nvSpPr>
        <p:spPr>
          <a:xfrm>
            <a:off x="11596268" y="5498535"/>
            <a:ext cx="19654" cy="19654"/>
          </a:xfrm>
          <a:prstGeom prst="ellipse">
            <a:avLst/>
          </a:prstGeom>
          <a:solidFill>
            <a:srgbClr val="69AD3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2" name="knowledge-node">
            <a:extLst>
              <a:ext uri="{FF2B5EF4-FFF2-40B4-BE49-F238E27FC236}">
                <a16:creationId xmlns:a16="http://schemas.microsoft.com/office/drawing/2014/main" id="{90EAF477-C077-4238-AC5C-243DA5B0C948}"/>
              </a:ext>
            </a:extLst>
          </p:cNvPr>
          <p:cNvSpPr>
            <a:spLocks noGrp="1"/>
          </p:cNvSpPr>
          <p:nvPr/>
        </p:nvSpPr>
        <p:spPr>
          <a:xfrm>
            <a:off x="11687021" y="5704445"/>
            <a:ext cx="25495" cy="25495"/>
          </a:xfrm>
          <a:prstGeom prst="ellipse">
            <a:avLst/>
          </a:prstGeom>
          <a:solidFill>
            <a:srgbClr val="69AD3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knowledge-node">
            <a:extLst>
              <a:ext uri="{FF2B5EF4-FFF2-40B4-BE49-F238E27FC236}">
                <a16:creationId xmlns:a16="http://schemas.microsoft.com/office/drawing/2014/main" id="{427E0428-B280-4EB5-9D35-D9114E5AEC4A}"/>
              </a:ext>
            </a:extLst>
          </p:cNvPr>
          <p:cNvSpPr>
            <a:spLocks noGrp="1"/>
          </p:cNvSpPr>
          <p:nvPr/>
        </p:nvSpPr>
        <p:spPr>
          <a:xfrm>
            <a:off x="11604394" y="5870299"/>
            <a:ext cx="23873" cy="23873"/>
          </a:xfrm>
          <a:prstGeom prst="ellipse">
            <a:avLst/>
          </a:prstGeom>
          <a:solidFill>
            <a:srgbClr val="69AD3E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knowledge-node">
            <a:extLst>
              <a:ext uri="{FF2B5EF4-FFF2-40B4-BE49-F238E27FC236}">
                <a16:creationId xmlns:a16="http://schemas.microsoft.com/office/drawing/2014/main" id="{9C8B5660-1792-443F-A6A8-59157CDCDE11}"/>
              </a:ext>
            </a:extLst>
          </p:cNvPr>
          <p:cNvSpPr>
            <a:spLocks noGrp="1"/>
          </p:cNvSpPr>
          <p:nvPr/>
        </p:nvSpPr>
        <p:spPr>
          <a:xfrm>
            <a:off x="12089398" y="4732297"/>
            <a:ext cx="44124" cy="44124"/>
          </a:xfrm>
          <a:prstGeom prst="ellipse">
            <a:avLst/>
          </a:prstGeom>
          <a:solidFill>
            <a:srgbClr val="4FAB4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75" name="knowledge-node">
            <a:extLst>
              <a:ext uri="{FF2B5EF4-FFF2-40B4-BE49-F238E27FC236}">
                <a16:creationId xmlns:a16="http://schemas.microsoft.com/office/drawing/2014/main" id="{AD4D8FF8-FE65-4286-B737-867A5011F871}"/>
              </a:ext>
            </a:extLst>
          </p:cNvPr>
          <p:cNvSpPr>
            <a:spLocks noGrp="1"/>
          </p:cNvSpPr>
          <p:nvPr/>
        </p:nvSpPr>
        <p:spPr>
          <a:xfrm>
            <a:off x="12303049" y="4995004"/>
            <a:ext cx="15521" cy="15521"/>
          </a:xfrm>
          <a:prstGeom prst="ellipse">
            <a:avLst/>
          </a:prstGeom>
          <a:solidFill>
            <a:srgbClr val="4F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knowledge-node">
            <a:extLst>
              <a:ext uri="{FF2B5EF4-FFF2-40B4-BE49-F238E27FC236}">
                <a16:creationId xmlns:a16="http://schemas.microsoft.com/office/drawing/2014/main" id="{52031754-92AF-4AC9-A837-89ECA0BA6CEE}"/>
              </a:ext>
            </a:extLst>
          </p:cNvPr>
          <p:cNvSpPr>
            <a:spLocks noGrp="1"/>
          </p:cNvSpPr>
          <p:nvPr/>
        </p:nvSpPr>
        <p:spPr>
          <a:xfrm>
            <a:off x="12087145" y="5327298"/>
            <a:ext cx="16993" cy="16993"/>
          </a:xfrm>
          <a:prstGeom prst="ellipse">
            <a:avLst/>
          </a:prstGeom>
          <a:solidFill>
            <a:srgbClr val="4F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knowledge-node">
            <a:extLst>
              <a:ext uri="{FF2B5EF4-FFF2-40B4-BE49-F238E27FC236}">
                <a16:creationId xmlns:a16="http://schemas.microsoft.com/office/drawing/2014/main" id="{4B66B662-6ABD-4189-8293-B0DAE648FBBB}"/>
              </a:ext>
            </a:extLst>
          </p:cNvPr>
          <p:cNvSpPr>
            <a:spLocks noGrp="1"/>
          </p:cNvSpPr>
          <p:nvPr/>
        </p:nvSpPr>
        <p:spPr>
          <a:xfrm>
            <a:off x="12071004" y="5553916"/>
            <a:ext cx="26279" cy="26279"/>
          </a:xfrm>
          <a:prstGeom prst="ellipse">
            <a:avLst/>
          </a:prstGeom>
          <a:solidFill>
            <a:srgbClr val="4F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knowledge-node">
            <a:extLst>
              <a:ext uri="{FF2B5EF4-FFF2-40B4-BE49-F238E27FC236}">
                <a16:creationId xmlns:a16="http://schemas.microsoft.com/office/drawing/2014/main" id="{415353FB-3B00-43BE-8562-33EB7ECDBC85}"/>
              </a:ext>
            </a:extLst>
          </p:cNvPr>
          <p:cNvSpPr>
            <a:spLocks noGrp="1"/>
          </p:cNvSpPr>
          <p:nvPr/>
        </p:nvSpPr>
        <p:spPr>
          <a:xfrm>
            <a:off x="12329132" y="5533859"/>
            <a:ext cx="21553" cy="21553"/>
          </a:xfrm>
          <a:prstGeom prst="ellipse">
            <a:avLst/>
          </a:prstGeom>
          <a:solidFill>
            <a:srgbClr val="4F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knowledge-node">
            <a:extLst>
              <a:ext uri="{FF2B5EF4-FFF2-40B4-BE49-F238E27FC236}">
                <a16:creationId xmlns:a16="http://schemas.microsoft.com/office/drawing/2014/main" id="{3836F5BF-C6DD-4BA7-83D6-087C27683481}"/>
              </a:ext>
            </a:extLst>
          </p:cNvPr>
          <p:cNvSpPr>
            <a:spLocks noGrp="1"/>
          </p:cNvSpPr>
          <p:nvPr/>
        </p:nvSpPr>
        <p:spPr>
          <a:xfrm>
            <a:off x="12185590" y="5740216"/>
            <a:ext cx="52170" cy="52170"/>
          </a:xfrm>
          <a:prstGeom prst="ellipse">
            <a:avLst/>
          </a:prstGeom>
          <a:solidFill>
            <a:srgbClr val="4FAB4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80" name="knowledge-node">
            <a:extLst>
              <a:ext uri="{FF2B5EF4-FFF2-40B4-BE49-F238E27FC236}">
                <a16:creationId xmlns:a16="http://schemas.microsoft.com/office/drawing/2014/main" id="{9FC37DE7-3C20-47BD-9D5B-68093282E050}"/>
              </a:ext>
            </a:extLst>
          </p:cNvPr>
          <p:cNvSpPr>
            <a:spLocks noGrp="1"/>
          </p:cNvSpPr>
          <p:nvPr/>
        </p:nvSpPr>
        <p:spPr>
          <a:xfrm>
            <a:off x="12759706" y="4641747"/>
            <a:ext cx="14838" cy="14838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1" name="knowledge-node">
            <a:extLst>
              <a:ext uri="{FF2B5EF4-FFF2-40B4-BE49-F238E27FC236}">
                <a16:creationId xmlns:a16="http://schemas.microsoft.com/office/drawing/2014/main" id="{1774D7DD-6C94-4E65-A7D0-93579829C523}"/>
              </a:ext>
            </a:extLst>
          </p:cNvPr>
          <p:cNvSpPr>
            <a:spLocks noGrp="1"/>
          </p:cNvSpPr>
          <p:nvPr/>
        </p:nvSpPr>
        <p:spPr>
          <a:xfrm>
            <a:off x="12743257" y="4975592"/>
            <a:ext cx="27454" cy="27454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knowledge-node">
            <a:extLst>
              <a:ext uri="{FF2B5EF4-FFF2-40B4-BE49-F238E27FC236}">
                <a16:creationId xmlns:a16="http://schemas.microsoft.com/office/drawing/2014/main" id="{E5C049B5-87EE-4F20-AFFD-A99AE6889AEE}"/>
              </a:ext>
            </a:extLst>
          </p:cNvPr>
          <p:cNvSpPr>
            <a:spLocks noGrp="1"/>
          </p:cNvSpPr>
          <p:nvPr/>
        </p:nvSpPr>
        <p:spPr>
          <a:xfrm>
            <a:off x="12468697" y="5203741"/>
            <a:ext cx="28161" cy="28161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knowledge-node">
            <a:extLst>
              <a:ext uri="{FF2B5EF4-FFF2-40B4-BE49-F238E27FC236}">
                <a16:creationId xmlns:a16="http://schemas.microsoft.com/office/drawing/2014/main" id="{051A5769-15CE-4A1D-8ADB-747CD9F67FE4}"/>
              </a:ext>
            </a:extLst>
          </p:cNvPr>
          <p:cNvSpPr>
            <a:spLocks noGrp="1"/>
          </p:cNvSpPr>
          <p:nvPr/>
        </p:nvSpPr>
        <p:spPr>
          <a:xfrm>
            <a:off x="12508863" y="5505391"/>
            <a:ext cx="24683" cy="24683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knowledge-node">
            <a:extLst>
              <a:ext uri="{FF2B5EF4-FFF2-40B4-BE49-F238E27FC236}">
                <a16:creationId xmlns:a16="http://schemas.microsoft.com/office/drawing/2014/main" id="{81BD1E0F-9B00-4AC8-86CD-5E6F2395A3C2}"/>
              </a:ext>
            </a:extLst>
          </p:cNvPr>
          <p:cNvSpPr>
            <a:spLocks noGrp="1"/>
          </p:cNvSpPr>
          <p:nvPr/>
        </p:nvSpPr>
        <p:spPr>
          <a:xfrm>
            <a:off x="12473966" y="5496191"/>
            <a:ext cx="70543" cy="70543"/>
          </a:xfrm>
          <a:prstGeom prst="ellipse">
            <a:avLst/>
          </a:prstGeom>
          <a:solidFill>
            <a:srgbClr val="34A853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85" name="knowledge-node">
            <a:extLst>
              <a:ext uri="{FF2B5EF4-FFF2-40B4-BE49-F238E27FC236}">
                <a16:creationId xmlns:a16="http://schemas.microsoft.com/office/drawing/2014/main" id="{CFA3EF9E-30CD-4AD1-B247-2687DC0639F0}"/>
              </a:ext>
            </a:extLst>
          </p:cNvPr>
          <p:cNvSpPr>
            <a:spLocks noGrp="1"/>
          </p:cNvSpPr>
          <p:nvPr/>
        </p:nvSpPr>
        <p:spPr>
          <a:xfrm>
            <a:off x="12516207" y="5629437"/>
            <a:ext cx="19769" cy="19769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矩形 585">
            <a:extLst>
              <a:ext uri="{FF2B5EF4-FFF2-40B4-BE49-F238E27FC236}">
                <a16:creationId xmlns:a16="http://schemas.microsoft.com/office/drawing/2014/main" id="{ADF5239D-F2F2-4105-8D3A-9F46F9A5C2D4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587" name="矩形 586">
            <a:extLst>
              <a:ext uri="{FF2B5EF4-FFF2-40B4-BE49-F238E27FC236}">
                <a16:creationId xmlns:a16="http://schemas.microsoft.com/office/drawing/2014/main" id="{47F90EEE-AF18-4471-959F-CC363CBBA313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Inter"/>
                <a:ea typeface="Inter"/>
                <a:cs typeface="Inter"/>
              </a:rPr>
              <a:t>CONTENT</a:t>
            </a:r>
          </a:p>
        </p:txBody>
      </p:sp>
      <p:sp>
        <p:nvSpPr>
          <p:cNvPr id="588" name="矩形 587">
            <a:extLst>
              <a:ext uri="{FF2B5EF4-FFF2-40B4-BE49-F238E27FC236}">
                <a16:creationId xmlns:a16="http://schemas.microsoft.com/office/drawing/2014/main" id="{6D3788C6-AF0C-49D0-901F-0B6E010B54C2}"/>
              </a:ext>
            </a:extLst>
          </p:cNvPr>
          <p:cNvSpPr>
            <a:spLocks noGrp="1"/>
          </p:cNvSpPr>
          <p:nvPr/>
        </p:nvSpPr>
        <p:spPr>
          <a:xfrm>
            <a:off x="781050" y="666750"/>
            <a:ext cx="581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9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rPr>
              <a:t>Slide Title Here</a:t>
            </a:r>
          </a:p>
        </p:txBody>
      </p:sp>
      <p:sp>
        <p:nvSpPr>
          <p:cNvPr id="589" name="brand-bar-1">
            <a:extLst>
              <a:ext uri="{FF2B5EF4-FFF2-40B4-BE49-F238E27FC236}">
                <a16:creationId xmlns:a16="http://schemas.microsoft.com/office/drawing/2014/main" id="{4A5643A5-232C-436A-845D-917DBE3A243D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590" name="brand-bar-2">
            <a:extLst>
              <a:ext uri="{FF2B5EF4-FFF2-40B4-BE49-F238E27FC236}">
                <a16:creationId xmlns:a16="http://schemas.microsoft.com/office/drawing/2014/main" id="{6FCC8D5F-FFAF-47F7-8820-57F2F28F3493}"/>
              </a:ext>
            </a:extLst>
          </p:cNvPr>
          <p:cNvSpPr>
            <a:spLocks noGrp="1"/>
          </p:cNvSpPr>
          <p:nvPr/>
        </p:nvSpPr>
        <p:spPr>
          <a:xfrm>
            <a:off x="1095375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591" name="brand-bar-3">
            <a:extLst>
              <a:ext uri="{FF2B5EF4-FFF2-40B4-BE49-F238E27FC236}">
                <a16:creationId xmlns:a16="http://schemas.microsoft.com/office/drawing/2014/main" id="{748B23C2-B5B5-4958-A870-44AC67E9A8FD}"/>
              </a:ext>
            </a:extLst>
          </p:cNvPr>
          <p:cNvSpPr>
            <a:spLocks noGrp="1"/>
          </p:cNvSpPr>
          <p:nvPr/>
        </p:nvSpPr>
        <p:spPr>
          <a:xfrm>
            <a:off x="1409700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592" name="brand-bar-4">
            <a:extLst>
              <a:ext uri="{FF2B5EF4-FFF2-40B4-BE49-F238E27FC236}">
                <a16:creationId xmlns:a16="http://schemas.microsoft.com/office/drawing/2014/main" id="{B60E5CD0-8370-4179-87E4-2FCBA34E84D9}"/>
              </a:ext>
            </a:extLst>
          </p:cNvPr>
          <p:cNvSpPr>
            <a:spLocks noGrp="1"/>
          </p:cNvSpPr>
          <p:nvPr/>
        </p:nvSpPr>
        <p:spPr>
          <a:xfrm>
            <a:off x="1724025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593" name="brand-bar-5">
            <a:extLst>
              <a:ext uri="{FF2B5EF4-FFF2-40B4-BE49-F238E27FC236}">
                <a16:creationId xmlns:a16="http://schemas.microsoft.com/office/drawing/2014/main" id="{772C7BBE-7C90-40CE-ADE9-8A39AF209A43}"/>
              </a:ext>
            </a:extLst>
          </p:cNvPr>
          <p:cNvSpPr>
            <a:spLocks noGrp="1"/>
          </p:cNvSpPr>
          <p:nvPr/>
        </p:nvSpPr>
        <p:spPr>
          <a:xfrm>
            <a:off x="2038350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594" name="矩形 593">
            <a:extLst>
              <a:ext uri="{FF2B5EF4-FFF2-40B4-BE49-F238E27FC236}">
                <a16:creationId xmlns:a16="http://schemas.microsoft.com/office/drawing/2014/main" id="{81F8545C-D0BB-44BA-B58E-D53E7BA3DF22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5238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50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Use this slide for a single research claim. Keep the paragraph short, then let the visual on the right carry the measurable comparison.</a:t>
            </a:r>
          </a:p>
        </p:txBody>
      </p:sp>
      <p:sp>
        <p:nvSpPr>
          <p:cNvPr id="595" name="矩形 594">
            <a:extLst>
              <a:ext uri="{FF2B5EF4-FFF2-40B4-BE49-F238E27FC236}">
                <a16:creationId xmlns:a16="http://schemas.microsoft.com/office/drawing/2014/main" id="{19724900-1451-4AD4-A056-F0BF3CAF9AB1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5238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425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5C6472"/>
                </a:solidFill>
                <a:latin typeface="Inter"/>
                <a:ea typeface="Inter"/>
                <a:cs typeface="Inter"/>
              </a:rPr>
              <a:t>Research emphasis</a:t>
            </a:r>
            <a:r>
              <a:rPr sz="1425">
                <a:solidFill>
                  <a:srgbClr val="5C6472"/>
                </a:solidFill>
                <a:latin typeface="Inter"/>
                <a:ea typeface="Inter"/>
                <a:cs typeface="Inter"/>
              </a:rPr>
              <a:t> stays readable at conference scale.</a:t>
            </a:r>
          </a:p>
          <a:p>
            <a:pPr algn="l">
              <a:lnSpc>
                <a:spcPct val="125000"/>
              </a:lnSpc>
              <a:buNone/>
              <a:defRPr sz="1425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5C6472"/>
                </a:solidFill>
                <a:latin typeface="Inter"/>
                <a:ea typeface="Inter"/>
                <a:cs typeface="Inter"/>
              </a:rPr>
              <a:t>Evidence hierarchy</a:t>
            </a:r>
            <a:r>
              <a:rPr sz="1425">
                <a:solidFill>
                  <a:srgbClr val="5C6472"/>
                </a:solidFill>
                <a:latin typeface="Inter"/>
                <a:ea typeface="Inter"/>
                <a:cs typeface="Inter"/>
              </a:rPr>
              <a:t> is separated from supporting detail.</a:t>
            </a:r>
          </a:p>
        </p:txBody>
      </p:sp>
      <p:sp>
        <p:nvSpPr>
          <p:cNvPr id="596" name="bullet-dot">
            <a:extLst>
              <a:ext uri="{FF2B5EF4-FFF2-40B4-BE49-F238E27FC236}">
                <a16:creationId xmlns:a16="http://schemas.microsoft.com/office/drawing/2014/main" id="{03D56054-B13B-4A6C-BDD8-A957033C7DF6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597" name="矩形 596">
            <a:extLst>
              <a:ext uri="{FF2B5EF4-FFF2-40B4-BE49-F238E27FC236}">
                <a16:creationId xmlns:a16="http://schemas.microsoft.com/office/drawing/2014/main" id="{30D333A6-40AE-42BF-A1BE-9AE335A8F77F}"/>
              </a:ext>
            </a:extLst>
          </p:cNvPr>
          <p:cNvSpPr>
            <a:spLocks noGrp="1"/>
          </p:cNvSpPr>
          <p:nvPr/>
        </p:nvSpPr>
        <p:spPr>
          <a:xfrm>
            <a:off x="1009650" y="4210050"/>
            <a:ext cx="432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A compact prompt space for research motivation.</a:t>
            </a:r>
          </a:p>
        </p:txBody>
      </p:sp>
      <p:sp>
        <p:nvSpPr>
          <p:cNvPr id="598" name="bullet-dot">
            <a:extLst>
              <a:ext uri="{FF2B5EF4-FFF2-40B4-BE49-F238E27FC236}">
                <a16:creationId xmlns:a16="http://schemas.microsoft.com/office/drawing/2014/main" id="{07364C95-35C4-46DA-AE4B-076BEAD666E2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599" name="矩形 598">
            <a:extLst>
              <a:ext uri="{FF2B5EF4-FFF2-40B4-BE49-F238E27FC236}">
                <a16:creationId xmlns:a16="http://schemas.microsoft.com/office/drawing/2014/main" id="{DE58ED27-E54D-4B84-B5DC-084D4149670E}"/>
              </a:ext>
            </a:extLst>
          </p:cNvPr>
          <p:cNvSpPr>
            <a:spLocks noGrp="1"/>
          </p:cNvSpPr>
          <p:nvPr/>
        </p:nvSpPr>
        <p:spPr>
          <a:xfrm>
            <a:off x="1009650" y="4514850"/>
            <a:ext cx="432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Editable text, chart, footer, and network objects.</a:t>
            </a:r>
          </a:p>
        </p:txBody>
      </p:sp>
      <p:sp>
        <p:nvSpPr>
          <p:cNvPr id="600" name="bullet-dot">
            <a:extLst>
              <a:ext uri="{FF2B5EF4-FFF2-40B4-BE49-F238E27FC236}">
                <a16:creationId xmlns:a16="http://schemas.microsoft.com/office/drawing/2014/main" id="{8069F44C-48D4-40E3-8E6E-3795E6520CE6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01" name="矩形 600">
            <a:extLst>
              <a:ext uri="{FF2B5EF4-FFF2-40B4-BE49-F238E27FC236}">
                <a16:creationId xmlns:a16="http://schemas.microsoft.com/office/drawing/2014/main" id="{C4C5D146-43C7-42BB-92E6-15E8C4CD0073}"/>
              </a:ext>
            </a:extLst>
          </p:cNvPr>
          <p:cNvSpPr>
            <a:spLocks noGrp="1"/>
          </p:cNvSpPr>
          <p:nvPr/>
        </p:nvSpPr>
        <p:spPr>
          <a:xfrm>
            <a:off x="1009650" y="4819650"/>
            <a:ext cx="432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Soft brand color is used as evidence, not decoration.</a:t>
            </a:r>
          </a:p>
        </p:txBody>
      </p:sp>
      <p:sp>
        <p:nvSpPr>
          <p:cNvPr id="602" name="bullet-dot">
            <a:extLst>
              <a:ext uri="{FF2B5EF4-FFF2-40B4-BE49-F238E27FC236}">
                <a16:creationId xmlns:a16="http://schemas.microsoft.com/office/drawing/2014/main" id="{C1266659-5E18-4087-8DCF-E2758071F57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03" name="矩形 602">
            <a:extLst>
              <a:ext uri="{FF2B5EF4-FFF2-40B4-BE49-F238E27FC236}">
                <a16:creationId xmlns:a16="http://schemas.microsoft.com/office/drawing/2014/main" id="{BEAAB92A-EEDB-4C4D-BB54-351F13737694}"/>
              </a:ext>
            </a:extLst>
          </p:cNvPr>
          <p:cNvSpPr>
            <a:spLocks noGrp="1"/>
          </p:cNvSpPr>
          <p:nvPr/>
        </p:nvSpPr>
        <p:spPr>
          <a:xfrm>
            <a:off x="1009650" y="5124450"/>
            <a:ext cx="432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C6472"/>
                </a:solidFill>
                <a:latin typeface="Inter"/>
                <a:ea typeface="Inter"/>
                <a:cs typeface="Inter"/>
              </a:rPr>
              <a:t>Large whitespace keeps attention on the main claim.</a:t>
            </a:r>
          </a:p>
        </p:txBody>
      </p:sp>
      <p:sp>
        <p:nvSpPr>
          <p:cNvPr id="604" name="performance-chart-card">
            <a:extLst>
              <a:ext uri="{FF2B5EF4-FFF2-40B4-BE49-F238E27FC236}">
                <a16:creationId xmlns:a16="http://schemas.microsoft.com/office/drawing/2014/main" id="{56A336EE-7128-4ED7-B0BB-A016F4A2C7D1}"/>
              </a:ext>
            </a:extLst>
          </p:cNvPr>
          <p:cNvSpPr>
            <a:spLocks noGrp="1"/>
          </p:cNvSpPr>
          <p:nvPr/>
        </p:nvSpPr>
        <p:spPr>
          <a:xfrm>
            <a:off x="6591300" y="1028700"/>
            <a:ext cx="5067300" cy="4248150"/>
          </a:xfrm>
          <a:prstGeom prst="roundRect">
            <a:avLst>
              <a:gd name="adj" fmla="val 2018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graphicFrame>
        <p:nvGraphicFramePr>
          <p:cNvPr id="1212" name="Chart"/>
          <p:cNvGraphicFramePr/>
          <p:nvPr>
            <p:extLst>
              <p:ext uri="{D42A27DB-BD31-4B8C-83A1-F6EECF244321}">
                <p14:modId xmlns:p14="http://schemas.microsoft.com/office/powerpoint/2010/main" val="4031789222"/>
              </p:ext>
            </p:extLst>
          </p:nvPr>
        </p:nvGraphicFramePr>
        <p:xfrm>
          <a:off x="6991350" y="1390650"/>
          <a:ext cx="42481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06" name="矩形 605">
            <a:extLst>
              <a:ext uri="{FF2B5EF4-FFF2-40B4-BE49-F238E27FC236}">
                <a16:creationId xmlns:a16="http://schemas.microsoft.com/office/drawing/2014/main" id="{6AB2F107-B411-4FD5-83D9-DBF458D71BCD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07142F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607" name="矩形 606">
            <a:extLst>
              <a:ext uri="{FF2B5EF4-FFF2-40B4-BE49-F238E27FC236}">
                <a16:creationId xmlns:a16="http://schemas.microsoft.com/office/drawing/2014/main" id="{856E2FEE-0FC6-480C-9165-5FF91B7A82C9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7142F"/>
                </a:solidFill>
                <a:latin typeface="Inter"/>
                <a:ea typeface="Inter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09491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knowledge-edge">
            <a:extLst>
              <a:ext uri="{FF2B5EF4-FFF2-40B4-BE49-F238E27FC236}">
                <a16:creationId xmlns:a16="http://schemas.microsoft.com/office/drawing/2014/main" id="{CFD47A08-D106-4320-ACF7-63A11BC74434}"/>
              </a:ext>
            </a:extLst>
          </p:cNvPr>
          <p:cNvSpPr>
            <a:spLocks noGrp="1"/>
          </p:cNvSpPr>
          <p:nvPr/>
        </p:nvSpPr>
        <p:spPr>
          <a:xfrm>
            <a:off x="-472357" y="5745993"/>
            <a:ext cx="455254" cy="66327"/>
          </a:xfrm>
          <a:custGeom>
            <a:avLst/>
            <a:gdLst/>
            <a:ahLst/>
            <a:cxnLst/>
            <a:rect l="0" t="0" r="0" b="0"/>
            <a:pathLst>
              <a:path w="455254" h="66327">
                <a:moveTo>
                  <a:pt x="0" y="66327"/>
                </a:moveTo>
                <a:lnTo>
                  <a:pt x="32518" y="58705"/>
                </a:lnTo>
                <a:lnTo>
                  <a:pt x="65036" y="51527"/>
                </a:lnTo>
                <a:lnTo>
                  <a:pt x="97555" y="44793"/>
                </a:lnTo>
                <a:lnTo>
                  <a:pt x="130073" y="38502"/>
                </a:lnTo>
                <a:lnTo>
                  <a:pt x="162591" y="32655"/>
                </a:lnTo>
                <a:lnTo>
                  <a:pt x="195109" y="27252"/>
                </a:lnTo>
                <a:lnTo>
                  <a:pt x="227627" y="22293"/>
                </a:lnTo>
                <a:lnTo>
                  <a:pt x="260145" y="17777"/>
                </a:lnTo>
                <a:lnTo>
                  <a:pt x="292664" y="13705"/>
                </a:lnTo>
                <a:lnTo>
                  <a:pt x="325182" y="10076"/>
                </a:lnTo>
                <a:lnTo>
                  <a:pt x="357700" y="6892"/>
                </a:lnTo>
                <a:lnTo>
                  <a:pt x="390218" y="4151"/>
                </a:lnTo>
                <a:lnTo>
                  <a:pt x="422736" y="1854"/>
                </a:lnTo>
                <a:lnTo>
                  <a:pt x="455254" y="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2" name="knowledge-edge">
            <a:extLst>
              <a:ext uri="{FF2B5EF4-FFF2-40B4-BE49-F238E27FC236}">
                <a16:creationId xmlns:a16="http://schemas.microsoft.com/office/drawing/2014/main" id="{84DD809A-0CDD-4E29-93E3-FED57B572F4F}"/>
              </a:ext>
            </a:extLst>
          </p:cNvPr>
          <p:cNvSpPr>
            <a:spLocks noGrp="1"/>
          </p:cNvSpPr>
          <p:nvPr/>
        </p:nvSpPr>
        <p:spPr>
          <a:xfrm>
            <a:off x="-316688" y="5859655"/>
            <a:ext cx="434168" cy="17328"/>
          </a:xfrm>
          <a:custGeom>
            <a:avLst/>
            <a:gdLst/>
            <a:ahLst/>
            <a:cxnLst/>
            <a:rect l="0" t="0" r="0" b="0"/>
            <a:pathLst>
              <a:path w="434168" h="17328">
                <a:moveTo>
                  <a:pt x="0" y="1701"/>
                </a:moveTo>
                <a:lnTo>
                  <a:pt x="31012" y="828"/>
                </a:lnTo>
                <a:lnTo>
                  <a:pt x="62024" y="261"/>
                </a:lnTo>
                <a:lnTo>
                  <a:pt x="93036" y="0"/>
                </a:lnTo>
                <a:lnTo>
                  <a:pt x="124048" y="45"/>
                </a:lnTo>
                <a:lnTo>
                  <a:pt x="155060" y="396"/>
                </a:lnTo>
                <a:lnTo>
                  <a:pt x="186072" y="1053"/>
                </a:lnTo>
                <a:lnTo>
                  <a:pt x="217084" y="2017"/>
                </a:lnTo>
                <a:lnTo>
                  <a:pt x="248096" y="3286"/>
                </a:lnTo>
                <a:lnTo>
                  <a:pt x="279108" y="4861"/>
                </a:lnTo>
                <a:lnTo>
                  <a:pt x="310120" y="6743"/>
                </a:lnTo>
                <a:lnTo>
                  <a:pt x="341132" y="8930"/>
                </a:lnTo>
                <a:lnTo>
                  <a:pt x="372144" y="11423"/>
                </a:lnTo>
                <a:lnTo>
                  <a:pt x="403156" y="14223"/>
                </a:lnTo>
                <a:lnTo>
                  <a:pt x="434168" y="17328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3" name="knowledge-edge">
            <a:extLst>
              <a:ext uri="{FF2B5EF4-FFF2-40B4-BE49-F238E27FC236}">
                <a16:creationId xmlns:a16="http://schemas.microsoft.com/office/drawing/2014/main" id="{FB95444B-380F-4FCE-AF45-8E209E5F56C8}"/>
              </a:ext>
            </a:extLst>
          </p:cNvPr>
          <p:cNvSpPr>
            <a:spLocks noGrp="1"/>
          </p:cNvSpPr>
          <p:nvPr/>
        </p:nvSpPr>
        <p:spPr>
          <a:xfrm>
            <a:off x="-202249" y="5939234"/>
            <a:ext cx="409804" cy="57214"/>
          </a:xfrm>
          <a:custGeom>
            <a:avLst/>
            <a:gdLst/>
            <a:ahLst/>
            <a:cxnLst/>
            <a:rect l="0" t="0" r="0" b="0"/>
            <a:pathLst>
              <a:path w="409804" h="57214">
                <a:moveTo>
                  <a:pt x="0" y="57214"/>
                </a:moveTo>
                <a:lnTo>
                  <a:pt x="29272" y="44772"/>
                </a:lnTo>
                <a:lnTo>
                  <a:pt x="58543" y="33850"/>
                </a:lnTo>
                <a:lnTo>
                  <a:pt x="87815" y="24450"/>
                </a:lnTo>
                <a:lnTo>
                  <a:pt x="117087" y="16572"/>
                </a:lnTo>
                <a:lnTo>
                  <a:pt x="146359" y="10215"/>
                </a:lnTo>
                <a:lnTo>
                  <a:pt x="175630" y="5379"/>
                </a:lnTo>
                <a:lnTo>
                  <a:pt x="204902" y="2065"/>
                </a:lnTo>
                <a:lnTo>
                  <a:pt x="234174" y="272"/>
                </a:lnTo>
                <a:lnTo>
                  <a:pt x="263445" y="0"/>
                </a:lnTo>
                <a:lnTo>
                  <a:pt x="292717" y="1250"/>
                </a:lnTo>
                <a:lnTo>
                  <a:pt x="321989" y="4021"/>
                </a:lnTo>
                <a:lnTo>
                  <a:pt x="351260" y="8313"/>
                </a:lnTo>
                <a:lnTo>
                  <a:pt x="380532" y="14127"/>
                </a:lnTo>
                <a:lnTo>
                  <a:pt x="409804" y="21463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4" name="knowledge-cross-edge">
            <a:extLst>
              <a:ext uri="{FF2B5EF4-FFF2-40B4-BE49-F238E27FC236}">
                <a16:creationId xmlns:a16="http://schemas.microsoft.com/office/drawing/2014/main" id="{C984C8F3-216F-48E2-ADB3-4C8C7F07BAAA}"/>
              </a:ext>
            </a:extLst>
          </p:cNvPr>
          <p:cNvSpPr>
            <a:spLocks noGrp="1"/>
          </p:cNvSpPr>
          <p:nvPr/>
        </p:nvSpPr>
        <p:spPr>
          <a:xfrm>
            <a:off x="-202249" y="5996448"/>
            <a:ext cx="181091" cy="117901"/>
          </a:xfrm>
          <a:custGeom>
            <a:avLst/>
            <a:gdLst/>
            <a:ahLst/>
            <a:cxnLst/>
            <a:rect l="0" t="0" r="0" b="0"/>
            <a:pathLst>
              <a:path w="181091" h="117901">
                <a:moveTo>
                  <a:pt x="0" y="0"/>
                </a:moveTo>
                <a:lnTo>
                  <a:pt x="29643" y="4902"/>
                </a:lnTo>
                <a:lnTo>
                  <a:pt x="56640" y="10699"/>
                </a:lnTo>
                <a:lnTo>
                  <a:pt x="80991" y="17391"/>
                </a:lnTo>
                <a:lnTo>
                  <a:pt x="102697" y="24978"/>
                </a:lnTo>
                <a:lnTo>
                  <a:pt x="121756" y="33461"/>
                </a:lnTo>
                <a:lnTo>
                  <a:pt x="138170" y="42838"/>
                </a:lnTo>
                <a:lnTo>
                  <a:pt x="151938" y="53111"/>
                </a:lnTo>
                <a:lnTo>
                  <a:pt x="163060" y="64279"/>
                </a:lnTo>
                <a:lnTo>
                  <a:pt x="171537" y="76342"/>
                </a:lnTo>
                <a:lnTo>
                  <a:pt x="177367" y="89300"/>
                </a:lnTo>
                <a:lnTo>
                  <a:pt x="180552" y="103153"/>
                </a:lnTo>
                <a:lnTo>
                  <a:pt x="181091" y="117901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5" name="knowledge-cross-edge">
            <a:extLst>
              <a:ext uri="{FF2B5EF4-FFF2-40B4-BE49-F238E27FC236}">
                <a16:creationId xmlns:a16="http://schemas.microsoft.com/office/drawing/2014/main" id="{F46DA8D6-3D98-4E9F-866E-9FDD5AC0D022}"/>
              </a:ext>
            </a:extLst>
          </p:cNvPr>
          <p:cNvSpPr>
            <a:spLocks noGrp="1"/>
          </p:cNvSpPr>
          <p:nvPr/>
        </p:nvSpPr>
        <p:spPr>
          <a:xfrm>
            <a:off x="-202249" y="5876983"/>
            <a:ext cx="319729" cy="119465"/>
          </a:xfrm>
          <a:custGeom>
            <a:avLst/>
            <a:gdLst/>
            <a:ahLst/>
            <a:cxnLst/>
            <a:rect l="0" t="0" r="0" b="0"/>
            <a:pathLst>
              <a:path w="319729" h="119465">
                <a:moveTo>
                  <a:pt x="0" y="119465"/>
                </a:moveTo>
                <a:lnTo>
                  <a:pt x="12092" y="109932"/>
                </a:lnTo>
                <a:lnTo>
                  <a:pt x="26830" y="100322"/>
                </a:lnTo>
                <a:lnTo>
                  <a:pt x="44213" y="90635"/>
                </a:lnTo>
                <a:lnTo>
                  <a:pt x="64243" y="80871"/>
                </a:lnTo>
                <a:lnTo>
                  <a:pt x="86918" y="71031"/>
                </a:lnTo>
                <a:lnTo>
                  <a:pt x="112239" y="61114"/>
                </a:lnTo>
                <a:lnTo>
                  <a:pt x="140206" y="51120"/>
                </a:lnTo>
                <a:lnTo>
                  <a:pt x="170819" y="41050"/>
                </a:lnTo>
                <a:lnTo>
                  <a:pt x="204078" y="30902"/>
                </a:lnTo>
                <a:lnTo>
                  <a:pt x="239982" y="20678"/>
                </a:lnTo>
                <a:lnTo>
                  <a:pt x="278533" y="10378"/>
                </a:lnTo>
                <a:lnTo>
                  <a:pt x="319729" y="0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6" name="knowledge-long-edge">
            <a:extLst>
              <a:ext uri="{FF2B5EF4-FFF2-40B4-BE49-F238E27FC236}">
                <a16:creationId xmlns:a16="http://schemas.microsoft.com/office/drawing/2014/main" id="{CA8FBC48-32F5-48C3-B980-7B0C941989BD}"/>
              </a:ext>
            </a:extLst>
          </p:cNvPr>
          <p:cNvSpPr>
            <a:spLocks noGrp="1"/>
          </p:cNvSpPr>
          <p:nvPr/>
        </p:nvSpPr>
        <p:spPr>
          <a:xfrm>
            <a:off x="-202249" y="5724812"/>
            <a:ext cx="544741" cy="338351"/>
          </a:xfrm>
          <a:custGeom>
            <a:avLst/>
            <a:gdLst/>
            <a:ahLst/>
            <a:cxnLst/>
            <a:rect l="0" t="0" r="0" b="0"/>
            <a:pathLst>
              <a:path w="544741" h="338351">
                <a:moveTo>
                  <a:pt x="0" y="271637"/>
                </a:moveTo>
                <a:lnTo>
                  <a:pt x="34046" y="204323"/>
                </a:lnTo>
                <a:lnTo>
                  <a:pt x="68093" y="146541"/>
                </a:lnTo>
                <a:lnTo>
                  <a:pt x="102139" y="98290"/>
                </a:lnTo>
                <a:lnTo>
                  <a:pt x="136185" y="59570"/>
                </a:lnTo>
                <a:lnTo>
                  <a:pt x="170232" y="30381"/>
                </a:lnTo>
                <a:lnTo>
                  <a:pt x="204278" y="10723"/>
                </a:lnTo>
                <a:lnTo>
                  <a:pt x="238324" y="596"/>
                </a:lnTo>
                <a:lnTo>
                  <a:pt x="272371" y="0"/>
                </a:lnTo>
                <a:lnTo>
                  <a:pt x="306417" y="8935"/>
                </a:lnTo>
                <a:lnTo>
                  <a:pt x="340463" y="27401"/>
                </a:lnTo>
                <a:lnTo>
                  <a:pt x="374510" y="55399"/>
                </a:lnTo>
                <a:lnTo>
                  <a:pt x="408556" y="92927"/>
                </a:lnTo>
                <a:lnTo>
                  <a:pt x="442602" y="139986"/>
                </a:lnTo>
                <a:lnTo>
                  <a:pt x="476649" y="196577"/>
                </a:lnTo>
                <a:lnTo>
                  <a:pt x="510695" y="262698"/>
                </a:lnTo>
                <a:lnTo>
                  <a:pt x="544741" y="338351"/>
                </a:lnTo>
              </a:path>
            </a:pathLst>
          </a:custGeom>
          <a:noFill/>
          <a:ln w="4286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7" name="knowledge-edge">
            <a:extLst>
              <a:ext uri="{FF2B5EF4-FFF2-40B4-BE49-F238E27FC236}">
                <a16:creationId xmlns:a16="http://schemas.microsoft.com/office/drawing/2014/main" id="{C79D9279-1B91-41E0-8E8B-F28C8F4085FF}"/>
              </a:ext>
            </a:extLst>
          </p:cNvPr>
          <p:cNvSpPr>
            <a:spLocks noGrp="1"/>
          </p:cNvSpPr>
          <p:nvPr/>
        </p:nvSpPr>
        <p:spPr>
          <a:xfrm>
            <a:off x="-313851" y="6032925"/>
            <a:ext cx="292692" cy="120201"/>
          </a:xfrm>
          <a:custGeom>
            <a:avLst/>
            <a:gdLst/>
            <a:ahLst/>
            <a:cxnLst/>
            <a:rect l="0" t="0" r="0" b="0"/>
            <a:pathLst>
              <a:path w="292692" h="120201">
                <a:moveTo>
                  <a:pt x="0" y="0"/>
                </a:moveTo>
                <a:lnTo>
                  <a:pt x="20907" y="25419"/>
                </a:lnTo>
                <a:lnTo>
                  <a:pt x="41813" y="47822"/>
                </a:lnTo>
                <a:lnTo>
                  <a:pt x="62720" y="67209"/>
                </a:lnTo>
                <a:lnTo>
                  <a:pt x="83626" y="83581"/>
                </a:lnTo>
                <a:lnTo>
                  <a:pt x="104533" y="96936"/>
                </a:lnTo>
                <a:lnTo>
                  <a:pt x="125440" y="107276"/>
                </a:lnTo>
                <a:lnTo>
                  <a:pt x="146346" y="114600"/>
                </a:lnTo>
                <a:lnTo>
                  <a:pt x="167253" y="118908"/>
                </a:lnTo>
                <a:lnTo>
                  <a:pt x="188159" y="120201"/>
                </a:lnTo>
                <a:lnTo>
                  <a:pt x="209066" y="118477"/>
                </a:lnTo>
                <a:lnTo>
                  <a:pt x="229973" y="113738"/>
                </a:lnTo>
                <a:lnTo>
                  <a:pt x="250879" y="105983"/>
                </a:lnTo>
                <a:lnTo>
                  <a:pt x="271786" y="95212"/>
                </a:lnTo>
                <a:lnTo>
                  <a:pt x="292692" y="81425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8" name="knowledge-cross-edge">
            <a:extLst>
              <a:ext uri="{FF2B5EF4-FFF2-40B4-BE49-F238E27FC236}">
                <a16:creationId xmlns:a16="http://schemas.microsoft.com/office/drawing/2014/main" id="{BB24DDBA-62C8-431C-8551-B30841960850}"/>
              </a:ext>
            </a:extLst>
          </p:cNvPr>
          <p:cNvSpPr>
            <a:spLocks noGrp="1"/>
          </p:cNvSpPr>
          <p:nvPr/>
        </p:nvSpPr>
        <p:spPr>
          <a:xfrm>
            <a:off x="-313851" y="6025771"/>
            <a:ext cx="338605" cy="146055"/>
          </a:xfrm>
          <a:custGeom>
            <a:avLst/>
            <a:gdLst/>
            <a:ahLst/>
            <a:cxnLst/>
            <a:rect l="0" t="0" r="0" b="0"/>
            <a:pathLst>
              <a:path w="338605" h="146055">
                <a:moveTo>
                  <a:pt x="0" y="7154"/>
                </a:moveTo>
                <a:lnTo>
                  <a:pt x="42769" y="2062"/>
                </a:lnTo>
                <a:lnTo>
                  <a:pt x="82892" y="0"/>
                </a:lnTo>
                <a:lnTo>
                  <a:pt x="120370" y="969"/>
                </a:lnTo>
                <a:lnTo>
                  <a:pt x="155202" y="4968"/>
                </a:lnTo>
                <a:lnTo>
                  <a:pt x="187387" y="11997"/>
                </a:lnTo>
                <a:lnTo>
                  <a:pt x="216927" y="22057"/>
                </a:lnTo>
                <a:lnTo>
                  <a:pt x="243821" y="35147"/>
                </a:lnTo>
                <a:lnTo>
                  <a:pt x="268070" y="51268"/>
                </a:lnTo>
                <a:lnTo>
                  <a:pt x="289672" y="70419"/>
                </a:lnTo>
                <a:lnTo>
                  <a:pt x="308629" y="92601"/>
                </a:lnTo>
                <a:lnTo>
                  <a:pt x="324940" y="117813"/>
                </a:lnTo>
                <a:lnTo>
                  <a:pt x="338605" y="146055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9" name="knowledge-edge">
            <a:extLst>
              <a:ext uri="{FF2B5EF4-FFF2-40B4-BE49-F238E27FC236}">
                <a16:creationId xmlns:a16="http://schemas.microsoft.com/office/drawing/2014/main" id="{65378ED5-B289-4973-8FD7-0181A12DEC37}"/>
              </a:ext>
            </a:extLst>
          </p:cNvPr>
          <p:cNvSpPr>
            <a:spLocks noGrp="1"/>
          </p:cNvSpPr>
          <p:nvPr/>
        </p:nvSpPr>
        <p:spPr>
          <a:xfrm>
            <a:off x="-348979" y="6171826"/>
            <a:ext cx="373732" cy="88486"/>
          </a:xfrm>
          <a:custGeom>
            <a:avLst/>
            <a:gdLst/>
            <a:ahLst/>
            <a:cxnLst/>
            <a:rect l="0" t="0" r="0" b="0"/>
            <a:pathLst>
              <a:path w="373732" h="88486">
                <a:moveTo>
                  <a:pt x="0" y="25530"/>
                </a:moveTo>
                <a:lnTo>
                  <a:pt x="26695" y="43720"/>
                </a:lnTo>
                <a:lnTo>
                  <a:pt x="53390" y="58832"/>
                </a:lnTo>
                <a:lnTo>
                  <a:pt x="80086" y="70864"/>
                </a:lnTo>
                <a:lnTo>
                  <a:pt x="106781" y="79817"/>
                </a:lnTo>
                <a:lnTo>
                  <a:pt x="133476" y="85691"/>
                </a:lnTo>
                <a:lnTo>
                  <a:pt x="160171" y="88486"/>
                </a:lnTo>
                <a:lnTo>
                  <a:pt x="186866" y="88202"/>
                </a:lnTo>
                <a:lnTo>
                  <a:pt x="213561" y="84839"/>
                </a:lnTo>
                <a:lnTo>
                  <a:pt x="240257" y="78397"/>
                </a:lnTo>
                <a:lnTo>
                  <a:pt x="266952" y="68876"/>
                </a:lnTo>
                <a:lnTo>
                  <a:pt x="293647" y="56276"/>
                </a:lnTo>
                <a:lnTo>
                  <a:pt x="320342" y="40596"/>
                </a:lnTo>
                <a:lnTo>
                  <a:pt x="347037" y="21838"/>
                </a:lnTo>
                <a:lnTo>
                  <a:pt x="373732" y="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0" name="knowledge-edge">
            <a:extLst>
              <a:ext uri="{FF2B5EF4-FFF2-40B4-BE49-F238E27FC236}">
                <a16:creationId xmlns:a16="http://schemas.microsoft.com/office/drawing/2014/main" id="{0A762F1A-02BA-4BDD-95EA-A7FC52324F58}"/>
              </a:ext>
            </a:extLst>
          </p:cNvPr>
          <p:cNvSpPr>
            <a:spLocks noGrp="1"/>
          </p:cNvSpPr>
          <p:nvPr/>
        </p:nvSpPr>
        <p:spPr>
          <a:xfrm>
            <a:off x="-425851" y="6376235"/>
            <a:ext cx="507959" cy="125791"/>
          </a:xfrm>
          <a:custGeom>
            <a:avLst/>
            <a:gdLst/>
            <a:ahLst/>
            <a:cxnLst/>
            <a:rect l="0" t="0" r="0" b="0"/>
            <a:pathLst>
              <a:path w="507959" h="125791">
                <a:moveTo>
                  <a:pt x="0" y="0"/>
                </a:moveTo>
                <a:lnTo>
                  <a:pt x="36283" y="23745"/>
                </a:lnTo>
                <a:lnTo>
                  <a:pt x="72566" y="45009"/>
                </a:lnTo>
                <a:lnTo>
                  <a:pt x="108848" y="63792"/>
                </a:lnTo>
                <a:lnTo>
                  <a:pt x="145131" y="80093"/>
                </a:lnTo>
                <a:lnTo>
                  <a:pt x="181414" y="93913"/>
                </a:lnTo>
                <a:lnTo>
                  <a:pt x="217697" y="105251"/>
                </a:lnTo>
                <a:lnTo>
                  <a:pt x="253980" y="114108"/>
                </a:lnTo>
                <a:lnTo>
                  <a:pt x="290262" y="120484"/>
                </a:lnTo>
                <a:lnTo>
                  <a:pt x="326545" y="124378"/>
                </a:lnTo>
                <a:lnTo>
                  <a:pt x="362828" y="125791"/>
                </a:lnTo>
                <a:lnTo>
                  <a:pt x="399111" y="124722"/>
                </a:lnTo>
                <a:lnTo>
                  <a:pt x="435394" y="121172"/>
                </a:lnTo>
                <a:lnTo>
                  <a:pt x="471676" y="115141"/>
                </a:lnTo>
                <a:lnTo>
                  <a:pt x="507959" y="106628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1" name="knowledge-cross-edge">
            <a:extLst>
              <a:ext uri="{FF2B5EF4-FFF2-40B4-BE49-F238E27FC236}">
                <a16:creationId xmlns:a16="http://schemas.microsoft.com/office/drawing/2014/main" id="{2DBAD1BB-D1F6-4948-8879-BB2D3A9F9251}"/>
              </a:ext>
            </a:extLst>
          </p:cNvPr>
          <p:cNvSpPr>
            <a:spLocks noGrp="1"/>
          </p:cNvSpPr>
          <p:nvPr/>
        </p:nvSpPr>
        <p:spPr>
          <a:xfrm>
            <a:off x="-425851" y="6372355"/>
            <a:ext cx="438010" cy="426146"/>
          </a:xfrm>
          <a:custGeom>
            <a:avLst/>
            <a:gdLst/>
            <a:ahLst/>
            <a:cxnLst/>
            <a:rect l="0" t="0" r="0" b="0"/>
            <a:pathLst>
              <a:path w="438010" h="426146">
                <a:moveTo>
                  <a:pt x="0" y="3880"/>
                </a:moveTo>
                <a:lnTo>
                  <a:pt x="51053" y="0"/>
                </a:lnTo>
                <a:lnTo>
                  <a:pt x="99460" y="3224"/>
                </a:lnTo>
                <a:lnTo>
                  <a:pt x="145221" y="13551"/>
                </a:lnTo>
                <a:lnTo>
                  <a:pt x="188337" y="30981"/>
                </a:lnTo>
                <a:lnTo>
                  <a:pt x="228806" y="55515"/>
                </a:lnTo>
                <a:lnTo>
                  <a:pt x="266630" y="87152"/>
                </a:lnTo>
                <a:lnTo>
                  <a:pt x="301808" y="125893"/>
                </a:lnTo>
                <a:lnTo>
                  <a:pt x="334340" y="171737"/>
                </a:lnTo>
                <a:lnTo>
                  <a:pt x="364226" y="224684"/>
                </a:lnTo>
                <a:lnTo>
                  <a:pt x="391467" y="284735"/>
                </a:lnTo>
                <a:lnTo>
                  <a:pt x="416061" y="351889"/>
                </a:lnTo>
                <a:lnTo>
                  <a:pt x="438010" y="426146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2" name="knowledge-edge">
            <a:extLst>
              <a:ext uri="{FF2B5EF4-FFF2-40B4-BE49-F238E27FC236}">
                <a16:creationId xmlns:a16="http://schemas.microsoft.com/office/drawing/2014/main" id="{24A36604-1DD6-41B0-AA91-2C40FA421F52}"/>
              </a:ext>
            </a:extLst>
          </p:cNvPr>
          <p:cNvSpPr>
            <a:spLocks noGrp="1"/>
          </p:cNvSpPr>
          <p:nvPr/>
        </p:nvSpPr>
        <p:spPr>
          <a:xfrm>
            <a:off x="-231542" y="6795853"/>
            <a:ext cx="243701" cy="43274"/>
          </a:xfrm>
          <a:custGeom>
            <a:avLst/>
            <a:gdLst/>
            <a:ahLst/>
            <a:cxnLst/>
            <a:rect l="0" t="0" r="0" b="0"/>
            <a:pathLst>
              <a:path w="243701" h="43274">
                <a:moveTo>
                  <a:pt x="0" y="0"/>
                </a:moveTo>
                <a:lnTo>
                  <a:pt x="17407" y="11319"/>
                </a:lnTo>
                <a:lnTo>
                  <a:pt x="34814" y="20925"/>
                </a:lnTo>
                <a:lnTo>
                  <a:pt x="52222" y="28820"/>
                </a:lnTo>
                <a:lnTo>
                  <a:pt x="69629" y="35002"/>
                </a:lnTo>
                <a:lnTo>
                  <a:pt x="87036" y="39472"/>
                </a:lnTo>
                <a:lnTo>
                  <a:pt x="104443" y="42229"/>
                </a:lnTo>
                <a:lnTo>
                  <a:pt x="121850" y="43274"/>
                </a:lnTo>
                <a:lnTo>
                  <a:pt x="139257" y="42607"/>
                </a:lnTo>
                <a:lnTo>
                  <a:pt x="156665" y="40228"/>
                </a:lnTo>
                <a:lnTo>
                  <a:pt x="174072" y="36137"/>
                </a:lnTo>
                <a:lnTo>
                  <a:pt x="191479" y="30333"/>
                </a:lnTo>
                <a:lnTo>
                  <a:pt x="208886" y="22817"/>
                </a:lnTo>
                <a:lnTo>
                  <a:pt x="226293" y="13589"/>
                </a:lnTo>
                <a:lnTo>
                  <a:pt x="243701" y="2648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3" name="knowledge-edge">
            <a:extLst>
              <a:ext uri="{FF2B5EF4-FFF2-40B4-BE49-F238E27FC236}">
                <a16:creationId xmlns:a16="http://schemas.microsoft.com/office/drawing/2014/main" id="{68E75862-5E95-4BFD-8C81-0E92F265BCD9}"/>
              </a:ext>
            </a:extLst>
          </p:cNvPr>
          <p:cNvSpPr>
            <a:spLocks noGrp="1"/>
          </p:cNvSpPr>
          <p:nvPr/>
        </p:nvSpPr>
        <p:spPr>
          <a:xfrm>
            <a:off x="-17103" y="5745993"/>
            <a:ext cx="513601" cy="193435"/>
          </a:xfrm>
          <a:custGeom>
            <a:avLst/>
            <a:gdLst/>
            <a:ahLst/>
            <a:cxnLst/>
            <a:rect l="0" t="0" r="0" b="0"/>
            <a:pathLst>
              <a:path w="513601" h="193435">
                <a:moveTo>
                  <a:pt x="0" y="0"/>
                </a:moveTo>
                <a:lnTo>
                  <a:pt x="36686" y="1545"/>
                </a:lnTo>
                <a:lnTo>
                  <a:pt x="73372" y="4979"/>
                </a:lnTo>
                <a:lnTo>
                  <a:pt x="110057" y="10300"/>
                </a:lnTo>
                <a:lnTo>
                  <a:pt x="146743" y="17509"/>
                </a:lnTo>
                <a:lnTo>
                  <a:pt x="183429" y="26606"/>
                </a:lnTo>
                <a:lnTo>
                  <a:pt x="220115" y="37591"/>
                </a:lnTo>
                <a:lnTo>
                  <a:pt x="256801" y="50464"/>
                </a:lnTo>
                <a:lnTo>
                  <a:pt x="293486" y="65225"/>
                </a:lnTo>
                <a:lnTo>
                  <a:pt x="330172" y="81873"/>
                </a:lnTo>
                <a:lnTo>
                  <a:pt x="366858" y="100410"/>
                </a:lnTo>
                <a:lnTo>
                  <a:pt x="403544" y="120834"/>
                </a:lnTo>
                <a:lnTo>
                  <a:pt x="440230" y="143147"/>
                </a:lnTo>
                <a:lnTo>
                  <a:pt x="476915" y="167347"/>
                </a:lnTo>
                <a:lnTo>
                  <a:pt x="513601" y="193435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4" name="knowledge-cross-edge">
            <a:extLst>
              <a:ext uri="{FF2B5EF4-FFF2-40B4-BE49-F238E27FC236}">
                <a16:creationId xmlns:a16="http://schemas.microsoft.com/office/drawing/2014/main" id="{3AA4017E-E9B2-4910-B92D-B81EA0F116E9}"/>
              </a:ext>
            </a:extLst>
          </p:cNvPr>
          <p:cNvSpPr>
            <a:spLocks noGrp="1"/>
          </p:cNvSpPr>
          <p:nvPr/>
        </p:nvSpPr>
        <p:spPr>
          <a:xfrm>
            <a:off x="-17103" y="5745993"/>
            <a:ext cx="359595" cy="317169"/>
          </a:xfrm>
          <a:custGeom>
            <a:avLst/>
            <a:gdLst/>
            <a:ahLst/>
            <a:cxnLst/>
            <a:rect l="0" t="0" r="0" b="0"/>
            <a:pathLst>
              <a:path w="359595" h="317169">
                <a:moveTo>
                  <a:pt x="0" y="0"/>
                </a:moveTo>
                <a:lnTo>
                  <a:pt x="44518" y="9082"/>
                </a:lnTo>
                <a:lnTo>
                  <a:pt x="86391" y="21318"/>
                </a:lnTo>
                <a:lnTo>
                  <a:pt x="125617" y="36709"/>
                </a:lnTo>
                <a:lnTo>
                  <a:pt x="162198" y="55254"/>
                </a:lnTo>
                <a:lnTo>
                  <a:pt x="196133" y="76953"/>
                </a:lnTo>
                <a:lnTo>
                  <a:pt x="227422" y="101806"/>
                </a:lnTo>
                <a:lnTo>
                  <a:pt x="256066" y="129814"/>
                </a:lnTo>
                <a:lnTo>
                  <a:pt x="282063" y="160977"/>
                </a:lnTo>
                <a:lnTo>
                  <a:pt x="305415" y="195293"/>
                </a:lnTo>
                <a:lnTo>
                  <a:pt x="326121" y="232764"/>
                </a:lnTo>
                <a:lnTo>
                  <a:pt x="344181" y="273389"/>
                </a:lnTo>
                <a:lnTo>
                  <a:pt x="359595" y="317169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15" name="knowledge-long-edge">
            <a:extLst>
              <a:ext uri="{FF2B5EF4-FFF2-40B4-BE49-F238E27FC236}">
                <a16:creationId xmlns:a16="http://schemas.microsoft.com/office/drawing/2014/main" id="{BD1D4485-2D1B-4D5E-8515-767009079DF3}"/>
              </a:ext>
            </a:extLst>
          </p:cNvPr>
          <p:cNvSpPr>
            <a:spLocks noGrp="1"/>
          </p:cNvSpPr>
          <p:nvPr/>
        </p:nvSpPr>
        <p:spPr>
          <a:xfrm>
            <a:off x="-17103" y="5492400"/>
            <a:ext cx="1003351" cy="519039"/>
          </a:xfrm>
          <a:custGeom>
            <a:avLst/>
            <a:gdLst/>
            <a:ahLst/>
            <a:cxnLst/>
            <a:rect l="0" t="0" r="0" b="0"/>
            <a:pathLst>
              <a:path w="1003351" h="519039">
                <a:moveTo>
                  <a:pt x="0" y="253593"/>
                </a:moveTo>
                <a:lnTo>
                  <a:pt x="62709" y="182154"/>
                </a:lnTo>
                <a:lnTo>
                  <a:pt x="125419" y="122451"/>
                </a:lnTo>
                <a:lnTo>
                  <a:pt x="188128" y="74486"/>
                </a:lnTo>
                <a:lnTo>
                  <a:pt x="250838" y="38259"/>
                </a:lnTo>
                <a:lnTo>
                  <a:pt x="313547" y="13769"/>
                </a:lnTo>
                <a:lnTo>
                  <a:pt x="376257" y="1016"/>
                </a:lnTo>
                <a:lnTo>
                  <a:pt x="438966" y="0"/>
                </a:lnTo>
                <a:lnTo>
                  <a:pt x="501675" y="10722"/>
                </a:lnTo>
                <a:lnTo>
                  <a:pt x="564385" y="33181"/>
                </a:lnTo>
                <a:lnTo>
                  <a:pt x="627094" y="67377"/>
                </a:lnTo>
                <a:lnTo>
                  <a:pt x="689804" y="113311"/>
                </a:lnTo>
                <a:lnTo>
                  <a:pt x="752513" y="170982"/>
                </a:lnTo>
                <a:lnTo>
                  <a:pt x="815223" y="240390"/>
                </a:lnTo>
                <a:lnTo>
                  <a:pt x="877932" y="321536"/>
                </a:lnTo>
                <a:lnTo>
                  <a:pt x="940641" y="414419"/>
                </a:lnTo>
                <a:lnTo>
                  <a:pt x="1003351" y="519039"/>
                </a:lnTo>
              </a:path>
            </a:pathLst>
          </a:custGeom>
          <a:noFill/>
          <a:ln w="4286">
            <a:solidFill>
              <a:srgbClr val="457CE8">
                <a:alpha val="9000"/>
              </a:srgbClr>
            </a:solidFill>
            <a:prstDash val="solid"/>
          </a:ln>
        </p:spPr>
      </p:sp>
      <p:sp>
        <p:nvSpPr>
          <p:cNvPr id="16" name="knowledge-edge">
            <a:extLst>
              <a:ext uri="{FF2B5EF4-FFF2-40B4-BE49-F238E27FC236}">
                <a16:creationId xmlns:a16="http://schemas.microsoft.com/office/drawing/2014/main" id="{12B7D4BB-915D-4594-8FC9-FDCAFA8D14B9}"/>
              </a:ext>
            </a:extLst>
          </p:cNvPr>
          <p:cNvSpPr>
            <a:spLocks noGrp="1"/>
          </p:cNvSpPr>
          <p:nvPr/>
        </p:nvSpPr>
        <p:spPr>
          <a:xfrm>
            <a:off x="117480" y="5876463"/>
            <a:ext cx="225012" cy="186700"/>
          </a:xfrm>
          <a:custGeom>
            <a:avLst/>
            <a:gdLst/>
            <a:ahLst/>
            <a:cxnLst/>
            <a:rect l="0" t="0" r="0" b="0"/>
            <a:pathLst>
              <a:path w="225012" h="186700">
                <a:moveTo>
                  <a:pt x="0" y="521"/>
                </a:moveTo>
                <a:lnTo>
                  <a:pt x="16072" y="0"/>
                </a:lnTo>
                <a:lnTo>
                  <a:pt x="32145" y="1605"/>
                </a:lnTo>
                <a:lnTo>
                  <a:pt x="48217" y="5337"/>
                </a:lnTo>
                <a:lnTo>
                  <a:pt x="64289" y="11194"/>
                </a:lnTo>
                <a:lnTo>
                  <a:pt x="80362" y="19178"/>
                </a:lnTo>
                <a:lnTo>
                  <a:pt x="96434" y="29287"/>
                </a:lnTo>
                <a:lnTo>
                  <a:pt x="112506" y="41523"/>
                </a:lnTo>
                <a:lnTo>
                  <a:pt x="128579" y="55884"/>
                </a:lnTo>
                <a:lnTo>
                  <a:pt x="144651" y="72372"/>
                </a:lnTo>
                <a:lnTo>
                  <a:pt x="160723" y="90985"/>
                </a:lnTo>
                <a:lnTo>
                  <a:pt x="176796" y="111725"/>
                </a:lnTo>
                <a:lnTo>
                  <a:pt x="192868" y="134591"/>
                </a:lnTo>
                <a:lnTo>
                  <a:pt x="208940" y="159582"/>
                </a:lnTo>
                <a:lnTo>
                  <a:pt x="225012" y="186700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7" name="knowledge-cross-edge">
            <a:extLst>
              <a:ext uri="{FF2B5EF4-FFF2-40B4-BE49-F238E27FC236}">
                <a16:creationId xmlns:a16="http://schemas.microsoft.com/office/drawing/2014/main" id="{019EDE6B-E54A-45E4-96F0-866B8BF03F92}"/>
              </a:ext>
            </a:extLst>
          </p:cNvPr>
          <p:cNvSpPr>
            <a:spLocks noGrp="1"/>
          </p:cNvSpPr>
          <p:nvPr/>
        </p:nvSpPr>
        <p:spPr>
          <a:xfrm>
            <a:off x="117480" y="5876983"/>
            <a:ext cx="306432" cy="245527"/>
          </a:xfrm>
          <a:custGeom>
            <a:avLst/>
            <a:gdLst/>
            <a:ahLst/>
            <a:cxnLst/>
            <a:rect l="0" t="0" r="0" b="0"/>
            <a:pathLst>
              <a:path w="306432" h="245527">
                <a:moveTo>
                  <a:pt x="0" y="0"/>
                </a:moveTo>
                <a:lnTo>
                  <a:pt x="40088" y="5490"/>
                </a:lnTo>
                <a:lnTo>
                  <a:pt x="77530" y="13702"/>
                </a:lnTo>
                <a:lnTo>
                  <a:pt x="112327" y="24636"/>
                </a:lnTo>
                <a:lnTo>
                  <a:pt x="144477" y="38292"/>
                </a:lnTo>
                <a:lnTo>
                  <a:pt x="173982" y="54670"/>
                </a:lnTo>
                <a:lnTo>
                  <a:pt x="200841" y="73769"/>
                </a:lnTo>
                <a:lnTo>
                  <a:pt x="225054" y="95591"/>
                </a:lnTo>
                <a:lnTo>
                  <a:pt x="246621" y="120134"/>
                </a:lnTo>
                <a:lnTo>
                  <a:pt x="265543" y="147400"/>
                </a:lnTo>
                <a:lnTo>
                  <a:pt x="281818" y="177387"/>
                </a:lnTo>
                <a:lnTo>
                  <a:pt x="295448" y="210096"/>
                </a:lnTo>
                <a:lnTo>
                  <a:pt x="306432" y="245527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18" name="knowledge-edge">
            <a:extLst>
              <a:ext uri="{FF2B5EF4-FFF2-40B4-BE49-F238E27FC236}">
                <a16:creationId xmlns:a16="http://schemas.microsoft.com/office/drawing/2014/main" id="{97338BC9-1BA3-45E2-8CA3-EDD47F299A2B}"/>
              </a:ext>
            </a:extLst>
          </p:cNvPr>
          <p:cNvSpPr>
            <a:spLocks noGrp="1"/>
          </p:cNvSpPr>
          <p:nvPr/>
        </p:nvSpPr>
        <p:spPr>
          <a:xfrm>
            <a:off x="207555" y="5960697"/>
            <a:ext cx="216357" cy="161814"/>
          </a:xfrm>
          <a:custGeom>
            <a:avLst/>
            <a:gdLst/>
            <a:ahLst/>
            <a:cxnLst/>
            <a:rect l="0" t="0" r="0" b="0"/>
            <a:pathLst>
              <a:path w="216357" h="161814">
                <a:moveTo>
                  <a:pt x="0" y="0"/>
                </a:moveTo>
                <a:lnTo>
                  <a:pt x="15454" y="13350"/>
                </a:lnTo>
                <a:lnTo>
                  <a:pt x="30908" y="26425"/>
                </a:lnTo>
                <a:lnTo>
                  <a:pt x="46362" y="39224"/>
                </a:lnTo>
                <a:lnTo>
                  <a:pt x="61816" y="51747"/>
                </a:lnTo>
                <a:lnTo>
                  <a:pt x="77270" y="63994"/>
                </a:lnTo>
                <a:lnTo>
                  <a:pt x="92725" y="75966"/>
                </a:lnTo>
                <a:lnTo>
                  <a:pt x="108179" y="87662"/>
                </a:lnTo>
                <a:lnTo>
                  <a:pt x="123633" y="99082"/>
                </a:lnTo>
                <a:lnTo>
                  <a:pt x="139087" y="110226"/>
                </a:lnTo>
                <a:lnTo>
                  <a:pt x="154541" y="121095"/>
                </a:lnTo>
                <a:lnTo>
                  <a:pt x="169995" y="131688"/>
                </a:lnTo>
                <a:lnTo>
                  <a:pt x="185449" y="142006"/>
                </a:lnTo>
                <a:lnTo>
                  <a:pt x="200903" y="152048"/>
                </a:lnTo>
                <a:lnTo>
                  <a:pt x="216357" y="161814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9" name="knowledge-cross-edge">
            <a:extLst>
              <a:ext uri="{FF2B5EF4-FFF2-40B4-BE49-F238E27FC236}">
                <a16:creationId xmlns:a16="http://schemas.microsoft.com/office/drawing/2014/main" id="{B8EABA62-F35C-4BCD-8548-C912E70FC4C6}"/>
              </a:ext>
            </a:extLst>
          </p:cNvPr>
          <p:cNvSpPr>
            <a:spLocks noGrp="1"/>
          </p:cNvSpPr>
          <p:nvPr/>
        </p:nvSpPr>
        <p:spPr>
          <a:xfrm>
            <a:off x="207555" y="5915519"/>
            <a:ext cx="432874" cy="93290"/>
          </a:xfrm>
          <a:custGeom>
            <a:avLst/>
            <a:gdLst/>
            <a:ahLst/>
            <a:cxnLst/>
            <a:rect l="0" t="0" r="0" b="0"/>
            <a:pathLst>
              <a:path w="432874" h="93290">
                <a:moveTo>
                  <a:pt x="0" y="45178"/>
                </a:moveTo>
                <a:lnTo>
                  <a:pt x="50625" y="28688"/>
                </a:lnTo>
                <a:lnTo>
                  <a:pt x="98604" y="15925"/>
                </a:lnTo>
                <a:lnTo>
                  <a:pt x="143937" y="6890"/>
                </a:lnTo>
                <a:lnTo>
                  <a:pt x="186625" y="1581"/>
                </a:lnTo>
                <a:lnTo>
                  <a:pt x="226666" y="0"/>
                </a:lnTo>
                <a:lnTo>
                  <a:pt x="264062" y="2146"/>
                </a:lnTo>
                <a:lnTo>
                  <a:pt x="298812" y="8019"/>
                </a:lnTo>
                <a:lnTo>
                  <a:pt x="330916" y="17619"/>
                </a:lnTo>
                <a:lnTo>
                  <a:pt x="360374" y="30946"/>
                </a:lnTo>
                <a:lnTo>
                  <a:pt x="387187" y="48000"/>
                </a:lnTo>
                <a:lnTo>
                  <a:pt x="411353" y="68781"/>
                </a:lnTo>
                <a:lnTo>
                  <a:pt x="432874" y="93290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20" name="knowledge-cross-edge">
            <a:extLst>
              <a:ext uri="{FF2B5EF4-FFF2-40B4-BE49-F238E27FC236}">
                <a16:creationId xmlns:a16="http://schemas.microsoft.com/office/drawing/2014/main" id="{61680424-D5BA-4313-B16D-1C71787A04DF}"/>
              </a:ext>
            </a:extLst>
          </p:cNvPr>
          <p:cNvSpPr>
            <a:spLocks noGrp="1"/>
          </p:cNvSpPr>
          <p:nvPr/>
        </p:nvSpPr>
        <p:spPr>
          <a:xfrm>
            <a:off x="203586" y="5960697"/>
            <a:ext cx="138906" cy="102465"/>
          </a:xfrm>
          <a:custGeom>
            <a:avLst/>
            <a:gdLst/>
            <a:ahLst/>
            <a:cxnLst/>
            <a:rect l="0" t="0" r="0" b="0"/>
            <a:pathLst>
              <a:path w="138906" h="102465">
                <a:moveTo>
                  <a:pt x="3969" y="0"/>
                </a:moveTo>
                <a:lnTo>
                  <a:pt x="661" y="10872"/>
                </a:lnTo>
                <a:lnTo>
                  <a:pt x="0" y="21319"/>
                </a:lnTo>
                <a:lnTo>
                  <a:pt x="1984" y="31343"/>
                </a:lnTo>
                <a:lnTo>
                  <a:pt x="6615" y="40942"/>
                </a:lnTo>
                <a:lnTo>
                  <a:pt x="13891" y="50117"/>
                </a:lnTo>
                <a:lnTo>
                  <a:pt x="23813" y="58868"/>
                </a:lnTo>
                <a:lnTo>
                  <a:pt x="36380" y="67195"/>
                </a:lnTo>
                <a:lnTo>
                  <a:pt x="51594" y="75097"/>
                </a:lnTo>
                <a:lnTo>
                  <a:pt x="69453" y="82576"/>
                </a:lnTo>
                <a:lnTo>
                  <a:pt x="89958" y="89630"/>
                </a:lnTo>
                <a:lnTo>
                  <a:pt x="113109" y="96260"/>
                </a:lnTo>
                <a:lnTo>
                  <a:pt x="138906" y="102465"/>
                </a:lnTo>
              </a:path>
            </a:pathLst>
          </a:custGeom>
          <a:noFill/>
          <a:ln w="4953">
            <a:solidFill>
              <a:srgbClr val="457CE8">
                <a:alpha val="12000"/>
              </a:srgbClr>
            </a:solidFill>
            <a:prstDash val="solid"/>
          </a:ln>
        </p:spPr>
      </p:sp>
      <p:sp>
        <p:nvSpPr>
          <p:cNvPr id="21" name="knowledge-edge">
            <a:extLst>
              <a:ext uri="{FF2B5EF4-FFF2-40B4-BE49-F238E27FC236}">
                <a16:creationId xmlns:a16="http://schemas.microsoft.com/office/drawing/2014/main" id="{80BF4E21-18C6-4BD0-8B8C-DB77E7FA2EDA}"/>
              </a:ext>
            </a:extLst>
          </p:cNvPr>
          <p:cNvSpPr>
            <a:spLocks noGrp="1"/>
          </p:cNvSpPr>
          <p:nvPr/>
        </p:nvSpPr>
        <p:spPr>
          <a:xfrm>
            <a:off x="-21159" y="6008809"/>
            <a:ext cx="661587" cy="105565"/>
          </a:xfrm>
          <a:custGeom>
            <a:avLst/>
            <a:gdLst/>
            <a:ahLst/>
            <a:cxnLst/>
            <a:rect l="0" t="0" r="0" b="0"/>
            <a:pathLst>
              <a:path w="661587" h="105565">
                <a:moveTo>
                  <a:pt x="0" y="105541"/>
                </a:moveTo>
                <a:lnTo>
                  <a:pt x="47256" y="105565"/>
                </a:lnTo>
                <a:lnTo>
                  <a:pt x="94512" y="104426"/>
                </a:lnTo>
                <a:lnTo>
                  <a:pt x="141769" y="102123"/>
                </a:lnTo>
                <a:lnTo>
                  <a:pt x="189025" y="98657"/>
                </a:lnTo>
                <a:lnTo>
                  <a:pt x="236281" y="94027"/>
                </a:lnTo>
                <a:lnTo>
                  <a:pt x="283537" y="88234"/>
                </a:lnTo>
                <a:lnTo>
                  <a:pt x="330794" y="81277"/>
                </a:lnTo>
                <a:lnTo>
                  <a:pt x="378050" y="73157"/>
                </a:lnTo>
                <a:lnTo>
                  <a:pt x="425306" y="63873"/>
                </a:lnTo>
                <a:lnTo>
                  <a:pt x="472562" y="53425"/>
                </a:lnTo>
                <a:lnTo>
                  <a:pt x="519819" y="41814"/>
                </a:lnTo>
                <a:lnTo>
                  <a:pt x="567075" y="29040"/>
                </a:lnTo>
                <a:lnTo>
                  <a:pt x="614331" y="15102"/>
                </a:lnTo>
                <a:lnTo>
                  <a:pt x="661587" y="0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2" name="knowledge-cross-edge">
            <a:extLst>
              <a:ext uri="{FF2B5EF4-FFF2-40B4-BE49-F238E27FC236}">
                <a16:creationId xmlns:a16="http://schemas.microsoft.com/office/drawing/2014/main" id="{8A683E0D-25FC-40CA-99B6-B68182433FCC}"/>
              </a:ext>
            </a:extLst>
          </p:cNvPr>
          <p:cNvSpPr>
            <a:spLocks noGrp="1"/>
          </p:cNvSpPr>
          <p:nvPr/>
        </p:nvSpPr>
        <p:spPr>
          <a:xfrm>
            <a:off x="-21159" y="6042711"/>
            <a:ext cx="445070" cy="79800"/>
          </a:xfrm>
          <a:custGeom>
            <a:avLst/>
            <a:gdLst/>
            <a:ahLst/>
            <a:cxnLst/>
            <a:rect l="0" t="0" r="0" b="0"/>
            <a:pathLst>
              <a:path w="445070" h="79800">
                <a:moveTo>
                  <a:pt x="0" y="71639"/>
                </a:moveTo>
                <a:lnTo>
                  <a:pt x="22537" y="49182"/>
                </a:lnTo>
                <a:lnTo>
                  <a:pt x="47720" y="30933"/>
                </a:lnTo>
                <a:lnTo>
                  <a:pt x="75549" y="16890"/>
                </a:lnTo>
                <a:lnTo>
                  <a:pt x="106023" y="7053"/>
                </a:lnTo>
                <a:lnTo>
                  <a:pt x="139144" y="1423"/>
                </a:lnTo>
                <a:lnTo>
                  <a:pt x="174910" y="0"/>
                </a:lnTo>
                <a:lnTo>
                  <a:pt x="213322" y="2783"/>
                </a:lnTo>
                <a:lnTo>
                  <a:pt x="254380" y="9773"/>
                </a:lnTo>
                <a:lnTo>
                  <a:pt x="298084" y="20970"/>
                </a:lnTo>
                <a:lnTo>
                  <a:pt x="344434" y="36373"/>
                </a:lnTo>
                <a:lnTo>
                  <a:pt x="393429" y="55983"/>
                </a:lnTo>
                <a:lnTo>
                  <a:pt x="445070" y="79800"/>
                </a:lnTo>
              </a:path>
            </a:pathLst>
          </a:custGeom>
          <a:noFill/>
          <a:ln w="4953">
            <a:solidFill>
              <a:srgbClr val="457CE8">
                <a:alpha val="12000"/>
              </a:srgbClr>
            </a:solidFill>
            <a:prstDash val="solid"/>
          </a:ln>
        </p:spPr>
      </p:sp>
      <p:sp>
        <p:nvSpPr>
          <p:cNvPr id="23" name="knowledge-long-edge">
            <a:extLst>
              <a:ext uri="{FF2B5EF4-FFF2-40B4-BE49-F238E27FC236}">
                <a16:creationId xmlns:a16="http://schemas.microsoft.com/office/drawing/2014/main" id="{97A84995-9CAA-42A9-B564-9168FB4217E7}"/>
              </a:ext>
            </a:extLst>
          </p:cNvPr>
          <p:cNvSpPr>
            <a:spLocks noGrp="1"/>
          </p:cNvSpPr>
          <p:nvPr/>
        </p:nvSpPr>
        <p:spPr>
          <a:xfrm>
            <a:off x="-21159" y="5977182"/>
            <a:ext cx="757980" cy="508630"/>
          </a:xfrm>
          <a:custGeom>
            <a:avLst/>
            <a:gdLst/>
            <a:ahLst/>
            <a:cxnLst/>
            <a:rect l="0" t="0" r="0" b="0"/>
            <a:pathLst>
              <a:path w="757980" h="508630">
                <a:moveTo>
                  <a:pt x="0" y="137168"/>
                </a:moveTo>
                <a:lnTo>
                  <a:pt x="47374" y="91316"/>
                </a:lnTo>
                <a:lnTo>
                  <a:pt x="94747" y="54673"/>
                </a:lnTo>
                <a:lnTo>
                  <a:pt x="142121" y="27240"/>
                </a:lnTo>
                <a:lnTo>
                  <a:pt x="189495" y="9015"/>
                </a:lnTo>
                <a:lnTo>
                  <a:pt x="236869" y="0"/>
                </a:lnTo>
                <a:lnTo>
                  <a:pt x="284242" y="194"/>
                </a:lnTo>
                <a:lnTo>
                  <a:pt x="331616" y="9596"/>
                </a:lnTo>
                <a:lnTo>
                  <a:pt x="378990" y="28208"/>
                </a:lnTo>
                <a:lnTo>
                  <a:pt x="426364" y="56029"/>
                </a:lnTo>
                <a:lnTo>
                  <a:pt x="473737" y="93059"/>
                </a:lnTo>
                <a:lnTo>
                  <a:pt x="521111" y="139298"/>
                </a:lnTo>
                <a:lnTo>
                  <a:pt x="568485" y="194746"/>
                </a:lnTo>
                <a:lnTo>
                  <a:pt x="615859" y="259403"/>
                </a:lnTo>
                <a:lnTo>
                  <a:pt x="663232" y="333270"/>
                </a:lnTo>
                <a:lnTo>
                  <a:pt x="710606" y="416345"/>
                </a:lnTo>
                <a:lnTo>
                  <a:pt x="757980" y="508630"/>
                </a:lnTo>
              </a:path>
            </a:pathLst>
          </a:custGeom>
          <a:noFill/>
          <a:ln w="4286">
            <a:solidFill>
              <a:srgbClr val="457CE8">
                <a:alpha val="9000"/>
              </a:srgbClr>
            </a:solidFill>
            <a:prstDash val="solid"/>
          </a:ln>
        </p:spPr>
      </p:sp>
      <p:sp>
        <p:nvSpPr>
          <p:cNvPr id="24" name="knowledge-edge">
            <a:extLst>
              <a:ext uri="{FF2B5EF4-FFF2-40B4-BE49-F238E27FC236}">
                <a16:creationId xmlns:a16="http://schemas.microsoft.com/office/drawing/2014/main" id="{85C9A060-3A9E-4B06-98EF-96A32E549F09}"/>
              </a:ext>
            </a:extLst>
          </p:cNvPr>
          <p:cNvSpPr>
            <a:spLocks noGrp="1"/>
          </p:cNvSpPr>
          <p:nvPr/>
        </p:nvSpPr>
        <p:spPr>
          <a:xfrm>
            <a:off x="24754" y="6159049"/>
            <a:ext cx="481762" cy="103753"/>
          </a:xfrm>
          <a:custGeom>
            <a:avLst/>
            <a:gdLst/>
            <a:ahLst/>
            <a:cxnLst/>
            <a:rect l="0" t="0" r="0" b="0"/>
            <a:pathLst>
              <a:path w="481762" h="103753">
                <a:moveTo>
                  <a:pt x="0" y="12777"/>
                </a:moveTo>
                <a:lnTo>
                  <a:pt x="34412" y="6675"/>
                </a:lnTo>
                <a:lnTo>
                  <a:pt x="68823" y="2512"/>
                </a:lnTo>
                <a:lnTo>
                  <a:pt x="103235" y="287"/>
                </a:lnTo>
                <a:lnTo>
                  <a:pt x="137646" y="0"/>
                </a:lnTo>
                <a:lnTo>
                  <a:pt x="172058" y="1652"/>
                </a:lnTo>
                <a:lnTo>
                  <a:pt x="206469" y="5243"/>
                </a:lnTo>
                <a:lnTo>
                  <a:pt x="240881" y="10772"/>
                </a:lnTo>
                <a:lnTo>
                  <a:pt x="275293" y="18239"/>
                </a:lnTo>
                <a:lnTo>
                  <a:pt x="309704" y="27645"/>
                </a:lnTo>
                <a:lnTo>
                  <a:pt x="344116" y="38990"/>
                </a:lnTo>
                <a:lnTo>
                  <a:pt x="378527" y="52273"/>
                </a:lnTo>
                <a:lnTo>
                  <a:pt x="412939" y="67494"/>
                </a:lnTo>
                <a:lnTo>
                  <a:pt x="447350" y="84654"/>
                </a:lnTo>
                <a:lnTo>
                  <a:pt x="481762" y="103753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5" name="knowledge-cross-edge">
            <a:extLst>
              <a:ext uri="{FF2B5EF4-FFF2-40B4-BE49-F238E27FC236}">
                <a16:creationId xmlns:a16="http://schemas.microsoft.com/office/drawing/2014/main" id="{1ACA6242-A12D-4CF4-85CA-A9B69B4D07B6}"/>
              </a:ext>
            </a:extLst>
          </p:cNvPr>
          <p:cNvSpPr>
            <a:spLocks noGrp="1"/>
          </p:cNvSpPr>
          <p:nvPr/>
        </p:nvSpPr>
        <p:spPr>
          <a:xfrm>
            <a:off x="24754" y="5972400"/>
            <a:ext cx="615675" cy="199425"/>
          </a:xfrm>
          <a:custGeom>
            <a:avLst/>
            <a:gdLst/>
            <a:ahLst/>
            <a:cxnLst/>
            <a:rect l="0" t="0" r="0" b="0"/>
            <a:pathLst>
              <a:path w="615675" h="199425">
                <a:moveTo>
                  <a:pt x="0" y="199425"/>
                </a:moveTo>
                <a:lnTo>
                  <a:pt x="36754" y="154646"/>
                </a:lnTo>
                <a:lnTo>
                  <a:pt x="76154" y="115539"/>
                </a:lnTo>
                <a:lnTo>
                  <a:pt x="118200" y="82103"/>
                </a:lnTo>
                <a:lnTo>
                  <a:pt x="162892" y="54339"/>
                </a:lnTo>
                <a:lnTo>
                  <a:pt x="210229" y="32247"/>
                </a:lnTo>
                <a:lnTo>
                  <a:pt x="260213" y="15826"/>
                </a:lnTo>
                <a:lnTo>
                  <a:pt x="312842" y="5077"/>
                </a:lnTo>
                <a:lnTo>
                  <a:pt x="368117" y="0"/>
                </a:lnTo>
                <a:lnTo>
                  <a:pt x="426038" y="595"/>
                </a:lnTo>
                <a:lnTo>
                  <a:pt x="486604" y="6861"/>
                </a:lnTo>
                <a:lnTo>
                  <a:pt x="549817" y="18799"/>
                </a:lnTo>
                <a:lnTo>
                  <a:pt x="615675" y="36408"/>
                </a:lnTo>
              </a:path>
            </a:pathLst>
          </a:custGeom>
          <a:noFill/>
          <a:ln w="4953">
            <a:solidFill>
              <a:srgbClr val="457CE8">
                <a:alpha val="12000"/>
              </a:srgbClr>
            </a:solidFill>
            <a:prstDash val="solid"/>
          </a:ln>
        </p:spPr>
      </p:sp>
      <p:sp>
        <p:nvSpPr>
          <p:cNvPr id="26" name="knowledge-edge">
            <a:extLst>
              <a:ext uri="{FF2B5EF4-FFF2-40B4-BE49-F238E27FC236}">
                <a16:creationId xmlns:a16="http://schemas.microsoft.com/office/drawing/2014/main" id="{F763DEF2-5E95-4178-A385-ED02E2364CE5}"/>
              </a:ext>
            </a:extLst>
          </p:cNvPr>
          <p:cNvSpPr>
            <a:spLocks noGrp="1"/>
          </p:cNvSpPr>
          <p:nvPr/>
        </p:nvSpPr>
        <p:spPr>
          <a:xfrm>
            <a:off x="82108" y="6448985"/>
            <a:ext cx="534546" cy="57666"/>
          </a:xfrm>
          <a:custGeom>
            <a:avLst/>
            <a:gdLst/>
            <a:ahLst/>
            <a:cxnLst/>
            <a:rect l="0" t="0" r="0" b="0"/>
            <a:pathLst>
              <a:path w="534546" h="57666">
                <a:moveTo>
                  <a:pt x="0" y="33877"/>
                </a:moveTo>
                <a:lnTo>
                  <a:pt x="38182" y="23640"/>
                </a:lnTo>
                <a:lnTo>
                  <a:pt x="76364" y="15239"/>
                </a:lnTo>
                <a:lnTo>
                  <a:pt x="114546" y="8675"/>
                </a:lnTo>
                <a:lnTo>
                  <a:pt x="152727" y="3947"/>
                </a:lnTo>
                <a:lnTo>
                  <a:pt x="190909" y="1055"/>
                </a:lnTo>
                <a:lnTo>
                  <a:pt x="229091" y="0"/>
                </a:lnTo>
                <a:lnTo>
                  <a:pt x="267273" y="781"/>
                </a:lnTo>
                <a:lnTo>
                  <a:pt x="305455" y="3398"/>
                </a:lnTo>
                <a:lnTo>
                  <a:pt x="343637" y="7852"/>
                </a:lnTo>
                <a:lnTo>
                  <a:pt x="381818" y="14142"/>
                </a:lnTo>
                <a:lnTo>
                  <a:pt x="420000" y="22268"/>
                </a:lnTo>
                <a:lnTo>
                  <a:pt x="458182" y="32231"/>
                </a:lnTo>
                <a:lnTo>
                  <a:pt x="496364" y="44030"/>
                </a:lnTo>
                <a:lnTo>
                  <a:pt x="534546" y="57666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7" name="knowledge-cross-edge">
            <a:extLst>
              <a:ext uri="{FF2B5EF4-FFF2-40B4-BE49-F238E27FC236}">
                <a16:creationId xmlns:a16="http://schemas.microsoft.com/office/drawing/2014/main" id="{E50B710F-4697-4680-A03B-C07CAC6E0980}"/>
              </a:ext>
            </a:extLst>
          </p:cNvPr>
          <p:cNvSpPr>
            <a:spLocks noGrp="1"/>
          </p:cNvSpPr>
          <p:nvPr/>
        </p:nvSpPr>
        <p:spPr>
          <a:xfrm>
            <a:off x="82108" y="6482862"/>
            <a:ext cx="449009" cy="411999"/>
          </a:xfrm>
          <a:custGeom>
            <a:avLst/>
            <a:gdLst/>
            <a:ahLst/>
            <a:cxnLst/>
            <a:rect l="0" t="0" r="0" b="0"/>
            <a:pathLst>
              <a:path w="449009" h="411999">
                <a:moveTo>
                  <a:pt x="0" y="0"/>
                </a:moveTo>
                <a:lnTo>
                  <a:pt x="51970" y="11251"/>
                </a:lnTo>
                <a:lnTo>
                  <a:pt x="101293" y="26698"/>
                </a:lnTo>
                <a:lnTo>
                  <a:pt x="147971" y="46343"/>
                </a:lnTo>
                <a:lnTo>
                  <a:pt x="192003" y="70184"/>
                </a:lnTo>
                <a:lnTo>
                  <a:pt x="233389" y="98222"/>
                </a:lnTo>
                <a:lnTo>
                  <a:pt x="272130" y="130457"/>
                </a:lnTo>
                <a:lnTo>
                  <a:pt x="308224" y="166889"/>
                </a:lnTo>
                <a:lnTo>
                  <a:pt x="341673" y="207517"/>
                </a:lnTo>
                <a:lnTo>
                  <a:pt x="372476" y="252342"/>
                </a:lnTo>
                <a:lnTo>
                  <a:pt x="400633" y="301364"/>
                </a:lnTo>
                <a:lnTo>
                  <a:pt x="426144" y="354583"/>
                </a:lnTo>
                <a:lnTo>
                  <a:pt x="449009" y="411999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28" name="knowledge-edge">
            <a:extLst>
              <a:ext uri="{FF2B5EF4-FFF2-40B4-BE49-F238E27FC236}">
                <a16:creationId xmlns:a16="http://schemas.microsoft.com/office/drawing/2014/main" id="{C72639C9-36C9-482A-AED0-48D3CA96E6E4}"/>
              </a:ext>
            </a:extLst>
          </p:cNvPr>
          <p:cNvSpPr>
            <a:spLocks noGrp="1"/>
          </p:cNvSpPr>
          <p:nvPr/>
        </p:nvSpPr>
        <p:spPr>
          <a:xfrm>
            <a:off x="12159" y="6798306"/>
            <a:ext cx="518959" cy="96555"/>
          </a:xfrm>
          <a:custGeom>
            <a:avLst/>
            <a:gdLst/>
            <a:ahLst/>
            <a:cxnLst/>
            <a:rect l="0" t="0" r="0" b="0"/>
            <a:pathLst>
              <a:path w="518959" h="96555">
                <a:moveTo>
                  <a:pt x="0" y="195"/>
                </a:moveTo>
                <a:lnTo>
                  <a:pt x="37068" y="0"/>
                </a:lnTo>
                <a:lnTo>
                  <a:pt x="74137" y="894"/>
                </a:lnTo>
                <a:lnTo>
                  <a:pt x="111205" y="2877"/>
                </a:lnTo>
                <a:lnTo>
                  <a:pt x="148274" y="5949"/>
                </a:lnTo>
                <a:lnTo>
                  <a:pt x="185342" y="10109"/>
                </a:lnTo>
                <a:lnTo>
                  <a:pt x="222411" y="15359"/>
                </a:lnTo>
                <a:lnTo>
                  <a:pt x="259479" y="21697"/>
                </a:lnTo>
                <a:lnTo>
                  <a:pt x="296548" y="29125"/>
                </a:lnTo>
                <a:lnTo>
                  <a:pt x="333616" y="37641"/>
                </a:lnTo>
                <a:lnTo>
                  <a:pt x="370685" y="47246"/>
                </a:lnTo>
                <a:lnTo>
                  <a:pt x="407753" y="57940"/>
                </a:lnTo>
                <a:lnTo>
                  <a:pt x="444822" y="69723"/>
                </a:lnTo>
                <a:lnTo>
                  <a:pt x="481890" y="82595"/>
                </a:lnTo>
                <a:lnTo>
                  <a:pt x="518959" y="96555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9" name="knowledge-edge">
            <a:extLst>
              <a:ext uri="{FF2B5EF4-FFF2-40B4-BE49-F238E27FC236}">
                <a16:creationId xmlns:a16="http://schemas.microsoft.com/office/drawing/2014/main" id="{D75FA48E-70E9-4D48-88EE-05BC246B5932}"/>
              </a:ext>
            </a:extLst>
          </p:cNvPr>
          <p:cNvSpPr>
            <a:spLocks noGrp="1"/>
          </p:cNvSpPr>
          <p:nvPr/>
        </p:nvSpPr>
        <p:spPr>
          <a:xfrm>
            <a:off x="496498" y="5928857"/>
            <a:ext cx="303630" cy="10572"/>
          </a:xfrm>
          <a:custGeom>
            <a:avLst/>
            <a:gdLst/>
            <a:ahLst/>
            <a:cxnLst/>
            <a:rect l="0" t="0" r="0" b="0"/>
            <a:pathLst>
              <a:path w="303630" h="10572">
                <a:moveTo>
                  <a:pt x="0" y="10572"/>
                </a:moveTo>
                <a:lnTo>
                  <a:pt x="21688" y="8917"/>
                </a:lnTo>
                <a:lnTo>
                  <a:pt x="43376" y="7403"/>
                </a:lnTo>
                <a:lnTo>
                  <a:pt x="65064" y="6029"/>
                </a:lnTo>
                <a:lnTo>
                  <a:pt x="86751" y="4796"/>
                </a:lnTo>
                <a:lnTo>
                  <a:pt x="108439" y="3704"/>
                </a:lnTo>
                <a:lnTo>
                  <a:pt x="130127" y="2753"/>
                </a:lnTo>
                <a:lnTo>
                  <a:pt x="151815" y="1942"/>
                </a:lnTo>
                <a:lnTo>
                  <a:pt x="173503" y="1272"/>
                </a:lnTo>
                <a:lnTo>
                  <a:pt x="195191" y="743"/>
                </a:lnTo>
                <a:lnTo>
                  <a:pt x="216879" y="355"/>
                </a:lnTo>
                <a:lnTo>
                  <a:pt x="238566" y="107"/>
                </a:lnTo>
                <a:lnTo>
                  <a:pt x="260254" y="0"/>
                </a:lnTo>
                <a:lnTo>
                  <a:pt x="281942" y="34"/>
                </a:lnTo>
                <a:lnTo>
                  <a:pt x="303630" y="208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0" name="knowledge-cross-edge">
            <a:extLst>
              <a:ext uri="{FF2B5EF4-FFF2-40B4-BE49-F238E27FC236}">
                <a16:creationId xmlns:a16="http://schemas.microsoft.com/office/drawing/2014/main" id="{A64D804C-7409-4290-95CE-1CAAF6B56A2B}"/>
              </a:ext>
            </a:extLst>
          </p:cNvPr>
          <p:cNvSpPr>
            <a:spLocks noGrp="1"/>
          </p:cNvSpPr>
          <p:nvPr/>
        </p:nvSpPr>
        <p:spPr>
          <a:xfrm>
            <a:off x="496498" y="5939428"/>
            <a:ext cx="489750" cy="72011"/>
          </a:xfrm>
          <a:custGeom>
            <a:avLst/>
            <a:gdLst/>
            <a:ahLst/>
            <a:cxnLst/>
            <a:rect l="0" t="0" r="0" b="0"/>
            <a:pathLst>
              <a:path w="489750" h="72011">
                <a:moveTo>
                  <a:pt x="0" y="0"/>
                </a:moveTo>
                <a:lnTo>
                  <a:pt x="55365" y="7035"/>
                </a:lnTo>
                <a:lnTo>
                  <a:pt x="108083" y="13882"/>
                </a:lnTo>
                <a:lnTo>
                  <a:pt x="158156" y="20541"/>
                </a:lnTo>
                <a:lnTo>
                  <a:pt x="205583" y="27012"/>
                </a:lnTo>
                <a:lnTo>
                  <a:pt x="250364" y="33295"/>
                </a:lnTo>
                <a:lnTo>
                  <a:pt x="292500" y="39390"/>
                </a:lnTo>
                <a:lnTo>
                  <a:pt x="331989" y="45297"/>
                </a:lnTo>
                <a:lnTo>
                  <a:pt x="368833" y="51016"/>
                </a:lnTo>
                <a:lnTo>
                  <a:pt x="403031" y="56547"/>
                </a:lnTo>
                <a:lnTo>
                  <a:pt x="434583" y="61889"/>
                </a:lnTo>
                <a:lnTo>
                  <a:pt x="463489" y="67044"/>
                </a:lnTo>
                <a:lnTo>
                  <a:pt x="489750" y="72011"/>
                </a:lnTo>
              </a:path>
            </a:pathLst>
          </a:custGeom>
          <a:noFill/>
          <a:ln w="5334">
            <a:solidFill>
              <a:srgbClr val="4873DC">
                <a:alpha val="13000"/>
              </a:srgbClr>
            </a:solidFill>
            <a:prstDash val="solid"/>
          </a:ln>
        </p:spPr>
      </p:sp>
      <p:sp>
        <p:nvSpPr>
          <p:cNvPr id="31" name="knowledge-edge">
            <a:extLst>
              <a:ext uri="{FF2B5EF4-FFF2-40B4-BE49-F238E27FC236}">
                <a16:creationId xmlns:a16="http://schemas.microsoft.com/office/drawing/2014/main" id="{B04F7E6B-3355-48CD-BE17-70842405E74D}"/>
              </a:ext>
            </a:extLst>
          </p:cNvPr>
          <p:cNvSpPr>
            <a:spLocks noGrp="1"/>
          </p:cNvSpPr>
          <p:nvPr/>
        </p:nvSpPr>
        <p:spPr>
          <a:xfrm>
            <a:off x="342492" y="6011439"/>
            <a:ext cx="643756" cy="76089"/>
          </a:xfrm>
          <a:custGeom>
            <a:avLst/>
            <a:gdLst/>
            <a:ahLst/>
            <a:cxnLst/>
            <a:rect l="0" t="0" r="0" b="0"/>
            <a:pathLst>
              <a:path w="643756" h="76089">
                <a:moveTo>
                  <a:pt x="0" y="51723"/>
                </a:moveTo>
                <a:lnTo>
                  <a:pt x="45983" y="60404"/>
                </a:lnTo>
                <a:lnTo>
                  <a:pt x="91965" y="67181"/>
                </a:lnTo>
                <a:lnTo>
                  <a:pt x="137948" y="72054"/>
                </a:lnTo>
                <a:lnTo>
                  <a:pt x="183930" y="75023"/>
                </a:lnTo>
                <a:lnTo>
                  <a:pt x="229913" y="76089"/>
                </a:lnTo>
                <a:lnTo>
                  <a:pt x="275895" y="75250"/>
                </a:lnTo>
                <a:lnTo>
                  <a:pt x="321878" y="72508"/>
                </a:lnTo>
                <a:lnTo>
                  <a:pt x="367861" y="67861"/>
                </a:lnTo>
                <a:lnTo>
                  <a:pt x="413843" y="61311"/>
                </a:lnTo>
                <a:lnTo>
                  <a:pt x="459826" y="52856"/>
                </a:lnTo>
                <a:lnTo>
                  <a:pt x="505808" y="42498"/>
                </a:lnTo>
                <a:lnTo>
                  <a:pt x="551791" y="30236"/>
                </a:lnTo>
                <a:lnTo>
                  <a:pt x="597773" y="16070"/>
                </a:lnTo>
                <a:lnTo>
                  <a:pt x="643756" y="0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2" name="knowledge-edge">
            <a:extLst>
              <a:ext uri="{FF2B5EF4-FFF2-40B4-BE49-F238E27FC236}">
                <a16:creationId xmlns:a16="http://schemas.microsoft.com/office/drawing/2014/main" id="{82C322D6-2004-4F0D-8A5E-A9BD39FF6098}"/>
              </a:ext>
            </a:extLst>
          </p:cNvPr>
          <p:cNvSpPr>
            <a:spLocks noGrp="1"/>
          </p:cNvSpPr>
          <p:nvPr/>
        </p:nvSpPr>
        <p:spPr>
          <a:xfrm>
            <a:off x="423912" y="6076675"/>
            <a:ext cx="456267" cy="50064"/>
          </a:xfrm>
          <a:custGeom>
            <a:avLst/>
            <a:gdLst/>
            <a:ahLst/>
            <a:cxnLst/>
            <a:rect l="0" t="0" r="0" b="0"/>
            <a:pathLst>
              <a:path w="456267" h="50064">
                <a:moveTo>
                  <a:pt x="0" y="45836"/>
                </a:moveTo>
                <a:lnTo>
                  <a:pt x="32590" y="33416"/>
                </a:lnTo>
                <a:lnTo>
                  <a:pt x="65181" y="22954"/>
                </a:lnTo>
                <a:lnTo>
                  <a:pt x="97771" y="14449"/>
                </a:lnTo>
                <a:lnTo>
                  <a:pt x="130362" y="7901"/>
                </a:lnTo>
                <a:lnTo>
                  <a:pt x="162952" y="3310"/>
                </a:lnTo>
                <a:lnTo>
                  <a:pt x="195543" y="677"/>
                </a:lnTo>
                <a:lnTo>
                  <a:pt x="228133" y="0"/>
                </a:lnTo>
                <a:lnTo>
                  <a:pt x="260724" y="1281"/>
                </a:lnTo>
                <a:lnTo>
                  <a:pt x="293314" y="4518"/>
                </a:lnTo>
                <a:lnTo>
                  <a:pt x="325905" y="9713"/>
                </a:lnTo>
                <a:lnTo>
                  <a:pt x="358495" y="16865"/>
                </a:lnTo>
                <a:lnTo>
                  <a:pt x="391086" y="25974"/>
                </a:lnTo>
                <a:lnTo>
                  <a:pt x="423676" y="37041"/>
                </a:lnTo>
                <a:lnTo>
                  <a:pt x="456267" y="50064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3" name="knowledge-cross-edge">
            <a:extLst>
              <a:ext uri="{FF2B5EF4-FFF2-40B4-BE49-F238E27FC236}">
                <a16:creationId xmlns:a16="http://schemas.microsoft.com/office/drawing/2014/main" id="{CA85AD8B-63D6-4AC7-A94A-284EB019AA34}"/>
              </a:ext>
            </a:extLst>
          </p:cNvPr>
          <p:cNvSpPr>
            <a:spLocks noGrp="1"/>
          </p:cNvSpPr>
          <p:nvPr/>
        </p:nvSpPr>
        <p:spPr>
          <a:xfrm>
            <a:off x="423912" y="6104408"/>
            <a:ext cx="601935" cy="18102"/>
          </a:xfrm>
          <a:custGeom>
            <a:avLst/>
            <a:gdLst/>
            <a:ahLst/>
            <a:cxnLst/>
            <a:rect l="0" t="0" r="0" b="0"/>
            <a:pathLst>
              <a:path w="601935" h="18102">
                <a:moveTo>
                  <a:pt x="0" y="18102"/>
                </a:moveTo>
                <a:lnTo>
                  <a:pt x="64713" y="13537"/>
                </a:lnTo>
                <a:lnTo>
                  <a:pt x="126781" y="9631"/>
                </a:lnTo>
                <a:lnTo>
                  <a:pt x="186202" y="6385"/>
                </a:lnTo>
                <a:lnTo>
                  <a:pt x="242978" y="3799"/>
                </a:lnTo>
                <a:lnTo>
                  <a:pt x="297108" y="1873"/>
                </a:lnTo>
                <a:lnTo>
                  <a:pt x="348592" y="606"/>
                </a:lnTo>
                <a:lnTo>
                  <a:pt x="397431" y="0"/>
                </a:lnTo>
                <a:lnTo>
                  <a:pt x="443623" y="54"/>
                </a:lnTo>
                <a:lnTo>
                  <a:pt x="487170" y="767"/>
                </a:lnTo>
                <a:lnTo>
                  <a:pt x="528071" y="2140"/>
                </a:lnTo>
                <a:lnTo>
                  <a:pt x="566326" y="4173"/>
                </a:lnTo>
                <a:lnTo>
                  <a:pt x="601935" y="6867"/>
                </a:lnTo>
              </a:path>
            </a:pathLst>
          </a:custGeom>
          <a:noFill/>
          <a:ln w="5334">
            <a:solidFill>
              <a:srgbClr val="4873DC">
                <a:alpha val="13000"/>
              </a:srgbClr>
            </a:solidFill>
            <a:prstDash val="solid"/>
          </a:ln>
        </p:spPr>
      </p:sp>
      <p:sp>
        <p:nvSpPr>
          <p:cNvPr id="34" name="knowledge-edge">
            <a:extLst>
              <a:ext uri="{FF2B5EF4-FFF2-40B4-BE49-F238E27FC236}">
                <a16:creationId xmlns:a16="http://schemas.microsoft.com/office/drawing/2014/main" id="{3DE542C8-1BA3-40C1-831C-689633E813C2}"/>
              </a:ext>
            </a:extLst>
          </p:cNvPr>
          <p:cNvSpPr>
            <a:spLocks noGrp="1"/>
          </p:cNvSpPr>
          <p:nvPr/>
        </p:nvSpPr>
        <p:spPr>
          <a:xfrm>
            <a:off x="640429" y="6008809"/>
            <a:ext cx="385418" cy="103507"/>
          </a:xfrm>
          <a:custGeom>
            <a:avLst/>
            <a:gdLst/>
            <a:ahLst/>
            <a:cxnLst/>
            <a:rect l="0" t="0" r="0" b="0"/>
            <a:pathLst>
              <a:path w="385418" h="103507">
                <a:moveTo>
                  <a:pt x="0" y="0"/>
                </a:moveTo>
                <a:lnTo>
                  <a:pt x="27530" y="15679"/>
                </a:lnTo>
                <a:lnTo>
                  <a:pt x="55060" y="30072"/>
                </a:lnTo>
                <a:lnTo>
                  <a:pt x="82590" y="43179"/>
                </a:lnTo>
                <a:lnTo>
                  <a:pt x="110119" y="55000"/>
                </a:lnTo>
                <a:lnTo>
                  <a:pt x="137649" y="65534"/>
                </a:lnTo>
                <a:lnTo>
                  <a:pt x="165179" y="74782"/>
                </a:lnTo>
                <a:lnTo>
                  <a:pt x="192709" y="82744"/>
                </a:lnTo>
                <a:lnTo>
                  <a:pt x="220239" y="89420"/>
                </a:lnTo>
                <a:lnTo>
                  <a:pt x="247769" y="94810"/>
                </a:lnTo>
                <a:lnTo>
                  <a:pt x="275299" y="98914"/>
                </a:lnTo>
                <a:lnTo>
                  <a:pt x="302828" y="101731"/>
                </a:lnTo>
                <a:lnTo>
                  <a:pt x="330358" y="103262"/>
                </a:lnTo>
                <a:lnTo>
                  <a:pt x="357888" y="103507"/>
                </a:lnTo>
                <a:lnTo>
                  <a:pt x="385418" y="102466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5" name="knowledge-cross-edge">
            <a:extLst>
              <a:ext uri="{FF2B5EF4-FFF2-40B4-BE49-F238E27FC236}">
                <a16:creationId xmlns:a16="http://schemas.microsoft.com/office/drawing/2014/main" id="{C1E005F3-2E28-47F5-9F95-BB99ADB1E317}"/>
              </a:ext>
            </a:extLst>
          </p:cNvPr>
          <p:cNvSpPr>
            <a:spLocks noGrp="1"/>
          </p:cNvSpPr>
          <p:nvPr/>
        </p:nvSpPr>
        <p:spPr>
          <a:xfrm>
            <a:off x="640429" y="6008809"/>
            <a:ext cx="108013" cy="477003"/>
          </a:xfrm>
          <a:custGeom>
            <a:avLst/>
            <a:gdLst/>
            <a:ahLst/>
            <a:cxnLst/>
            <a:rect l="0" t="0" r="0" b="0"/>
            <a:pathLst>
              <a:path w="108013" h="477003">
                <a:moveTo>
                  <a:pt x="0" y="0"/>
                </a:moveTo>
                <a:lnTo>
                  <a:pt x="22585" y="3228"/>
                </a:lnTo>
                <a:lnTo>
                  <a:pt x="42524" y="13097"/>
                </a:lnTo>
                <a:lnTo>
                  <a:pt x="59817" y="29606"/>
                </a:lnTo>
                <a:lnTo>
                  <a:pt x="74464" y="52755"/>
                </a:lnTo>
                <a:lnTo>
                  <a:pt x="86466" y="82545"/>
                </a:lnTo>
                <a:lnTo>
                  <a:pt x="95821" y="118975"/>
                </a:lnTo>
                <a:lnTo>
                  <a:pt x="102531" y="162046"/>
                </a:lnTo>
                <a:lnTo>
                  <a:pt x="106595" y="211756"/>
                </a:lnTo>
                <a:lnTo>
                  <a:pt x="108013" y="268107"/>
                </a:lnTo>
                <a:lnTo>
                  <a:pt x="106785" y="331099"/>
                </a:lnTo>
                <a:lnTo>
                  <a:pt x="102912" y="400731"/>
                </a:lnTo>
                <a:lnTo>
                  <a:pt x="96392" y="477003"/>
                </a:lnTo>
              </a:path>
            </a:pathLst>
          </a:custGeom>
          <a:noFill/>
          <a:ln w="5334">
            <a:solidFill>
              <a:srgbClr val="4873DC">
                <a:alpha val="13000"/>
              </a:srgbClr>
            </a:solidFill>
            <a:prstDash val="solid"/>
          </a:ln>
        </p:spPr>
      </p:sp>
      <p:sp>
        <p:nvSpPr>
          <p:cNvPr id="36" name="knowledge-edge">
            <a:extLst>
              <a:ext uri="{FF2B5EF4-FFF2-40B4-BE49-F238E27FC236}">
                <a16:creationId xmlns:a16="http://schemas.microsoft.com/office/drawing/2014/main" id="{04C39B91-2054-4BD5-B83E-9C8CD400E1DA}"/>
              </a:ext>
            </a:extLst>
          </p:cNvPr>
          <p:cNvSpPr>
            <a:spLocks noGrp="1"/>
          </p:cNvSpPr>
          <p:nvPr/>
        </p:nvSpPr>
        <p:spPr>
          <a:xfrm>
            <a:off x="506515" y="6262801"/>
            <a:ext cx="230306" cy="227386"/>
          </a:xfrm>
          <a:custGeom>
            <a:avLst/>
            <a:gdLst/>
            <a:ahLst/>
            <a:cxnLst/>
            <a:rect l="0" t="0" r="0" b="0"/>
            <a:pathLst>
              <a:path w="230306" h="227386">
                <a:moveTo>
                  <a:pt x="0" y="0"/>
                </a:moveTo>
                <a:lnTo>
                  <a:pt x="16450" y="35557"/>
                </a:lnTo>
                <a:lnTo>
                  <a:pt x="32901" y="68094"/>
                </a:lnTo>
                <a:lnTo>
                  <a:pt x="49351" y="97611"/>
                </a:lnTo>
                <a:lnTo>
                  <a:pt x="65802" y="124109"/>
                </a:lnTo>
                <a:lnTo>
                  <a:pt x="82252" y="147587"/>
                </a:lnTo>
                <a:lnTo>
                  <a:pt x="98702" y="168046"/>
                </a:lnTo>
                <a:lnTo>
                  <a:pt x="115153" y="185485"/>
                </a:lnTo>
                <a:lnTo>
                  <a:pt x="131603" y="199904"/>
                </a:lnTo>
                <a:lnTo>
                  <a:pt x="148054" y="211304"/>
                </a:lnTo>
                <a:lnTo>
                  <a:pt x="164504" y="219684"/>
                </a:lnTo>
                <a:lnTo>
                  <a:pt x="180954" y="225045"/>
                </a:lnTo>
                <a:lnTo>
                  <a:pt x="197405" y="227386"/>
                </a:lnTo>
                <a:lnTo>
                  <a:pt x="213855" y="226708"/>
                </a:lnTo>
                <a:lnTo>
                  <a:pt x="230306" y="223010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7" name="knowledge-cross-edge">
            <a:extLst>
              <a:ext uri="{FF2B5EF4-FFF2-40B4-BE49-F238E27FC236}">
                <a16:creationId xmlns:a16="http://schemas.microsoft.com/office/drawing/2014/main" id="{78CA3A3C-5BA4-4F7C-ABA8-832A94518780}"/>
              </a:ext>
            </a:extLst>
          </p:cNvPr>
          <p:cNvSpPr>
            <a:spLocks noGrp="1"/>
          </p:cNvSpPr>
          <p:nvPr/>
        </p:nvSpPr>
        <p:spPr>
          <a:xfrm>
            <a:off x="506515" y="6262801"/>
            <a:ext cx="357604" cy="564922"/>
          </a:xfrm>
          <a:custGeom>
            <a:avLst/>
            <a:gdLst/>
            <a:ahLst/>
            <a:cxnLst/>
            <a:rect l="0" t="0" r="0" b="0"/>
            <a:pathLst>
              <a:path w="357604" h="564922">
                <a:moveTo>
                  <a:pt x="0" y="0"/>
                </a:moveTo>
                <a:lnTo>
                  <a:pt x="44352" y="2580"/>
                </a:lnTo>
                <a:lnTo>
                  <a:pt x="86059" y="13251"/>
                </a:lnTo>
                <a:lnTo>
                  <a:pt x="125120" y="32011"/>
                </a:lnTo>
                <a:lnTo>
                  <a:pt x="161535" y="58862"/>
                </a:lnTo>
                <a:lnTo>
                  <a:pt x="195304" y="93804"/>
                </a:lnTo>
                <a:lnTo>
                  <a:pt x="226427" y="136836"/>
                </a:lnTo>
                <a:lnTo>
                  <a:pt x="254904" y="187958"/>
                </a:lnTo>
                <a:lnTo>
                  <a:pt x="280736" y="247170"/>
                </a:lnTo>
                <a:lnTo>
                  <a:pt x="303922" y="314473"/>
                </a:lnTo>
                <a:lnTo>
                  <a:pt x="324461" y="389866"/>
                </a:lnTo>
                <a:lnTo>
                  <a:pt x="342356" y="473349"/>
                </a:lnTo>
                <a:lnTo>
                  <a:pt x="357604" y="564922"/>
                </a:lnTo>
              </a:path>
            </a:pathLst>
          </a:custGeom>
          <a:noFill/>
          <a:ln w="5334">
            <a:solidFill>
              <a:srgbClr val="4873DC">
                <a:alpha val="13000"/>
              </a:srgbClr>
            </a:solidFill>
            <a:prstDash val="solid"/>
          </a:ln>
        </p:spPr>
      </p:sp>
      <p:sp>
        <p:nvSpPr>
          <p:cNvPr id="38" name="knowledge-edge">
            <a:extLst>
              <a:ext uri="{FF2B5EF4-FFF2-40B4-BE49-F238E27FC236}">
                <a16:creationId xmlns:a16="http://schemas.microsoft.com/office/drawing/2014/main" id="{EB9D39A0-9DD9-4B5D-AA63-16E587C0A5A2}"/>
              </a:ext>
            </a:extLst>
          </p:cNvPr>
          <p:cNvSpPr>
            <a:spLocks noGrp="1"/>
          </p:cNvSpPr>
          <p:nvPr/>
        </p:nvSpPr>
        <p:spPr>
          <a:xfrm>
            <a:off x="616654" y="6506651"/>
            <a:ext cx="247465" cy="321073"/>
          </a:xfrm>
          <a:custGeom>
            <a:avLst/>
            <a:gdLst/>
            <a:ahLst/>
            <a:cxnLst/>
            <a:rect l="0" t="0" r="0" b="0"/>
            <a:pathLst>
              <a:path w="247465" h="321073">
                <a:moveTo>
                  <a:pt x="0" y="0"/>
                </a:moveTo>
                <a:lnTo>
                  <a:pt x="17676" y="23601"/>
                </a:lnTo>
                <a:lnTo>
                  <a:pt x="35352" y="47100"/>
                </a:lnTo>
                <a:lnTo>
                  <a:pt x="53028" y="70496"/>
                </a:lnTo>
                <a:lnTo>
                  <a:pt x="70704" y="93789"/>
                </a:lnTo>
                <a:lnTo>
                  <a:pt x="88381" y="116979"/>
                </a:lnTo>
                <a:lnTo>
                  <a:pt x="106057" y="140067"/>
                </a:lnTo>
                <a:lnTo>
                  <a:pt x="123733" y="163052"/>
                </a:lnTo>
                <a:lnTo>
                  <a:pt x="141409" y="185935"/>
                </a:lnTo>
                <a:lnTo>
                  <a:pt x="159085" y="208714"/>
                </a:lnTo>
                <a:lnTo>
                  <a:pt x="176761" y="231392"/>
                </a:lnTo>
                <a:lnTo>
                  <a:pt x="194437" y="253966"/>
                </a:lnTo>
                <a:lnTo>
                  <a:pt x="212113" y="276438"/>
                </a:lnTo>
                <a:lnTo>
                  <a:pt x="229789" y="298807"/>
                </a:lnTo>
                <a:lnTo>
                  <a:pt x="247465" y="321073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9" name="knowledge-edge">
            <a:extLst>
              <a:ext uri="{FF2B5EF4-FFF2-40B4-BE49-F238E27FC236}">
                <a16:creationId xmlns:a16="http://schemas.microsoft.com/office/drawing/2014/main" id="{2D58178D-A06C-4C62-9A7B-F08A6B3CBCA8}"/>
              </a:ext>
            </a:extLst>
          </p:cNvPr>
          <p:cNvSpPr>
            <a:spLocks noGrp="1"/>
          </p:cNvSpPr>
          <p:nvPr/>
        </p:nvSpPr>
        <p:spPr>
          <a:xfrm>
            <a:off x="531117" y="6894861"/>
            <a:ext cx="423690" cy="139545"/>
          </a:xfrm>
          <a:custGeom>
            <a:avLst/>
            <a:gdLst/>
            <a:ahLst/>
            <a:cxnLst/>
            <a:rect l="0" t="0" r="0" b="0"/>
            <a:pathLst>
              <a:path w="423690" h="139545">
                <a:moveTo>
                  <a:pt x="0" y="0"/>
                </a:moveTo>
                <a:lnTo>
                  <a:pt x="30264" y="11319"/>
                </a:lnTo>
                <a:lnTo>
                  <a:pt x="60527" y="22429"/>
                </a:lnTo>
                <a:lnTo>
                  <a:pt x="90791" y="33332"/>
                </a:lnTo>
                <a:lnTo>
                  <a:pt x="121054" y="44027"/>
                </a:lnTo>
                <a:lnTo>
                  <a:pt x="151318" y="54514"/>
                </a:lnTo>
                <a:lnTo>
                  <a:pt x="181582" y="64794"/>
                </a:lnTo>
                <a:lnTo>
                  <a:pt x="211845" y="74865"/>
                </a:lnTo>
                <a:lnTo>
                  <a:pt x="242109" y="84729"/>
                </a:lnTo>
                <a:lnTo>
                  <a:pt x="272372" y="94384"/>
                </a:lnTo>
                <a:lnTo>
                  <a:pt x="302636" y="103832"/>
                </a:lnTo>
                <a:lnTo>
                  <a:pt x="332900" y="113072"/>
                </a:lnTo>
                <a:lnTo>
                  <a:pt x="363163" y="122104"/>
                </a:lnTo>
                <a:lnTo>
                  <a:pt x="393427" y="130928"/>
                </a:lnTo>
                <a:lnTo>
                  <a:pt x="423690" y="139545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40" name="knowledge-edge">
            <a:extLst>
              <a:ext uri="{FF2B5EF4-FFF2-40B4-BE49-F238E27FC236}">
                <a16:creationId xmlns:a16="http://schemas.microsoft.com/office/drawing/2014/main" id="{F1DD69B8-B05D-4FC7-868E-78CB609A85A3}"/>
              </a:ext>
            </a:extLst>
          </p:cNvPr>
          <p:cNvSpPr>
            <a:spLocks noGrp="1"/>
          </p:cNvSpPr>
          <p:nvPr/>
        </p:nvSpPr>
        <p:spPr>
          <a:xfrm>
            <a:off x="800129" y="5894310"/>
            <a:ext cx="390195" cy="88596"/>
          </a:xfrm>
          <a:custGeom>
            <a:avLst/>
            <a:gdLst/>
            <a:ahLst/>
            <a:cxnLst/>
            <a:rect l="0" t="0" r="0" b="0"/>
            <a:pathLst>
              <a:path w="390195" h="88596">
                <a:moveTo>
                  <a:pt x="0" y="34755"/>
                </a:moveTo>
                <a:lnTo>
                  <a:pt x="27871" y="23005"/>
                </a:lnTo>
                <a:lnTo>
                  <a:pt x="55742" y="13655"/>
                </a:lnTo>
                <a:lnTo>
                  <a:pt x="83613" y="6704"/>
                </a:lnTo>
                <a:lnTo>
                  <a:pt x="111484" y="2152"/>
                </a:lnTo>
                <a:lnTo>
                  <a:pt x="139355" y="0"/>
                </a:lnTo>
                <a:lnTo>
                  <a:pt x="167226" y="247"/>
                </a:lnTo>
                <a:lnTo>
                  <a:pt x="195098" y="2893"/>
                </a:lnTo>
                <a:lnTo>
                  <a:pt x="222969" y="7938"/>
                </a:lnTo>
                <a:lnTo>
                  <a:pt x="250840" y="15383"/>
                </a:lnTo>
                <a:lnTo>
                  <a:pt x="278711" y="25227"/>
                </a:lnTo>
                <a:lnTo>
                  <a:pt x="306582" y="37470"/>
                </a:lnTo>
                <a:lnTo>
                  <a:pt x="334453" y="52113"/>
                </a:lnTo>
                <a:lnTo>
                  <a:pt x="362324" y="69155"/>
                </a:lnTo>
                <a:lnTo>
                  <a:pt x="390195" y="88596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1" name="knowledge-cross-edge">
            <a:extLst>
              <a:ext uri="{FF2B5EF4-FFF2-40B4-BE49-F238E27FC236}">
                <a16:creationId xmlns:a16="http://schemas.microsoft.com/office/drawing/2014/main" id="{7512DE45-4C37-4F23-A0F7-3BEC7C659003}"/>
              </a:ext>
            </a:extLst>
          </p:cNvPr>
          <p:cNvSpPr>
            <a:spLocks noGrp="1"/>
          </p:cNvSpPr>
          <p:nvPr/>
        </p:nvSpPr>
        <p:spPr>
          <a:xfrm>
            <a:off x="800129" y="5929065"/>
            <a:ext cx="493839" cy="132715"/>
          </a:xfrm>
          <a:custGeom>
            <a:avLst/>
            <a:gdLst/>
            <a:ahLst/>
            <a:cxnLst/>
            <a:rect l="0" t="0" r="0" b="0"/>
            <a:pathLst>
              <a:path w="493839" h="132715">
                <a:moveTo>
                  <a:pt x="0" y="0"/>
                </a:moveTo>
                <a:lnTo>
                  <a:pt x="55705" y="11372"/>
                </a:lnTo>
                <a:lnTo>
                  <a:pt x="108765" y="22686"/>
                </a:lnTo>
                <a:lnTo>
                  <a:pt x="159178" y="33944"/>
                </a:lnTo>
                <a:lnTo>
                  <a:pt x="206946" y="45146"/>
                </a:lnTo>
                <a:lnTo>
                  <a:pt x="252068" y="56290"/>
                </a:lnTo>
                <a:lnTo>
                  <a:pt x="294544" y="67378"/>
                </a:lnTo>
                <a:lnTo>
                  <a:pt x="334375" y="78410"/>
                </a:lnTo>
                <a:lnTo>
                  <a:pt x="371559" y="89384"/>
                </a:lnTo>
                <a:lnTo>
                  <a:pt x="406098" y="100302"/>
                </a:lnTo>
                <a:lnTo>
                  <a:pt x="437991" y="111163"/>
                </a:lnTo>
                <a:lnTo>
                  <a:pt x="467238" y="121967"/>
                </a:lnTo>
                <a:lnTo>
                  <a:pt x="493839" y="132715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42" name="knowledge-edge">
            <a:extLst>
              <a:ext uri="{FF2B5EF4-FFF2-40B4-BE49-F238E27FC236}">
                <a16:creationId xmlns:a16="http://schemas.microsoft.com/office/drawing/2014/main" id="{CB6B4DF1-A5C5-4825-A7F6-9DBE886C8FC9}"/>
              </a:ext>
            </a:extLst>
          </p:cNvPr>
          <p:cNvSpPr>
            <a:spLocks noGrp="1"/>
          </p:cNvSpPr>
          <p:nvPr/>
        </p:nvSpPr>
        <p:spPr>
          <a:xfrm>
            <a:off x="986248" y="6011439"/>
            <a:ext cx="307719" cy="61040"/>
          </a:xfrm>
          <a:custGeom>
            <a:avLst/>
            <a:gdLst/>
            <a:ahLst/>
            <a:cxnLst/>
            <a:rect l="0" t="0" r="0" b="0"/>
            <a:pathLst>
              <a:path w="307719" h="61040">
                <a:moveTo>
                  <a:pt x="0" y="0"/>
                </a:moveTo>
                <a:lnTo>
                  <a:pt x="21980" y="11748"/>
                </a:lnTo>
                <a:lnTo>
                  <a:pt x="43960" y="22241"/>
                </a:lnTo>
                <a:lnTo>
                  <a:pt x="65940" y="31480"/>
                </a:lnTo>
                <a:lnTo>
                  <a:pt x="87920" y="39466"/>
                </a:lnTo>
                <a:lnTo>
                  <a:pt x="109900" y="46197"/>
                </a:lnTo>
                <a:lnTo>
                  <a:pt x="131880" y="51674"/>
                </a:lnTo>
                <a:lnTo>
                  <a:pt x="153860" y="55897"/>
                </a:lnTo>
                <a:lnTo>
                  <a:pt x="175840" y="58865"/>
                </a:lnTo>
                <a:lnTo>
                  <a:pt x="197819" y="60580"/>
                </a:lnTo>
                <a:lnTo>
                  <a:pt x="219799" y="61040"/>
                </a:lnTo>
                <a:lnTo>
                  <a:pt x="241779" y="60246"/>
                </a:lnTo>
                <a:lnTo>
                  <a:pt x="263759" y="58199"/>
                </a:lnTo>
                <a:lnTo>
                  <a:pt x="285739" y="54897"/>
                </a:lnTo>
                <a:lnTo>
                  <a:pt x="307719" y="50341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3" name="knowledge-cross-edge">
            <a:extLst>
              <a:ext uri="{FF2B5EF4-FFF2-40B4-BE49-F238E27FC236}">
                <a16:creationId xmlns:a16="http://schemas.microsoft.com/office/drawing/2014/main" id="{EC7ACC6B-5BB1-4D9A-B139-03381D610D74}"/>
              </a:ext>
            </a:extLst>
          </p:cNvPr>
          <p:cNvSpPr>
            <a:spLocks noGrp="1"/>
          </p:cNvSpPr>
          <p:nvPr/>
        </p:nvSpPr>
        <p:spPr>
          <a:xfrm>
            <a:off x="986248" y="5921193"/>
            <a:ext cx="204076" cy="90246"/>
          </a:xfrm>
          <a:custGeom>
            <a:avLst/>
            <a:gdLst/>
            <a:ahLst/>
            <a:cxnLst/>
            <a:rect l="0" t="0" r="0" b="0"/>
            <a:pathLst>
              <a:path w="204076" h="90246">
                <a:moveTo>
                  <a:pt x="0" y="90246"/>
                </a:moveTo>
                <a:lnTo>
                  <a:pt x="2454" y="64736"/>
                </a:lnTo>
                <a:lnTo>
                  <a:pt x="7554" y="43432"/>
                </a:lnTo>
                <a:lnTo>
                  <a:pt x="15300" y="26334"/>
                </a:lnTo>
                <a:lnTo>
                  <a:pt x="25692" y="13442"/>
                </a:lnTo>
                <a:lnTo>
                  <a:pt x="38729" y="4756"/>
                </a:lnTo>
                <a:lnTo>
                  <a:pt x="54413" y="275"/>
                </a:lnTo>
                <a:lnTo>
                  <a:pt x="72742" y="0"/>
                </a:lnTo>
                <a:lnTo>
                  <a:pt x="93717" y="3931"/>
                </a:lnTo>
                <a:lnTo>
                  <a:pt x="117338" y="12068"/>
                </a:lnTo>
                <a:lnTo>
                  <a:pt x="143605" y="24410"/>
                </a:lnTo>
                <a:lnTo>
                  <a:pt x="172517" y="40958"/>
                </a:lnTo>
                <a:lnTo>
                  <a:pt x="204076" y="61712"/>
                </a:lnTo>
              </a:path>
            </a:pathLst>
          </a:custGeom>
          <a:noFill/>
          <a:ln w="4953">
            <a:solidFill>
              <a:srgbClr val="4A69D0">
                <a:alpha val="12000"/>
              </a:srgbClr>
            </a:solidFill>
            <a:prstDash val="solid"/>
          </a:ln>
        </p:spPr>
      </p:sp>
      <p:sp>
        <p:nvSpPr>
          <p:cNvPr id="44" name="knowledge-edge">
            <a:extLst>
              <a:ext uri="{FF2B5EF4-FFF2-40B4-BE49-F238E27FC236}">
                <a16:creationId xmlns:a16="http://schemas.microsoft.com/office/drawing/2014/main" id="{C8E78AD1-D145-441C-A22B-0B62BC32027C}"/>
              </a:ext>
            </a:extLst>
          </p:cNvPr>
          <p:cNvSpPr>
            <a:spLocks noGrp="1"/>
          </p:cNvSpPr>
          <p:nvPr/>
        </p:nvSpPr>
        <p:spPr>
          <a:xfrm>
            <a:off x="880179" y="6052953"/>
            <a:ext cx="563462" cy="73785"/>
          </a:xfrm>
          <a:custGeom>
            <a:avLst/>
            <a:gdLst/>
            <a:ahLst/>
            <a:cxnLst/>
            <a:rect l="0" t="0" r="0" b="0"/>
            <a:pathLst>
              <a:path w="563462" h="73785">
                <a:moveTo>
                  <a:pt x="0" y="73785"/>
                </a:moveTo>
                <a:lnTo>
                  <a:pt x="40247" y="56308"/>
                </a:lnTo>
                <a:lnTo>
                  <a:pt x="80495" y="41189"/>
                </a:lnTo>
                <a:lnTo>
                  <a:pt x="120742" y="28428"/>
                </a:lnTo>
                <a:lnTo>
                  <a:pt x="160989" y="18026"/>
                </a:lnTo>
                <a:lnTo>
                  <a:pt x="201236" y="9982"/>
                </a:lnTo>
                <a:lnTo>
                  <a:pt x="241484" y="4296"/>
                </a:lnTo>
                <a:lnTo>
                  <a:pt x="281731" y="969"/>
                </a:lnTo>
                <a:lnTo>
                  <a:pt x="321978" y="0"/>
                </a:lnTo>
                <a:lnTo>
                  <a:pt x="362226" y="1390"/>
                </a:lnTo>
                <a:lnTo>
                  <a:pt x="402473" y="5138"/>
                </a:lnTo>
                <a:lnTo>
                  <a:pt x="442720" y="11244"/>
                </a:lnTo>
                <a:lnTo>
                  <a:pt x="482967" y="19709"/>
                </a:lnTo>
                <a:lnTo>
                  <a:pt x="523215" y="30532"/>
                </a:lnTo>
                <a:lnTo>
                  <a:pt x="563462" y="43713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5" name="knowledge-cross-edge">
            <a:extLst>
              <a:ext uri="{FF2B5EF4-FFF2-40B4-BE49-F238E27FC236}">
                <a16:creationId xmlns:a16="http://schemas.microsoft.com/office/drawing/2014/main" id="{9972A6BC-73CA-49D2-88EB-4143D5D5B6BD}"/>
              </a:ext>
            </a:extLst>
          </p:cNvPr>
          <p:cNvSpPr>
            <a:spLocks noGrp="1"/>
          </p:cNvSpPr>
          <p:nvPr/>
        </p:nvSpPr>
        <p:spPr>
          <a:xfrm>
            <a:off x="880179" y="6126739"/>
            <a:ext cx="366464" cy="198739"/>
          </a:xfrm>
          <a:custGeom>
            <a:avLst/>
            <a:gdLst/>
            <a:ahLst/>
            <a:cxnLst/>
            <a:rect l="0" t="0" r="0" b="0"/>
            <a:pathLst>
              <a:path w="366464" h="198739">
                <a:moveTo>
                  <a:pt x="0" y="0"/>
                </a:moveTo>
                <a:lnTo>
                  <a:pt x="45091" y="8805"/>
                </a:lnTo>
                <a:lnTo>
                  <a:pt x="87536" y="19021"/>
                </a:lnTo>
                <a:lnTo>
                  <a:pt x="127335" y="30647"/>
                </a:lnTo>
                <a:lnTo>
                  <a:pt x="164488" y="43683"/>
                </a:lnTo>
                <a:lnTo>
                  <a:pt x="198996" y="58129"/>
                </a:lnTo>
                <a:lnTo>
                  <a:pt x="230857" y="73986"/>
                </a:lnTo>
                <a:lnTo>
                  <a:pt x="260073" y="91252"/>
                </a:lnTo>
                <a:lnTo>
                  <a:pt x="286643" y="109929"/>
                </a:lnTo>
                <a:lnTo>
                  <a:pt x="310567" y="130016"/>
                </a:lnTo>
                <a:lnTo>
                  <a:pt x="331845" y="151514"/>
                </a:lnTo>
                <a:lnTo>
                  <a:pt x="350478" y="174421"/>
                </a:lnTo>
                <a:lnTo>
                  <a:pt x="366464" y="198739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46" name="knowledge-cross-edge">
            <a:extLst>
              <a:ext uri="{FF2B5EF4-FFF2-40B4-BE49-F238E27FC236}">
                <a16:creationId xmlns:a16="http://schemas.microsoft.com/office/drawing/2014/main" id="{7381327F-4AE7-4654-AA1D-D818548647E1}"/>
              </a:ext>
            </a:extLst>
          </p:cNvPr>
          <p:cNvSpPr>
            <a:spLocks noGrp="1"/>
          </p:cNvSpPr>
          <p:nvPr/>
        </p:nvSpPr>
        <p:spPr>
          <a:xfrm>
            <a:off x="880179" y="6061780"/>
            <a:ext cx="413789" cy="64959"/>
          </a:xfrm>
          <a:custGeom>
            <a:avLst/>
            <a:gdLst/>
            <a:ahLst/>
            <a:cxnLst/>
            <a:rect l="0" t="0" r="0" b="0"/>
            <a:pathLst>
              <a:path w="413789" h="64959">
                <a:moveTo>
                  <a:pt x="0" y="64959"/>
                </a:moveTo>
                <a:lnTo>
                  <a:pt x="19930" y="56023"/>
                </a:lnTo>
                <a:lnTo>
                  <a:pt x="42506" y="47728"/>
                </a:lnTo>
                <a:lnTo>
                  <a:pt x="67728" y="40073"/>
                </a:lnTo>
                <a:lnTo>
                  <a:pt x="95596" y="33059"/>
                </a:lnTo>
                <a:lnTo>
                  <a:pt x="126110" y="26685"/>
                </a:lnTo>
                <a:lnTo>
                  <a:pt x="159269" y="20951"/>
                </a:lnTo>
                <a:lnTo>
                  <a:pt x="195075" y="15858"/>
                </a:lnTo>
                <a:lnTo>
                  <a:pt x="233526" y="11406"/>
                </a:lnTo>
                <a:lnTo>
                  <a:pt x="274623" y="7594"/>
                </a:lnTo>
                <a:lnTo>
                  <a:pt x="318366" y="4422"/>
                </a:lnTo>
                <a:lnTo>
                  <a:pt x="364754" y="1891"/>
                </a:lnTo>
                <a:lnTo>
                  <a:pt x="413789" y="0"/>
                </a:lnTo>
              </a:path>
            </a:pathLst>
          </a:custGeom>
          <a:noFill/>
          <a:ln w="4953">
            <a:solidFill>
              <a:srgbClr val="4A69D0">
                <a:alpha val="12000"/>
              </a:srgbClr>
            </a:solidFill>
            <a:prstDash val="solid"/>
          </a:ln>
        </p:spPr>
      </p:sp>
      <p:sp>
        <p:nvSpPr>
          <p:cNvPr id="47" name="knowledge-long-edge">
            <a:extLst>
              <a:ext uri="{FF2B5EF4-FFF2-40B4-BE49-F238E27FC236}">
                <a16:creationId xmlns:a16="http://schemas.microsoft.com/office/drawing/2014/main" id="{673C5B9D-38D3-444D-A2D3-E93E774729D7}"/>
              </a:ext>
            </a:extLst>
          </p:cNvPr>
          <p:cNvSpPr>
            <a:spLocks noGrp="1"/>
          </p:cNvSpPr>
          <p:nvPr/>
        </p:nvSpPr>
        <p:spPr>
          <a:xfrm>
            <a:off x="880179" y="5956801"/>
            <a:ext cx="687581" cy="453276"/>
          </a:xfrm>
          <a:custGeom>
            <a:avLst/>
            <a:gdLst/>
            <a:ahLst/>
            <a:cxnLst/>
            <a:rect l="0" t="0" r="0" b="0"/>
            <a:pathLst>
              <a:path w="687581" h="453276">
                <a:moveTo>
                  <a:pt x="0" y="169938"/>
                </a:moveTo>
                <a:lnTo>
                  <a:pt x="42974" y="118599"/>
                </a:lnTo>
                <a:lnTo>
                  <a:pt x="85948" y="76467"/>
                </a:lnTo>
                <a:lnTo>
                  <a:pt x="128921" y="43541"/>
                </a:lnTo>
                <a:lnTo>
                  <a:pt x="171895" y="19821"/>
                </a:lnTo>
                <a:lnTo>
                  <a:pt x="214869" y="5307"/>
                </a:lnTo>
                <a:lnTo>
                  <a:pt x="257843" y="0"/>
                </a:lnTo>
                <a:lnTo>
                  <a:pt x="300817" y="3899"/>
                </a:lnTo>
                <a:lnTo>
                  <a:pt x="343790" y="17005"/>
                </a:lnTo>
                <a:lnTo>
                  <a:pt x="386764" y="39316"/>
                </a:lnTo>
                <a:lnTo>
                  <a:pt x="429738" y="70835"/>
                </a:lnTo>
                <a:lnTo>
                  <a:pt x="472712" y="111559"/>
                </a:lnTo>
                <a:lnTo>
                  <a:pt x="515685" y="161490"/>
                </a:lnTo>
                <a:lnTo>
                  <a:pt x="558659" y="220627"/>
                </a:lnTo>
                <a:lnTo>
                  <a:pt x="601633" y="288970"/>
                </a:lnTo>
                <a:lnTo>
                  <a:pt x="644607" y="366520"/>
                </a:lnTo>
                <a:lnTo>
                  <a:pt x="687581" y="453276"/>
                </a:lnTo>
              </a:path>
            </a:pathLst>
          </a:custGeom>
          <a:noFill/>
          <a:ln w="4286">
            <a:solidFill>
              <a:srgbClr val="4A69D0">
                <a:alpha val="9000"/>
              </a:srgbClr>
            </a:solidFill>
            <a:prstDash val="solid"/>
          </a:ln>
        </p:spPr>
      </p:sp>
      <p:sp>
        <p:nvSpPr>
          <p:cNvPr id="48" name="knowledge-edge">
            <a:extLst>
              <a:ext uri="{FF2B5EF4-FFF2-40B4-BE49-F238E27FC236}">
                <a16:creationId xmlns:a16="http://schemas.microsoft.com/office/drawing/2014/main" id="{A5ABB16A-9EBF-4DDF-B7C8-93E3BE1AFFA6}"/>
              </a:ext>
            </a:extLst>
          </p:cNvPr>
          <p:cNvSpPr>
            <a:spLocks noGrp="1"/>
          </p:cNvSpPr>
          <p:nvPr/>
        </p:nvSpPr>
        <p:spPr>
          <a:xfrm>
            <a:off x="1025847" y="6111275"/>
            <a:ext cx="220796" cy="214203"/>
          </a:xfrm>
          <a:custGeom>
            <a:avLst/>
            <a:gdLst/>
            <a:ahLst/>
            <a:cxnLst/>
            <a:rect l="0" t="0" r="0" b="0"/>
            <a:pathLst>
              <a:path w="220796" h="214203">
                <a:moveTo>
                  <a:pt x="0" y="0"/>
                </a:moveTo>
                <a:lnTo>
                  <a:pt x="15771" y="501"/>
                </a:lnTo>
                <a:lnTo>
                  <a:pt x="31542" y="3279"/>
                </a:lnTo>
                <a:lnTo>
                  <a:pt x="47313" y="8333"/>
                </a:lnTo>
                <a:lnTo>
                  <a:pt x="63085" y="15665"/>
                </a:lnTo>
                <a:lnTo>
                  <a:pt x="78856" y="25273"/>
                </a:lnTo>
                <a:lnTo>
                  <a:pt x="94627" y="37158"/>
                </a:lnTo>
                <a:lnTo>
                  <a:pt x="110398" y="51320"/>
                </a:lnTo>
                <a:lnTo>
                  <a:pt x="126169" y="67759"/>
                </a:lnTo>
                <a:lnTo>
                  <a:pt x="141940" y="86474"/>
                </a:lnTo>
                <a:lnTo>
                  <a:pt x="157712" y="107466"/>
                </a:lnTo>
                <a:lnTo>
                  <a:pt x="173483" y="130735"/>
                </a:lnTo>
                <a:lnTo>
                  <a:pt x="189254" y="156281"/>
                </a:lnTo>
                <a:lnTo>
                  <a:pt x="205025" y="184104"/>
                </a:lnTo>
                <a:lnTo>
                  <a:pt x="220796" y="214203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9" name="knowledge-cross-edge">
            <a:extLst>
              <a:ext uri="{FF2B5EF4-FFF2-40B4-BE49-F238E27FC236}">
                <a16:creationId xmlns:a16="http://schemas.microsoft.com/office/drawing/2014/main" id="{3051A8C9-1E74-4FE8-BE08-FF7AD4D7B8B9}"/>
              </a:ext>
            </a:extLst>
          </p:cNvPr>
          <p:cNvSpPr>
            <a:spLocks noGrp="1"/>
          </p:cNvSpPr>
          <p:nvPr/>
        </p:nvSpPr>
        <p:spPr>
          <a:xfrm>
            <a:off x="1025847" y="6077568"/>
            <a:ext cx="119826" cy="478634"/>
          </a:xfrm>
          <a:custGeom>
            <a:avLst/>
            <a:gdLst/>
            <a:ahLst/>
            <a:cxnLst/>
            <a:rect l="0" t="0" r="0" b="0"/>
            <a:pathLst>
              <a:path w="119826" h="478634">
                <a:moveTo>
                  <a:pt x="0" y="33707"/>
                </a:moveTo>
                <a:lnTo>
                  <a:pt x="23889" y="11735"/>
                </a:lnTo>
                <a:lnTo>
                  <a:pt x="45132" y="499"/>
                </a:lnTo>
                <a:lnTo>
                  <a:pt x="63729" y="0"/>
                </a:lnTo>
                <a:lnTo>
                  <a:pt x="79680" y="10237"/>
                </a:lnTo>
                <a:lnTo>
                  <a:pt x="92986" y="31210"/>
                </a:lnTo>
                <a:lnTo>
                  <a:pt x="103645" y="62919"/>
                </a:lnTo>
                <a:lnTo>
                  <a:pt x="111659" y="105364"/>
                </a:lnTo>
                <a:lnTo>
                  <a:pt x="117027" y="158546"/>
                </a:lnTo>
                <a:lnTo>
                  <a:pt x="119749" y="222464"/>
                </a:lnTo>
                <a:lnTo>
                  <a:pt x="119826" y="297118"/>
                </a:lnTo>
                <a:lnTo>
                  <a:pt x="117256" y="382508"/>
                </a:lnTo>
                <a:lnTo>
                  <a:pt x="112041" y="478634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50" name="knowledge-edge">
            <a:extLst>
              <a:ext uri="{FF2B5EF4-FFF2-40B4-BE49-F238E27FC236}">
                <a16:creationId xmlns:a16="http://schemas.microsoft.com/office/drawing/2014/main" id="{F8D187D1-7DA0-4729-AF46-6EB7D2260F34}"/>
              </a:ext>
            </a:extLst>
          </p:cNvPr>
          <p:cNvSpPr>
            <a:spLocks noGrp="1"/>
          </p:cNvSpPr>
          <p:nvPr/>
        </p:nvSpPr>
        <p:spPr>
          <a:xfrm>
            <a:off x="736821" y="6462983"/>
            <a:ext cx="401066" cy="93219"/>
          </a:xfrm>
          <a:custGeom>
            <a:avLst/>
            <a:gdLst/>
            <a:ahLst/>
            <a:cxnLst/>
            <a:rect l="0" t="0" r="0" b="0"/>
            <a:pathLst>
              <a:path w="401066" h="93219">
                <a:moveTo>
                  <a:pt x="0" y="22829"/>
                </a:moveTo>
                <a:lnTo>
                  <a:pt x="28648" y="13999"/>
                </a:lnTo>
                <a:lnTo>
                  <a:pt x="57295" y="7301"/>
                </a:lnTo>
                <a:lnTo>
                  <a:pt x="85943" y="2736"/>
                </a:lnTo>
                <a:lnTo>
                  <a:pt x="114590" y="302"/>
                </a:lnTo>
                <a:lnTo>
                  <a:pt x="143238" y="0"/>
                </a:lnTo>
                <a:lnTo>
                  <a:pt x="171886" y="1830"/>
                </a:lnTo>
                <a:lnTo>
                  <a:pt x="200533" y="5792"/>
                </a:lnTo>
                <a:lnTo>
                  <a:pt x="229181" y="11886"/>
                </a:lnTo>
                <a:lnTo>
                  <a:pt x="257828" y="20112"/>
                </a:lnTo>
                <a:lnTo>
                  <a:pt x="286476" y="30469"/>
                </a:lnTo>
                <a:lnTo>
                  <a:pt x="315124" y="42959"/>
                </a:lnTo>
                <a:lnTo>
                  <a:pt x="343771" y="57581"/>
                </a:lnTo>
                <a:lnTo>
                  <a:pt x="372419" y="74334"/>
                </a:lnTo>
                <a:lnTo>
                  <a:pt x="401066" y="93219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51" name="knowledge-cross-edge">
            <a:extLst>
              <a:ext uri="{FF2B5EF4-FFF2-40B4-BE49-F238E27FC236}">
                <a16:creationId xmlns:a16="http://schemas.microsoft.com/office/drawing/2014/main" id="{3418578D-C0D2-4B25-8E7D-56122D72883A}"/>
              </a:ext>
            </a:extLst>
          </p:cNvPr>
          <p:cNvSpPr>
            <a:spLocks noGrp="1"/>
          </p:cNvSpPr>
          <p:nvPr/>
        </p:nvSpPr>
        <p:spPr>
          <a:xfrm>
            <a:off x="736821" y="6485811"/>
            <a:ext cx="475822" cy="345498"/>
          </a:xfrm>
          <a:custGeom>
            <a:avLst/>
            <a:gdLst/>
            <a:ahLst/>
            <a:cxnLst/>
            <a:rect l="0" t="0" r="0" b="0"/>
            <a:pathLst>
              <a:path w="475822" h="345498">
                <a:moveTo>
                  <a:pt x="0" y="0"/>
                </a:moveTo>
                <a:lnTo>
                  <a:pt x="54204" y="1889"/>
                </a:lnTo>
                <a:lnTo>
                  <a:pt x="105762" y="8669"/>
                </a:lnTo>
                <a:lnTo>
                  <a:pt x="154674" y="20341"/>
                </a:lnTo>
                <a:lnTo>
                  <a:pt x="200941" y="36903"/>
                </a:lnTo>
                <a:lnTo>
                  <a:pt x="244561" y="58358"/>
                </a:lnTo>
                <a:lnTo>
                  <a:pt x="285536" y="84704"/>
                </a:lnTo>
                <a:lnTo>
                  <a:pt x="323865" y="115941"/>
                </a:lnTo>
                <a:lnTo>
                  <a:pt x="359548" y="152069"/>
                </a:lnTo>
                <a:lnTo>
                  <a:pt x="392585" y="193089"/>
                </a:lnTo>
                <a:lnTo>
                  <a:pt x="422977" y="239001"/>
                </a:lnTo>
                <a:lnTo>
                  <a:pt x="450722" y="289804"/>
                </a:lnTo>
                <a:lnTo>
                  <a:pt x="475822" y="345498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52" name="knowledge-cross-edge">
            <a:extLst>
              <a:ext uri="{FF2B5EF4-FFF2-40B4-BE49-F238E27FC236}">
                <a16:creationId xmlns:a16="http://schemas.microsoft.com/office/drawing/2014/main" id="{96D53B73-3038-4F74-A369-7A364D6D332C}"/>
              </a:ext>
            </a:extLst>
          </p:cNvPr>
          <p:cNvSpPr>
            <a:spLocks noGrp="1"/>
          </p:cNvSpPr>
          <p:nvPr/>
        </p:nvSpPr>
        <p:spPr>
          <a:xfrm>
            <a:off x="736821" y="6325478"/>
            <a:ext cx="509822" cy="160333"/>
          </a:xfrm>
          <a:custGeom>
            <a:avLst/>
            <a:gdLst/>
            <a:ahLst/>
            <a:cxnLst/>
            <a:rect l="0" t="0" r="0" b="0"/>
            <a:pathLst>
              <a:path w="509822" h="160333">
                <a:moveTo>
                  <a:pt x="0" y="160333"/>
                </a:moveTo>
                <a:lnTo>
                  <a:pt x="27933" y="134251"/>
                </a:lnTo>
                <a:lnTo>
                  <a:pt x="58512" y="110481"/>
                </a:lnTo>
                <a:lnTo>
                  <a:pt x="91737" y="89025"/>
                </a:lnTo>
                <a:lnTo>
                  <a:pt x="127607" y="69881"/>
                </a:lnTo>
                <a:lnTo>
                  <a:pt x="166124" y="53051"/>
                </a:lnTo>
                <a:lnTo>
                  <a:pt x="207286" y="38533"/>
                </a:lnTo>
                <a:lnTo>
                  <a:pt x="251094" y="26329"/>
                </a:lnTo>
                <a:lnTo>
                  <a:pt x="297548" y="16437"/>
                </a:lnTo>
                <a:lnTo>
                  <a:pt x="346648" y="8858"/>
                </a:lnTo>
                <a:lnTo>
                  <a:pt x="398393" y="3593"/>
                </a:lnTo>
                <a:lnTo>
                  <a:pt x="452785" y="640"/>
                </a:lnTo>
                <a:lnTo>
                  <a:pt x="509822" y="0"/>
                </a:lnTo>
              </a:path>
            </a:pathLst>
          </a:custGeom>
          <a:noFill/>
          <a:ln w="4953">
            <a:solidFill>
              <a:srgbClr val="4A69D0">
                <a:alpha val="12000"/>
              </a:srgbClr>
            </a:solidFill>
            <a:prstDash val="solid"/>
          </a:ln>
        </p:spPr>
      </p:sp>
      <p:sp>
        <p:nvSpPr>
          <p:cNvPr id="53" name="knowledge-long-edge">
            <a:extLst>
              <a:ext uri="{FF2B5EF4-FFF2-40B4-BE49-F238E27FC236}">
                <a16:creationId xmlns:a16="http://schemas.microsoft.com/office/drawing/2014/main" id="{D7B9E73F-8080-4C6E-9CC6-B831827875D0}"/>
              </a:ext>
            </a:extLst>
          </p:cNvPr>
          <p:cNvSpPr>
            <a:spLocks noGrp="1"/>
          </p:cNvSpPr>
          <p:nvPr/>
        </p:nvSpPr>
        <p:spPr>
          <a:xfrm>
            <a:off x="736821" y="6321004"/>
            <a:ext cx="1037565" cy="583067"/>
          </a:xfrm>
          <a:custGeom>
            <a:avLst/>
            <a:gdLst/>
            <a:ahLst/>
            <a:cxnLst/>
            <a:rect l="0" t="0" r="0" b="0"/>
            <a:pathLst>
              <a:path w="1037565" h="583067">
                <a:moveTo>
                  <a:pt x="0" y="164807"/>
                </a:moveTo>
                <a:lnTo>
                  <a:pt x="64848" y="110535"/>
                </a:lnTo>
                <a:lnTo>
                  <a:pt x="129696" y="66984"/>
                </a:lnTo>
                <a:lnTo>
                  <a:pt x="194544" y="34156"/>
                </a:lnTo>
                <a:lnTo>
                  <a:pt x="259391" y="12049"/>
                </a:lnTo>
                <a:lnTo>
                  <a:pt x="324239" y="663"/>
                </a:lnTo>
                <a:lnTo>
                  <a:pt x="389087" y="0"/>
                </a:lnTo>
                <a:lnTo>
                  <a:pt x="453935" y="10058"/>
                </a:lnTo>
                <a:lnTo>
                  <a:pt x="518783" y="30839"/>
                </a:lnTo>
                <a:lnTo>
                  <a:pt x="583631" y="62341"/>
                </a:lnTo>
                <a:lnTo>
                  <a:pt x="648478" y="104565"/>
                </a:lnTo>
                <a:lnTo>
                  <a:pt x="713326" y="157511"/>
                </a:lnTo>
                <a:lnTo>
                  <a:pt x="778174" y="221178"/>
                </a:lnTo>
                <a:lnTo>
                  <a:pt x="843022" y="295568"/>
                </a:lnTo>
                <a:lnTo>
                  <a:pt x="907870" y="380679"/>
                </a:lnTo>
                <a:lnTo>
                  <a:pt x="972718" y="476512"/>
                </a:lnTo>
                <a:lnTo>
                  <a:pt x="1037565" y="583067"/>
                </a:lnTo>
              </a:path>
            </a:pathLst>
          </a:custGeom>
          <a:noFill/>
          <a:ln w="4286">
            <a:solidFill>
              <a:srgbClr val="4A69D0">
                <a:alpha val="9000"/>
              </a:srgbClr>
            </a:solidFill>
            <a:prstDash val="solid"/>
          </a:ln>
        </p:spPr>
      </p:sp>
      <p:sp>
        <p:nvSpPr>
          <p:cNvPr id="54" name="knowledge-edge">
            <a:extLst>
              <a:ext uri="{FF2B5EF4-FFF2-40B4-BE49-F238E27FC236}">
                <a16:creationId xmlns:a16="http://schemas.microsoft.com/office/drawing/2014/main" id="{BC543AC0-1BDB-4E60-85B6-8DB9F1DBF9A1}"/>
              </a:ext>
            </a:extLst>
          </p:cNvPr>
          <p:cNvSpPr>
            <a:spLocks noGrp="1"/>
          </p:cNvSpPr>
          <p:nvPr/>
        </p:nvSpPr>
        <p:spPr>
          <a:xfrm>
            <a:off x="864119" y="6827724"/>
            <a:ext cx="348524" cy="39940"/>
          </a:xfrm>
          <a:custGeom>
            <a:avLst/>
            <a:gdLst/>
            <a:ahLst/>
            <a:cxnLst/>
            <a:rect l="0" t="0" r="0" b="0"/>
            <a:pathLst>
              <a:path w="348524" h="39940">
                <a:moveTo>
                  <a:pt x="0" y="0"/>
                </a:moveTo>
                <a:lnTo>
                  <a:pt x="24895" y="10377"/>
                </a:lnTo>
                <a:lnTo>
                  <a:pt x="49789" y="19197"/>
                </a:lnTo>
                <a:lnTo>
                  <a:pt x="74684" y="26460"/>
                </a:lnTo>
                <a:lnTo>
                  <a:pt x="99578" y="32165"/>
                </a:lnTo>
                <a:lnTo>
                  <a:pt x="124473" y="36314"/>
                </a:lnTo>
                <a:lnTo>
                  <a:pt x="149367" y="38906"/>
                </a:lnTo>
                <a:lnTo>
                  <a:pt x="174262" y="39940"/>
                </a:lnTo>
                <a:lnTo>
                  <a:pt x="199156" y="39418"/>
                </a:lnTo>
                <a:lnTo>
                  <a:pt x="224051" y="37338"/>
                </a:lnTo>
                <a:lnTo>
                  <a:pt x="248945" y="33702"/>
                </a:lnTo>
                <a:lnTo>
                  <a:pt x="273840" y="28508"/>
                </a:lnTo>
                <a:lnTo>
                  <a:pt x="298735" y="21758"/>
                </a:lnTo>
                <a:lnTo>
                  <a:pt x="323629" y="13450"/>
                </a:lnTo>
                <a:lnTo>
                  <a:pt x="348524" y="3585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55" name="knowledge-edge">
            <a:extLst>
              <a:ext uri="{FF2B5EF4-FFF2-40B4-BE49-F238E27FC236}">
                <a16:creationId xmlns:a16="http://schemas.microsoft.com/office/drawing/2014/main" id="{E73EC98F-1C22-42A1-B1A2-97322C85D01C}"/>
              </a:ext>
            </a:extLst>
          </p:cNvPr>
          <p:cNvSpPr>
            <a:spLocks noGrp="1"/>
          </p:cNvSpPr>
          <p:nvPr/>
        </p:nvSpPr>
        <p:spPr>
          <a:xfrm>
            <a:off x="954808" y="7034406"/>
            <a:ext cx="191413" cy="175874"/>
          </a:xfrm>
          <a:custGeom>
            <a:avLst/>
            <a:gdLst/>
            <a:ahLst/>
            <a:cxnLst/>
            <a:rect l="0" t="0" r="0" b="0"/>
            <a:pathLst>
              <a:path w="191413" h="175874">
                <a:moveTo>
                  <a:pt x="0" y="0"/>
                </a:moveTo>
                <a:lnTo>
                  <a:pt x="13672" y="27065"/>
                </a:lnTo>
                <a:lnTo>
                  <a:pt x="27345" y="51874"/>
                </a:lnTo>
                <a:lnTo>
                  <a:pt x="41017" y="74427"/>
                </a:lnTo>
                <a:lnTo>
                  <a:pt x="54689" y="94723"/>
                </a:lnTo>
                <a:lnTo>
                  <a:pt x="68362" y="112764"/>
                </a:lnTo>
                <a:lnTo>
                  <a:pt x="82034" y="128548"/>
                </a:lnTo>
                <a:lnTo>
                  <a:pt x="95706" y="142076"/>
                </a:lnTo>
                <a:lnTo>
                  <a:pt x="109379" y="153348"/>
                </a:lnTo>
                <a:lnTo>
                  <a:pt x="123051" y="162364"/>
                </a:lnTo>
                <a:lnTo>
                  <a:pt x="136724" y="169123"/>
                </a:lnTo>
                <a:lnTo>
                  <a:pt x="150396" y="173627"/>
                </a:lnTo>
                <a:lnTo>
                  <a:pt x="164068" y="175874"/>
                </a:lnTo>
                <a:lnTo>
                  <a:pt x="177741" y="175866"/>
                </a:lnTo>
                <a:lnTo>
                  <a:pt x="191413" y="173601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56" name="knowledge-edge">
            <a:extLst>
              <a:ext uri="{FF2B5EF4-FFF2-40B4-BE49-F238E27FC236}">
                <a16:creationId xmlns:a16="http://schemas.microsoft.com/office/drawing/2014/main" id="{3A1A5740-FCE2-4E52-A453-764948DDC5D7}"/>
              </a:ext>
            </a:extLst>
          </p:cNvPr>
          <p:cNvSpPr>
            <a:spLocks noGrp="1"/>
          </p:cNvSpPr>
          <p:nvPr/>
        </p:nvSpPr>
        <p:spPr>
          <a:xfrm>
            <a:off x="1190324" y="5959019"/>
            <a:ext cx="653443" cy="36625"/>
          </a:xfrm>
          <a:custGeom>
            <a:avLst/>
            <a:gdLst/>
            <a:ahLst/>
            <a:cxnLst/>
            <a:rect l="0" t="0" r="0" b="0"/>
            <a:pathLst>
              <a:path w="653443" h="36625">
                <a:moveTo>
                  <a:pt x="0" y="23886"/>
                </a:moveTo>
                <a:lnTo>
                  <a:pt x="46674" y="28325"/>
                </a:lnTo>
                <a:lnTo>
                  <a:pt x="93349" y="31818"/>
                </a:lnTo>
                <a:lnTo>
                  <a:pt x="140023" y="34366"/>
                </a:lnTo>
                <a:lnTo>
                  <a:pt x="186698" y="35968"/>
                </a:lnTo>
                <a:lnTo>
                  <a:pt x="233372" y="36625"/>
                </a:lnTo>
                <a:lnTo>
                  <a:pt x="280047" y="36337"/>
                </a:lnTo>
                <a:lnTo>
                  <a:pt x="326721" y="35104"/>
                </a:lnTo>
                <a:lnTo>
                  <a:pt x="373396" y="32925"/>
                </a:lnTo>
                <a:lnTo>
                  <a:pt x="420070" y="29801"/>
                </a:lnTo>
                <a:lnTo>
                  <a:pt x="466745" y="25731"/>
                </a:lnTo>
                <a:lnTo>
                  <a:pt x="513419" y="20716"/>
                </a:lnTo>
                <a:lnTo>
                  <a:pt x="560094" y="14756"/>
                </a:lnTo>
                <a:lnTo>
                  <a:pt x="606768" y="7851"/>
                </a:lnTo>
                <a:lnTo>
                  <a:pt x="653443" y="0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57" name="knowledge-edge">
            <a:extLst>
              <a:ext uri="{FF2B5EF4-FFF2-40B4-BE49-F238E27FC236}">
                <a16:creationId xmlns:a16="http://schemas.microsoft.com/office/drawing/2014/main" id="{079462C4-70C6-4AB0-A19F-4D70E677AB3F}"/>
              </a:ext>
            </a:extLst>
          </p:cNvPr>
          <p:cNvSpPr>
            <a:spLocks noGrp="1"/>
          </p:cNvSpPr>
          <p:nvPr/>
        </p:nvSpPr>
        <p:spPr>
          <a:xfrm>
            <a:off x="1293967" y="6061780"/>
            <a:ext cx="306009" cy="107144"/>
          </a:xfrm>
          <a:custGeom>
            <a:avLst/>
            <a:gdLst/>
            <a:ahLst/>
            <a:cxnLst/>
            <a:rect l="0" t="0" r="0" b="0"/>
            <a:pathLst>
              <a:path w="306009" h="107144">
                <a:moveTo>
                  <a:pt x="0" y="0"/>
                </a:moveTo>
                <a:lnTo>
                  <a:pt x="21858" y="11204"/>
                </a:lnTo>
                <a:lnTo>
                  <a:pt x="43716" y="21862"/>
                </a:lnTo>
                <a:lnTo>
                  <a:pt x="65573" y="31973"/>
                </a:lnTo>
                <a:lnTo>
                  <a:pt x="87431" y="41538"/>
                </a:lnTo>
                <a:lnTo>
                  <a:pt x="109289" y="50557"/>
                </a:lnTo>
                <a:lnTo>
                  <a:pt x="131147" y="59030"/>
                </a:lnTo>
                <a:lnTo>
                  <a:pt x="153004" y="66956"/>
                </a:lnTo>
                <a:lnTo>
                  <a:pt x="174862" y="74336"/>
                </a:lnTo>
                <a:lnTo>
                  <a:pt x="196720" y="81170"/>
                </a:lnTo>
                <a:lnTo>
                  <a:pt x="218578" y="87457"/>
                </a:lnTo>
                <a:lnTo>
                  <a:pt x="240435" y="93198"/>
                </a:lnTo>
                <a:lnTo>
                  <a:pt x="262293" y="98393"/>
                </a:lnTo>
                <a:lnTo>
                  <a:pt x="284151" y="103042"/>
                </a:lnTo>
                <a:lnTo>
                  <a:pt x="306009" y="107144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58" name="knowledge-cross-edge">
            <a:extLst>
              <a:ext uri="{FF2B5EF4-FFF2-40B4-BE49-F238E27FC236}">
                <a16:creationId xmlns:a16="http://schemas.microsoft.com/office/drawing/2014/main" id="{C181BF4E-BF1F-43EE-86A7-9474AA3FF2AD}"/>
              </a:ext>
            </a:extLst>
          </p:cNvPr>
          <p:cNvSpPr>
            <a:spLocks noGrp="1"/>
          </p:cNvSpPr>
          <p:nvPr/>
        </p:nvSpPr>
        <p:spPr>
          <a:xfrm>
            <a:off x="1293967" y="5983611"/>
            <a:ext cx="293193" cy="83098"/>
          </a:xfrm>
          <a:custGeom>
            <a:avLst/>
            <a:gdLst/>
            <a:ahLst/>
            <a:cxnLst/>
            <a:rect l="0" t="0" r="0" b="0"/>
            <a:pathLst>
              <a:path w="293193" h="83098">
                <a:moveTo>
                  <a:pt x="0" y="78168"/>
                </a:moveTo>
                <a:lnTo>
                  <a:pt x="38985" y="53941"/>
                </a:lnTo>
                <a:lnTo>
                  <a:pt x="75324" y="34194"/>
                </a:lnTo>
                <a:lnTo>
                  <a:pt x="109017" y="18926"/>
                </a:lnTo>
                <a:lnTo>
                  <a:pt x="140064" y="8138"/>
                </a:lnTo>
                <a:lnTo>
                  <a:pt x="168466" y="1829"/>
                </a:lnTo>
                <a:lnTo>
                  <a:pt x="194221" y="0"/>
                </a:lnTo>
                <a:lnTo>
                  <a:pt x="217331" y="2651"/>
                </a:lnTo>
                <a:lnTo>
                  <a:pt x="237795" y="9781"/>
                </a:lnTo>
                <a:lnTo>
                  <a:pt x="255613" y="21391"/>
                </a:lnTo>
                <a:lnTo>
                  <a:pt x="270786" y="37480"/>
                </a:lnTo>
                <a:lnTo>
                  <a:pt x="283312" y="58050"/>
                </a:lnTo>
                <a:lnTo>
                  <a:pt x="293193" y="83098"/>
                </a:lnTo>
              </a:path>
            </a:pathLst>
          </a:custGeom>
          <a:noFill/>
          <a:ln w="5334">
            <a:solidFill>
              <a:srgbClr val="4D60C5">
                <a:alpha val="13000"/>
              </a:srgbClr>
            </a:solidFill>
            <a:prstDash val="solid"/>
          </a:ln>
        </p:spPr>
      </p:sp>
      <p:sp>
        <p:nvSpPr>
          <p:cNvPr id="59" name="knowledge-long-edge">
            <a:extLst>
              <a:ext uri="{FF2B5EF4-FFF2-40B4-BE49-F238E27FC236}">
                <a16:creationId xmlns:a16="http://schemas.microsoft.com/office/drawing/2014/main" id="{4185CC04-1E44-43CA-A6FD-4AA565483DCD}"/>
              </a:ext>
            </a:extLst>
          </p:cNvPr>
          <p:cNvSpPr>
            <a:spLocks noGrp="1"/>
          </p:cNvSpPr>
          <p:nvPr/>
        </p:nvSpPr>
        <p:spPr>
          <a:xfrm>
            <a:off x="1293967" y="5833012"/>
            <a:ext cx="950135" cy="311159"/>
          </a:xfrm>
          <a:custGeom>
            <a:avLst/>
            <a:gdLst/>
            <a:ahLst/>
            <a:cxnLst/>
            <a:rect l="0" t="0" r="0" b="0"/>
            <a:pathLst>
              <a:path w="950135" h="311159">
                <a:moveTo>
                  <a:pt x="0" y="228767"/>
                </a:moveTo>
                <a:lnTo>
                  <a:pt x="59383" y="170866"/>
                </a:lnTo>
                <a:lnTo>
                  <a:pt x="118767" y="121371"/>
                </a:lnTo>
                <a:lnTo>
                  <a:pt x="178150" y="80284"/>
                </a:lnTo>
                <a:lnTo>
                  <a:pt x="237534" y="47602"/>
                </a:lnTo>
                <a:lnTo>
                  <a:pt x="296917" y="23328"/>
                </a:lnTo>
                <a:lnTo>
                  <a:pt x="356301" y="7461"/>
                </a:lnTo>
                <a:lnTo>
                  <a:pt x="415684" y="0"/>
                </a:lnTo>
                <a:lnTo>
                  <a:pt x="475068" y="946"/>
                </a:lnTo>
                <a:lnTo>
                  <a:pt x="534451" y="10299"/>
                </a:lnTo>
                <a:lnTo>
                  <a:pt x="593835" y="28059"/>
                </a:lnTo>
                <a:lnTo>
                  <a:pt x="653218" y="54225"/>
                </a:lnTo>
                <a:lnTo>
                  <a:pt x="712601" y="88798"/>
                </a:lnTo>
                <a:lnTo>
                  <a:pt x="771985" y="131778"/>
                </a:lnTo>
                <a:lnTo>
                  <a:pt x="831368" y="183165"/>
                </a:lnTo>
                <a:lnTo>
                  <a:pt x="890752" y="242959"/>
                </a:lnTo>
                <a:lnTo>
                  <a:pt x="950135" y="311159"/>
                </a:lnTo>
              </a:path>
            </a:pathLst>
          </a:custGeom>
          <a:noFill/>
          <a:ln w="4286">
            <a:solidFill>
              <a:srgbClr val="4D60C5">
                <a:alpha val="9000"/>
              </a:srgbClr>
            </a:solidFill>
            <a:prstDash val="solid"/>
          </a:ln>
        </p:spPr>
      </p:sp>
      <p:sp>
        <p:nvSpPr>
          <p:cNvPr id="60" name="knowledge-edge">
            <a:extLst>
              <a:ext uri="{FF2B5EF4-FFF2-40B4-BE49-F238E27FC236}">
                <a16:creationId xmlns:a16="http://schemas.microsoft.com/office/drawing/2014/main" id="{64F6B981-6A0E-4141-978C-CB1AF4921E2E}"/>
              </a:ext>
            </a:extLst>
          </p:cNvPr>
          <p:cNvSpPr>
            <a:spLocks noGrp="1"/>
          </p:cNvSpPr>
          <p:nvPr/>
        </p:nvSpPr>
        <p:spPr>
          <a:xfrm>
            <a:off x="1443640" y="6058721"/>
            <a:ext cx="143520" cy="37945"/>
          </a:xfrm>
          <a:custGeom>
            <a:avLst/>
            <a:gdLst/>
            <a:ahLst/>
            <a:cxnLst/>
            <a:rect l="0" t="0" r="0" b="0"/>
            <a:pathLst>
              <a:path w="143520" h="37945">
                <a:moveTo>
                  <a:pt x="0" y="37945"/>
                </a:moveTo>
                <a:lnTo>
                  <a:pt x="10251" y="30427"/>
                </a:lnTo>
                <a:lnTo>
                  <a:pt x="20503" y="23737"/>
                </a:lnTo>
                <a:lnTo>
                  <a:pt x="30754" y="17874"/>
                </a:lnTo>
                <a:lnTo>
                  <a:pt x="41006" y="12839"/>
                </a:lnTo>
                <a:lnTo>
                  <a:pt x="51257" y="8630"/>
                </a:lnTo>
                <a:lnTo>
                  <a:pt x="61508" y="5250"/>
                </a:lnTo>
                <a:lnTo>
                  <a:pt x="71760" y="2696"/>
                </a:lnTo>
                <a:lnTo>
                  <a:pt x="82011" y="970"/>
                </a:lnTo>
                <a:lnTo>
                  <a:pt x="92263" y="71"/>
                </a:lnTo>
                <a:lnTo>
                  <a:pt x="102514" y="0"/>
                </a:lnTo>
                <a:lnTo>
                  <a:pt x="112766" y="756"/>
                </a:lnTo>
                <a:lnTo>
                  <a:pt x="123017" y="2339"/>
                </a:lnTo>
                <a:lnTo>
                  <a:pt x="133268" y="4750"/>
                </a:lnTo>
                <a:lnTo>
                  <a:pt x="143520" y="7988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61" name="knowledge-edge">
            <a:extLst>
              <a:ext uri="{FF2B5EF4-FFF2-40B4-BE49-F238E27FC236}">
                <a16:creationId xmlns:a16="http://schemas.microsoft.com/office/drawing/2014/main" id="{86C41957-4967-483C-807F-3FDA8A7087AC}"/>
              </a:ext>
            </a:extLst>
          </p:cNvPr>
          <p:cNvSpPr>
            <a:spLocks noGrp="1"/>
          </p:cNvSpPr>
          <p:nvPr/>
        </p:nvSpPr>
        <p:spPr>
          <a:xfrm>
            <a:off x="1246643" y="6325478"/>
            <a:ext cx="321116" cy="84599"/>
          </a:xfrm>
          <a:custGeom>
            <a:avLst/>
            <a:gdLst/>
            <a:ahLst/>
            <a:cxnLst/>
            <a:rect l="0" t="0" r="0" b="0"/>
            <a:pathLst>
              <a:path w="321116" h="84599">
                <a:moveTo>
                  <a:pt x="0" y="0"/>
                </a:moveTo>
                <a:lnTo>
                  <a:pt x="22937" y="6966"/>
                </a:lnTo>
                <a:lnTo>
                  <a:pt x="45874" y="13790"/>
                </a:lnTo>
                <a:lnTo>
                  <a:pt x="68811" y="20472"/>
                </a:lnTo>
                <a:lnTo>
                  <a:pt x="91748" y="27012"/>
                </a:lnTo>
                <a:lnTo>
                  <a:pt x="114684" y="33410"/>
                </a:lnTo>
                <a:lnTo>
                  <a:pt x="137621" y="39666"/>
                </a:lnTo>
                <a:lnTo>
                  <a:pt x="160558" y="45780"/>
                </a:lnTo>
                <a:lnTo>
                  <a:pt x="183495" y="51751"/>
                </a:lnTo>
                <a:lnTo>
                  <a:pt x="206432" y="57581"/>
                </a:lnTo>
                <a:lnTo>
                  <a:pt x="229369" y="63269"/>
                </a:lnTo>
                <a:lnTo>
                  <a:pt x="252306" y="68814"/>
                </a:lnTo>
                <a:lnTo>
                  <a:pt x="275243" y="74218"/>
                </a:lnTo>
                <a:lnTo>
                  <a:pt x="298179" y="79480"/>
                </a:lnTo>
                <a:lnTo>
                  <a:pt x="321116" y="84599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62" name="knowledge-cross-edge">
            <a:extLst>
              <a:ext uri="{FF2B5EF4-FFF2-40B4-BE49-F238E27FC236}">
                <a16:creationId xmlns:a16="http://schemas.microsoft.com/office/drawing/2014/main" id="{07B93687-7AA2-4463-8903-93D50FB89353}"/>
              </a:ext>
            </a:extLst>
          </p:cNvPr>
          <p:cNvSpPr>
            <a:spLocks noGrp="1"/>
          </p:cNvSpPr>
          <p:nvPr/>
        </p:nvSpPr>
        <p:spPr>
          <a:xfrm>
            <a:off x="1246643" y="6320501"/>
            <a:ext cx="585332" cy="364866"/>
          </a:xfrm>
          <a:custGeom>
            <a:avLst/>
            <a:gdLst/>
            <a:ahLst/>
            <a:cxnLst/>
            <a:rect l="0" t="0" r="0" b="0"/>
            <a:pathLst>
              <a:path w="585332" h="364866">
                <a:moveTo>
                  <a:pt x="0" y="4977"/>
                </a:moveTo>
                <a:lnTo>
                  <a:pt x="63330" y="0"/>
                </a:lnTo>
                <a:lnTo>
                  <a:pt x="124014" y="1381"/>
                </a:lnTo>
                <a:lnTo>
                  <a:pt x="182052" y="9120"/>
                </a:lnTo>
                <a:lnTo>
                  <a:pt x="237444" y="23216"/>
                </a:lnTo>
                <a:lnTo>
                  <a:pt x="290190" y="43671"/>
                </a:lnTo>
                <a:lnTo>
                  <a:pt x="340291" y="70482"/>
                </a:lnTo>
                <a:lnTo>
                  <a:pt x="387745" y="103652"/>
                </a:lnTo>
                <a:lnTo>
                  <a:pt x="432554" y="143179"/>
                </a:lnTo>
                <a:lnTo>
                  <a:pt x="474717" y="189064"/>
                </a:lnTo>
                <a:lnTo>
                  <a:pt x="514235" y="241307"/>
                </a:lnTo>
                <a:lnTo>
                  <a:pt x="551106" y="299907"/>
                </a:lnTo>
                <a:lnTo>
                  <a:pt x="585332" y="364866"/>
                </a:lnTo>
              </a:path>
            </a:pathLst>
          </a:custGeom>
          <a:noFill/>
          <a:ln w="5334">
            <a:solidFill>
              <a:srgbClr val="4D60C5">
                <a:alpha val="13000"/>
              </a:srgbClr>
            </a:solidFill>
            <a:prstDash val="solid"/>
          </a:ln>
        </p:spPr>
      </p:sp>
      <p:sp>
        <p:nvSpPr>
          <p:cNvPr id="63" name="knowledge-long-edge">
            <a:extLst>
              <a:ext uri="{FF2B5EF4-FFF2-40B4-BE49-F238E27FC236}">
                <a16:creationId xmlns:a16="http://schemas.microsoft.com/office/drawing/2014/main" id="{5A580DDA-BF58-4E1F-8D93-FD57026CDB23}"/>
              </a:ext>
            </a:extLst>
          </p:cNvPr>
          <p:cNvSpPr>
            <a:spLocks noGrp="1"/>
          </p:cNvSpPr>
          <p:nvPr/>
        </p:nvSpPr>
        <p:spPr>
          <a:xfrm>
            <a:off x="1246643" y="6118813"/>
            <a:ext cx="916614" cy="651452"/>
          </a:xfrm>
          <a:custGeom>
            <a:avLst/>
            <a:gdLst/>
            <a:ahLst/>
            <a:cxnLst/>
            <a:rect l="0" t="0" r="0" b="0"/>
            <a:pathLst>
              <a:path w="916614" h="651452">
                <a:moveTo>
                  <a:pt x="0" y="206665"/>
                </a:moveTo>
                <a:lnTo>
                  <a:pt x="57288" y="141099"/>
                </a:lnTo>
                <a:lnTo>
                  <a:pt x="114577" y="87982"/>
                </a:lnTo>
                <a:lnTo>
                  <a:pt x="171865" y="47313"/>
                </a:lnTo>
                <a:lnTo>
                  <a:pt x="229154" y="19094"/>
                </a:lnTo>
                <a:lnTo>
                  <a:pt x="286442" y="3322"/>
                </a:lnTo>
                <a:lnTo>
                  <a:pt x="343730" y="0"/>
                </a:lnTo>
                <a:lnTo>
                  <a:pt x="401019" y="9126"/>
                </a:lnTo>
                <a:lnTo>
                  <a:pt x="458307" y="30701"/>
                </a:lnTo>
                <a:lnTo>
                  <a:pt x="515596" y="64725"/>
                </a:lnTo>
                <a:lnTo>
                  <a:pt x="572884" y="111197"/>
                </a:lnTo>
                <a:lnTo>
                  <a:pt x="630172" y="170118"/>
                </a:lnTo>
                <a:lnTo>
                  <a:pt x="687461" y="241487"/>
                </a:lnTo>
                <a:lnTo>
                  <a:pt x="744749" y="325306"/>
                </a:lnTo>
                <a:lnTo>
                  <a:pt x="802038" y="421572"/>
                </a:lnTo>
                <a:lnTo>
                  <a:pt x="859326" y="530288"/>
                </a:lnTo>
                <a:lnTo>
                  <a:pt x="916614" y="651452"/>
                </a:lnTo>
              </a:path>
            </a:pathLst>
          </a:custGeom>
          <a:noFill/>
          <a:ln w="4286">
            <a:solidFill>
              <a:srgbClr val="4D60C5">
                <a:alpha val="9000"/>
              </a:srgbClr>
            </a:solidFill>
            <a:prstDash val="solid"/>
          </a:ln>
        </p:spPr>
      </p:sp>
      <p:sp>
        <p:nvSpPr>
          <p:cNvPr id="64" name="knowledge-edge">
            <a:extLst>
              <a:ext uri="{FF2B5EF4-FFF2-40B4-BE49-F238E27FC236}">
                <a16:creationId xmlns:a16="http://schemas.microsoft.com/office/drawing/2014/main" id="{F81E21C6-1543-4DE3-AE47-7A733C19B7B9}"/>
              </a:ext>
            </a:extLst>
          </p:cNvPr>
          <p:cNvSpPr>
            <a:spLocks noGrp="1"/>
          </p:cNvSpPr>
          <p:nvPr/>
        </p:nvSpPr>
        <p:spPr>
          <a:xfrm>
            <a:off x="1137887" y="6535617"/>
            <a:ext cx="694087" cy="149750"/>
          </a:xfrm>
          <a:custGeom>
            <a:avLst/>
            <a:gdLst/>
            <a:ahLst/>
            <a:cxnLst/>
            <a:rect l="0" t="0" r="0" b="0"/>
            <a:pathLst>
              <a:path w="694087" h="149750">
                <a:moveTo>
                  <a:pt x="0" y="20585"/>
                </a:moveTo>
                <a:lnTo>
                  <a:pt x="49578" y="11127"/>
                </a:lnTo>
                <a:lnTo>
                  <a:pt x="99155" y="4544"/>
                </a:lnTo>
                <a:lnTo>
                  <a:pt x="148733" y="835"/>
                </a:lnTo>
                <a:lnTo>
                  <a:pt x="198311" y="0"/>
                </a:lnTo>
                <a:lnTo>
                  <a:pt x="247888" y="2040"/>
                </a:lnTo>
                <a:lnTo>
                  <a:pt x="297466" y="6954"/>
                </a:lnTo>
                <a:lnTo>
                  <a:pt x="347043" y="14743"/>
                </a:lnTo>
                <a:lnTo>
                  <a:pt x="396621" y="25406"/>
                </a:lnTo>
                <a:lnTo>
                  <a:pt x="446199" y="38944"/>
                </a:lnTo>
                <a:lnTo>
                  <a:pt x="495776" y="55356"/>
                </a:lnTo>
                <a:lnTo>
                  <a:pt x="545354" y="74643"/>
                </a:lnTo>
                <a:lnTo>
                  <a:pt x="594932" y="96804"/>
                </a:lnTo>
                <a:lnTo>
                  <a:pt x="644509" y="121840"/>
                </a:lnTo>
                <a:lnTo>
                  <a:pt x="694087" y="149750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65" name="knowledge-cross-edge">
            <a:extLst>
              <a:ext uri="{FF2B5EF4-FFF2-40B4-BE49-F238E27FC236}">
                <a16:creationId xmlns:a16="http://schemas.microsoft.com/office/drawing/2014/main" id="{0740E1A0-D9B2-41D3-A90C-BF0E7B8D702B}"/>
              </a:ext>
            </a:extLst>
          </p:cNvPr>
          <p:cNvSpPr>
            <a:spLocks noGrp="1"/>
          </p:cNvSpPr>
          <p:nvPr/>
        </p:nvSpPr>
        <p:spPr>
          <a:xfrm>
            <a:off x="1137887" y="6556202"/>
            <a:ext cx="636499" cy="347869"/>
          </a:xfrm>
          <a:custGeom>
            <a:avLst/>
            <a:gdLst/>
            <a:ahLst/>
            <a:cxnLst/>
            <a:rect l="0" t="0" r="0" b="0"/>
            <a:pathLst>
              <a:path w="636499" h="347869">
                <a:moveTo>
                  <a:pt x="0" y="0"/>
                </a:moveTo>
                <a:lnTo>
                  <a:pt x="67594" y="10482"/>
                </a:lnTo>
                <a:lnTo>
                  <a:pt x="132541" y="24329"/>
                </a:lnTo>
                <a:lnTo>
                  <a:pt x="194843" y="41541"/>
                </a:lnTo>
                <a:lnTo>
                  <a:pt x="254500" y="62118"/>
                </a:lnTo>
                <a:lnTo>
                  <a:pt x="311510" y="86060"/>
                </a:lnTo>
                <a:lnTo>
                  <a:pt x="365874" y="113366"/>
                </a:lnTo>
                <a:lnTo>
                  <a:pt x="417593" y="144038"/>
                </a:lnTo>
                <a:lnTo>
                  <a:pt x="466666" y="178074"/>
                </a:lnTo>
                <a:lnTo>
                  <a:pt x="513093" y="215475"/>
                </a:lnTo>
                <a:lnTo>
                  <a:pt x="556874" y="256242"/>
                </a:lnTo>
                <a:lnTo>
                  <a:pt x="598009" y="300373"/>
                </a:lnTo>
                <a:lnTo>
                  <a:pt x="636499" y="347869"/>
                </a:lnTo>
              </a:path>
            </a:pathLst>
          </a:custGeom>
          <a:noFill/>
          <a:ln w="5334">
            <a:solidFill>
              <a:srgbClr val="4D60C5">
                <a:alpha val="13000"/>
              </a:srgbClr>
            </a:solidFill>
            <a:prstDash val="solid"/>
          </a:ln>
        </p:spPr>
      </p:sp>
      <p:sp>
        <p:nvSpPr>
          <p:cNvPr id="66" name="knowledge-edge">
            <a:extLst>
              <a:ext uri="{FF2B5EF4-FFF2-40B4-BE49-F238E27FC236}">
                <a16:creationId xmlns:a16="http://schemas.microsoft.com/office/drawing/2014/main" id="{15E0CF55-9E80-4FFA-8A4B-3AD027C1C8C1}"/>
              </a:ext>
            </a:extLst>
          </p:cNvPr>
          <p:cNvSpPr>
            <a:spLocks noGrp="1"/>
          </p:cNvSpPr>
          <p:nvPr/>
        </p:nvSpPr>
        <p:spPr>
          <a:xfrm>
            <a:off x="1212643" y="6831309"/>
            <a:ext cx="561744" cy="72762"/>
          </a:xfrm>
          <a:custGeom>
            <a:avLst/>
            <a:gdLst/>
            <a:ahLst/>
            <a:cxnLst/>
            <a:rect l="0" t="0" r="0" b="0"/>
            <a:pathLst>
              <a:path w="561744" h="72762">
                <a:moveTo>
                  <a:pt x="0" y="0"/>
                </a:moveTo>
                <a:lnTo>
                  <a:pt x="40125" y="2394"/>
                </a:lnTo>
                <a:lnTo>
                  <a:pt x="80249" y="5219"/>
                </a:lnTo>
                <a:lnTo>
                  <a:pt x="120374" y="8475"/>
                </a:lnTo>
                <a:lnTo>
                  <a:pt x="160498" y="12163"/>
                </a:lnTo>
                <a:lnTo>
                  <a:pt x="200623" y="16282"/>
                </a:lnTo>
                <a:lnTo>
                  <a:pt x="240747" y="20832"/>
                </a:lnTo>
                <a:lnTo>
                  <a:pt x="280872" y="25814"/>
                </a:lnTo>
                <a:lnTo>
                  <a:pt x="320996" y="31227"/>
                </a:lnTo>
                <a:lnTo>
                  <a:pt x="361121" y="37071"/>
                </a:lnTo>
                <a:lnTo>
                  <a:pt x="401245" y="43346"/>
                </a:lnTo>
                <a:lnTo>
                  <a:pt x="441370" y="50053"/>
                </a:lnTo>
                <a:lnTo>
                  <a:pt x="481494" y="57191"/>
                </a:lnTo>
                <a:lnTo>
                  <a:pt x="521619" y="64761"/>
                </a:lnTo>
                <a:lnTo>
                  <a:pt x="561744" y="72762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67" name="knowledge-cross-edge">
            <a:extLst>
              <a:ext uri="{FF2B5EF4-FFF2-40B4-BE49-F238E27FC236}">
                <a16:creationId xmlns:a16="http://schemas.microsoft.com/office/drawing/2014/main" id="{A43EED6B-B102-42D3-BF7B-52BC9605B954}"/>
              </a:ext>
            </a:extLst>
          </p:cNvPr>
          <p:cNvSpPr>
            <a:spLocks noGrp="1"/>
          </p:cNvSpPr>
          <p:nvPr/>
        </p:nvSpPr>
        <p:spPr>
          <a:xfrm>
            <a:off x="1212643" y="6831309"/>
            <a:ext cx="386590" cy="420123"/>
          </a:xfrm>
          <a:custGeom>
            <a:avLst/>
            <a:gdLst/>
            <a:ahLst/>
            <a:cxnLst/>
            <a:rect l="0" t="0" r="0" b="0"/>
            <a:pathLst>
              <a:path w="386590" h="420123">
                <a:moveTo>
                  <a:pt x="0" y="0"/>
                </a:moveTo>
                <a:lnTo>
                  <a:pt x="46768" y="9665"/>
                </a:lnTo>
                <a:lnTo>
                  <a:pt x="90890" y="23939"/>
                </a:lnTo>
                <a:lnTo>
                  <a:pt x="132366" y="42821"/>
                </a:lnTo>
                <a:lnTo>
                  <a:pt x="171197" y="66311"/>
                </a:lnTo>
                <a:lnTo>
                  <a:pt x="207381" y="94409"/>
                </a:lnTo>
                <a:lnTo>
                  <a:pt x="240920" y="127115"/>
                </a:lnTo>
                <a:lnTo>
                  <a:pt x="271813" y="164429"/>
                </a:lnTo>
                <a:lnTo>
                  <a:pt x="300060" y="206352"/>
                </a:lnTo>
                <a:lnTo>
                  <a:pt x="325661" y="252883"/>
                </a:lnTo>
                <a:lnTo>
                  <a:pt x="348616" y="304021"/>
                </a:lnTo>
                <a:lnTo>
                  <a:pt x="368926" y="359768"/>
                </a:lnTo>
                <a:lnTo>
                  <a:pt x="386590" y="420123"/>
                </a:lnTo>
              </a:path>
            </a:pathLst>
          </a:custGeom>
          <a:noFill/>
          <a:ln w="5334">
            <a:solidFill>
              <a:srgbClr val="4D60C5">
                <a:alpha val="13000"/>
              </a:srgbClr>
            </a:solidFill>
            <a:prstDash val="solid"/>
          </a:ln>
        </p:spPr>
      </p:sp>
      <p:sp>
        <p:nvSpPr>
          <p:cNvPr id="68" name="knowledge-cross-edge">
            <a:extLst>
              <a:ext uri="{FF2B5EF4-FFF2-40B4-BE49-F238E27FC236}">
                <a16:creationId xmlns:a16="http://schemas.microsoft.com/office/drawing/2014/main" id="{461C992D-1E5E-4F88-9F09-F8D6B1F8DE0A}"/>
              </a:ext>
            </a:extLst>
          </p:cNvPr>
          <p:cNvSpPr>
            <a:spLocks noGrp="1"/>
          </p:cNvSpPr>
          <p:nvPr/>
        </p:nvSpPr>
        <p:spPr>
          <a:xfrm>
            <a:off x="1212643" y="6685367"/>
            <a:ext cx="619332" cy="145942"/>
          </a:xfrm>
          <a:custGeom>
            <a:avLst/>
            <a:gdLst/>
            <a:ahLst/>
            <a:cxnLst/>
            <a:rect l="0" t="0" r="0" b="0"/>
            <a:pathLst>
              <a:path w="619332" h="145942">
                <a:moveTo>
                  <a:pt x="0" y="145942"/>
                </a:moveTo>
                <a:lnTo>
                  <a:pt x="37059" y="132483"/>
                </a:lnTo>
                <a:lnTo>
                  <a:pt x="76764" y="119260"/>
                </a:lnTo>
                <a:lnTo>
                  <a:pt x="119114" y="106273"/>
                </a:lnTo>
                <a:lnTo>
                  <a:pt x="164111" y="93521"/>
                </a:lnTo>
                <a:lnTo>
                  <a:pt x="211753" y="81005"/>
                </a:lnTo>
                <a:lnTo>
                  <a:pt x="262041" y="68726"/>
                </a:lnTo>
                <a:lnTo>
                  <a:pt x="314975" y="56682"/>
                </a:lnTo>
                <a:lnTo>
                  <a:pt x="370554" y="44874"/>
                </a:lnTo>
                <a:lnTo>
                  <a:pt x="428780" y="33301"/>
                </a:lnTo>
                <a:lnTo>
                  <a:pt x="489651" y="21965"/>
                </a:lnTo>
                <a:lnTo>
                  <a:pt x="553169" y="10865"/>
                </a:lnTo>
                <a:lnTo>
                  <a:pt x="619332" y="0"/>
                </a:lnTo>
              </a:path>
            </a:pathLst>
          </a:custGeom>
          <a:noFill/>
          <a:ln w="4953">
            <a:solidFill>
              <a:srgbClr val="4D60C5">
                <a:alpha val="12000"/>
              </a:srgbClr>
            </a:solidFill>
            <a:prstDash val="solid"/>
          </a:ln>
        </p:spPr>
      </p:sp>
      <p:sp>
        <p:nvSpPr>
          <p:cNvPr id="69" name="knowledge-edge">
            <a:extLst>
              <a:ext uri="{FF2B5EF4-FFF2-40B4-BE49-F238E27FC236}">
                <a16:creationId xmlns:a16="http://schemas.microsoft.com/office/drawing/2014/main" id="{89FA4F38-4BC5-4E7E-9A24-A7880A007B24}"/>
              </a:ext>
            </a:extLst>
          </p:cNvPr>
          <p:cNvSpPr>
            <a:spLocks noGrp="1"/>
          </p:cNvSpPr>
          <p:nvPr/>
        </p:nvSpPr>
        <p:spPr>
          <a:xfrm>
            <a:off x="1146221" y="7204868"/>
            <a:ext cx="453012" cy="46564"/>
          </a:xfrm>
          <a:custGeom>
            <a:avLst/>
            <a:gdLst/>
            <a:ahLst/>
            <a:cxnLst/>
            <a:rect l="0" t="0" r="0" b="0"/>
            <a:pathLst>
              <a:path w="453012" h="46564">
                <a:moveTo>
                  <a:pt x="0" y="3139"/>
                </a:moveTo>
                <a:lnTo>
                  <a:pt x="32358" y="1338"/>
                </a:lnTo>
                <a:lnTo>
                  <a:pt x="64716" y="292"/>
                </a:lnTo>
                <a:lnTo>
                  <a:pt x="97074" y="0"/>
                </a:lnTo>
                <a:lnTo>
                  <a:pt x="129432" y="462"/>
                </a:lnTo>
                <a:lnTo>
                  <a:pt x="161790" y="1679"/>
                </a:lnTo>
                <a:lnTo>
                  <a:pt x="194148" y="3649"/>
                </a:lnTo>
                <a:lnTo>
                  <a:pt x="226506" y="6374"/>
                </a:lnTo>
                <a:lnTo>
                  <a:pt x="258864" y="9853"/>
                </a:lnTo>
                <a:lnTo>
                  <a:pt x="291222" y="14086"/>
                </a:lnTo>
                <a:lnTo>
                  <a:pt x="323580" y="19073"/>
                </a:lnTo>
                <a:lnTo>
                  <a:pt x="355938" y="24815"/>
                </a:lnTo>
                <a:lnTo>
                  <a:pt x="388296" y="31310"/>
                </a:lnTo>
                <a:lnTo>
                  <a:pt x="420654" y="38560"/>
                </a:lnTo>
                <a:lnTo>
                  <a:pt x="453012" y="46564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70" name="knowledge-cross-edge">
            <a:extLst>
              <a:ext uri="{FF2B5EF4-FFF2-40B4-BE49-F238E27FC236}">
                <a16:creationId xmlns:a16="http://schemas.microsoft.com/office/drawing/2014/main" id="{FAD5B0BE-762C-4AF7-B16F-2171687758CF}"/>
              </a:ext>
            </a:extLst>
          </p:cNvPr>
          <p:cNvSpPr>
            <a:spLocks noGrp="1"/>
          </p:cNvSpPr>
          <p:nvPr/>
        </p:nvSpPr>
        <p:spPr>
          <a:xfrm>
            <a:off x="1146221" y="6904071"/>
            <a:ext cx="628166" cy="303936"/>
          </a:xfrm>
          <a:custGeom>
            <a:avLst/>
            <a:gdLst/>
            <a:ahLst/>
            <a:cxnLst/>
            <a:rect l="0" t="0" r="0" b="0"/>
            <a:pathLst>
              <a:path w="628166" h="303936">
                <a:moveTo>
                  <a:pt x="0" y="303936"/>
                </a:moveTo>
                <a:lnTo>
                  <a:pt x="37795" y="256593"/>
                </a:lnTo>
                <a:lnTo>
                  <a:pt x="78236" y="213253"/>
                </a:lnTo>
                <a:lnTo>
                  <a:pt x="121323" y="173915"/>
                </a:lnTo>
                <a:lnTo>
                  <a:pt x="167055" y="138580"/>
                </a:lnTo>
                <a:lnTo>
                  <a:pt x="215434" y="107248"/>
                </a:lnTo>
                <a:lnTo>
                  <a:pt x="266458" y="79919"/>
                </a:lnTo>
                <a:lnTo>
                  <a:pt x="320128" y="56592"/>
                </a:lnTo>
                <a:lnTo>
                  <a:pt x="376444" y="37268"/>
                </a:lnTo>
                <a:lnTo>
                  <a:pt x="435405" y="21947"/>
                </a:lnTo>
                <a:lnTo>
                  <a:pt x="497013" y="10629"/>
                </a:lnTo>
                <a:lnTo>
                  <a:pt x="561266" y="3313"/>
                </a:lnTo>
                <a:lnTo>
                  <a:pt x="628166" y="0"/>
                </a:lnTo>
              </a:path>
            </a:pathLst>
          </a:custGeom>
          <a:noFill/>
          <a:ln w="4953">
            <a:solidFill>
              <a:srgbClr val="4D60C5">
                <a:alpha val="12000"/>
              </a:srgbClr>
            </a:solidFill>
            <a:prstDash val="solid"/>
          </a:ln>
        </p:spPr>
      </p:sp>
      <p:sp>
        <p:nvSpPr>
          <p:cNvPr id="71" name="knowledge-edge">
            <a:extLst>
              <a:ext uri="{FF2B5EF4-FFF2-40B4-BE49-F238E27FC236}">
                <a16:creationId xmlns:a16="http://schemas.microsoft.com/office/drawing/2014/main" id="{C737596A-9DC6-413A-8477-FED40641D517}"/>
              </a:ext>
            </a:extLst>
          </p:cNvPr>
          <p:cNvSpPr>
            <a:spLocks noGrp="1"/>
          </p:cNvSpPr>
          <p:nvPr/>
        </p:nvSpPr>
        <p:spPr>
          <a:xfrm>
            <a:off x="1843767" y="5959019"/>
            <a:ext cx="348764" cy="137768"/>
          </a:xfrm>
          <a:custGeom>
            <a:avLst/>
            <a:gdLst/>
            <a:ahLst/>
            <a:cxnLst/>
            <a:rect l="0" t="0" r="0" b="0"/>
            <a:pathLst>
              <a:path w="348764" h="137768">
                <a:moveTo>
                  <a:pt x="0" y="0"/>
                </a:moveTo>
                <a:lnTo>
                  <a:pt x="24912" y="4747"/>
                </a:lnTo>
                <a:lnTo>
                  <a:pt x="49823" y="10278"/>
                </a:lnTo>
                <a:lnTo>
                  <a:pt x="74735" y="16592"/>
                </a:lnTo>
                <a:lnTo>
                  <a:pt x="99647" y="23690"/>
                </a:lnTo>
                <a:lnTo>
                  <a:pt x="124559" y="31572"/>
                </a:lnTo>
                <a:lnTo>
                  <a:pt x="149470" y="40237"/>
                </a:lnTo>
                <a:lnTo>
                  <a:pt x="174382" y="49686"/>
                </a:lnTo>
                <a:lnTo>
                  <a:pt x="199294" y="59918"/>
                </a:lnTo>
                <a:lnTo>
                  <a:pt x="224206" y="70934"/>
                </a:lnTo>
                <a:lnTo>
                  <a:pt x="249117" y="82734"/>
                </a:lnTo>
                <a:lnTo>
                  <a:pt x="274029" y="95317"/>
                </a:lnTo>
                <a:lnTo>
                  <a:pt x="298941" y="108684"/>
                </a:lnTo>
                <a:lnTo>
                  <a:pt x="323853" y="122834"/>
                </a:lnTo>
                <a:lnTo>
                  <a:pt x="348764" y="137768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2" name="knowledge-cross-edge">
            <a:extLst>
              <a:ext uri="{FF2B5EF4-FFF2-40B4-BE49-F238E27FC236}">
                <a16:creationId xmlns:a16="http://schemas.microsoft.com/office/drawing/2014/main" id="{293FCB4F-DBE3-4E91-A700-FBC7B39560C0}"/>
              </a:ext>
            </a:extLst>
          </p:cNvPr>
          <p:cNvSpPr>
            <a:spLocks noGrp="1"/>
          </p:cNvSpPr>
          <p:nvPr/>
        </p:nvSpPr>
        <p:spPr>
          <a:xfrm>
            <a:off x="1843767" y="5942986"/>
            <a:ext cx="268070" cy="213888"/>
          </a:xfrm>
          <a:custGeom>
            <a:avLst/>
            <a:gdLst/>
            <a:ahLst/>
            <a:cxnLst/>
            <a:rect l="0" t="0" r="0" b="0"/>
            <a:pathLst>
              <a:path w="268070" h="213888">
                <a:moveTo>
                  <a:pt x="0" y="16034"/>
                </a:moveTo>
                <a:lnTo>
                  <a:pt x="36891" y="5838"/>
                </a:lnTo>
                <a:lnTo>
                  <a:pt x="71137" y="493"/>
                </a:lnTo>
                <a:lnTo>
                  <a:pt x="102736" y="0"/>
                </a:lnTo>
                <a:lnTo>
                  <a:pt x="131690" y="4359"/>
                </a:lnTo>
                <a:lnTo>
                  <a:pt x="157998" y="13569"/>
                </a:lnTo>
                <a:lnTo>
                  <a:pt x="181660" y="27631"/>
                </a:lnTo>
                <a:lnTo>
                  <a:pt x="202676" y="46545"/>
                </a:lnTo>
                <a:lnTo>
                  <a:pt x="221047" y="70310"/>
                </a:lnTo>
                <a:lnTo>
                  <a:pt x="236771" y="98927"/>
                </a:lnTo>
                <a:lnTo>
                  <a:pt x="249850" y="132395"/>
                </a:lnTo>
                <a:lnTo>
                  <a:pt x="260283" y="170716"/>
                </a:lnTo>
                <a:lnTo>
                  <a:pt x="268070" y="213888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73" name="knowledge-edge">
            <a:extLst>
              <a:ext uri="{FF2B5EF4-FFF2-40B4-BE49-F238E27FC236}">
                <a16:creationId xmlns:a16="http://schemas.microsoft.com/office/drawing/2014/main" id="{F3D03882-83BE-43A3-9A10-A4B98E61B6E3}"/>
              </a:ext>
            </a:extLst>
          </p:cNvPr>
          <p:cNvSpPr>
            <a:spLocks noGrp="1"/>
          </p:cNvSpPr>
          <p:nvPr/>
        </p:nvSpPr>
        <p:spPr>
          <a:xfrm>
            <a:off x="1599976" y="6156873"/>
            <a:ext cx="511861" cy="34204"/>
          </a:xfrm>
          <a:custGeom>
            <a:avLst/>
            <a:gdLst/>
            <a:ahLst/>
            <a:cxnLst/>
            <a:rect l="0" t="0" r="0" b="0"/>
            <a:pathLst>
              <a:path w="511861" h="34204">
                <a:moveTo>
                  <a:pt x="0" y="12051"/>
                </a:moveTo>
                <a:lnTo>
                  <a:pt x="36561" y="18589"/>
                </a:lnTo>
                <a:lnTo>
                  <a:pt x="73123" y="23989"/>
                </a:lnTo>
                <a:lnTo>
                  <a:pt x="109684" y="28250"/>
                </a:lnTo>
                <a:lnTo>
                  <a:pt x="146246" y="31373"/>
                </a:lnTo>
                <a:lnTo>
                  <a:pt x="182807" y="33358"/>
                </a:lnTo>
                <a:lnTo>
                  <a:pt x="219369" y="34204"/>
                </a:lnTo>
                <a:lnTo>
                  <a:pt x="255930" y="33913"/>
                </a:lnTo>
                <a:lnTo>
                  <a:pt x="292492" y="32483"/>
                </a:lnTo>
                <a:lnTo>
                  <a:pt x="329053" y="29915"/>
                </a:lnTo>
                <a:lnTo>
                  <a:pt x="365615" y="26208"/>
                </a:lnTo>
                <a:lnTo>
                  <a:pt x="402176" y="21364"/>
                </a:lnTo>
                <a:lnTo>
                  <a:pt x="438738" y="15381"/>
                </a:lnTo>
                <a:lnTo>
                  <a:pt x="475299" y="8259"/>
                </a:lnTo>
                <a:lnTo>
                  <a:pt x="511861" y="0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4" name="knowledge-cross-edge">
            <a:extLst>
              <a:ext uri="{FF2B5EF4-FFF2-40B4-BE49-F238E27FC236}">
                <a16:creationId xmlns:a16="http://schemas.microsoft.com/office/drawing/2014/main" id="{EF2AF998-9A7F-4348-A560-99EFACBBB54F}"/>
              </a:ext>
            </a:extLst>
          </p:cNvPr>
          <p:cNvSpPr>
            <a:spLocks noGrp="1"/>
          </p:cNvSpPr>
          <p:nvPr/>
        </p:nvSpPr>
        <p:spPr>
          <a:xfrm>
            <a:off x="1599976" y="6144172"/>
            <a:ext cx="644127" cy="26086"/>
          </a:xfrm>
          <a:custGeom>
            <a:avLst/>
            <a:gdLst/>
            <a:ahLst/>
            <a:cxnLst/>
            <a:rect l="0" t="0" r="0" b="0"/>
            <a:pathLst>
              <a:path w="644127" h="26086">
                <a:moveTo>
                  <a:pt x="0" y="24753"/>
                </a:moveTo>
                <a:lnTo>
                  <a:pt x="68229" y="25692"/>
                </a:lnTo>
                <a:lnTo>
                  <a:pt x="133813" y="26086"/>
                </a:lnTo>
                <a:lnTo>
                  <a:pt x="196750" y="25933"/>
                </a:lnTo>
                <a:lnTo>
                  <a:pt x="257042" y="25235"/>
                </a:lnTo>
                <a:lnTo>
                  <a:pt x="314688" y="23991"/>
                </a:lnTo>
                <a:lnTo>
                  <a:pt x="369688" y="22202"/>
                </a:lnTo>
                <a:lnTo>
                  <a:pt x="422043" y="19866"/>
                </a:lnTo>
                <a:lnTo>
                  <a:pt x="471751" y="16984"/>
                </a:lnTo>
                <a:lnTo>
                  <a:pt x="518814" y="13557"/>
                </a:lnTo>
                <a:lnTo>
                  <a:pt x="563231" y="9584"/>
                </a:lnTo>
                <a:lnTo>
                  <a:pt x="605002" y="5065"/>
                </a:lnTo>
                <a:lnTo>
                  <a:pt x="644127" y="0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75" name="knowledge-long-edge">
            <a:extLst>
              <a:ext uri="{FF2B5EF4-FFF2-40B4-BE49-F238E27FC236}">
                <a16:creationId xmlns:a16="http://schemas.microsoft.com/office/drawing/2014/main" id="{F74330A9-D698-4C9C-A773-8B470FEF976D}"/>
              </a:ext>
            </a:extLst>
          </p:cNvPr>
          <p:cNvSpPr>
            <a:spLocks noGrp="1"/>
          </p:cNvSpPr>
          <p:nvPr/>
        </p:nvSpPr>
        <p:spPr>
          <a:xfrm>
            <a:off x="1599976" y="5963613"/>
            <a:ext cx="784491" cy="309480"/>
          </a:xfrm>
          <a:custGeom>
            <a:avLst/>
            <a:gdLst/>
            <a:ahLst/>
            <a:cxnLst/>
            <a:rect l="0" t="0" r="0" b="0"/>
            <a:pathLst>
              <a:path w="784491" h="309480">
                <a:moveTo>
                  <a:pt x="0" y="205311"/>
                </a:moveTo>
                <a:lnTo>
                  <a:pt x="49031" y="152087"/>
                </a:lnTo>
                <a:lnTo>
                  <a:pt x="98061" y="106828"/>
                </a:lnTo>
                <a:lnTo>
                  <a:pt x="147092" y="69533"/>
                </a:lnTo>
                <a:lnTo>
                  <a:pt x="196123" y="40203"/>
                </a:lnTo>
                <a:lnTo>
                  <a:pt x="245154" y="18837"/>
                </a:lnTo>
                <a:lnTo>
                  <a:pt x="294184" y="5436"/>
                </a:lnTo>
                <a:lnTo>
                  <a:pt x="343215" y="0"/>
                </a:lnTo>
                <a:lnTo>
                  <a:pt x="392246" y="2528"/>
                </a:lnTo>
                <a:lnTo>
                  <a:pt x="441276" y="13021"/>
                </a:lnTo>
                <a:lnTo>
                  <a:pt x="490307" y="31479"/>
                </a:lnTo>
                <a:lnTo>
                  <a:pt x="539338" y="57901"/>
                </a:lnTo>
                <a:lnTo>
                  <a:pt x="588369" y="92287"/>
                </a:lnTo>
                <a:lnTo>
                  <a:pt x="637399" y="134638"/>
                </a:lnTo>
                <a:lnTo>
                  <a:pt x="686430" y="184954"/>
                </a:lnTo>
                <a:lnTo>
                  <a:pt x="735461" y="243235"/>
                </a:lnTo>
                <a:lnTo>
                  <a:pt x="784491" y="309480"/>
                </a:lnTo>
              </a:path>
            </a:pathLst>
          </a:custGeom>
          <a:noFill/>
          <a:ln w="4286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76" name="knowledge-edge">
            <a:extLst>
              <a:ext uri="{FF2B5EF4-FFF2-40B4-BE49-F238E27FC236}">
                <a16:creationId xmlns:a16="http://schemas.microsoft.com/office/drawing/2014/main" id="{25A15416-05F7-4EA0-A08C-558AA32A7F05}"/>
              </a:ext>
            </a:extLst>
          </p:cNvPr>
          <p:cNvSpPr>
            <a:spLocks noGrp="1"/>
          </p:cNvSpPr>
          <p:nvPr/>
        </p:nvSpPr>
        <p:spPr>
          <a:xfrm>
            <a:off x="1587160" y="6058486"/>
            <a:ext cx="656942" cy="85685"/>
          </a:xfrm>
          <a:custGeom>
            <a:avLst/>
            <a:gdLst/>
            <a:ahLst/>
            <a:cxnLst/>
            <a:rect l="0" t="0" r="0" b="0"/>
            <a:pathLst>
              <a:path w="656942" h="85685">
                <a:moveTo>
                  <a:pt x="0" y="8223"/>
                </a:moveTo>
                <a:lnTo>
                  <a:pt x="46924" y="3978"/>
                </a:lnTo>
                <a:lnTo>
                  <a:pt x="93849" y="1237"/>
                </a:lnTo>
                <a:lnTo>
                  <a:pt x="140773" y="0"/>
                </a:lnTo>
                <a:lnTo>
                  <a:pt x="187698" y="268"/>
                </a:lnTo>
                <a:lnTo>
                  <a:pt x="234622" y="2040"/>
                </a:lnTo>
                <a:lnTo>
                  <a:pt x="281547" y="5316"/>
                </a:lnTo>
                <a:lnTo>
                  <a:pt x="328471" y="10097"/>
                </a:lnTo>
                <a:lnTo>
                  <a:pt x="375396" y="16382"/>
                </a:lnTo>
                <a:lnTo>
                  <a:pt x="422320" y="24172"/>
                </a:lnTo>
                <a:lnTo>
                  <a:pt x="469245" y="33466"/>
                </a:lnTo>
                <a:lnTo>
                  <a:pt x="516169" y="44264"/>
                </a:lnTo>
                <a:lnTo>
                  <a:pt x="563093" y="56567"/>
                </a:lnTo>
                <a:lnTo>
                  <a:pt x="610018" y="70374"/>
                </a:lnTo>
                <a:lnTo>
                  <a:pt x="656942" y="85685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7" name="knowledge-cross-edge">
            <a:extLst>
              <a:ext uri="{FF2B5EF4-FFF2-40B4-BE49-F238E27FC236}">
                <a16:creationId xmlns:a16="http://schemas.microsoft.com/office/drawing/2014/main" id="{C7600D18-69B8-46E1-A8D7-3EA54FA7946E}"/>
              </a:ext>
            </a:extLst>
          </p:cNvPr>
          <p:cNvSpPr>
            <a:spLocks noGrp="1"/>
          </p:cNvSpPr>
          <p:nvPr/>
        </p:nvSpPr>
        <p:spPr>
          <a:xfrm>
            <a:off x="1587160" y="6066710"/>
            <a:ext cx="393566" cy="248089"/>
          </a:xfrm>
          <a:custGeom>
            <a:avLst/>
            <a:gdLst/>
            <a:ahLst/>
            <a:cxnLst/>
            <a:rect l="0" t="0" r="0" b="0"/>
            <a:pathLst>
              <a:path w="393566" h="248089">
                <a:moveTo>
                  <a:pt x="0" y="0"/>
                </a:moveTo>
                <a:lnTo>
                  <a:pt x="47349" y="8684"/>
                </a:lnTo>
                <a:lnTo>
                  <a:pt x="92053" y="19548"/>
                </a:lnTo>
                <a:lnTo>
                  <a:pt x="134110" y="32593"/>
                </a:lnTo>
                <a:lnTo>
                  <a:pt x="173522" y="47817"/>
                </a:lnTo>
                <a:lnTo>
                  <a:pt x="210288" y="65221"/>
                </a:lnTo>
                <a:lnTo>
                  <a:pt x="244408" y="84805"/>
                </a:lnTo>
                <a:lnTo>
                  <a:pt x="275882" y="106569"/>
                </a:lnTo>
                <a:lnTo>
                  <a:pt x="304710" y="130513"/>
                </a:lnTo>
                <a:lnTo>
                  <a:pt x="330893" y="156637"/>
                </a:lnTo>
                <a:lnTo>
                  <a:pt x="354430" y="184941"/>
                </a:lnTo>
                <a:lnTo>
                  <a:pt x="375320" y="215425"/>
                </a:lnTo>
                <a:lnTo>
                  <a:pt x="393566" y="248089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78" name="knowledge-edge">
            <a:extLst>
              <a:ext uri="{FF2B5EF4-FFF2-40B4-BE49-F238E27FC236}">
                <a16:creationId xmlns:a16="http://schemas.microsoft.com/office/drawing/2014/main" id="{9FAC916B-AACE-4F35-A6EC-81B4D3F85C4F}"/>
              </a:ext>
            </a:extLst>
          </p:cNvPr>
          <p:cNvSpPr>
            <a:spLocks noGrp="1"/>
          </p:cNvSpPr>
          <p:nvPr/>
        </p:nvSpPr>
        <p:spPr>
          <a:xfrm>
            <a:off x="1567759" y="6293561"/>
            <a:ext cx="412967" cy="116516"/>
          </a:xfrm>
          <a:custGeom>
            <a:avLst/>
            <a:gdLst/>
            <a:ahLst/>
            <a:cxnLst/>
            <a:rect l="0" t="0" r="0" b="0"/>
            <a:pathLst>
              <a:path w="412967" h="116516">
                <a:moveTo>
                  <a:pt x="0" y="116516"/>
                </a:moveTo>
                <a:lnTo>
                  <a:pt x="29498" y="93961"/>
                </a:lnTo>
                <a:lnTo>
                  <a:pt x="58995" y="73829"/>
                </a:lnTo>
                <a:lnTo>
                  <a:pt x="88493" y="56120"/>
                </a:lnTo>
                <a:lnTo>
                  <a:pt x="117990" y="40834"/>
                </a:lnTo>
                <a:lnTo>
                  <a:pt x="147488" y="27970"/>
                </a:lnTo>
                <a:lnTo>
                  <a:pt x="176986" y="17530"/>
                </a:lnTo>
                <a:lnTo>
                  <a:pt x="206483" y="9513"/>
                </a:lnTo>
                <a:lnTo>
                  <a:pt x="235981" y="3919"/>
                </a:lnTo>
                <a:lnTo>
                  <a:pt x="265479" y="748"/>
                </a:lnTo>
                <a:lnTo>
                  <a:pt x="294976" y="0"/>
                </a:lnTo>
                <a:lnTo>
                  <a:pt x="324474" y="1675"/>
                </a:lnTo>
                <a:lnTo>
                  <a:pt x="353971" y="5773"/>
                </a:lnTo>
                <a:lnTo>
                  <a:pt x="383469" y="12294"/>
                </a:lnTo>
                <a:lnTo>
                  <a:pt x="412967" y="21238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9" name="knowledge-cross-edge">
            <a:extLst>
              <a:ext uri="{FF2B5EF4-FFF2-40B4-BE49-F238E27FC236}">
                <a16:creationId xmlns:a16="http://schemas.microsoft.com/office/drawing/2014/main" id="{3FA0F3E9-6C2D-434F-9130-F8C77C459161}"/>
              </a:ext>
            </a:extLst>
          </p:cNvPr>
          <p:cNvSpPr>
            <a:spLocks noGrp="1"/>
          </p:cNvSpPr>
          <p:nvPr/>
        </p:nvSpPr>
        <p:spPr>
          <a:xfrm>
            <a:off x="1567759" y="6380862"/>
            <a:ext cx="595498" cy="389404"/>
          </a:xfrm>
          <a:custGeom>
            <a:avLst/>
            <a:gdLst/>
            <a:ahLst/>
            <a:cxnLst/>
            <a:rect l="0" t="0" r="0" b="0"/>
            <a:pathLst>
              <a:path w="595498" h="389404">
                <a:moveTo>
                  <a:pt x="0" y="29215"/>
                </a:moveTo>
                <a:lnTo>
                  <a:pt x="64177" y="10643"/>
                </a:lnTo>
                <a:lnTo>
                  <a:pt x="125708" y="904"/>
                </a:lnTo>
                <a:lnTo>
                  <a:pt x="184593" y="0"/>
                </a:lnTo>
                <a:lnTo>
                  <a:pt x="240833" y="7930"/>
                </a:lnTo>
                <a:lnTo>
                  <a:pt x="294426" y="24694"/>
                </a:lnTo>
                <a:lnTo>
                  <a:pt x="345374" y="50293"/>
                </a:lnTo>
                <a:lnTo>
                  <a:pt x="393676" y="84726"/>
                </a:lnTo>
                <a:lnTo>
                  <a:pt x="439332" y="127993"/>
                </a:lnTo>
                <a:lnTo>
                  <a:pt x="482342" y="180094"/>
                </a:lnTo>
                <a:lnTo>
                  <a:pt x="522707" y="241030"/>
                </a:lnTo>
                <a:lnTo>
                  <a:pt x="560425" y="310800"/>
                </a:lnTo>
                <a:lnTo>
                  <a:pt x="595498" y="389404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80" name="knowledge-edge">
            <a:extLst>
              <a:ext uri="{FF2B5EF4-FFF2-40B4-BE49-F238E27FC236}">
                <a16:creationId xmlns:a16="http://schemas.microsoft.com/office/drawing/2014/main" id="{47F7C0FF-ED66-4E85-94CC-4C79D7E315E2}"/>
              </a:ext>
            </a:extLst>
          </p:cNvPr>
          <p:cNvSpPr>
            <a:spLocks noGrp="1"/>
          </p:cNvSpPr>
          <p:nvPr/>
        </p:nvSpPr>
        <p:spPr>
          <a:xfrm>
            <a:off x="1831974" y="6685367"/>
            <a:ext cx="331283" cy="85950"/>
          </a:xfrm>
          <a:custGeom>
            <a:avLst/>
            <a:gdLst/>
            <a:ahLst/>
            <a:cxnLst/>
            <a:rect l="0" t="0" r="0" b="0"/>
            <a:pathLst>
              <a:path w="331283" h="85950">
                <a:moveTo>
                  <a:pt x="0" y="0"/>
                </a:moveTo>
                <a:lnTo>
                  <a:pt x="23663" y="13180"/>
                </a:lnTo>
                <a:lnTo>
                  <a:pt x="47326" y="25265"/>
                </a:lnTo>
                <a:lnTo>
                  <a:pt x="70989" y="36256"/>
                </a:lnTo>
                <a:lnTo>
                  <a:pt x="94652" y="46152"/>
                </a:lnTo>
                <a:lnTo>
                  <a:pt x="118315" y="54953"/>
                </a:lnTo>
                <a:lnTo>
                  <a:pt x="141978" y="62659"/>
                </a:lnTo>
                <a:lnTo>
                  <a:pt x="165641" y="69271"/>
                </a:lnTo>
                <a:lnTo>
                  <a:pt x="189304" y="74787"/>
                </a:lnTo>
                <a:lnTo>
                  <a:pt x="212967" y="79209"/>
                </a:lnTo>
                <a:lnTo>
                  <a:pt x="236631" y="82537"/>
                </a:lnTo>
                <a:lnTo>
                  <a:pt x="260294" y="84769"/>
                </a:lnTo>
                <a:lnTo>
                  <a:pt x="283957" y="85907"/>
                </a:lnTo>
                <a:lnTo>
                  <a:pt x="307620" y="85950"/>
                </a:lnTo>
                <a:lnTo>
                  <a:pt x="331283" y="84899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81" name="knowledge-cross-edge">
            <a:extLst>
              <a:ext uri="{FF2B5EF4-FFF2-40B4-BE49-F238E27FC236}">
                <a16:creationId xmlns:a16="http://schemas.microsoft.com/office/drawing/2014/main" id="{8CAA37A4-BB82-4DB2-8D43-FBA0380C34D0}"/>
              </a:ext>
            </a:extLst>
          </p:cNvPr>
          <p:cNvSpPr>
            <a:spLocks noGrp="1"/>
          </p:cNvSpPr>
          <p:nvPr/>
        </p:nvSpPr>
        <p:spPr>
          <a:xfrm>
            <a:off x="1829818" y="6293903"/>
            <a:ext cx="150908" cy="391464"/>
          </a:xfrm>
          <a:custGeom>
            <a:avLst/>
            <a:gdLst/>
            <a:ahLst/>
            <a:cxnLst/>
            <a:rect l="0" t="0" r="0" b="0"/>
            <a:pathLst>
              <a:path w="150908" h="391464">
                <a:moveTo>
                  <a:pt x="2156" y="391464"/>
                </a:moveTo>
                <a:lnTo>
                  <a:pt x="0" y="315122"/>
                </a:lnTo>
                <a:lnTo>
                  <a:pt x="490" y="247046"/>
                </a:lnTo>
                <a:lnTo>
                  <a:pt x="3625" y="187235"/>
                </a:lnTo>
                <a:lnTo>
                  <a:pt x="9407" y="135690"/>
                </a:lnTo>
                <a:lnTo>
                  <a:pt x="17834" y="92411"/>
                </a:lnTo>
                <a:lnTo>
                  <a:pt x="28907" y="57397"/>
                </a:lnTo>
                <a:lnTo>
                  <a:pt x="42626" y="30649"/>
                </a:lnTo>
                <a:lnTo>
                  <a:pt x="58990" y="12167"/>
                </a:lnTo>
                <a:lnTo>
                  <a:pt x="78001" y="1951"/>
                </a:lnTo>
                <a:lnTo>
                  <a:pt x="99657" y="0"/>
                </a:lnTo>
                <a:lnTo>
                  <a:pt x="123959" y="6315"/>
                </a:lnTo>
                <a:lnTo>
                  <a:pt x="150908" y="20895"/>
                </a:lnTo>
              </a:path>
            </a:pathLst>
          </a:custGeom>
          <a:noFill/>
          <a:ln w="4953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82" name="knowledge-long-edge">
            <a:extLst>
              <a:ext uri="{FF2B5EF4-FFF2-40B4-BE49-F238E27FC236}">
                <a16:creationId xmlns:a16="http://schemas.microsoft.com/office/drawing/2014/main" id="{7BF08636-3D42-4F6C-AE64-191664530FD8}"/>
              </a:ext>
            </a:extLst>
          </p:cNvPr>
          <p:cNvSpPr>
            <a:spLocks noGrp="1"/>
          </p:cNvSpPr>
          <p:nvPr/>
        </p:nvSpPr>
        <p:spPr>
          <a:xfrm>
            <a:off x="1831974" y="6488983"/>
            <a:ext cx="818183" cy="688300"/>
          </a:xfrm>
          <a:custGeom>
            <a:avLst/>
            <a:gdLst/>
            <a:ahLst/>
            <a:cxnLst/>
            <a:rect l="0" t="0" r="0" b="0"/>
            <a:pathLst>
              <a:path w="818183" h="688300">
                <a:moveTo>
                  <a:pt x="0" y="196384"/>
                </a:moveTo>
                <a:lnTo>
                  <a:pt x="51136" y="131916"/>
                </a:lnTo>
                <a:lnTo>
                  <a:pt x="102273" y="80142"/>
                </a:lnTo>
                <a:lnTo>
                  <a:pt x="153409" y="41064"/>
                </a:lnTo>
                <a:lnTo>
                  <a:pt x="204546" y="14681"/>
                </a:lnTo>
                <a:lnTo>
                  <a:pt x="255682" y="993"/>
                </a:lnTo>
                <a:lnTo>
                  <a:pt x="306819" y="0"/>
                </a:lnTo>
                <a:lnTo>
                  <a:pt x="357955" y="11702"/>
                </a:lnTo>
                <a:lnTo>
                  <a:pt x="409091" y="36099"/>
                </a:lnTo>
                <a:lnTo>
                  <a:pt x="460228" y="73192"/>
                </a:lnTo>
                <a:lnTo>
                  <a:pt x="511364" y="122979"/>
                </a:lnTo>
                <a:lnTo>
                  <a:pt x="562501" y="185461"/>
                </a:lnTo>
                <a:lnTo>
                  <a:pt x="613637" y="260639"/>
                </a:lnTo>
                <a:lnTo>
                  <a:pt x="664774" y="348511"/>
                </a:lnTo>
                <a:lnTo>
                  <a:pt x="715910" y="449079"/>
                </a:lnTo>
                <a:lnTo>
                  <a:pt x="767046" y="562342"/>
                </a:lnTo>
                <a:lnTo>
                  <a:pt x="818183" y="688300"/>
                </a:lnTo>
              </a:path>
            </a:pathLst>
          </a:custGeom>
          <a:noFill/>
          <a:ln w="4286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83" name="knowledge-edge">
            <a:extLst>
              <a:ext uri="{FF2B5EF4-FFF2-40B4-BE49-F238E27FC236}">
                <a16:creationId xmlns:a16="http://schemas.microsoft.com/office/drawing/2014/main" id="{2AC13192-F67F-4AD1-92DA-5CE24E65F320}"/>
              </a:ext>
            </a:extLst>
          </p:cNvPr>
          <p:cNvSpPr>
            <a:spLocks noGrp="1"/>
          </p:cNvSpPr>
          <p:nvPr/>
        </p:nvSpPr>
        <p:spPr>
          <a:xfrm>
            <a:off x="1774386" y="6904071"/>
            <a:ext cx="201047" cy="171608"/>
          </a:xfrm>
          <a:custGeom>
            <a:avLst/>
            <a:gdLst/>
            <a:ahLst/>
            <a:cxnLst/>
            <a:rect l="0" t="0" r="0" b="0"/>
            <a:pathLst>
              <a:path w="201047" h="171608">
                <a:moveTo>
                  <a:pt x="0" y="0"/>
                </a:moveTo>
                <a:lnTo>
                  <a:pt x="14361" y="15233"/>
                </a:lnTo>
                <a:lnTo>
                  <a:pt x="28721" y="30009"/>
                </a:lnTo>
                <a:lnTo>
                  <a:pt x="43082" y="44327"/>
                </a:lnTo>
                <a:lnTo>
                  <a:pt x="57442" y="58187"/>
                </a:lnTo>
                <a:lnTo>
                  <a:pt x="71803" y="71589"/>
                </a:lnTo>
                <a:lnTo>
                  <a:pt x="86163" y="84534"/>
                </a:lnTo>
                <a:lnTo>
                  <a:pt x="100524" y="97020"/>
                </a:lnTo>
                <a:lnTo>
                  <a:pt x="114884" y="109049"/>
                </a:lnTo>
                <a:lnTo>
                  <a:pt x="129245" y="120620"/>
                </a:lnTo>
                <a:lnTo>
                  <a:pt x="143605" y="131733"/>
                </a:lnTo>
                <a:lnTo>
                  <a:pt x="157966" y="142389"/>
                </a:lnTo>
                <a:lnTo>
                  <a:pt x="172326" y="152586"/>
                </a:lnTo>
                <a:lnTo>
                  <a:pt x="186687" y="162326"/>
                </a:lnTo>
                <a:lnTo>
                  <a:pt x="201047" y="171608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84" name="knowledge-cross-edge">
            <a:extLst>
              <a:ext uri="{FF2B5EF4-FFF2-40B4-BE49-F238E27FC236}">
                <a16:creationId xmlns:a16="http://schemas.microsoft.com/office/drawing/2014/main" id="{6DAFC7AB-AF0E-48BB-8993-388DC412D074}"/>
              </a:ext>
            </a:extLst>
          </p:cNvPr>
          <p:cNvSpPr>
            <a:spLocks noGrp="1"/>
          </p:cNvSpPr>
          <p:nvPr/>
        </p:nvSpPr>
        <p:spPr>
          <a:xfrm>
            <a:off x="1774386" y="6904071"/>
            <a:ext cx="451048" cy="420622"/>
          </a:xfrm>
          <a:custGeom>
            <a:avLst/>
            <a:gdLst/>
            <a:ahLst/>
            <a:cxnLst/>
            <a:rect l="0" t="0" r="0" b="0"/>
            <a:pathLst>
              <a:path w="451048" h="420622">
                <a:moveTo>
                  <a:pt x="0" y="0"/>
                </a:moveTo>
                <a:lnTo>
                  <a:pt x="52139" y="1345"/>
                </a:lnTo>
                <a:lnTo>
                  <a:pt x="101633" y="8818"/>
                </a:lnTo>
                <a:lnTo>
                  <a:pt x="148481" y="22420"/>
                </a:lnTo>
                <a:lnTo>
                  <a:pt x="192683" y="42151"/>
                </a:lnTo>
                <a:lnTo>
                  <a:pt x="234239" y="68010"/>
                </a:lnTo>
                <a:lnTo>
                  <a:pt x="273149" y="99997"/>
                </a:lnTo>
                <a:lnTo>
                  <a:pt x="309413" y="138113"/>
                </a:lnTo>
                <a:lnTo>
                  <a:pt x="343032" y="182358"/>
                </a:lnTo>
                <a:lnTo>
                  <a:pt x="374005" y="232731"/>
                </a:lnTo>
                <a:lnTo>
                  <a:pt x="402331" y="289233"/>
                </a:lnTo>
                <a:lnTo>
                  <a:pt x="428013" y="351863"/>
                </a:lnTo>
                <a:lnTo>
                  <a:pt x="451048" y="420622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85" name="knowledge-long-edge">
            <a:extLst>
              <a:ext uri="{FF2B5EF4-FFF2-40B4-BE49-F238E27FC236}">
                <a16:creationId xmlns:a16="http://schemas.microsoft.com/office/drawing/2014/main" id="{CB9399FA-84F3-4A9A-AF9D-DF304822AA61}"/>
              </a:ext>
            </a:extLst>
          </p:cNvPr>
          <p:cNvSpPr>
            <a:spLocks noGrp="1"/>
          </p:cNvSpPr>
          <p:nvPr/>
        </p:nvSpPr>
        <p:spPr>
          <a:xfrm>
            <a:off x="1774386" y="6533197"/>
            <a:ext cx="655870" cy="370874"/>
          </a:xfrm>
          <a:custGeom>
            <a:avLst/>
            <a:gdLst/>
            <a:ahLst/>
            <a:cxnLst/>
            <a:rect l="0" t="0" r="0" b="0"/>
            <a:pathLst>
              <a:path w="655870" h="370874">
                <a:moveTo>
                  <a:pt x="0" y="370874"/>
                </a:moveTo>
                <a:lnTo>
                  <a:pt x="40992" y="293712"/>
                </a:lnTo>
                <a:lnTo>
                  <a:pt x="81984" y="225539"/>
                </a:lnTo>
                <a:lnTo>
                  <a:pt x="122976" y="166355"/>
                </a:lnTo>
                <a:lnTo>
                  <a:pt x="163967" y="116158"/>
                </a:lnTo>
                <a:lnTo>
                  <a:pt x="204959" y="74950"/>
                </a:lnTo>
                <a:lnTo>
                  <a:pt x="245951" y="42730"/>
                </a:lnTo>
                <a:lnTo>
                  <a:pt x="286943" y="19499"/>
                </a:lnTo>
                <a:lnTo>
                  <a:pt x="327935" y="5255"/>
                </a:lnTo>
                <a:lnTo>
                  <a:pt x="368927" y="0"/>
                </a:lnTo>
                <a:lnTo>
                  <a:pt x="409919" y="3733"/>
                </a:lnTo>
                <a:lnTo>
                  <a:pt x="450911" y="16454"/>
                </a:lnTo>
                <a:lnTo>
                  <a:pt x="491902" y="38164"/>
                </a:lnTo>
                <a:lnTo>
                  <a:pt x="532894" y="68862"/>
                </a:lnTo>
                <a:lnTo>
                  <a:pt x="573886" y="108548"/>
                </a:lnTo>
                <a:lnTo>
                  <a:pt x="614878" y="157222"/>
                </a:lnTo>
                <a:lnTo>
                  <a:pt x="655870" y="214885"/>
                </a:lnTo>
              </a:path>
            </a:pathLst>
          </a:custGeom>
          <a:noFill/>
          <a:ln w="4286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86" name="knowledge-edge">
            <a:extLst>
              <a:ext uri="{FF2B5EF4-FFF2-40B4-BE49-F238E27FC236}">
                <a16:creationId xmlns:a16="http://schemas.microsoft.com/office/drawing/2014/main" id="{AB8B0574-13FA-409A-A9B6-2DA95A21551F}"/>
              </a:ext>
            </a:extLst>
          </p:cNvPr>
          <p:cNvSpPr>
            <a:spLocks noGrp="1"/>
          </p:cNvSpPr>
          <p:nvPr/>
        </p:nvSpPr>
        <p:spPr>
          <a:xfrm>
            <a:off x="1599233" y="7222747"/>
            <a:ext cx="626202" cy="101946"/>
          </a:xfrm>
          <a:custGeom>
            <a:avLst/>
            <a:gdLst/>
            <a:ahLst/>
            <a:cxnLst/>
            <a:rect l="0" t="0" r="0" b="0"/>
            <a:pathLst>
              <a:path w="626202" h="101946">
                <a:moveTo>
                  <a:pt x="0" y="28685"/>
                </a:moveTo>
                <a:lnTo>
                  <a:pt x="44729" y="18073"/>
                </a:lnTo>
                <a:lnTo>
                  <a:pt x="89457" y="9898"/>
                </a:lnTo>
                <a:lnTo>
                  <a:pt x="134186" y="4161"/>
                </a:lnTo>
                <a:lnTo>
                  <a:pt x="178915" y="861"/>
                </a:lnTo>
                <a:lnTo>
                  <a:pt x="223643" y="0"/>
                </a:lnTo>
                <a:lnTo>
                  <a:pt x="268372" y="1576"/>
                </a:lnTo>
                <a:lnTo>
                  <a:pt x="313101" y="5590"/>
                </a:lnTo>
                <a:lnTo>
                  <a:pt x="357829" y="12042"/>
                </a:lnTo>
                <a:lnTo>
                  <a:pt x="402558" y="20932"/>
                </a:lnTo>
                <a:lnTo>
                  <a:pt x="447287" y="32259"/>
                </a:lnTo>
                <a:lnTo>
                  <a:pt x="492016" y="46024"/>
                </a:lnTo>
                <a:lnTo>
                  <a:pt x="536744" y="62227"/>
                </a:lnTo>
                <a:lnTo>
                  <a:pt x="581473" y="80867"/>
                </a:lnTo>
                <a:lnTo>
                  <a:pt x="626202" y="101946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87" name="knowledge-cross-edge">
            <a:extLst>
              <a:ext uri="{FF2B5EF4-FFF2-40B4-BE49-F238E27FC236}">
                <a16:creationId xmlns:a16="http://schemas.microsoft.com/office/drawing/2014/main" id="{253F8E0A-D303-4603-956D-317C4C2A5DC1}"/>
              </a:ext>
            </a:extLst>
          </p:cNvPr>
          <p:cNvSpPr>
            <a:spLocks noGrp="1"/>
          </p:cNvSpPr>
          <p:nvPr/>
        </p:nvSpPr>
        <p:spPr>
          <a:xfrm>
            <a:off x="1599233" y="7075679"/>
            <a:ext cx="376201" cy="175754"/>
          </a:xfrm>
          <a:custGeom>
            <a:avLst/>
            <a:gdLst/>
            <a:ahLst/>
            <a:cxnLst/>
            <a:rect l="0" t="0" r="0" b="0"/>
            <a:pathLst>
              <a:path w="376201" h="175754">
                <a:moveTo>
                  <a:pt x="0" y="175754"/>
                </a:moveTo>
                <a:lnTo>
                  <a:pt x="16798" y="155769"/>
                </a:lnTo>
                <a:lnTo>
                  <a:pt x="36242" y="136754"/>
                </a:lnTo>
                <a:lnTo>
                  <a:pt x="58332" y="118711"/>
                </a:lnTo>
                <a:lnTo>
                  <a:pt x="83067" y="101638"/>
                </a:lnTo>
                <a:lnTo>
                  <a:pt x="110448" y="85535"/>
                </a:lnTo>
                <a:lnTo>
                  <a:pt x="140476" y="70404"/>
                </a:lnTo>
                <a:lnTo>
                  <a:pt x="173149" y="56243"/>
                </a:lnTo>
                <a:lnTo>
                  <a:pt x="208468" y="43053"/>
                </a:lnTo>
                <a:lnTo>
                  <a:pt x="246432" y="30834"/>
                </a:lnTo>
                <a:lnTo>
                  <a:pt x="287043" y="19585"/>
                </a:lnTo>
                <a:lnTo>
                  <a:pt x="330299" y="9307"/>
                </a:lnTo>
                <a:lnTo>
                  <a:pt x="376201" y="0"/>
                </a:lnTo>
              </a:path>
            </a:pathLst>
          </a:custGeom>
          <a:noFill/>
          <a:ln w="4953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88" name="knowledge-edge">
            <a:extLst>
              <a:ext uri="{FF2B5EF4-FFF2-40B4-BE49-F238E27FC236}">
                <a16:creationId xmlns:a16="http://schemas.microsoft.com/office/drawing/2014/main" id="{2E531C6F-7EEF-45EB-9461-BC9676387480}"/>
              </a:ext>
            </a:extLst>
          </p:cNvPr>
          <p:cNvSpPr>
            <a:spLocks noGrp="1"/>
          </p:cNvSpPr>
          <p:nvPr/>
        </p:nvSpPr>
        <p:spPr>
          <a:xfrm>
            <a:off x="2192531" y="5881362"/>
            <a:ext cx="287368" cy="215425"/>
          </a:xfrm>
          <a:custGeom>
            <a:avLst/>
            <a:gdLst/>
            <a:ahLst/>
            <a:cxnLst/>
            <a:rect l="0" t="0" r="0" b="0"/>
            <a:pathLst>
              <a:path w="287368" h="215425">
                <a:moveTo>
                  <a:pt x="0" y="215425"/>
                </a:moveTo>
                <a:lnTo>
                  <a:pt x="20526" y="201847"/>
                </a:lnTo>
                <a:lnTo>
                  <a:pt x="41053" y="187991"/>
                </a:lnTo>
                <a:lnTo>
                  <a:pt x="61579" y="173856"/>
                </a:lnTo>
                <a:lnTo>
                  <a:pt x="82105" y="159442"/>
                </a:lnTo>
                <a:lnTo>
                  <a:pt x="102632" y="144751"/>
                </a:lnTo>
                <a:lnTo>
                  <a:pt x="123158" y="129781"/>
                </a:lnTo>
                <a:lnTo>
                  <a:pt x="143684" y="114533"/>
                </a:lnTo>
                <a:lnTo>
                  <a:pt x="164211" y="99006"/>
                </a:lnTo>
                <a:lnTo>
                  <a:pt x="184737" y="83201"/>
                </a:lnTo>
                <a:lnTo>
                  <a:pt x="205263" y="67117"/>
                </a:lnTo>
                <a:lnTo>
                  <a:pt x="225789" y="50756"/>
                </a:lnTo>
                <a:lnTo>
                  <a:pt x="246316" y="34115"/>
                </a:lnTo>
                <a:lnTo>
                  <a:pt x="266842" y="17197"/>
                </a:lnTo>
                <a:lnTo>
                  <a:pt x="287368" y="0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89" name="knowledge-cross-edge">
            <a:extLst>
              <a:ext uri="{FF2B5EF4-FFF2-40B4-BE49-F238E27FC236}">
                <a16:creationId xmlns:a16="http://schemas.microsoft.com/office/drawing/2014/main" id="{E4F13C31-9D86-47FC-8B19-4409AD2FDC07}"/>
              </a:ext>
            </a:extLst>
          </p:cNvPr>
          <p:cNvSpPr>
            <a:spLocks noGrp="1"/>
          </p:cNvSpPr>
          <p:nvPr/>
        </p:nvSpPr>
        <p:spPr>
          <a:xfrm>
            <a:off x="2192531" y="6026274"/>
            <a:ext cx="293910" cy="76743"/>
          </a:xfrm>
          <a:custGeom>
            <a:avLst/>
            <a:gdLst/>
            <a:ahLst/>
            <a:cxnLst/>
            <a:rect l="0" t="0" r="0" b="0"/>
            <a:pathLst>
              <a:path w="293910" h="76743">
                <a:moveTo>
                  <a:pt x="0" y="70513"/>
                </a:moveTo>
                <a:lnTo>
                  <a:pt x="39045" y="48535"/>
                </a:lnTo>
                <a:lnTo>
                  <a:pt x="75443" y="30647"/>
                </a:lnTo>
                <a:lnTo>
                  <a:pt x="109196" y="16850"/>
                </a:lnTo>
                <a:lnTo>
                  <a:pt x="140303" y="7143"/>
                </a:lnTo>
                <a:lnTo>
                  <a:pt x="168765" y="1526"/>
                </a:lnTo>
                <a:lnTo>
                  <a:pt x="194580" y="0"/>
                </a:lnTo>
                <a:lnTo>
                  <a:pt x="217750" y="2564"/>
                </a:lnTo>
                <a:lnTo>
                  <a:pt x="238274" y="9219"/>
                </a:lnTo>
                <a:lnTo>
                  <a:pt x="256151" y="19964"/>
                </a:lnTo>
                <a:lnTo>
                  <a:pt x="271384" y="34800"/>
                </a:lnTo>
                <a:lnTo>
                  <a:pt x="283970" y="53726"/>
                </a:lnTo>
                <a:lnTo>
                  <a:pt x="293910" y="76743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90" name="knowledge-edge">
            <a:extLst>
              <a:ext uri="{FF2B5EF4-FFF2-40B4-BE49-F238E27FC236}">
                <a16:creationId xmlns:a16="http://schemas.microsoft.com/office/drawing/2014/main" id="{898D50CE-5526-40F4-B5E7-83A9B0BA854F}"/>
              </a:ext>
            </a:extLst>
          </p:cNvPr>
          <p:cNvSpPr>
            <a:spLocks noGrp="1"/>
          </p:cNvSpPr>
          <p:nvPr/>
        </p:nvSpPr>
        <p:spPr>
          <a:xfrm>
            <a:off x="2111837" y="6103017"/>
            <a:ext cx="374604" cy="53856"/>
          </a:xfrm>
          <a:custGeom>
            <a:avLst/>
            <a:gdLst/>
            <a:ahLst/>
            <a:cxnLst/>
            <a:rect l="0" t="0" r="0" b="0"/>
            <a:pathLst>
              <a:path w="374604" h="53856">
                <a:moveTo>
                  <a:pt x="0" y="53856"/>
                </a:moveTo>
                <a:lnTo>
                  <a:pt x="26757" y="48086"/>
                </a:lnTo>
                <a:lnTo>
                  <a:pt x="53515" y="42612"/>
                </a:lnTo>
                <a:lnTo>
                  <a:pt x="80272" y="37434"/>
                </a:lnTo>
                <a:lnTo>
                  <a:pt x="107030" y="32552"/>
                </a:lnTo>
                <a:lnTo>
                  <a:pt x="133787" y="27965"/>
                </a:lnTo>
                <a:lnTo>
                  <a:pt x="160545" y="23674"/>
                </a:lnTo>
                <a:lnTo>
                  <a:pt x="187302" y="19680"/>
                </a:lnTo>
                <a:lnTo>
                  <a:pt x="214060" y="15981"/>
                </a:lnTo>
                <a:lnTo>
                  <a:pt x="240817" y="12577"/>
                </a:lnTo>
                <a:lnTo>
                  <a:pt x="267575" y="9470"/>
                </a:lnTo>
                <a:lnTo>
                  <a:pt x="294332" y="6659"/>
                </a:lnTo>
                <a:lnTo>
                  <a:pt x="321090" y="4143"/>
                </a:lnTo>
                <a:lnTo>
                  <a:pt x="347847" y="1924"/>
                </a:lnTo>
                <a:lnTo>
                  <a:pt x="374604" y="0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91" name="knowledge-edge">
            <a:extLst>
              <a:ext uri="{FF2B5EF4-FFF2-40B4-BE49-F238E27FC236}">
                <a16:creationId xmlns:a16="http://schemas.microsoft.com/office/drawing/2014/main" id="{7198A19D-E7DD-4F21-A536-AE0171D6126B}"/>
              </a:ext>
            </a:extLst>
          </p:cNvPr>
          <p:cNvSpPr>
            <a:spLocks noGrp="1"/>
          </p:cNvSpPr>
          <p:nvPr/>
        </p:nvSpPr>
        <p:spPr>
          <a:xfrm>
            <a:off x="2244103" y="6138328"/>
            <a:ext cx="140365" cy="134766"/>
          </a:xfrm>
          <a:custGeom>
            <a:avLst/>
            <a:gdLst/>
            <a:ahLst/>
            <a:cxnLst/>
            <a:rect l="0" t="0" r="0" b="0"/>
            <a:pathLst>
              <a:path w="140365" h="134766">
                <a:moveTo>
                  <a:pt x="0" y="5844"/>
                </a:moveTo>
                <a:lnTo>
                  <a:pt x="10026" y="1911"/>
                </a:lnTo>
                <a:lnTo>
                  <a:pt x="20052" y="0"/>
                </a:lnTo>
                <a:lnTo>
                  <a:pt x="30078" y="111"/>
                </a:lnTo>
                <a:lnTo>
                  <a:pt x="40104" y="2243"/>
                </a:lnTo>
                <a:lnTo>
                  <a:pt x="50130" y="6397"/>
                </a:lnTo>
                <a:lnTo>
                  <a:pt x="60156" y="12573"/>
                </a:lnTo>
                <a:lnTo>
                  <a:pt x="70182" y="20771"/>
                </a:lnTo>
                <a:lnTo>
                  <a:pt x="80208" y="30991"/>
                </a:lnTo>
                <a:lnTo>
                  <a:pt x="90234" y="43232"/>
                </a:lnTo>
                <a:lnTo>
                  <a:pt x="100260" y="57495"/>
                </a:lnTo>
                <a:lnTo>
                  <a:pt x="110286" y="73780"/>
                </a:lnTo>
                <a:lnTo>
                  <a:pt x="120313" y="92087"/>
                </a:lnTo>
                <a:lnTo>
                  <a:pt x="130339" y="112415"/>
                </a:lnTo>
                <a:lnTo>
                  <a:pt x="140365" y="134766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92" name="knowledge-edge">
            <a:extLst>
              <a:ext uri="{FF2B5EF4-FFF2-40B4-BE49-F238E27FC236}">
                <a16:creationId xmlns:a16="http://schemas.microsoft.com/office/drawing/2014/main" id="{F468463B-BE8B-45F7-8AD9-BD4444338DF7}"/>
              </a:ext>
            </a:extLst>
          </p:cNvPr>
          <p:cNvSpPr>
            <a:spLocks noGrp="1"/>
          </p:cNvSpPr>
          <p:nvPr/>
        </p:nvSpPr>
        <p:spPr>
          <a:xfrm>
            <a:off x="1980726" y="6314799"/>
            <a:ext cx="615783" cy="198127"/>
          </a:xfrm>
          <a:custGeom>
            <a:avLst/>
            <a:gdLst/>
            <a:ahLst/>
            <a:cxnLst/>
            <a:rect l="0" t="0" r="0" b="0"/>
            <a:pathLst>
              <a:path w="615783" h="198127">
                <a:moveTo>
                  <a:pt x="0" y="0"/>
                </a:moveTo>
                <a:lnTo>
                  <a:pt x="43984" y="6554"/>
                </a:lnTo>
                <a:lnTo>
                  <a:pt x="87969" y="14277"/>
                </a:lnTo>
                <a:lnTo>
                  <a:pt x="131953" y="23169"/>
                </a:lnTo>
                <a:lnTo>
                  <a:pt x="175938" y="33229"/>
                </a:lnTo>
                <a:lnTo>
                  <a:pt x="219922" y="44459"/>
                </a:lnTo>
                <a:lnTo>
                  <a:pt x="263907" y="56857"/>
                </a:lnTo>
                <a:lnTo>
                  <a:pt x="307891" y="70425"/>
                </a:lnTo>
                <a:lnTo>
                  <a:pt x="351876" y="85161"/>
                </a:lnTo>
                <a:lnTo>
                  <a:pt x="395860" y="101066"/>
                </a:lnTo>
                <a:lnTo>
                  <a:pt x="439845" y="118141"/>
                </a:lnTo>
                <a:lnTo>
                  <a:pt x="483829" y="136384"/>
                </a:lnTo>
                <a:lnTo>
                  <a:pt x="527814" y="155796"/>
                </a:lnTo>
                <a:lnTo>
                  <a:pt x="571798" y="176377"/>
                </a:lnTo>
                <a:lnTo>
                  <a:pt x="615783" y="198127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93" name="knowledge-cross-edge">
            <a:extLst>
              <a:ext uri="{FF2B5EF4-FFF2-40B4-BE49-F238E27FC236}">
                <a16:creationId xmlns:a16="http://schemas.microsoft.com/office/drawing/2014/main" id="{C5D611F9-29AB-40BA-ADAF-59319D01066E}"/>
              </a:ext>
            </a:extLst>
          </p:cNvPr>
          <p:cNvSpPr>
            <a:spLocks noGrp="1"/>
          </p:cNvSpPr>
          <p:nvPr/>
        </p:nvSpPr>
        <p:spPr>
          <a:xfrm>
            <a:off x="1980726" y="6253683"/>
            <a:ext cx="403741" cy="61116"/>
          </a:xfrm>
          <a:custGeom>
            <a:avLst/>
            <a:gdLst/>
            <a:ahLst/>
            <a:cxnLst/>
            <a:rect l="0" t="0" r="0" b="0"/>
            <a:pathLst>
              <a:path w="403741" h="61116">
                <a:moveTo>
                  <a:pt x="0" y="61116"/>
                </a:moveTo>
                <a:lnTo>
                  <a:pt x="19093" y="46189"/>
                </a:lnTo>
                <a:lnTo>
                  <a:pt x="40832" y="33345"/>
                </a:lnTo>
                <a:lnTo>
                  <a:pt x="65217" y="22582"/>
                </a:lnTo>
                <a:lnTo>
                  <a:pt x="92247" y="13902"/>
                </a:lnTo>
                <a:lnTo>
                  <a:pt x="121923" y="7303"/>
                </a:lnTo>
                <a:lnTo>
                  <a:pt x="154246" y="2787"/>
                </a:lnTo>
                <a:lnTo>
                  <a:pt x="189214" y="352"/>
                </a:lnTo>
                <a:lnTo>
                  <a:pt x="226828" y="0"/>
                </a:lnTo>
                <a:lnTo>
                  <a:pt x="267087" y="1730"/>
                </a:lnTo>
                <a:lnTo>
                  <a:pt x="309993" y="5541"/>
                </a:lnTo>
                <a:lnTo>
                  <a:pt x="355544" y="11435"/>
                </a:lnTo>
                <a:lnTo>
                  <a:pt x="403741" y="19410"/>
                </a:lnTo>
              </a:path>
            </a:pathLst>
          </a:custGeom>
          <a:noFill/>
          <a:ln w="4953">
            <a:solidFill>
              <a:srgbClr val="534EAD">
                <a:alpha val="12000"/>
              </a:srgbClr>
            </a:solidFill>
            <a:prstDash val="solid"/>
          </a:ln>
        </p:spPr>
      </p:sp>
      <p:sp>
        <p:nvSpPr>
          <p:cNvPr id="94" name="knowledge-edge">
            <a:extLst>
              <a:ext uri="{FF2B5EF4-FFF2-40B4-BE49-F238E27FC236}">
                <a16:creationId xmlns:a16="http://schemas.microsoft.com/office/drawing/2014/main" id="{0822EB9F-3C3E-4E42-9C8F-2AE43EF0E0D1}"/>
              </a:ext>
            </a:extLst>
          </p:cNvPr>
          <p:cNvSpPr>
            <a:spLocks noGrp="1"/>
          </p:cNvSpPr>
          <p:nvPr/>
        </p:nvSpPr>
        <p:spPr>
          <a:xfrm>
            <a:off x="2163257" y="6731805"/>
            <a:ext cx="266999" cy="38461"/>
          </a:xfrm>
          <a:custGeom>
            <a:avLst/>
            <a:gdLst/>
            <a:ahLst/>
            <a:cxnLst/>
            <a:rect l="0" t="0" r="0" b="0"/>
            <a:pathLst>
              <a:path w="266999" h="38461">
                <a:moveTo>
                  <a:pt x="0" y="38461"/>
                </a:moveTo>
                <a:lnTo>
                  <a:pt x="19071" y="29893"/>
                </a:lnTo>
                <a:lnTo>
                  <a:pt x="38143" y="22399"/>
                </a:lnTo>
                <a:lnTo>
                  <a:pt x="57214" y="15980"/>
                </a:lnTo>
                <a:lnTo>
                  <a:pt x="76285" y="10636"/>
                </a:lnTo>
                <a:lnTo>
                  <a:pt x="95357" y="6365"/>
                </a:lnTo>
                <a:lnTo>
                  <a:pt x="114428" y="3169"/>
                </a:lnTo>
                <a:lnTo>
                  <a:pt x="133500" y="1047"/>
                </a:lnTo>
                <a:lnTo>
                  <a:pt x="152571" y="0"/>
                </a:lnTo>
                <a:lnTo>
                  <a:pt x="171642" y="27"/>
                </a:lnTo>
                <a:lnTo>
                  <a:pt x="190714" y="1128"/>
                </a:lnTo>
                <a:lnTo>
                  <a:pt x="209785" y="3304"/>
                </a:lnTo>
                <a:lnTo>
                  <a:pt x="228856" y="6554"/>
                </a:lnTo>
                <a:lnTo>
                  <a:pt x="247928" y="10878"/>
                </a:lnTo>
                <a:lnTo>
                  <a:pt x="266999" y="16277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95" name="knowledge-cross-edge">
            <a:extLst>
              <a:ext uri="{FF2B5EF4-FFF2-40B4-BE49-F238E27FC236}">
                <a16:creationId xmlns:a16="http://schemas.microsoft.com/office/drawing/2014/main" id="{8EAB9D85-7A17-4C31-9FCA-70CE506424AC}"/>
              </a:ext>
            </a:extLst>
          </p:cNvPr>
          <p:cNvSpPr>
            <a:spLocks noGrp="1"/>
          </p:cNvSpPr>
          <p:nvPr/>
        </p:nvSpPr>
        <p:spPr>
          <a:xfrm>
            <a:off x="2163257" y="6766692"/>
            <a:ext cx="486900" cy="410591"/>
          </a:xfrm>
          <a:custGeom>
            <a:avLst/>
            <a:gdLst/>
            <a:ahLst/>
            <a:cxnLst/>
            <a:rect l="0" t="0" r="0" b="0"/>
            <a:pathLst>
              <a:path w="486900" h="410591">
                <a:moveTo>
                  <a:pt x="0" y="3574"/>
                </a:moveTo>
                <a:lnTo>
                  <a:pt x="55127" y="0"/>
                </a:lnTo>
                <a:lnTo>
                  <a:pt x="107608" y="3243"/>
                </a:lnTo>
                <a:lnTo>
                  <a:pt x="157444" y="13303"/>
                </a:lnTo>
                <a:lnTo>
                  <a:pt x="204633" y="30179"/>
                </a:lnTo>
                <a:lnTo>
                  <a:pt x="249177" y="53872"/>
                </a:lnTo>
                <a:lnTo>
                  <a:pt x="291075" y="84382"/>
                </a:lnTo>
                <a:lnTo>
                  <a:pt x="330327" y="121708"/>
                </a:lnTo>
                <a:lnTo>
                  <a:pt x="366933" y="165851"/>
                </a:lnTo>
                <a:lnTo>
                  <a:pt x="400894" y="216811"/>
                </a:lnTo>
                <a:lnTo>
                  <a:pt x="432208" y="274588"/>
                </a:lnTo>
                <a:lnTo>
                  <a:pt x="460877" y="339181"/>
                </a:lnTo>
                <a:lnTo>
                  <a:pt x="486900" y="410591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96" name="knowledge-cross-edge">
            <a:extLst>
              <a:ext uri="{FF2B5EF4-FFF2-40B4-BE49-F238E27FC236}">
                <a16:creationId xmlns:a16="http://schemas.microsoft.com/office/drawing/2014/main" id="{61623D41-63F8-4263-B775-8119D0DB8C65}"/>
              </a:ext>
            </a:extLst>
          </p:cNvPr>
          <p:cNvSpPr>
            <a:spLocks noGrp="1"/>
          </p:cNvSpPr>
          <p:nvPr/>
        </p:nvSpPr>
        <p:spPr>
          <a:xfrm>
            <a:off x="2163257" y="6492727"/>
            <a:ext cx="433251" cy="277539"/>
          </a:xfrm>
          <a:custGeom>
            <a:avLst/>
            <a:gdLst/>
            <a:ahLst/>
            <a:cxnLst/>
            <a:rect l="0" t="0" r="0" b="0"/>
            <a:pathLst>
              <a:path w="433251" h="277539">
                <a:moveTo>
                  <a:pt x="0" y="277539"/>
                </a:moveTo>
                <a:lnTo>
                  <a:pt x="21552" y="221654"/>
                </a:lnTo>
                <a:lnTo>
                  <a:pt x="45750" y="172031"/>
                </a:lnTo>
                <a:lnTo>
                  <a:pt x="72594" y="128670"/>
                </a:lnTo>
                <a:lnTo>
                  <a:pt x="102084" y="91571"/>
                </a:lnTo>
                <a:lnTo>
                  <a:pt x="134219" y="60733"/>
                </a:lnTo>
                <a:lnTo>
                  <a:pt x="169001" y="36157"/>
                </a:lnTo>
                <a:lnTo>
                  <a:pt x="206428" y="17843"/>
                </a:lnTo>
                <a:lnTo>
                  <a:pt x="246501" y="5791"/>
                </a:lnTo>
                <a:lnTo>
                  <a:pt x="289220" y="0"/>
                </a:lnTo>
                <a:lnTo>
                  <a:pt x="334584" y="471"/>
                </a:lnTo>
                <a:lnTo>
                  <a:pt x="382595" y="7204"/>
                </a:lnTo>
                <a:lnTo>
                  <a:pt x="433251" y="20198"/>
                </a:lnTo>
              </a:path>
            </a:pathLst>
          </a:custGeom>
          <a:noFill/>
          <a:ln w="4953">
            <a:solidFill>
              <a:srgbClr val="534EAD">
                <a:alpha val="12000"/>
              </a:srgbClr>
            </a:solidFill>
            <a:prstDash val="solid"/>
          </a:ln>
        </p:spPr>
      </p:sp>
      <p:sp>
        <p:nvSpPr>
          <p:cNvPr id="97" name="knowledge-edge">
            <a:extLst>
              <a:ext uri="{FF2B5EF4-FFF2-40B4-BE49-F238E27FC236}">
                <a16:creationId xmlns:a16="http://schemas.microsoft.com/office/drawing/2014/main" id="{B80A5516-945D-40EC-810D-8146596160D7}"/>
              </a:ext>
            </a:extLst>
          </p:cNvPr>
          <p:cNvSpPr>
            <a:spLocks noGrp="1"/>
          </p:cNvSpPr>
          <p:nvPr/>
        </p:nvSpPr>
        <p:spPr>
          <a:xfrm>
            <a:off x="1975434" y="7069866"/>
            <a:ext cx="674723" cy="107417"/>
          </a:xfrm>
          <a:custGeom>
            <a:avLst/>
            <a:gdLst/>
            <a:ahLst/>
            <a:cxnLst/>
            <a:rect l="0" t="0" r="0" b="0"/>
            <a:pathLst>
              <a:path w="674723" h="107417">
                <a:moveTo>
                  <a:pt x="0" y="5813"/>
                </a:moveTo>
                <a:lnTo>
                  <a:pt x="48195" y="2203"/>
                </a:lnTo>
                <a:lnTo>
                  <a:pt x="96389" y="266"/>
                </a:lnTo>
                <a:lnTo>
                  <a:pt x="144584" y="0"/>
                </a:lnTo>
                <a:lnTo>
                  <a:pt x="192778" y="1406"/>
                </a:lnTo>
                <a:lnTo>
                  <a:pt x="240973" y="4484"/>
                </a:lnTo>
                <a:lnTo>
                  <a:pt x="289167" y="9234"/>
                </a:lnTo>
                <a:lnTo>
                  <a:pt x="337362" y="15655"/>
                </a:lnTo>
                <a:lnTo>
                  <a:pt x="385556" y="23748"/>
                </a:lnTo>
                <a:lnTo>
                  <a:pt x="433751" y="33514"/>
                </a:lnTo>
                <a:lnTo>
                  <a:pt x="481945" y="44951"/>
                </a:lnTo>
                <a:lnTo>
                  <a:pt x="530140" y="58059"/>
                </a:lnTo>
                <a:lnTo>
                  <a:pt x="578334" y="72840"/>
                </a:lnTo>
                <a:lnTo>
                  <a:pt x="626529" y="89293"/>
                </a:lnTo>
                <a:lnTo>
                  <a:pt x="674723" y="107417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98" name="knowledge-cross-edge">
            <a:extLst>
              <a:ext uri="{FF2B5EF4-FFF2-40B4-BE49-F238E27FC236}">
                <a16:creationId xmlns:a16="http://schemas.microsoft.com/office/drawing/2014/main" id="{7B79E440-6407-4B26-9011-3474FF6F5137}"/>
              </a:ext>
            </a:extLst>
          </p:cNvPr>
          <p:cNvSpPr>
            <a:spLocks noGrp="1"/>
          </p:cNvSpPr>
          <p:nvPr/>
        </p:nvSpPr>
        <p:spPr>
          <a:xfrm>
            <a:off x="1975434" y="7055907"/>
            <a:ext cx="550878" cy="246266"/>
          </a:xfrm>
          <a:custGeom>
            <a:avLst/>
            <a:gdLst/>
            <a:ahLst/>
            <a:cxnLst/>
            <a:rect l="0" t="0" r="0" b="0"/>
            <a:pathLst>
              <a:path w="550878" h="246266">
                <a:moveTo>
                  <a:pt x="0" y="19771"/>
                </a:moveTo>
                <a:lnTo>
                  <a:pt x="60459" y="7522"/>
                </a:lnTo>
                <a:lnTo>
                  <a:pt x="118271" y="932"/>
                </a:lnTo>
                <a:lnTo>
                  <a:pt x="173438" y="0"/>
                </a:lnTo>
                <a:lnTo>
                  <a:pt x="225959" y="4727"/>
                </a:lnTo>
                <a:lnTo>
                  <a:pt x="275835" y="15114"/>
                </a:lnTo>
                <a:lnTo>
                  <a:pt x="323064" y="31159"/>
                </a:lnTo>
                <a:lnTo>
                  <a:pt x="367648" y="52863"/>
                </a:lnTo>
                <a:lnTo>
                  <a:pt x="409585" y="80225"/>
                </a:lnTo>
                <a:lnTo>
                  <a:pt x="448877" y="113247"/>
                </a:lnTo>
                <a:lnTo>
                  <a:pt x="485523" y="151928"/>
                </a:lnTo>
                <a:lnTo>
                  <a:pt x="519524" y="196267"/>
                </a:lnTo>
                <a:lnTo>
                  <a:pt x="550878" y="246266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99" name="knowledge-long-edge">
            <a:extLst>
              <a:ext uri="{FF2B5EF4-FFF2-40B4-BE49-F238E27FC236}">
                <a16:creationId xmlns:a16="http://schemas.microsoft.com/office/drawing/2014/main" id="{BA2B3D10-91C7-4E2D-9A49-5D01FAC6E151}"/>
              </a:ext>
            </a:extLst>
          </p:cNvPr>
          <p:cNvSpPr>
            <a:spLocks noGrp="1"/>
          </p:cNvSpPr>
          <p:nvPr/>
        </p:nvSpPr>
        <p:spPr>
          <a:xfrm>
            <a:off x="1975434" y="6782800"/>
            <a:ext cx="822826" cy="292879"/>
          </a:xfrm>
          <a:custGeom>
            <a:avLst/>
            <a:gdLst/>
            <a:ahLst/>
            <a:cxnLst/>
            <a:rect l="0" t="0" r="0" b="0"/>
            <a:pathLst>
              <a:path w="822826" h="292879">
                <a:moveTo>
                  <a:pt x="0" y="292879"/>
                </a:moveTo>
                <a:lnTo>
                  <a:pt x="51427" y="231281"/>
                </a:lnTo>
                <a:lnTo>
                  <a:pt x="102853" y="176947"/>
                </a:lnTo>
                <a:lnTo>
                  <a:pt x="154280" y="129877"/>
                </a:lnTo>
                <a:lnTo>
                  <a:pt x="205706" y="90071"/>
                </a:lnTo>
                <a:lnTo>
                  <a:pt x="257133" y="57529"/>
                </a:lnTo>
                <a:lnTo>
                  <a:pt x="308560" y="32250"/>
                </a:lnTo>
                <a:lnTo>
                  <a:pt x="359986" y="14236"/>
                </a:lnTo>
                <a:lnTo>
                  <a:pt x="411413" y="3486"/>
                </a:lnTo>
                <a:lnTo>
                  <a:pt x="462840" y="0"/>
                </a:lnTo>
                <a:lnTo>
                  <a:pt x="514266" y="3778"/>
                </a:lnTo>
                <a:lnTo>
                  <a:pt x="565693" y="14820"/>
                </a:lnTo>
                <a:lnTo>
                  <a:pt x="617119" y="33126"/>
                </a:lnTo>
                <a:lnTo>
                  <a:pt x="668546" y="58695"/>
                </a:lnTo>
                <a:lnTo>
                  <a:pt x="719973" y="91529"/>
                </a:lnTo>
                <a:lnTo>
                  <a:pt x="771399" y="131627"/>
                </a:lnTo>
                <a:lnTo>
                  <a:pt x="822826" y="178989"/>
                </a:lnTo>
              </a:path>
            </a:pathLst>
          </a:custGeom>
          <a:noFill/>
          <a:ln w="4286">
            <a:solidFill>
              <a:srgbClr val="534EAD">
                <a:alpha val="9000"/>
              </a:srgbClr>
            </a:solidFill>
            <a:prstDash val="solid"/>
          </a:ln>
        </p:spPr>
      </p:sp>
      <p:sp>
        <p:nvSpPr>
          <p:cNvPr id="100" name="knowledge-edge">
            <a:extLst>
              <a:ext uri="{FF2B5EF4-FFF2-40B4-BE49-F238E27FC236}">
                <a16:creationId xmlns:a16="http://schemas.microsoft.com/office/drawing/2014/main" id="{574035FF-FE1B-4B1A-8C2B-801995E855D9}"/>
              </a:ext>
            </a:extLst>
          </p:cNvPr>
          <p:cNvSpPr>
            <a:spLocks noGrp="1"/>
          </p:cNvSpPr>
          <p:nvPr/>
        </p:nvSpPr>
        <p:spPr>
          <a:xfrm>
            <a:off x="2225434" y="7302173"/>
            <a:ext cx="300878" cy="78771"/>
          </a:xfrm>
          <a:custGeom>
            <a:avLst/>
            <a:gdLst/>
            <a:ahLst/>
            <a:cxnLst/>
            <a:rect l="0" t="0" r="0" b="0"/>
            <a:pathLst>
              <a:path w="300878" h="78771">
                <a:moveTo>
                  <a:pt x="0" y="22520"/>
                </a:moveTo>
                <a:lnTo>
                  <a:pt x="21491" y="38760"/>
                </a:lnTo>
                <a:lnTo>
                  <a:pt x="42983" y="52254"/>
                </a:lnTo>
                <a:lnTo>
                  <a:pt x="64474" y="63002"/>
                </a:lnTo>
                <a:lnTo>
                  <a:pt x="85965" y="71004"/>
                </a:lnTo>
                <a:lnTo>
                  <a:pt x="107456" y="76261"/>
                </a:lnTo>
                <a:lnTo>
                  <a:pt x="128948" y="78771"/>
                </a:lnTo>
                <a:lnTo>
                  <a:pt x="150439" y="78536"/>
                </a:lnTo>
                <a:lnTo>
                  <a:pt x="171930" y="75554"/>
                </a:lnTo>
                <a:lnTo>
                  <a:pt x="193421" y="69827"/>
                </a:lnTo>
                <a:lnTo>
                  <a:pt x="214913" y="61353"/>
                </a:lnTo>
                <a:lnTo>
                  <a:pt x="236404" y="50134"/>
                </a:lnTo>
                <a:lnTo>
                  <a:pt x="257895" y="36168"/>
                </a:lnTo>
                <a:lnTo>
                  <a:pt x="279387" y="19457"/>
                </a:lnTo>
                <a:lnTo>
                  <a:pt x="300878" y="0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101" name="knowledge-long-edge">
            <a:extLst>
              <a:ext uri="{FF2B5EF4-FFF2-40B4-BE49-F238E27FC236}">
                <a16:creationId xmlns:a16="http://schemas.microsoft.com/office/drawing/2014/main" id="{6CB206CF-85AF-45CD-A9E4-5852417CD44E}"/>
              </a:ext>
            </a:extLst>
          </p:cNvPr>
          <p:cNvSpPr>
            <a:spLocks noGrp="1"/>
          </p:cNvSpPr>
          <p:nvPr/>
        </p:nvSpPr>
        <p:spPr>
          <a:xfrm>
            <a:off x="2225434" y="6933385"/>
            <a:ext cx="814436" cy="391308"/>
          </a:xfrm>
          <a:custGeom>
            <a:avLst/>
            <a:gdLst/>
            <a:ahLst/>
            <a:cxnLst/>
            <a:rect l="0" t="0" r="0" b="0"/>
            <a:pathLst>
              <a:path w="814436" h="391308">
                <a:moveTo>
                  <a:pt x="0" y="391308"/>
                </a:moveTo>
                <a:lnTo>
                  <a:pt x="50902" y="307230"/>
                </a:lnTo>
                <a:lnTo>
                  <a:pt x="101804" y="233302"/>
                </a:lnTo>
                <a:lnTo>
                  <a:pt x="152707" y="169524"/>
                </a:lnTo>
                <a:lnTo>
                  <a:pt x="203609" y="115895"/>
                </a:lnTo>
                <a:lnTo>
                  <a:pt x="254511" y="72417"/>
                </a:lnTo>
                <a:lnTo>
                  <a:pt x="305413" y="39088"/>
                </a:lnTo>
                <a:lnTo>
                  <a:pt x="356316" y="15909"/>
                </a:lnTo>
                <a:lnTo>
                  <a:pt x="407218" y="2880"/>
                </a:lnTo>
                <a:lnTo>
                  <a:pt x="458120" y="0"/>
                </a:lnTo>
                <a:lnTo>
                  <a:pt x="509022" y="7270"/>
                </a:lnTo>
                <a:lnTo>
                  <a:pt x="559925" y="24690"/>
                </a:lnTo>
                <a:lnTo>
                  <a:pt x="610827" y="52260"/>
                </a:lnTo>
                <a:lnTo>
                  <a:pt x="661729" y="89980"/>
                </a:lnTo>
                <a:lnTo>
                  <a:pt x="712631" y="137849"/>
                </a:lnTo>
                <a:lnTo>
                  <a:pt x="763534" y="195869"/>
                </a:lnTo>
                <a:lnTo>
                  <a:pt x="814436" y="264038"/>
                </a:lnTo>
              </a:path>
            </a:pathLst>
          </a:custGeom>
          <a:noFill/>
          <a:ln w="4286">
            <a:solidFill>
              <a:srgbClr val="534EAD">
                <a:alpha val="9000"/>
              </a:srgbClr>
            </a:solidFill>
            <a:prstDash val="solid"/>
          </a:ln>
        </p:spPr>
      </p:sp>
      <p:sp>
        <p:nvSpPr>
          <p:cNvPr id="102" name="knowledge-edge">
            <a:extLst>
              <a:ext uri="{FF2B5EF4-FFF2-40B4-BE49-F238E27FC236}">
                <a16:creationId xmlns:a16="http://schemas.microsoft.com/office/drawing/2014/main" id="{AFB3AEAF-D30F-4436-AF8D-092030A193A0}"/>
              </a:ext>
            </a:extLst>
          </p:cNvPr>
          <p:cNvSpPr>
            <a:spLocks noGrp="1"/>
          </p:cNvSpPr>
          <p:nvPr/>
        </p:nvSpPr>
        <p:spPr>
          <a:xfrm>
            <a:off x="2479899" y="5869590"/>
            <a:ext cx="408546" cy="11772"/>
          </a:xfrm>
          <a:custGeom>
            <a:avLst/>
            <a:gdLst/>
            <a:ahLst/>
            <a:cxnLst/>
            <a:rect l="0" t="0" r="0" b="0"/>
            <a:pathLst>
              <a:path w="408546" h="11772">
                <a:moveTo>
                  <a:pt x="0" y="11772"/>
                </a:moveTo>
                <a:lnTo>
                  <a:pt x="29182" y="8886"/>
                </a:lnTo>
                <a:lnTo>
                  <a:pt x="58364" y="6405"/>
                </a:lnTo>
                <a:lnTo>
                  <a:pt x="87546" y="4327"/>
                </a:lnTo>
                <a:lnTo>
                  <a:pt x="116728" y="2653"/>
                </a:lnTo>
                <a:lnTo>
                  <a:pt x="145909" y="1384"/>
                </a:lnTo>
                <a:lnTo>
                  <a:pt x="175091" y="519"/>
                </a:lnTo>
                <a:lnTo>
                  <a:pt x="204273" y="57"/>
                </a:lnTo>
                <a:lnTo>
                  <a:pt x="233455" y="0"/>
                </a:lnTo>
                <a:lnTo>
                  <a:pt x="262637" y="347"/>
                </a:lnTo>
                <a:lnTo>
                  <a:pt x="291819" y="1098"/>
                </a:lnTo>
                <a:lnTo>
                  <a:pt x="321001" y="2253"/>
                </a:lnTo>
                <a:lnTo>
                  <a:pt x="350183" y="3812"/>
                </a:lnTo>
                <a:lnTo>
                  <a:pt x="379365" y="5775"/>
                </a:lnTo>
                <a:lnTo>
                  <a:pt x="408546" y="8143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03" name="knowledge-cross-edge">
            <a:extLst>
              <a:ext uri="{FF2B5EF4-FFF2-40B4-BE49-F238E27FC236}">
                <a16:creationId xmlns:a16="http://schemas.microsoft.com/office/drawing/2014/main" id="{DE819EA5-CBF9-413D-A8DF-0E562E12B201}"/>
              </a:ext>
            </a:extLst>
          </p:cNvPr>
          <p:cNvSpPr>
            <a:spLocks noGrp="1"/>
          </p:cNvSpPr>
          <p:nvPr/>
        </p:nvSpPr>
        <p:spPr>
          <a:xfrm>
            <a:off x="2479899" y="5869240"/>
            <a:ext cx="527868" cy="188276"/>
          </a:xfrm>
          <a:custGeom>
            <a:avLst/>
            <a:gdLst/>
            <a:ahLst/>
            <a:cxnLst/>
            <a:rect l="0" t="0" r="0" b="0"/>
            <a:pathLst>
              <a:path w="527868" h="188276">
                <a:moveTo>
                  <a:pt x="0" y="12122"/>
                </a:moveTo>
                <a:lnTo>
                  <a:pt x="58541" y="3987"/>
                </a:lnTo>
                <a:lnTo>
                  <a:pt x="114436" y="0"/>
                </a:lnTo>
                <a:lnTo>
                  <a:pt x="167686" y="161"/>
                </a:lnTo>
                <a:lnTo>
                  <a:pt x="218289" y="4471"/>
                </a:lnTo>
                <a:lnTo>
                  <a:pt x="266247" y="12928"/>
                </a:lnTo>
                <a:lnTo>
                  <a:pt x="311559" y="25534"/>
                </a:lnTo>
                <a:lnTo>
                  <a:pt x="354225" y="42287"/>
                </a:lnTo>
                <a:lnTo>
                  <a:pt x="394245" y="63189"/>
                </a:lnTo>
                <a:lnTo>
                  <a:pt x="431620" y="88239"/>
                </a:lnTo>
                <a:lnTo>
                  <a:pt x="466348" y="117436"/>
                </a:lnTo>
                <a:lnTo>
                  <a:pt x="498431" y="150782"/>
                </a:lnTo>
                <a:lnTo>
                  <a:pt x="527868" y="188276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04" name="knowledge-edge">
            <a:extLst>
              <a:ext uri="{FF2B5EF4-FFF2-40B4-BE49-F238E27FC236}">
                <a16:creationId xmlns:a16="http://schemas.microsoft.com/office/drawing/2014/main" id="{B0C1D6A8-F6D5-472B-BC33-23FD22AC486D}"/>
              </a:ext>
            </a:extLst>
          </p:cNvPr>
          <p:cNvSpPr>
            <a:spLocks noGrp="1"/>
          </p:cNvSpPr>
          <p:nvPr/>
        </p:nvSpPr>
        <p:spPr>
          <a:xfrm>
            <a:off x="2486441" y="6057517"/>
            <a:ext cx="521326" cy="50035"/>
          </a:xfrm>
          <a:custGeom>
            <a:avLst/>
            <a:gdLst/>
            <a:ahLst/>
            <a:cxnLst/>
            <a:rect l="0" t="0" r="0" b="0"/>
            <a:pathLst>
              <a:path w="521326" h="50035">
                <a:moveTo>
                  <a:pt x="0" y="45500"/>
                </a:moveTo>
                <a:lnTo>
                  <a:pt x="37238" y="47877"/>
                </a:lnTo>
                <a:lnTo>
                  <a:pt x="74475" y="49389"/>
                </a:lnTo>
                <a:lnTo>
                  <a:pt x="111713" y="50035"/>
                </a:lnTo>
                <a:lnTo>
                  <a:pt x="148950" y="49815"/>
                </a:lnTo>
                <a:lnTo>
                  <a:pt x="186188" y="48729"/>
                </a:lnTo>
                <a:lnTo>
                  <a:pt x="223425" y="46778"/>
                </a:lnTo>
                <a:lnTo>
                  <a:pt x="260663" y="43961"/>
                </a:lnTo>
                <a:lnTo>
                  <a:pt x="297901" y="40278"/>
                </a:lnTo>
                <a:lnTo>
                  <a:pt x="335138" y="35729"/>
                </a:lnTo>
                <a:lnTo>
                  <a:pt x="372376" y="30315"/>
                </a:lnTo>
                <a:lnTo>
                  <a:pt x="409613" y="24035"/>
                </a:lnTo>
                <a:lnTo>
                  <a:pt x="446851" y="16889"/>
                </a:lnTo>
                <a:lnTo>
                  <a:pt x="484088" y="8877"/>
                </a:lnTo>
                <a:lnTo>
                  <a:pt x="521326" y="0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05" name="knowledge-edge">
            <a:extLst>
              <a:ext uri="{FF2B5EF4-FFF2-40B4-BE49-F238E27FC236}">
                <a16:creationId xmlns:a16="http://schemas.microsoft.com/office/drawing/2014/main" id="{C19D9CA3-189C-4D86-A7F7-6D13A8A1906A}"/>
              </a:ext>
            </a:extLst>
          </p:cNvPr>
          <p:cNvSpPr>
            <a:spLocks noGrp="1"/>
          </p:cNvSpPr>
          <p:nvPr/>
        </p:nvSpPr>
        <p:spPr>
          <a:xfrm>
            <a:off x="2384467" y="6247095"/>
            <a:ext cx="657895" cy="64510"/>
          </a:xfrm>
          <a:custGeom>
            <a:avLst/>
            <a:gdLst/>
            <a:ahLst/>
            <a:cxnLst/>
            <a:rect l="0" t="0" r="0" b="0"/>
            <a:pathLst>
              <a:path w="657895" h="64510">
                <a:moveTo>
                  <a:pt x="0" y="25998"/>
                </a:moveTo>
                <a:lnTo>
                  <a:pt x="46992" y="37589"/>
                </a:lnTo>
                <a:lnTo>
                  <a:pt x="93985" y="47111"/>
                </a:lnTo>
                <a:lnTo>
                  <a:pt x="140977" y="54564"/>
                </a:lnTo>
                <a:lnTo>
                  <a:pt x="187970" y="59948"/>
                </a:lnTo>
                <a:lnTo>
                  <a:pt x="234962" y="63263"/>
                </a:lnTo>
                <a:lnTo>
                  <a:pt x="281955" y="64510"/>
                </a:lnTo>
                <a:lnTo>
                  <a:pt x="328947" y="63687"/>
                </a:lnTo>
                <a:lnTo>
                  <a:pt x="375940" y="60796"/>
                </a:lnTo>
                <a:lnTo>
                  <a:pt x="422932" y="55835"/>
                </a:lnTo>
                <a:lnTo>
                  <a:pt x="469925" y="48806"/>
                </a:lnTo>
                <a:lnTo>
                  <a:pt x="516917" y="39708"/>
                </a:lnTo>
                <a:lnTo>
                  <a:pt x="563910" y="28541"/>
                </a:lnTo>
                <a:lnTo>
                  <a:pt x="610902" y="15305"/>
                </a:lnTo>
                <a:lnTo>
                  <a:pt x="657895" y="0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06" name="knowledge-cross-edge">
            <a:extLst>
              <a:ext uri="{FF2B5EF4-FFF2-40B4-BE49-F238E27FC236}">
                <a16:creationId xmlns:a16="http://schemas.microsoft.com/office/drawing/2014/main" id="{38E700B2-D2B2-4480-B1D4-72C513140EA5}"/>
              </a:ext>
            </a:extLst>
          </p:cNvPr>
          <p:cNvSpPr>
            <a:spLocks noGrp="1"/>
          </p:cNvSpPr>
          <p:nvPr/>
        </p:nvSpPr>
        <p:spPr>
          <a:xfrm>
            <a:off x="2384467" y="6249951"/>
            <a:ext cx="563611" cy="334451"/>
          </a:xfrm>
          <a:custGeom>
            <a:avLst/>
            <a:gdLst/>
            <a:ahLst/>
            <a:cxnLst/>
            <a:rect l="0" t="0" r="0" b="0"/>
            <a:pathLst>
              <a:path w="563611" h="334451">
                <a:moveTo>
                  <a:pt x="0" y="23142"/>
                </a:moveTo>
                <a:lnTo>
                  <a:pt x="61520" y="7949"/>
                </a:lnTo>
                <a:lnTo>
                  <a:pt x="120393" y="235"/>
                </a:lnTo>
                <a:lnTo>
                  <a:pt x="176621" y="0"/>
                </a:lnTo>
                <a:lnTo>
                  <a:pt x="230204" y="7244"/>
                </a:lnTo>
                <a:lnTo>
                  <a:pt x="281140" y="21968"/>
                </a:lnTo>
                <a:lnTo>
                  <a:pt x="329430" y="44171"/>
                </a:lnTo>
                <a:lnTo>
                  <a:pt x="375075" y="73853"/>
                </a:lnTo>
                <a:lnTo>
                  <a:pt x="418074" y="111014"/>
                </a:lnTo>
                <a:lnTo>
                  <a:pt x="458427" y="155654"/>
                </a:lnTo>
                <a:lnTo>
                  <a:pt x="496134" y="207774"/>
                </a:lnTo>
                <a:lnTo>
                  <a:pt x="531195" y="267373"/>
                </a:lnTo>
                <a:lnTo>
                  <a:pt x="563611" y="334451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07" name="knowledge-edge">
            <a:extLst>
              <a:ext uri="{FF2B5EF4-FFF2-40B4-BE49-F238E27FC236}">
                <a16:creationId xmlns:a16="http://schemas.microsoft.com/office/drawing/2014/main" id="{609E4558-C4DD-4181-AA7C-CDE6E7084780}"/>
              </a:ext>
            </a:extLst>
          </p:cNvPr>
          <p:cNvSpPr>
            <a:spLocks noGrp="1"/>
          </p:cNvSpPr>
          <p:nvPr/>
        </p:nvSpPr>
        <p:spPr>
          <a:xfrm>
            <a:off x="2596508" y="6505616"/>
            <a:ext cx="351569" cy="78786"/>
          </a:xfrm>
          <a:custGeom>
            <a:avLst/>
            <a:gdLst/>
            <a:ahLst/>
            <a:cxnLst/>
            <a:rect l="0" t="0" r="0" b="0"/>
            <a:pathLst>
              <a:path w="351569" h="78786">
                <a:moveTo>
                  <a:pt x="0" y="7309"/>
                </a:moveTo>
                <a:lnTo>
                  <a:pt x="25112" y="3502"/>
                </a:lnTo>
                <a:lnTo>
                  <a:pt x="50224" y="1065"/>
                </a:lnTo>
                <a:lnTo>
                  <a:pt x="75336" y="0"/>
                </a:lnTo>
                <a:lnTo>
                  <a:pt x="100448" y="306"/>
                </a:lnTo>
                <a:lnTo>
                  <a:pt x="125560" y="1983"/>
                </a:lnTo>
                <a:lnTo>
                  <a:pt x="150673" y="5032"/>
                </a:lnTo>
                <a:lnTo>
                  <a:pt x="175785" y="9452"/>
                </a:lnTo>
                <a:lnTo>
                  <a:pt x="200897" y="15243"/>
                </a:lnTo>
                <a:lnTo>
                  <a:pt x="226009" y="22405"/>
                </a:lnTo>
                <a:lnTo>
                  <a:pt x="251121" y="30939"/>
                </a:lnTo>
                <a:lnTo>
                  <a:pt x="276233" y="40844"/>
                </a:lnTo>
                <a:lnTo>
                  <a:pt x="301345" y="52120"/>
                </a:lnTo>
                <a:lnTo>
                  <a:pt x="326457" y="64767"/>
                </a:lnTo>
                <a:lnTo>
                  <a:pt x="351569" y="78786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08" name="knowledge-cross-edge">
            <a:extLst>
              <a:ext uri="{FF2B5EF4-FFF2-40B4-BE49-F238E27FC236}">
                <a16:creationId xmlns:a16="http://schemas.microsoft.com/office/drawing/2014/main" id="{22971F5A-C79F-4DEB-9858-C6FD86BBE94E}"/>
              </a:ext>
            </a:extLst>
          </p:cNvPr>
          <p:cNvSpPr>
            <a:spLocks noGrp="1"/>
          </p:cNvSpPr>
          <p:nvPr/>
        </p:nvSpPr>
        <p:spPr>
          <a:xfrm>
            <a:off x="2596508" y="6512925"/>
            <a:ext cx="201751" cy="448864"/>
          </a:xfrm>
          <a:custGeom>
            <a:avLst/>
            <a:gdLst/>
            <a:ahLst/>
            <a:cxnLst/>
            <a:rect l="0" t="0" r="0" b="0"/>
            <a:pathLst>
              <a:path w="201751" h="448864">
                <a:moveTo>
                  <a:pt x="0" y="0"/>
                </a:moveTo>
                <a:lnTo>
                  <a:pt x="31365" y="4750"/>
                </a:lnTo>
                <a:lnTo>
                  <a:pt x="60084" y="15437"/>
                </a:lnTo>
                <a:lnTo>
                  <a:pt x="86157" y="32061"/>
                </a:lnTo>
                <a:lnTo>
                  <a:pt x="109584" y="54623"/>
                </a:lnTo>
                <a:lnTo>
                  <a:pt x="130365" y="83123"/>
                </a:lnTo>
                <a:lnTo>
                  <a:pt x="148501" y="117559"/>
                </a:lnTo>
                <a:lnTo>
                  <a:pt x="163990" y="157933"/>
                </a:lnTo>
                <a:lnTo>
                  <a:pt x="176834" y="204245"/>
                </a:lnTo>
                <a:lnTo>
                  <a:pt x="187032" y="256493"/>
                </a:lnTo>
                <a:lnTo>
                  <a:pt x="194584" y="314679"/>
                </a:lnTo>
                <a:lnTo>
                  <a:pt x="199491" y="378803"/>
                </a:lnTo>
                <a:lnTo>
                  <a:pt x="201751" y="448864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09" name="knowledge-cross-edge">
            <a:extLst>
              <a:ext uri="{FF2B5EF4-FFF2-40B4-BE49-F238E27FC236}">
                <a16:creationId xmlns:a16="http://schemas.microsoft.com/office/drawing/2014/main" id="{05AE8939-8C86-40A4-80C2-D26A0987E832}"/>
              </a:ext>
            </a:extLst>
          </p:cNvPr>
          <p:cNvSpPr>
            <a:spLocks noGrp="1"/>
          </p:cNvSpPr>
          <p:nvPr/>
        </p:nvSpPr>
        <p:spPr>
          <a:xfrm>
            <a:off x="2596508" y="6247095"/>
            <a:ext cx="445853" cy="265830"/>
          </a:xfrm>
          <a:custGeom>
            <a:avLst/>
            <a:gdLst/>
            <a:ahLst/>
            <a:cxnLst/>
            <a:rect l="0" t="0" r="0" b="0"/>
            <a:pathLst>
              <a:path w="445853" h="265830">
                <a:moveTo>
                  <a:pt x="0" y="265830"/>
                </a:moveTo>
                <a:lnTo>
                  <a:pt x="22602" y="231717"/>
                </a:lnTo>
                <a:lnTo>
                  <a:pt x="47851" y="199779"/>
                </a:lnTo>
                <a:lnTo>
                  <a:pt x="75745" y="170015"/>
                </a:lnTo>
                <a:lnTo>
                  <a:pt x="106284" y="142426"/>
                </a:lnTo>
                <a:lnTo>
                  <a:pt x="139470" y="117011"/>
                </a:lnTo>
                <a:lnTo>
                  <a:pt x="175302" y="93771"/>
                </a:lnTo>
                <a:lnTo>
                  <a:pt x="213779" y="72706"/>
                </a:lnTo>
                <a:lnTo>
                  <a:pt x="254902" y="53816"/>
                </a:lnTo>
                <a:lnTo>
                  <a:pt x="298671" y="37100"/>
                </a:lnTo>
                <a:lnTo>
                  <a:pt x="345086" y="22559"/>
                </a:lnTo>
                <a:lnTo>
                  <a:pt x="394147" y="10192"/>
                </a:lnTo>
                <a:lnTo>
                  <a:pt x="445853" y="0"/>
                </a:lnTo>
              </a:path>
            </a:pathLst>
          </a:custGeom>
          <a:noFill/>
          <a:ln w="4953">
            <a:solidFill>
              <a:srgbClr val="5544A1">
                <a:alpha val="12000"/>
              </a:srgbClr>
            </a:solidFill>
            <a:prstDash val="solid"/>
          </a:ln>
        </p:spPr>
      </p:sp>
      <p:sp>
        <p:nvSpPr>
          <p:cNvPr id="110" name="knowledge-edge">
            <a:extLst>
              <a:ext uri="{FF2B5EF4-FFF2-40B4-BE49-F238E27FC236}">
                <a16:creationId xmlns:a16="http://schemas.microsoft.com/office/drawing/2014/main" id="{50B612AB-025D-4A52-A786-890FB7F8EEA0}"/>
              </a:ext>
            </a:extLst>
          </p:cNvPr>
          <p:cNvSpPr>
            <a:spLocks noGrp="1"/>
          </p:cNvSpPr>
          <p:nvPr/>
        </p:nvSpPr>
        <p:spPr>
          <a:xfrm>
            <a:off x="2430256" y="6748082"/>
            <a:ext cx="368003" cy="213707"/>
          </a:xfrm>
          <a:custGeom>
            <a:avLst/>
            <a:gdLst/>
            <a:ahLst/>
            <a:cxnLst/>
            <a:rect l="0" t="0" r="0" b="0"/>
            <a:pathLst>
              <a:path w="368003" h="213707">
                <a:moveTo>
                  <a:pt x="0" y="0"/>
                </a:moveTo>
                <a:lnTo>
                  <a:pt x="26286" y="29831"/>
                </a:lnTo>
                <a:lnTo>
                  <a:pt x="52572" y="57421"/>
                </a:lnTo>
                <a:lnTo>
                  <a:pt x="78858" y="82770"/>
                </a:lnTo>
                <a:lnTo>
                  <a:pt x="105144" y="105878"/>
                </a:lnTo>
                <a:lnTo>
                  <a:pt x="131430" y="126745"/>
                </a:lnTo>
                <a:lnTo>
                  <a:pt x="157716" y="145371"/>
                </a:lnTo>
                <a:lnTo>
                  <a:pt x="184002" y="161757"/>
                </a:lnTo>
                <a:lnTo>
                  <a:pt x="210288" y="175901"/>
                </a:lnTo>
                <a:lnTo>
                  <a:pt x="236574" y="187804"/>
                </a:lnTo>
                <a:lnTo>
                  <a:pt x="262859" y="197467"/>
                </a:lnTo>
                <a:lnTo>
                  <a:pt x="289145" y="204888"/>
                </a:lnTo>
                <a:lnTo>
                  <a:pt x="315431" y="210069"/>
                </a:lnTo>
                <a:lnTo>
                  <a:pt x="341717" y="213008"/>
                </a:lnTo>
                <a:lnTo>
                  <a:pt x="368003" y="213707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11" name="knowledge-cross-edge">
            <a:extLst>
              <a:ext uri="{FF2B5EF4-FFF2-40B4-BE49-F238E27FC236}">
                <a16:creationId xmlns:a16="http://schemas.microsoft.com/office/drawing/2014/main" id="{742C9698-8EB4-4A58-93CF-1BEC7859872B}"/>
              </a:ext>
            </a:extLst>
          </p:cNvPr>
          <p:cNvSpPr>
            <a:spLocks noGrp="1"/>
          </p:cNvSpPr>
          <p:nvPr/>
        </p:nvSpPr>
        <p:spPr>
          <a:xfrm>
            <a:off x="2430256" y="6748082"/>
            <a:ext cx="609614" cy="449341"/>
          </a:xfrm>
          <a:custGeom>
            <a:avLst/>
            <a:gdLst/>
            <a:ahLst/>
            <a:cxnLst/>
            <a:rect l="0" t="0" r="0" b="0"/>
            <a:pathLst>
              <a:path w="609614" h="449341">
                <a:moveTo>
                  <a:pt x="0" y="0"/>
                </a:moveTo>
                <a:lnTo>
                  <a:pt x="65353" y="14891"/>
                </a:lnTo>
                <a:lnTo>
                  <a:pt x="128061" y="33883"/>
                </a:lnTo>
                <a:lnTo>
                  <a:pt x="188122" y="56976"/>
                </a:lnTo>
                <a:lnTo>
                  <a:pt x="245538" y="84169"/>
                </a:lnTo>
                <a:lnTo>
                  <a:pt x="300308" y="115463"/>
                </a:lnTo>
                <a:lnTo>
                  <a:pt x="352432" y="150858"/>
                </a:lnTo>
                <a:lnTo>
                  <a:pt x="401910" y="190353"/>
                </a:lnTo>
                <a:lnTo>
                  <a:pt x="448743" y="233949"/>
                </a:lnTo>
                <a:lnTo>
                  <a:pt x="492929" y="281646"/>
                </a:lnTo>
                <a:lnTo>
                  <a:pt x="534470" y="333443"/>
                </a:lnTo>
                <a:lnTo>
                  <a:pt x="573365" y="389342"/>
                </a:lnTo>
                <a:lnTo>
                  <a:pt x="609614" y="449341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12" name="knowledge-cross-edge">
            <a:extLst>
              <a:ext uri="{FF2B5EF4-FFF2-40B4-BE49-F238E27FC236}">
                <a16:creationId xmlns:a16="http://schemas.microsoft.com/office/drawing/2014/main" id="{4783162B-5A25-4F81-B6F7-AA6034FAB971}"/>
              </a:ext>
            </a:extLst>
          </p:cNvPr>
          <p:cNvSpPr>
            <a:spLocks noGrp="1"/>
          </p:cNvSpPr>
          <p:nvPr/>
        </p:nvSpPr>
        <p:spPr>
          <a:xfrm>
            <a:off x="2430256" y="6584402"/>
            <a:ext cx="517821" cy="163680"/>
          </a:xfrm>
          <a:custGeom>
            <a:avLst/>
            <a:gdLst/>
            <a:ahLst/>
            <a:cxnLst/>
            <a:rect l="0" t="0" r="0" b="0"/>
            <a:pathLst>
              <a:path w="517821" h="163680">
                <a:moveTo>
                  <a:pt x="0" y="163680"/>
                </a:moveTo>
                <a:lnTo>
                  <a:pt x="28600" y="149065"/>
                </a:lnTo>
                <a:lnTo>
                  <a:pt x="59845" y="134627"/>
                </a:lnTo>
                <a:lnTo>
                  <a:pt x="93737" y="120366"/>
                </a:lnTo>
                <a:lnTo>
                  <a:pt x="130274" y="106283"/>
                </a:lnTo>
                <a:lnTo>
                  <a:pt x="169457" y="92377"/>
                </a:lnTo>
                <a:lnTo>
                  <a:pt x="211286" y="78649"/>
                </a:lnTo>
                <a:lnTo>
                  <a:pt x="255760" y="65097"/>
                </a:lnTo>
                <a:lnTo>
                  <a:pt x="302881" y="51723"/>
                </a:lnTo>
                <a:lnTo>
                  <a:pt x="352647" y="38526"/>
                </a:lnTo>
                <a:lnTo>
                  <a:pt x="405060" y="25507"/>
                </a:lnTo>
                <a:lnTo>
                  <a:pt x="460118" y="12665"/>
                </a:lnTo>
                <a:lnTo>
                  <a:pt x="517821" y="0"/>
                </a:lnTo>
              </a:path>
            </a:pathLst>
          </a:custGeom>
          <a:noFill/>
          <a:ln w="4953">
            <a:solidFill>
              <a:srgbClr val="5544A1">
                <a:alpha val="12000"/>
              </a:srgbClr>
            </a:solidFill>
            <a:prstDash val="solid"/>
          </a:ln>
        </p:spPr>
      </p:sp>
      <p:sp>
        <p:nvSpPr>
          <p:cNvPr id="113" name="knowledge-long-edge">
            <a:extLst>
              <a:ext uri="{FF2B5EF4-FFF2-40B4-BE49-F238E27FC236}">
                <a16:creationId xmlns:a16="http://schemas.microsoft.com/office/drawing/2014/main" id="{EF1C955D-598D-425D-ADBB-7876685317BE}"/>
              </a:ext>
            </a:extLst>
          </p:cNvPr>
          <p:cNvSpPr>
            <a:spLocks noGrp="1"/>
          </p:cNvSpPr>
          <p:nvPr/>
        </p:nvSpPr>
        <p:spPr>
          <a:xfrm>
            <a:off x="2430256" y="6512521"/>
            <a:ext cx="1020827" cy="619153"/>
          </a:xfrm>
          <a:custGeom>
            <a:avLst/>
            <a:gdLst/>
            <a:ahLst/>
            <a:cxnLst/>
            <a:rect l="0" t="0" r="0" b="0"/>
            <a:pathLst>
              <a:path w="1020827" h="619153">
                <a:moveTo>
                  <a:pt x="0" y="235561"/>
                </a:moveTo>
                <a:lnTo>
                  <a:pt x="63802" y="164683"/>
                </a:lnTo>
                <a:lnTo>
                  <a:pt x="127603" y="106453"/>
                </a:lnTo>
                <a:lnTo>
                  <a:pt x="191405" y="60869"/>
                </a:lnTo>
                <a:lnTo>
                  <a:pt x="255207" y="27933"/>
                </a:lnTo>
                <a:lnTo>
                  <a:pt x="319008" y="7643"/>
                </a:lnTo>
                <a:lnTo>
                  <a:pt x="382810" y="0"/>
                </a:lnTo>
                <a:lnTo>
                  <a:pt x="446612" y="5004"/>
                </a:lnTo>
                <a:lnTo>
                  <a:pt x="510414" y="22655"/>
                </a:lnTo>
                <a:lnTo>
                  <a:pt x="574215" y="52953"/>
                </a:lnTo>
                <a:lnTo>
                  <a:pt x="638017" y="95898"/>
                </a:lnTo>
                <a:lnTo>
                  <a:pt x="701819" y="151490"/>
                </a:lnTo>
                <a:lnTo>
                  <a:pt x="765620" y="219728"/>
                </a:lnTo>
                <a:lnTo>
                  <a:pt x="829422" y="300614"/>
                </a:lnTo>
                <a:lnTo>
                  <a:pt x="893224" y="394147"/>
                </a:lnTo>
                <a:lnTo>
                  <a:pt x="957025" y="500326"/>
                </a:lnTo>
                <a:lnTo>
                  <a:pt x="1020827" y="619153"/>
                </a:lnTo>
              </a:path>
            </a:pathLst>
          </a:custGeom>
          <a:noFill/>
          <a:ln w="4286">
            <a:solidFill>
              <a:srgbClr val="5544A1">
                <a:alpha val="9000"/>
              </a:srgbClr>
            </a:solidFill>
            <a:prstDash val="solid"/>
          </a:ln>
        </p:spPr>
      </p:sp>
      <p:sp>
        <p:nvSpPr>
          <p:cNvPr id="114" name="knowledge-edge">
            <a:extLst>
              <a:ext uri="{FF2B5EF4-FFF2-40B4-BE49-F238E27FC236}">
                <a16:creationId xmlns:a16="http://schemas.microsoft.com/office/drawing/2014/main" id="{EB8BF4DE-6362-4E38-815F-5BE98049A4CF}"/>
              </a:ext>
            </a:extLst>
          </p:cNvPr>
          <p:cNvSpPr>
            <a:spLocks noGrp="1"/>
          </p:cNvSpPr>
          <p:nvPr/>
        </p:nvSpPr>
        <p:spPr>
          <a:xfrm>
            <a:off x="2650157" y="7173300"/>
            <a:ext cx="389713" cy="24123"/>
          </a:xfrm>
          <a:custGeom>
            <a:avLst/>
            <a:gdLst/>
            <a:ahLst/>
            <a:cxnLst/>
            <a:rect l="0" t="0" r="0" b="0"/>
            <a:pathLst>
              <a:path w="389713" h="24123">
                <a:moveTo>
                  <a:pt x="0" y="3983"/>
                </a:moveTo>
                <a:lnTo>
                  <a:pt x="27837" y="2257"/>
                </a:lnTo>
                <a:lnTo>
                  <a:pt x="55673" y="1018"/>
                </a:lnTo>
                <a:lnTo>
                  <a:pt x="83510" y="265"/>
                </a:lnTo>
                <a:lnTo>
                  <a:pt x="111347" y="0"/>
                </a:lnTo>
                <a:lnTo>
                  <a:pt x="139183" y="221"/>
                </a:lnTo>
                <a:lnTo>
                  <a:pt x="167020" y="930"/>
                </a:lnTo>
                <a:lnTo>
                  <a:pt x="194856" y="2125"/>
                </a:lnTo>
                <a:lnTo>
                  <a:pt x="222693" y="3807"/>
                </a:lnTo>
                <a:lnTo>
                  <a:pt x="250530" y="5976"/>
                </a:lnTo>
                <a:lnTo>
                  <a:pt x="278366" y="8631"/>
                </a:lnTo>
                <a:lnTo>
                  <a:pt x="306203" y="11774"/>
                </a:lnTo>
                <a:lnTo>
                  <a:pt x="334040" y="15403"/>
                </a:lnTo>
                <a:lnTo>
                  <a:pt x="361876" y="19520"/>
                </a:lnTo>
                <a:lnTo>
                  <a:pt x="389713" y="24123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15" name="knowledge-cross-edge">
            <a:extLst>
              <a:ext uri="{FF2B5EF4-FFF2-40B4-BE49-F238E27FC236}">
                <a16:creationId xmlns:a16="http://schemas.microsoft.com/office/drawing/2014/main" id="{A9D0B504-E4CF-4569-A39F-F2B7C7E2BC3B}"/>
              </a:ext>
            </a:extLst>
          </p:cNvPr>
          <p:cNvSpPr>
            <a:spLocks noGrp="1"/>
          </p:cNvSpPr>
          <p:nvPr/>
        </p:nvSpPr>
        <p:spPr>
          <a:xfrm>
            <a:off x="2650157" y="7153476"/>
            <a:ext cx="261898" cy="175625"/>
          </a:xfrm>
          <a:custGeom>
            <a:avLst/>
            <a:gdLst/>
            <a:ahLst/>
            <a:cxnLst/>
            <a:rect l="0" t="0" r="0" b="0"/>
            <a:pathLst>
              <a:path w="261898" h="175625">
                <a:moveTo>
                  <a:pt x="0" y="23806"/>
                </a:moveTo>
                <a:lnTo>
                  <a:pt x="36377" y="11296"/>
                </a:lnTo>
                <a:lnTo>
                  <a:pt x="70108" y="3361"/>
                </a:lnTo>
                <a:lnTo>
                  <a:pt x="101193" y="0"/>
                </a:lnTo>
                <a:lnTo>
                  <a:pt x="129633" y="1214"/>
                </a:lnTo>
                <a:lnTo>
                  <a:pt x="155426" y="7004"/>
                </a:lnTo>
                <a:lnTo>
                  <a:pt x="178574" y="17368"/>
                </a:lnTo>
                <a:lnTo>
                  <a:pt x="199076" y="32307"/>
                </a:lnTo>
                <a:lnTo>
                  <a:pt x="216932" y="51821"/>
                </a:lnTo>
                <a:lnTo>
                  <a:pt x="232142" y="75909"/>
                </a:lnTo>
                <a:lnTo>
                  <a:pt x="244707" y="104573"/>
                </a:lnTo>
                <a:lnTo>
                  <a:pt x="254625" y="137811"/>
                </a:lnTo>
                <a:lnTo>
                  <a:pt x="261898" y="175625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16" name="knowledge-edge">
            <a:extLst>
              <a:ext uri="{FF2B5EF4-FFF2-40B4-BE49-F238E27FC236}">
                <a16:creationId xmlns:a16="http://schemas.microsoft.com/office/drawing/2014/main" id="{4EB13CCC-8679-4FFF-BACB-AC90347D51F6}"/>
              </a:ext>
            </a:extLst>
          </p:cNvPr>
          <p:cNvSpPr>
            <a:spLocks noGrp="1"/>
          </p:cNvSpPr>
          <p:nvPr/>
        </p:nvSpPr>
        <p:spPr>
          <a:xfrm>
            <a:off x="2526312" y="7301664"/>
            <a:ext cx="385743" cy="27438"/>
          </a:xfrm>
          <a:custGeom>
            <a:avLst/>
            <a:gdLst/>
            <a:ahLst/>
            <a:cxnLst/>
            <a:rect l="0" t="0" r="0" b="0"/>
            <a:pathLst>
              <a:path w="385743" h="27438">
                <a:moveTo>
                  <a:pt x="0" y="510"/>
                </a:moveTo>
                <a:lnTo>
                  <a:pt x="27553" y="73"/>
                </a:lnTo>
                <a:lnTo>
                  <a:pt x="55106" y="0"/>
                </a:lnTo>
                <a:lnTo>
                  <a:pt x="82659" y="290"/>
                </a:lnTo>
                <a:lnTo>
                  <a:pt x="110212" y="943"/>
                </a:lnTo>
                <a:lnTo>
                  <a:pt x="137765" y="1958"/>
                </a:lnTo>
                <a:lnTo>
                  <a:pt x="165319" y="3337"/>
                </a:lnTo>
                <a:lnTo>
                  <a:pt x="192872" y="5079"/>
                </a:lnTo>
                <a:lnTo>
                  <a:pt x="220425" y="7184"/>
                </a:lnTo>
                <a:lnTo>
                  <a:pt x="247978" y="9652"/>
                </a:lnTo>
                <a:lnTo>
                  <a:pt x="275531" y="12483"/>
                </a:lnTo>
                <a:lnTo>
                  <a:pt x="303084" y="15677"/>
                </a:lnTo>
                <a:lnTo>
                  <a:pt x="330637" y="19234"/>
                </a:lnTo>
                <a:lnTo>
                  <a:pt x="358190" y="23155"/>
                </a:lnTo>
                <a:lnTo>
                  <a:pt x="385743" y="27438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17" name="knowledge-edge">
            <a:extLst>
              <a:ext uri="{FF2B5EF4-FFF2-40B4-BE49-F238E27FC236}">
                <a16:creationId xmlns:a16="http://schemas.microsoft.com/office/drawing/2014/main" id="{1D354850-C94A-4E0B-B62C-7202A2DEBF44}"/>
              </a:ext>
            </a:extLst>
          </p:cNvPr>
          <p:cNvSpPr>
            <a:spLocks noGrp="1"/>
          </p:cNvSpPr>
          <p:nvPr/>
        </p:nvSpPr>
        <p:spPr>
          <a:xfrm>
            <a:off x="2888446" y="5869774"/>
            <a:ext cx="394400" cy="9525"/>
          </a:xfrm>
          <a:custGeom>
            <a:avLst/>
            <a:gdLst/>
            <a:ahLst/>
            <a:cxnLst/>
            <a:rect l="0" t="0" r="0" b="0"/>
            <a:pathLst>
              <a:path w="394400" h="9525">
                <a:moveTo>
                  <a:pt x="0" y="7958"/>
                </a:moveTo>
                <a:lnTo>
                  <a:pt x="28171" y="7229"/>
                </a:lnTo>
                <a:lnTo>
                  <a:pt x="56343" y="6524"/>
                </a:lnTo>
                <a:lnTo>
                  <a:pt x="84514" y="5844"/>
                </a:lnTo>
                <a:lnTo>
                  <a:pt x="112686" y="5189"/>
                </a:lnTo>
                <a:lnTo>
                  <a:pt x="140857" y="4558"/>
                </a:lnTo>
                <a:lnTo>
                  <a:pt x="169028" y="3953"/>
                </a:lnTo>
                <a:lnTo>
                  <a:pt x="197200" y="3372"/>
                </a:lnTo>
                <a:lnTo>
                  <a:pt x="225371" y="2816"/>
                </a:lnTo>
                <a:lnTo>
                  <a:pt x="253543" y="2285"/>
                </a:lnTo>
                <a:lnTo>
                  <a:pt x="281714" y="1778"/>
                </a:lnTo>
                <a:lnTo>
                  <a:pt x="309885" y="1296"/>
                </a:lnTo>
                <a:lnTo>
                  <a:pt x="338057" y="839"/>
                </a:lnTo>
                <a:lnTo>
                  <a:pt x="366228" y="407"/>
                </a:lnTo>
                <a:lnTo>
                  <a:pt x="394400" y="0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18" name="knowledge-cross-edge">
            <a:extLst>
              <a:ext uri="{FF2B5EF4-FFF2-40B4-BE49-F238E27FC236}">
                <a16:creationId xmlns:a16="http://schemas.microsoft.com/office/drawing/2014/main" id="{00F719A7-5BE6-4158-9295-7C7E8929A202}"/>
              </a:ext>
            </a:extLst>
          </p:cNvPr>
          <p:cNvSpPr>
            <a:spLocks noGrp="1"/>
          </p:cNvSpPr>
          <p:nvPr/>
        </p:nvSpPr>
        <p:spPr>
          <a:xfrm>
            <a:off x="2888446" y="5868839"/>
            <a:ext cx="350205" cy="261163"/>
          </a:xfrm>
          <a:custGeom>
            <a:avLst/>
            <a:gdLst/>
            <a:ahLst/>
            <a:cxnLst/>
            <a:rect l="0" t="0" r="0" b="0"/>
            <a:pathLst>
              <a:path w="350205" h="261163">
                <a:moveTo>
                  <a:pt x="0" y="8893"/>
                </a:moveTo>
                <a:lnTo>
                  <a:pt x="43736" y="1900"/>
                </a:lnTo>
                <a:lnTo>
                  <a:pt x="84826" y="0"/>
                </a:lnTo>
                <a:lnTo>
                  <a:pt x="123270" y="3194"/>
                </a:lnTo>
                <a:lnTo>
                  <a:pt x="159068" y="11482"/>
                </a:lnTo>
                <a:lnTo>
                  <a:pt x="192221" y="24864"/>
                </a:lnTo>
                <a:lnTo>
                  <a:pt x="222727" y="43339"/>
                </a:lnTo>
                <a:lnTo>
                  <a:pt x="250588" y="66909"/>
                </a:lnTo>
                <a:lnTo>
                  <a:pt x="275803" y="95572"/>
                </a:lnTo>
                <a:lnTo>
                  <a:pt x="298372" y="129329"/>
                </a:lnTo>
                <a:lnTo>
                  <a:pt x="318296" y="168180"/>
                </a:lnTo>
                <a:lnTo>
                  <a:pt x="335573" y="212125"/>
                </a:lnTo>
                <a:lnTo>
                  <a:pt x="350205" y="261163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19" name="knowledge-long-edge">
            <a:extLst>
              <a:ext uri="{FF2B5EF4-FFF2-40B4-BE49-F238E27FC236}">
                <a16:creationId xmlns:a16="http://schemas.microsoft.com/office/drawing/2014/main" id="{DC048002-33DF-4A41-AAB8-1DCDA963A94C}"/>
              </a:ext>
            </a:extLst>
          </p:cNvPr>
          <p:cNvSpPr>
            <a:spLocks noGrp="1"/>
          </p:cNvSpPr>
          <p:nvPr/>
        </p:nvSpPr>
        <p:spPr>
          <a:xfrm>
            <a:off x="2888446" y="5680668"/>
            <a:ext cx="740944" cy="302553"/>
          </a:xfrm>
          <a:custGeom>
            <a:avLst/>
            <a:gdLst/>
            <a:ahLst/>
            <a:cxnLst/>
            <a:rect l="0" t="0" r="0" b="0"/>
            <a:pathLst>
              <a:path w="740944" h="302553">
                <a:moveTo>
                  <a:pt x="0" y="197065"/>
                </a:moveTo>
                <a:lnTo>
                  <a:pt x="46309" y="145749"/>
                </a:lnTo>
                <a:lnTo>
                  <a:pt x="92618" y="102155"/>
                </a:lnTo>
                <a:lnTo>
                  <a:pt x="138927" y="66282"/>
                </a:lnTo>
                <a:lnTo>
                  <a:pt x="185236" y="38129"/>
                </a:lnTo>
                <a:lnTo>
                  <a:pt x="231545" y="17699"/>
                </a:lnTo>
                <a:lnTo>
                  <a:pt x="277854" y="4989"/>
                </a:lnTo>
                <a:lnTo>
                  <a:pt x="324163" y="0"/>
                </a:lnTo>
                <a:lnTo>
                  <a:pt x="370472" y="2732"/>
                </a:lnTo>
                <a:lnTo>
                  <a:pt x="416781" y="13186"/>
                </a:lnTo>
                <a:lnTo>
                  <a:pt x="463090" y="31361"/>
                </a:lnTo>
                <a:lnTo>
                  <a:pt x="509399" y="57257"/>
                </a:lnTo>
                <a:lnTo>
                  <a:pt x="555708" y="90874"/>
                </a:lnTo>
                <a:lnTo>
                  <a:pt x="602017" y="132212"/>
                </a:lnTo>
                <a:lnTo>
                  <a:pt x="648326" y="181271"/>
                </a:lnTo>
                <a:lnTo>
                  <a:pt x="694635" y="238052"/>
                </a:lnTo>
                <a:lnTo>
                  <a:pt x="740944" y="302553"/>
                </a:lnTo>
              </a:path>
            </a:pathLst>
          </a:custGeom>
          <a:noFill/>
          <a:ln w="4286">
            <a:solidFill>
              <a:srgbClr val="583B95">
                <a:alpha val="9000"/>
              </a:srgbClr>
            </a:solidFill>
            <a:prstDash val="solid"/>
          </a:ln>
        </p:spPr>
      </p:sp>
      <p:sp>
        <p:nvSpPr>
          <p:cNvPr id="120" name="knowledge-edge">
            <a:extLst>
              <a:ext uri="{FF2B5EF4-FFF2-40B4-BE49-F238E27FC236}">
                <a16:creationId xmlns:a16="http://schemas.microsoft.com/office/drawing/2014/main" id="{EABA4906-186C-4730-8808-10C5FA72ACF8}"/>
              </a:ext>
            </a:extLst>
          </p:cNvPr>
          <p:cNvSpPr>
            <a:spLocks noGrp="1"/>
          </p:cNvSpPr>
          <p:nvPr/>
        </p:nvSpPr>
        <p:spPr>
          <a:xfrm>
            <a:off x="3007767" y="6057517"/>
            <a:ext cx="230883" cy="88865"/>
          </a:xfrm>
          <a:custGeom>
            <a:avLst/>
            <a:gdLst/>
            <a:ahLst/>
            <a:cxnLst/>
            <a:rect l="0" t="0" r="0" b="0"/>
            <a:pathLst>
              <a:path w="230883" h="88865">
                <a:moveTo>
                  <a:pt x="0" y="0"/>
                </a:moveTo>
                <a:lnTo>
                  <a:pt x="16492" y="17232"/>
                </a:lnTo>
                <a:lnTo>
                  <a:pt x="32983" y="32609"/>
                </a:lnTo>
                <a:lnTo>
                  <a:pt x="49475" y="46131"/>
                </a:lnTo>
                <a:lnTo>
                  <a:pt x="65967" y="57800"/>
                </a:lnTo>
                <a:lnTo>
                  <a:pt x="82458" y="67613"/>
                </a:lnTo>
                <a:lnTo>
                  <a:pt x="98950" y="75573"/>
                </a:lnTo>
                <a:lnTo>
                  <a:pt x="115442" y="81677"/>
                </a:lnTo>
                <a:lnTo>
                  <a:pt x="131933" y="85928"/>
                </a:lnTo>
                <a:lnTo>
                  <a:pt x="148425" y="88324"/>
                </a:lnTo>
                <a:lnTo>
                  <a:pt x="164917" y="88865"/>
                </a:lnTo>
                <a:lnTo>
                  <a:pt x="181408" y="87552"/>
                </a:lnTo>
                <a:lnTo>
                  <a:pt x="197900" y="84384"/>
                </a:lnTo>
                <a:lnTo>
                  <a:pt x="214392" y="79362"/>
                </a:lnTo>
                <a:lnTo>
                  <a:pt x="230883" y="72486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21" name="knowledge-cross-edge">
            <a:extLst>
              <a:ext uri="{FF2B5EF4-FFF2-40B4-BE49-F238E27FC236}">
                <a16:creationId xmlns:a16="http://schemas.microsoft.com/office/drawing/2014/main" id="{A826144C-6F9D-4EA3-9939-8722C5A18611}"/>
              </a:ext>
            </a:extLst>
          </p:cNvPr>
          <p:cNvSpPr>
            <a:spLocks noGrp="1"/>
          </p:cNvSpPr>
          <p:nvPr/>
        </p:nvSpPr>
        <p:spPr>
          <a:xfrm>
            <a:off x="3007767" y="6057517"/>
            <a:ext cx="179668" cy="153353"/>
          </a:xfrm>
          <a:custGeom>
            <a:avLst/>
            <a:gdLst/>
            <a:ahLst/>
            <a:cxnLst/>
            <a:rect l="0" t="0" r="0" b="0"/>
            <a:pathLst>
              <a:path w="179668" h="153353">
                <a:moveTo>
                  <a:pt x="0" y="0"/>
                </a:moveTo>
                <a:lnTo>
                  <a:pt x="29524" y="10406"/>
                </a:lnTo>
                <a:lnTo>
                  <a:pt x="56403" y="21243"/>
                </a:lnTo>
                <a:lnTo>
                  <a:pt x="80636" y="32512"/>
                </a:lnTo>
                <a:lnTo>
                  <a:pt x="102223" y="44212"/>
                </a:lnTo>
                <a:lnTo>
                  <a:pt x="121164" y="56344"/>
                </a:lnTo>
                <a:lnTo>
                  <a:pt x="137459" y="68908"/>
                </a:lnTo>
                <a:lnTo>
                  <a:pt x="151109" y="81903"/>
                </a:lnTo>
                <a:lnTo>
                  <a:pt x="162112" y="95330"/>
                </a:lnTo>
                <a:lnTo>
                  <a:pt x="170470" y="109188"/>
                </a:lnTo>
                <a:lnTo>
                  <a:pt x="176182" y="123478"/>
                </a:lnTo>
                <a:lnTo>
                  <a:pt x="179248" y="138200"/>
                </a:lnTo>
                <a:lnTo>
                  <a:pt x="179668" y="153353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22" name="knowledge-cross-edge">
            <a:extLst>
              <a:ext uri="{FF2B5EF4-FFF2-40B4-BE49-F238E27FC236}">
                <a16:creationId xmlns:a16="http://schemas.microsoft.com/office/drawing/2014/main" id="{5B1C42A6-3AA8-431F-9520-DB4D31DF588E}"/>
              </a:ext>
            </a:extLst>
          </p:cNvPr>
          <p:cNvSpPr>
            <a:spLocks noGrp="1"/>
          </p:cNvSpPr>
          <p:nvPr/>
        </p:nvSpPr>
        <p:spPr>
          <a:xfrm>
            <a:off x="3007767" y="5830100"/>
            <a:ext cx="275078" cy="227417"/>
          </a:xfrm>
          <a:custGeom>
            <a:avLst/>
            <a:gdLst/>
            <a:ahLst/>
            <a:cxnLst/>
            <a:rect l="0" t="0" r="0" b="0"/>
            <a:pathLst>
              <a:path w="275078" h="227417">
                <a:moveTo>
                  <a:pt x="0" y="227417"/>
                </a:moveTo>
                <a:lnTo>
                  <a:pt x="8371" y="176621"/>
                </a:lnTo>
                <a:lnTo>
                  <a:pt x="19388" y="132217"/>
                </a:lnTo>
                <a:lnTo>
                  <a:pt x="33051" y="94203"/>
                </a:lnTo>
                <a:lnTo>
                  <a:pt x="49359" y="62581"/>
                </a:lnTo>
                <a:lnTo>
                  <a:pt x="68314" y="37349"/>
                </a:lnTo>
                <a:lnTo>
                  <a:pt x="89914" y="18509"/>
                </a:lnTo>
                <a:lnTo>
                  <a:pt x="114160" y="6059"/>
                </a:lnTo>
                <a:lnTo>
                  <a:pt x="141052" y="0"/>
                </a:lnTo>
                <a:lnTo>
                  <a:pt x="170590" y="332"/>
                </a:lnTo>
                <a:lnTo>
                  <a:pt x="202774" y="7055"/>
                </a:lnTo>
                <a:lnTo>
                  <a:pt x="237603" y="20169"/>
                </a:lnTo>
                <a:lnTo>
                  <a:pt x="275078" y="39674"/>
                </a:lnTo>
              </a:path>
            </a:pathLst>
          </a:custGeom>
          <a:noFill/>
          <a:ln w="4953">
            <a:solidFill>
              <a:srgbClr val="583B95">
                <a:alpha val="12000"/>
              </a:srgbClr>
            </a:solidFill>
            <a:prstDash val="solid"/>
          </a:ln>
        </p:spPr>
      </p:sp>
      <p:sp>
        <p:nvSpPr>
          <p:cNvPr id="123" name="knowledge-long-edge">
            <a:extLst>
              <a:ext uri="{FF2B5EF4-FFF2-40B4-BE49-F238E27FC236}">
                <a16:creationId xmlns:a16="http://schemas.microsoft.com/office/drawing/2014/main" id="{D9CC386A-C597-4B0C-8AA2-6ACE6FDFBE02}"/>
              </a:ext>
            </a:extLst>
          </p:cNvPr>
          <p:cNvSpPr>
            <a:spLocks noGrp="1"/>
          </p:cNvSpPr>
          <p:nvPr/>
        </p:nvSpPr>
        <p:spPr>
          <a:xfrm>
            <a:off x="3007767" y="5738510"/>
            <a:ext cx="621623" cy="319007"/>
          </a:xfrm>
          <a:custGeom>
            <a:avLst/>
            <a:gdLst/>
            <a:ahLst/>
            <a:cxnLst/>
            <a:rect l="0" t="0" r="0" b="0"/>
            <a:pathLst>
              <a:path w="621623" h="319007">
                <a:moveTo>
                  <a:pt x="0" y="319007"/>
                </a:moveTo>
                <a:lnTo>
                  <a:pt x="38851" y="248360"/>
                </a:lnTo>
                <a:lnTo>
                  <a:pt x="77703" y="186513"/>
                </a:lnTo>
                <a:lnTo>
                  <a:pt x="116554" y="133467"/>
                </a:lnTo>
                <a:lnTo>
                  <a:pt x="155406" y="89221"/>
                </a:lnTo>
                <a:lnTo>
                  <a:pt x="194257" y="53776"/>
                </a:lnTo>
                <a:lnTo>
                  <a:pt x="233109" y="27131"/>
                </a:lnTo>
                <a:lnTo>
                  <a:pt x="271960" y="9287"/>
                </a:lnTo>
                <a:lnTo>
                  <a:pt x="310811" y="243"/>
                </a:lnTo>
                <a:lnTo>
                  <a:pt x="349663" y="0"/>
                </a:lnTo>
                <a:lnTo>
                  <a:pt x="388514" y="8557"/>
                </a:lnTo>
                <a:lnTo>
                  <a:pt x="427366" y="25915"/>
                </a:lnTo>
                <a:lnTo>
                  <a:pt x="466217" y="52073"/>
                </a:lnTo>
                <a:lnTo>
                  <a:pt x="505069" y="87032"/>
                </a:lnTo>
                <a:lnTo>
                  <a:pt x="543920" y="130791"/>
                </a:lnTo>
                <a:lnTo>
                  <a:pt x="582771" y="183351"/>
                </a:lnTo>
                <a:lnTo>
                  <a:pt x="621623" y="244711"/>
                </a:lnTo>
              </a:path>
            </a:pathLst>
          </a:custGeom>
          <a:noFill/>
          <a:ln w="4286">
            <a:solidFill>
              <a:srgbClr val="583B95">
                <a:alpha val="9000"/>
              </a:srgbClr>
            </a:solidFill>
            <a:prstDash val="solid"/>
          </a:ln>
        </p:spPr>
      </p:sp>
      <p:sp>
        <p:nvSpPr>
          <p:cNvPr id="124" name="knowledge-edge">
            <a:extLst>
              <a:ext uri="{FF2B5EF4-FFF2-40B4-BE49-F238E27FC236}">
                <a16:creationId xmlns:a16="http://schemas.microsoft.com/office/drawing/2014/main" id="{4C097D4D-0DF9-4AA7-A6A7-8D584D2F727C}"/>
              </a:ext>
            </a:extLst>
          </p:cNvPr>
          <p:cNvSpPr>
            <a:spLocks noGrp="1"/>
          </p:cNvSpPr>
          <p:nvPr/>
        </p:nvSpPr>
        <p:spPr>
          <a:xfrm>
            <a:off x="3042362" y="6188474"/>
            <a:ext cx="145074" cy="58621"/>
          </a:xfrm>
          <a:custGeom>
            <a:avLst/>
            <a:gdLst/>
            <a:ahLst/>
            <a:cxnLst/>
            <a:rect l="0" t="0" r="0" b="0"/>
            <a:pathLst>
              <a:path w="145074" h="58621">
                <a:moveTo>
                  <a:pt x="0" y="58621"/>
                </a:moveTo>
                <a:lnTo>
                  <a:pt x="10362" y="45826"/>
                </a:lnTo>
                <a:lnTo>
                  <a:pt x="20725" y="34601"/>
                </a:lnTo>
                <a:lnTo>
                  <a:pt x="31087" y="24947"/>
                </a:lnTo>
                <a:lnTo>
                  <a:pt x="41450" y="16863"/>
                </a:lnTo>
                <a:lnTo>
                  <a:pt x="51812" y="10350"/>
                </a:lnTo>
                <a:lnTo>
                  <a:pt x="62174" y="5407"/>
                </a:lnTo>
                <a:lnTo>
                  <a:pt x="72537" y="2034"/>
                </a:lnTo>
                <a:lnTo>
                  <a:pt x="82899" y="232"/>
                </a:lnTo>
                <a:lnTo>
                  <a:pt x="93262" y="0"/>
                </a:lnTo>
                <a:lnTo>
                  <a:pt x="103624" y="1338"/>
                </a:lnTo>
                <a:lnTo>
                  <a:pt x="113987" y="4247"/>
                </a:lnTo>
                <a:lnTo>
                  <a:pt x="124349" y="8727"/>
                </a:lnTo>
                <a:lnTo>
                  <a:pt x="134711" y="14776"/>
                </a:lnTo>
                <a:lnTo>
                  <a:pt x="145074" y="22396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25" name="knowledge-cross-edge">
            <a:extLst>
              <a:ext uri="{FF2B5EF4-FFF2-40B4-BE49-F238E27FC236}">
                <a16:creationId xmlns:a16="http://schemas.microsoft.com/office/drawing/2014/main" id="{25693195-EC7E-4628-8509-1D80BCC4BEF4}"/>
              </a:ext>
            </a:extLst>
          </p:cNvPr>
          <p:cNvSpPr>
            <a:spLocks noGrp="1"/>
          </p:cNvSpPr>
          <p:nvPr/>
        </p:nvSpPr>
        <p:spPr>
          <a:xfrm>
            <a:off x="3042362" y="6247095"/>
            <a:ext cx="410926" cy="313193"/>
          </a:xfrm>
          <a:custGeom>
            <a:avLst/>
            <a:gdLst/>
            <a:ahLst/>
            <a:cxnLst/>
            <a:rect l="0" t="0" r="0" b="0"/>
            <a:pathLst>
              <a:path w="410926" h="313193">
                <a:moveTo>
                  <a:pt x="0" y="0"/>
                </a:moveTo>
                <a:lnTo>
                  <a:pt x="48796" y="11634"/>
                </a:lnTo>
                <a:lnTo>
                  <a:pt x="94946" y="25899"/>
                </a:lnTo>
                <a:lnTo>
                  <a:pt x="138450" y="42793"/>
                </a:lnTo>
                <a:lnTo>
                  <a:pt x="179309" y="62317"/>
                </a:lnTo>
                <a:lnTo>
                  <a:pt x="217521" y="84472"/>
                </a:lnTo>
                <a:lnTo>
                  <a:pt x="253088" y="109256"/>
                </a:lnTo>
                <a:lnTo>
                  <a:pt x="286009" y="136671"/>
                </a:lnTo>
                <a:lnTo>
                  <a:pt x="316284" y="166715"/>
                </a:lnTo>
                <a:lnTo>
                  <a:pt x="343913" y="199390"/>
                </a:lnTo>
                <a:lnTo>
                  <a:pt x="368897" y="234694"/>
                </a:lnTo>
                <a:lnTo>
                  <a:pt x="391235" y="272629"/>
                </a:lnTo>
                <a:lnTo>
                  <a:pt x="410926" y="313193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26" name="knowledge-edge">
            <a:extLst>
              <a:ext uri="{FF2B5EF4-FFF2-40B4-BE49-F238E27FC236}">
                <a16:creationId xmlns:a16="http://schemas.microsoft.com/office/drawing/2014/main" id="{21C7E796-28C8-478F-9D02-A80337159222}"/>
              </a:ext>
            </a:extLst>
          </p:cNvPr>
          <p:cNvSpPr>
            <a:spLocks noGrp="1"/>
          </p:cNvSpPr>
          <p:nvPr/>
        </p:nvSpPr>
        <p:spPr>
          <a:xfrm>
            <a:off x="2948078" y="6556358"/>
            <a:ext cx="505210" cy="28044"/>
          </a:xfrm>
          <a:custGeom>
            <a:avLst/>
            <a:gdLst/>
            <a:ahLst/>
            <a:cxnLst/>
            <a:rect l="0" t="0" r="0" b="0"/>
            <a:pathLst>
              <a:path w="505210" h="28044">
                <a:moveTo>
                  <a:pt x="0" y="28044"/>
                </a:moveTo>
                <a:lnTo>
                  <a:pt x="36086" y="22805"/>
                </a:lnTo>
                <a:lnTo>
                  <a:pt x="72173" y="18107"/>
                </a:lnTo>
                <a:lnTo>
                  <a:pt x="108259" y="13951"/>
                </a:lnTo>
                <a:lnTo>
                  <a:pt x="144346" y="10335"/>
                </a:lnTo>
                <a:lnTo>
                  <a:pt x="180432" y="7260"/>
                </a:lnTo>
                <a:lnTo>
                  <a:pt x="216519" y="4726"/>
                </a:lnTo>
                <a:lnTo>
                  <a:pt x="252605" y="2733"/>
                </a:lnTo>
                <a:lnTo>
                  <a:pt x="288692" y="1281"/>
                </a:lnTo>
                <a:lnTo>
                  <a:pt x="324778" y="370"/>
                </a:lnTo>
                <a:lnTo>
                  <a:pt x="360865" y="0"/>
                </a:lnTo>
                <a:lnTo>
                  <a:pt x="396951" y="171"/>
                </a:lnTo>
                <a:lnTo>
                  <a:pt x="433037" y="883"/>
                </a:lnTo>
                <a:lnTo>
                  <a:pt x="469124" y="2136"/>
                </a:lnTo>
                <a:lnTo>
                  <a:pt x="505210" y="3930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27" name="knowledge-cross-edge">
            <a:extLst>
              <a:ext uri="{FF2B5EF4-FFF2-40B4-BE49-F238E27FC236}">
                <a16:creationId xmlns:a16="http://schemas.microsoft.com/office/drawing/2014/main" id="{DD8D17C7-69AF-4587-95AD-2F35A05EA173}"/>
              </a:ext>
            </a:extLst>
          </p:cNvPr>
          <p:cNvSpPr>
            <a:spLocks noGrp="1"/>
          </p:cNvSpPr>
          <p:nvPr/>
        </p:nvSpPr>
        <p:spPr>
          <a:xfrm>
            <a:off x="2948078" y="6563609"/>
            <a:ext cx="513746" cy="412847"/>
          </a:xfrm>
          <a:custGeom>
            <a:avLst/>
            <a:gdLst/>
            <a:ahLst/>
            <a:cxnLst/>
            <a:rect l="0" t="0" r="0" b="0"/>
            <a:pathLst>
              <a:path w="513746" h="412847">
                <a:moveTo>
                  <a:pt x="0" y="20793"/>
                </a:moveTo>
                <a:lnTo>
                  <a:pt x="57364" y="6090"/>
                </a:lnTo>
                <a:lnTo>
                  <a:pt x="112083" y="0"/>
                </a:lnTo>
                <a:lnTo>
                  <a:pt x="164155" y="2524"/>
                </a:lnTo>
                <a:lnTo>
                  <a:pt x="213582" y="13661"/>
                </a:lnTo>
                <a:lnTo>
                  <a:pt x="260363" y="33412"/>
                </a:lnTo>
                <a:lnTo>
                  <a:pt x="304498" y="61777"/>
                </a:lnTo>
                <a:lnTo>
                  <a:pt x="345987" y="98755"/>
                </a:lnTo>
                <a:lnTo>
                  <a:pt x="384831" y="144346"/>
                </a:lnTo>
                <a:lnTo>
                  <a:pt x="421028" y="198551"/>
                </a:lnTo>
                <a:lnTo>
                  <a:pt x="454580" y="261369"/>
                </a:lnTo>
                <a:lnTo>
                  <a:pt x="485486" y="332801"/>
                </a:lnTo>
                <a:lnTo>
                  <a:pt x="513746" y="412847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28" name="knowledge-long-edge">
            <a:extLst>
              <a:ext uri="{FF2B5EF4-FFF2-40B4-BE49-F238E27FC236}">
                <a16:creationId xmlns:a16="http://schemas.microsoft.com/office/drawing/2014/main" id="{A47FA10C-A7A4-44FC-BEE6-5562EAC24FE5}"/>
              </a:ext>
            </a:extLst>
          </p:cNvPr>
          <p:cNvSpPr>
            <a:spLocks noGrp="1"/>
          </p:cNvSpPr>
          <p:nvPr/>
        </p:nvSpPr>
        <p:spPr>
          <a:xfrm>
            <a:off x="2948078" y="6150689"/>
            <a:ext cx="882414" cy="433713"/>
          </a:xfrm>
          <a:custGeom>
            <a:avLst/>
            <a:gdLst/>
            <a:ahLst/>
            <a:cxnLst/>
            <a:rect l="0" t="0" r="0" b="0"/>
            <a:pathLst>
              <a:path w="882414" h="433713">
                <a:moveTo>
                  <a:pt x="0" y="433713"/>
                </a:moveTo>
                <a:lnTo>
                  <a:pt x="55151" y="345429"/>
                </a:lnTo>
                <a:lnTo>
                  <a:pt x="110302" y="267168"/>
                </a:lnTo>
                <a:lnTo>
                  <a:pt x="165453" y="198930"/>
                </a:lnTo>
                <a:lnTo>
                  <a:pt x="220604" y="140716"/>
                </a:lnTo>
                <a:lnTo>
                  <a:pt x="275754" y="92526"/>
                </a:lnTo>
                <a:lnTo>
                  <a:pt x="330905" y="54359"/>
                </a:lnTo>
                <a:lnTo>
                  <a:pt x="386056" y="26216"/>
                </a:lnTo>
                <a:lnTo>
                  <a:pt x="441207" y="8096"/>
                </a:lnTo>
                <a:lnTo>
                  <a:pt x="496358" y="0"/>
                </a:lnTo>
                <a:lnTo>
                  <a:pt x="551509" y="1927"/>
                </a:lnTo>
                <a:lnTo>
                  <a:pt x="606660" y="13878"/>
                </a:lnTo>
                <a:lnTo>
                  <a:pt x="661811" y="35853"/>
                </a:lnTo>
                <a:lnTo>
                  <a:pt x="716962" y="67850"/>
                </a:lnTo>
                <a:lnTo>
                  <a:pt x="772113" y="109872"/>
                </a:lnTo>
                <a:lnTo>
                  <a:pt x="827263" y="161917"/>
                </a:lnTo>
                <a:lnTo>
                  <a:pt x="882414" y="223985"/>
                </a:lnTo>
              </a:path>
            </a:pathLst>
          </a:custGeom>
          <a:noFill/>
          <a:ln w="4286">
            <a:solidFill>
              <a:srgbClr val="583B95">
                <a:alpha val="9000"/>
              </a:srgbClr>
            </a:solidFill>
            <a:prstDash val="solid"/>
          </a:ln>
        </p:spPr>
      </p:sp>
      <p:sp>
        <p:nvSpPr>
          <p:cNvPr id="129" name="knowledge-edge">
            <a:extLst>
              <a:ext uri="{FF2B5EF4-FFF2-40B4-BE49-F238E27FC236}">
                <a16:creationId xmlns:a16="http://schemas.microsoft.com/office/drawing/2014/main" id="{62403E6E-04B8-471D-8680-AB065C88C638}"/>
              </a:ext>
            </a:extLst>
          </p:cNvPr>
          <p:cNvSpPr>
            <a:spLocks noGrp="1"/>
          </p:cNvSpPr>
          <p:nvPr/>
        </p:nvSpPr>
        <p:spPr>
          <a:xfrm>
            <a:off x="2798260" y="6905744"/>
            <a:ext cx="663564" cy="70712"/>
          </a:xfrm>
          <a:custGeom>
            <a:avLst/>
            <a:gdLst/>
            <a:ahLst/>
            <a:cxnLst/>
            <a:rect l="0" t="0" r="0" b="0"/>
            <a:pathLst>
              <a:path w="663564" h="70712">
                <a:moveTo>
                  <a:pt x="0" y="56045"/>
                </a:moveTo>
                <a:lnTo>
                  <a:pt x="47397" y="40278"/>
                </a:lnTo>
                <a:lnTo>
                  <a:pt x="94795" y="27098"/>
                </a:lnTo>
                <a:lnTo>
                  <a:pt x="142192" y="16504"/>
                </a:lnTo>
                <a:lnTo>
                  <a:pt x="189590" y="8498"/>
                </a:lnTo>
                <a:lnTo>
                  <a:pt x="236987" y="3078"/>
                </a:lnTo>
                <a:lnTo>
                  <a:pt x="284385" y="246"/>
                </a:lnTo>
                <a:lnTo>
                  <a:pt x="331782" y="0"/>
                </a:lnTo>
                <a:lnTo>
                  <a:pt x="379179" y="2341"/>
                </a:lnTo>
                <a:lnTo>
                  <a:pt x="426577" y="7269"/>
                </a:lnTo>
                <a:lnTo>
                  <a:pt x="473974" y="14784"/>
                </a:lnTo>
                <a:lnTo>
                  <a:pt x="521372" y="24886"/>
                </a:lnTo>
                <a:lnTo>
                  <a:pt x="568769" y="37574"/>
                </a:lnTo>
                <a:lnTo>
                  <a:pt x="616167" y="52850"/>
                </a:lnTo>
                <a:lnTo>
                  <a:pt x="663564" y="70712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30" name="knowledge-cross-edge">
            <a:extLst>
              <a:ext uri="{FF2B5EF4-FFF2-40B4-BE49-F238E27FC236}">
                <a16:creationId xmlns:a16="http://schemas.microsoft.com/office/drawing/2014/main" id="{48D48A1F-CA0D-43EB-B9DD-7432DADE5239}"/>
              </a:ext>
            </a:extLst>
          </p:cNvPr>
          <p:cNvSpPr>
            <a:spLocks noGrp="1"/>
          </p:cNvSpPr>
          <p:nvPr/>
        </p:nvSpPr>
        <p:spPr>
          <a:xfrm>
            <a:off x="2798260" y="6933658"/>
            <a:ext cx="652824" cy="198016"/>
          </a:xfrm>
          <a:custGeom>
            <a:avLst/>
            <a:gdLst/>
            <a:ahLst/>
            <a:cxnLst/>
            <a:rect l="0" t="0" r="0" b="0"/>
            <a:pathLst>
              <a:path w="652824" h="198016">
                <a:moveTo>
                  <a:pt x="0" y="28131"/>
                </a:moveTo>
                <a:lnTo>
                  <a:pt x="68954" y="13524"/>
                </a:lnTo>
                <a:lnTo>
                  <a:pt x="135262" y="4147"/>
                </a:lnTo>
                <a:lnTo>
                  <a:pt x="198925" y="0"/>
                </a:lnTo>
                <a:lnTo>
                  <a:pt x="259941" y="1083"/>
                </a:lnTo>
                <a:lnTo>
                  <a:pt x="318312" y="7395"/>
                </a:lnTo>
                <a:lnTo>
                  <a:pt x="374037" y="18937"/>
                </a:lnTo>
                <a:lnTo>
                  <a:pt x="427116" y="35709"/>
                </a:lnTo>
                <a:lnTo>
                  <a:pt x="477549" y="57711"/>
                </a:lnTo>
                <a:lnTo>
                  <a:pt x="525337" y="84943"/>
                </a:lnTo>
                <a:lnTo>
                  <a:pt x="570478" y="117404"/>
                </a:lnTo>
                <a:lnTo>
                  <a:pt x="612974" y="155095"/>
                </a:lnTo>
                <a:lnTo>
                  <a:pt x="652824" y="198016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31" name="knowledge-edge">
            <a:extLst>
              <a:ext uri="{FF2B5EF4-FFF2-40B4-BE49-F238E27FC236}">
                <a16:creationId xmlns:a16="http://schemas.microsoft.com/office/drawing/2014/main" id="{7B888C4B-8C02-40B7-91D7-0D5BDA881FF1}"/>
              </a:ext>
            </a:extLst>
          </p:cNvPr>
          <p:cNvSpPr>
            <a:spLocks noGrp="1"/>
          </p:cNvSpPr>
          <p:nvPr/>
        </p:nvSpPr>
        <p:spPr>
          <a:xfrm>
            <a:off x="3039870" y="7131674"/>
            <a:ext cx="411213" cy="104190"/>
          </a:xfrm>
          <a:custGeom>
            <a:avLst/>
            <a:gdLst/>
            <a:ahLst/>
            <a:cxnLst/>
            <a:rect l="0" t="0" r="0" b="0"/>
            <a:pathLst>
              <a:path w="411213" h="104190">
                <a:moveTo>
                  <a:pt x="0" y="65749"/>
                </a:moveTo>
                <a:lnTo>
                  <a:pt x="29372" y="78941"/>
                </a:lnTo>
                <a:lnTo>
                  <a:pt x="58745" y="89382"/>
                </a:lnTo>
                <a:lnTo>
                  <a:pt x="88117" y="97070"/>
                </a:lnTo>
                <a:lnTo>
                  <a:pt x="117490" y="102006"/>
                </a:lnTo>
                <a:lnTo>
                  <a:pt x="146862" y="104190"/>
                </a:lnTo>
                <a:lnTo>
                  <a:pt x="176234" y="103622"/>
                </a:lnTo>
                <a:lnTo>
                  <a:pt x="205607" y="100301"/>
                </a:lnTo>
                <a:lnTo>
                  <a:pt x="234979" y="94229"/>
                </a:lnTo>
                <a:lnTo>
                  <a:pt x="264351" y="85405"/>
                </a:lnTo>
                <a:lnTo>
                  <a:pt x="293724" y="73828"/>
                </a:lnTo>
                <a:lnTo>
                  <a:pt x="323096" y="59499"/>
                </a:lnTo>
                <a:lnTo>
                  <a:pt x="352469" y="42418"/>
                </a:lnTo>
                <a:lnTo>
                  <a:pt x="381841" y="22585"/>
                </a:lnTo>
                <a:lnTo>
                  <a:pt x="411213" y="0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32" name="knowledge-cross-edge">
            <a:extLst>
              <a:ext uri="{FF2B5EF4-FFF2-40B4-BE49-F238E27FC236}">
                <a16:creationId xmlns:a16="http://schemas.microsoft.com/office/drawing/2014/main" id="{18913A42-280A-4571-9F66-F659837B0ACD}"/>
              </a:ext>
            </a:extLst>
          </p:cNvPr>
          <p:cNvSpPr>
            <a:spLocks noGrp="1"/>
          </p:cNvSpPr>
          <p:nvPr/>
        </p:nvSpPr>
        <p:spPr>
          <a:xfrm>
            <a:off x="3039870" y="7197422"/>
            <a:ext cx="335555" cy="28303"/>
          </a:xfrm>
          <a:custGeom>
            <a:avLst/>
            <a:gdLst/>
            <a:ahLst/>
            <a:cxnLst/>
            <a:rect l="0" t="0" r="0" b="0"/>
            <a:pathLst>
              <a:path w="335555" h="28303">
                <a:moveTo>
                  <a:pt x="0" y="0"/>
                </a:moveTo>
                <a:lnTo>
                  <a:pt x="42515" y="8377"/>
                </a:lnTo>
                <a:lnTo>
                  <a:pt x="82384" y="15289"/>
                </a:lnTo>
                <a:lnTo>
                  <a:pt x="119607" y="20738"/>
                </a:lnTo>
                <a:lnTo>
                  <a:pt x="154185" y="24723"/>
                </a:lnTo>
                <a:lnTo>
                  <a:pt x="186117" y="27245"/>
                </a:lnTo>
                <a:lnTo>
                  <a:pt x="215402" y="28303"/>
                </a:lnTo>
                <a:lnTo>
                  <a:pt x="242042" y="27896"/>
                </a:lnTo>
                <a:lnTo>
                  <a:pt x="266037" y="26026"/>
                </a:lnTo>
                <a:lnTo>
                  <a:pt x="287385" y="22693"/>
                </a:lnTo>
                <a:lnTo>
                  <a:pt x="306087" y="17895"/>
                </a:lnTo>
                <a:lnTo>
                  <a:pt x="322144" y="11634"/>
                </a:lnTo>
                <a:lnTo>
                  <a:pt x="335555" y="3909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33" name="knowledge-edge">
            <a:extLst>
              <a:ext uri="{FF2B5EF4-FFF2-40B4-BE49-F238E27FC236}">
                <a16:creationId xmlns:a16="http://schemas.microsoft.com/office/drawing/2014/main" id="{45C6859D-E10F-44D3-B43A-D1D8463A6A14}"/>
              </a:ext>
            </a:extLst>
          </p:cNvPr>
          <p:cNvSpPr>
            <a:spLocks noGrp="1"/>
          </p:cNvSpPr>
          <p:nvPr/>
        </p:nvSpPr>
        <p:spPr>
          <a:xfrm>
            <a:off x="2912055" y="7194182"/>
            <a:ext cx="463370" cy="134919"/>
          </a:xfrm>
          <a:custGeom>
            <a:avLst/>
            <a:gdLst/>
            <a:ahLst/>
            <a:cxnLst/>
            <a:rect l="0" t="0" r="0" b="0"/>
            <a:pathLst>
              <a:path w="463370" h="134919">
                <a:moveTo>
                  <a:pt x="0" y="134919"/>
                </a:moveTo>
                <a:lnTo>
                  <a:pt x="33098" y="112191"/>
                </a:lnTo>
                <a:lnTo>
                  <a:pt x="66196" y="91555"/>
                </a:lnTo>
                <a:lnTo>
                  <a:pt x="99294" y="73011"/>
                </a:lnTo>
                <a:lnTo>
                  <a:pt x="132391" y="56561"/>
                </a:lnTo>
                <a:lnTo>
                  <a:pt x="165489" y="42203"/>
                </a:lnTo>
                <a:lnTo>
                  <a:pt x="198587" y="29937"/>
                </a:lnTo>
                <a:lnTo>
                  <a:pt x="231685" y="19765"/>
                </a:lnTo>
                <a:lnTo>
                  <a:pt x="264783" y="11685"/>
                </a:lnTo>
                <a:lnTo>
                  <a:pt x="297881" y="5697"/>
                </a:lnTo>
                <a:lnTo>
                  <a:pt x="330978" y="1802"/>
                </a:lnTo>
                <a:lnTo>
                  <a:pt x="364076" y="0"/>
                </a:lnTo>
                <a:lnTo>
                  <a:pt x="397174" y="290"/>
                </a:lnTo>
                <a:lnTo>
                  <a:pt x="430272" y="2673"/>
                </a:lnTo>
                <a:lnTo>
                  <a:pt x="463370" y="7149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34" name="knowledge-edge">
            <a:extLst>
              <a:ext uri="{FF2B5EF4-FFF2-40B4-BE49-F238E27FC236}">
                <a16:creationId xmlns:a16="http://schemas.microsoft.com/office/drawing/2014/main" id="{53573073-1AB9-442D-99BA-1B74F1F945C5}"/>
              </a:ext>
            </a:extLst>
          </p:cNvPr>
          <p:cNvSpPr>
            <a:spLocks noGrp="1"/>
          </p:cNvSpPr>
          <p:nvPr/>
        </p:nvSpPr>
        <p:spPr>
          <a:xfrm>
            <a:off x="3282845" y="5869774"/>
            <a:ext cx="346545" cy="123266"/>
          </a:xfrm>
          <a:custGeom>
            <a:avLst/>
            <a:gdLst/>
            <a:ahLst/>
            <a:cxnLst/>
            <a:rect l="0" t="0" r="0" b="0"/>
            <a:pathLst>
              <a:path w="346545" h="123266">
                <a:moveTo>
                  <a:pt x="0" y="0"/>
                </a:moveTo>
                <a:lnTo>
                  <a:pt x="24753" y="21548"/>
                </a:lnTo>
                <a:lnTo>
                  <a:pt x="49506" y="41028"/>
                </a:lnTo>
                <a:lnTo>
                  <a:pt x="74260" y="58439"/>
                </a:lnTo>
                <a:lnTo>
                  <a:pt x="99013" y="73782"/>
                </a:lnTo>
                <a:lnTo>
                  <a:pt x="123766" y="87057"/>
                </a:lnTo>
                <a:lnTo>
                  <a:pt x="148519" y="98263"/>
                </a:lnTo>
                <a:lnTo>
                  <a:pt x="173272" y="107400"/>
                </a:lnTo>
                <a:lnTo>
                  <a:pt x="198025" y="114469"/>
                </a:lnTo>
                <a:lnTo>
                  <a:pt x="222779" y="119470"/>
                </a:lnTo>
                <a:lnTo>
                  <a:pt x="247532" y="122402"/>
                </a:lnTo>
                <a:lnTo>
                  <a:pt x="272285" y="123266"/>
                </a:lnTo>
                <a:lnTo>
                  <a:pt x="297038" y="122061"/>
                </a:lnTo>
                <a:lnTo>
                  <a:pt x="321791" y="118788"/>
                </a:lnTo>
                <a:lnTo>
                  <a:pt x="346545" y="113447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35" name="knowledge-cross-edge">
            <a:extLst>
              <a:ext uri="{FF2B5EF4-FFF2-40B4-BE49-F238E27FC236}">
                <a16:creationId xmlns:a16="http://schemas.microsoft.com/office/drawing/2014/main" id="{B2B12C60-7EA7-4F4B-8599-744D36C02BDD}"/>
              </a:ext>
            </a:extLst>
          </p:cNvPr>
          <p:cNvSpPr>
            <a:spLocks noGrp="1"/>
          </p:cNvSpPr>
          <p:nvPr/>
        </p:nvSpPr>
        <p:spPr>
          <a:xfrm>
            <a:off x="3282845" y="5869774"/>
            <a:ext cx="296174" cy="303657"/>
          </a:xfrm>
          <a:custGeom>
            <a:avLst/>
            <a:gdLst/>
            <a:ahLst/>
            <a:cxnLst/>
            <a:rect l="0" t="0" r="0" b="0"/>
            <a:pathLst>
              <a:path w="296174" h="303657">
                <a:moveTo>
                  <a:pt x="0" y="0"/>
                </a:moveTo>
                <a:lnTo>
                  <a:pt x="39233" y="14138"/>
                </a:lnTo>
                <a:lnTo>
                  <a:pt x="75821" y="30306"/>
                </a:lnTo>
                <a:lnTo>
                  <a:pt x="109762" y="48505"/>
                </a:lnTo>
                <a:lnTo>
                  <a:pt x="141058" y="68734"/>
                </a:lnTo>
                <a:lnTo>
                  <a:pt x="169708" y="90993"/>
                </a:lnTo>
                <a:lnTo>
                  <a:pt x="195712" y="115282"/>
                </a:lnTo>
                <a:lnTo>
                  <a:pt x="219070" y="141602"/>
                </a:lnTo>
                <a:lnTo>
                  <a:pt x="239783" y="169953"/>
                </a:lnTo>
                <a:lnTo>
                  <a:pt x="257849" y="200333"/>
                </a:lnTo>
                <a:lnTo>
                  <a:pt x="273270" y="232744"/>
                </a:lnTo>
                <a:lnTo>
                  <a:pt x="286045" y="267185"/>
                </a:lnTo>
                <a:lnTo>
                  <a:pt x="296174" y="303657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36" name="knowledge-edge">
            <a:extLst>
              <a:ext uri="{FF2B5EF4-FFF2-40B4-BE49-F238E27FC236}">
                <a16:creationId xmlns:a16="http://schemas.microsoft.com/office/drawing/2014/main" id="{271F5274-A639-4124-9C65-2C6C390612A5}"/>
              </a:ext>
            </a:extLst>
          </p:cNvPr>
          <p:cNvSpPr>
            <a:spLocks noGrp="1"/>
          </p:cNvSpPr>
          <p:nvPr/>
        </p:nvSpPr>
        <p:spPr>
          <a:xfrm>
            <a:off x="3238650" y="6130002"/>
            <a:ext cx="340369" cy="78669"/>
          </a:xfrm>
          <a:custGeom>
            <a:avLst/>
            <a:gdLst/>
            <a:ahLst/>
            <a:cxnLst/>
            <a:rect l="0" t="0" r="0" b="0"/>
            <a:pathLst>
              <a:path w="340369" h="78669">
                <a:moveTo>
                  <a:pt x="0" y="0"/>
                </a:moveTo>
                <a:lnTo>
                  <a:pt x="24312" y="17687"/>
                </a:lnTo>
                <a:lnTo>
                  <a:pt x="48624" y="33130"/>
                </a:lnTo>
                <a:lnTo>
                  <a:pt x="72936" y="46330"/>
                </a:lnTo>
                <a:lnTo>
                  <a:pt x="97248" y="57285"/>
                </a:lnTo>
                <a:lnTo>
                  <a:pt x="121560" y="65997"/>
                </a:lnTo>
                <a:lnTo>
                  <a:pt x="145872" y="72465"/>
                </a:lnTo>
                <a:lnTo>
                  <a:pt x="170184" y="76688"/>
                </a:lnTo>
                <a:lnTo>
                  <a:pt x="194497" y="78669"/>
                </a:lnTo>
                <a:lnTo>
                  <a:pt x="218809" y="78405"/>
                </a:lnTo>
                <a:lnTo>
                  <a:pt x="243121" y="75897"/>
                </a:lnTo>
                <a:lnTo>
                  <a:pt x="267433" y="71146"/>
                </a:lnTo>
                <a:lnTo>
                  <a:pt x="291745" y="64151"/>
                </a:lnTo>
                <a:lnTo>
                  <a:pt x="316057" y="54912"/>
                </a:lnTo>
                <a:lnTo>
                  <a:pt x="340369" y="43429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37" name="knowledge-long-edge">
            <a:extLst>
              <a:ext uri="{FF2B5EF4-FFF2-40B4-BE49-F238E27FC236}">
                <a16:creationId xmlns:a16="http://schemas.microsoft.com/office/drawing/2014/main" id="{8D33BE27-6EA1-4214-B793-58729153FFC0}"/>
              </a:ext>
            </a:extLst>
          </p:cNvPr>
          <p:cNvSpPr>
            <a:spLocks noGrp="1"/>
          </p:cNvSpPr>
          <p:nvPr/>
        </p:nvSpPr>
        <p:spPr>
          <a:xfrm>
            <a:off x="3238650" y="5706898"/>
            <a:ext cx="1004150" cy="423105"/>
          </a:xfrm>
          <a:custGeom>
            <a:avLst/>
            <a:gdLst/>
            <a:ahLst/>
            <a:cxnLst/>
            <a:rect l="0" t="0" r="0" b="0"/>
            <a:pathLst>
              <a:path w="1004150" h="423105">
                <a:moveTo>
                  <a:pt x="0" y="423105"/>
                </a:moveTo>
                <a:lnTo>
                  <a:pt x="62759" y="339407"/>
                </a:lnTo>
                <a:lnTo>
                  <a:pt x="125519" y="264907"/>
                </a:lnTo>
                <a:lnTo>
                  <a:pt x="188278" y="199603"/>
                </a:lnTo>
                <a:lnTo>
                  <a:pt x="251037" y="143497"/>
                </a:lnTo>
                <a:lnTo>
                  <a:pt x="313797" y="96588"/>
                </a:lnTo>
                <a:lnTo>
                  <a:pt x="376556" y="58876"/>
                </a:lnTo>
                <a:lnTo>
                  <a:pt x="439315" y="30361"/>
                </a:lnTo>
                <a:lnTo>
                  <a:pt x="502075" y="11044"/>
                </a:lnTo>
                <a:lnTo>
                  <a:pt x="564834" y="923"/>
                </a:lnTo>
                <a:lnTo>
                  <a:pt x="627593" y="0"/>
                </a:lnTo>
                <a:lnTo>
                  <a:pt x="690353" y="8274"/>
                </a:lnTo>
                <a:lnTo>
                  <a:pt x="753112" y="25745"/>
                </a:lnTo>
                <a:lnTo>
                  <a:pt x="815871" y="52413"/>
                </a:lnTo>
                <a:lnTo>
                  <a:pt x="878631" y="88278"/>
                </a:lnTo>
                <a:lnTo>
                  <a:pt x="941390" y="133340"/>
                </a:lnTo>
                <a:lnTo>
                  <a:pt x="1004150" y="187600"/>
                </a:lnTo>
              </a:path>
            </a:pathLst>
          </a:custGeom>
          <a:noFill/>
          <a:ln w="4286">
            <a:solidFill>
              <a:srgbClr val="6A3C89">
                <a:alpha val="9000"/>
              </a:srgbClr>
            </a:solidFill>
            <a:prstDash val="solid"/>
          </a:ln>
        </p:spPr>
      </p:sp>
      <p:sp>
        <p:nvSpPr>
          <p:cNvPr id="138" name="knowledge-edge">
            <a:extLst>
              <a:ext uri="{FF2B5EF4-FFF2-40B4-BE49-F238E27FC236}">
                <a16:creationId xmlns:a16="http://schemas.microsoft.com/office/drawing/2014/main" id="{6B89B798-3AD9-439F-9FC5-99047AF15A17}"/>
              </a:ext>
            </a:extLst>
          </p:cNvPr>
          <p:cNvSpPr>
            <a:spLocks noGrp="1"/>
          </p:cNvSpPr>
          <p:nvPr/>
        </p:nvSpPr>
        <p:spPr>
          <a:xfrm>
            <a:off x="3187436" y="6210870"/>
            <a:ext cx="643056" cy="163804"/>
          </a:xfrm>
          <a:custGeom>
            <a:avLst/>
            <a:gdLst/>
            <a:ahLst/>
            <a:cxnLst/>
            <a:rect l="0" t="0" r="0" b="0"/>
            <a:pathLst>
              <a:path w="643056" h="163804">
                <a:moveTo>
                  <a:pt x="0" y="0"/>
                </a:moveTo>
                <a:lnTo>
                  <a:pt x="45933" y="4267"/>
                </a:lnTo>
                <a:lnTo>
                  <a:pt x="91865" y="9677"/>
                </a:lnTo>
                <a:lnTo>
                  <a:pt x="137798" y="16231"/>
                </a:lnTo>
                <a:lnTo>
                  <a:pt x="183730" y="23928"/>
                </a:lnTo>
                <a:lnTo>
                  <a:pt x="229663" y="32769"/>
                </a:lnTo>
                <a:lnTo>
                  <a:pt x="275596" y="42754"/>
                </a:lnTo>
                <a:lnTo>
                  <a:pt x="321528" y="53883"/>
                </a:lnTo>
                <a:lnTo>
                  <a:pt x="367461" y="66155"/>
                </a:lnTo>
                <a:lnTo>
                  <a:pt x="413393" y="79570"/>
                </a:lnTo>
                <a:lnTo>
                  <a:pt x="459326" y="94130"/>
                </a:lnTo>
                <a:lnTo>
                  <a:pt x="505259" y="109833"/>
                </a:lnTo>
                <a:lnTo>
                  <a:pt x="551191" y="126680"/>
                </a:lnTo>
                <a:lnTo>
                  <a:pt x="597124" y="144670"/>
                </a:lnTo>
                <a:lnTo>
                  <a:pt x="643056" y="163804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39" name="knowledge-cross-edge">
            <a:extLst>
              <a:ext uri="{FF2B5EF4-FFF2-40B4-BE49-F238E27FC236}">
                <a16:creationId xmlns:a16="http://schemas.microsoft.com/office/drawing/2014/main" id="{3221301A-B1B3-4041-A30F-400AE7098878}"/>
              </a:ext>
            </a:extLst>
          </p:cNvPr>
          <p:cNvSpPr>
            <a:spLocks noGrp="1"/>
          </p:cNvSpPr>
          <p:nvPr/>
        </p:nvSpPr>
        <p:spPr>
          <a:xfrm>
            <a:off x="3187436" y="6202572"/>
            <a:ext cx="690660" cy="470838"/>
          </a:xfrm>
          <a:custGeom>
            <a:avLst/>
            <a:gdLst/>
            <a:ahLst/>
            <a:cxnLst/>
            <a:rect l="0" t="0" r="0" b="0"/>
            <a:pathLst>
              <a:path w="690660" h="470838">
                <a:moveTo>
                  <a:pt x="0" y="8298"/>
                </a:moveTo>
                <a:lnTo>
                  <a:pt x="72107" y="0"/>
                </a:lnTo>
                <a:lnTo>
                  <a:pt x="141568" y="219"/>
                </a:lnTo>
                <a:lnTo>
                  <a:pt x="208384" y="8955"/>
                </a:lnTo>
                <a:lnTo>
                  <a:pt x="272553" y="26207"/>
                </a:lnTo>
                <a:lnTo>
                  <a:pt x="334077" y="51977"/>
                </a:lnTo>
                <a:lnTo>
                  <a:pt x="392955" y="86264"/>
                </a:lnTo>
                <a:lnTo>
                  <a:pt x="449187" y="129067"/>
                </a:lnTo>
                <a:lnTo>
                  <a:pt x="502774" y="180387"/>
                </a:lnTo>
                <a:lnTo>
                  <a:pt x="553714" y="240225"/>
                </a:lnTo>
                <a:lnTo>
                  <a:pt x="602009" y="308579"/>
                </a:lnTo>
                <a:lnTo>
                  <a:pt x="647657" y="385450"/>
                </a:lnTo>
                <a:lnTo>
                  <a:pt x="690660" y="470838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40" name="knowledge-edge">
            <a:extLst>
              <a:ext uri="{FF2B5EF4-FFF2-40B4-BE49-F238E27FC236}">
                <a16:creationId xmlns:a16="http://schemas.microsoft.com/office/drawing/2014/main" id="{895BB572-182E-4D9F-915F-DA6911C35887}"/>
              </a:ext>
            </a:extLst>
          </p:cNvPr>
          <p:cNvSpPr>
            <a:spLocks noGrp="1"/>
          </p:cNvSpPr>
          <p:nvPr/>
        </p:nvSpPr>
        <p:spPr>
          <a:xfrm>
            <a:off x="3453288" y="6560288"/>
            <a:ext cx="424808" cy="117191"/>
          </a:xfrm>
          <a:custGeom>
            <a:avLst/>
            <a:gdLst/>
            <a:ahLst/>
            <a:cxnLst/>
            <a:rect l="0" t="0" r="0" b="0"/>
            <a:pathLst>
              <a:path w="424808" h="117191">
                <a:moveTo>
                  <a:pt x="0" y="0"/>
                </a:moveTo>
                <a:lnTo>
                  <a:pt x="30343" y="19038"/>
                </a:lnTo>
                <a:lnTo>
                  <a:pt x="60687" y="36390"/>
                </a:lnTo>
                <a:lnTo>
                  <a:pt x="91030" y="52056"/>
                </a:lnTo>
                <a:lnTo>
                  <a:pt x="121374" y="66036"/>
                </a:lnTo>
                <a:lnTo>
                  <a:pt x="151717" y="78331"/>
                </a:lnTo>
                <a:lnTo>
                  <a:pt x="182061" y="88940"/>
                </a:lnTo>
                <a:lnTo>
                  <a:pt x="212404" y="97863"/>
                </a:lnTo>
                <a:lnTo>
                  <a:pt x="242747" y="105100"/>
                </a:lnTo>
                <a:lnTo>
                  <a:pt x="273091" y="110652"/>
                </a:lnTo>
                <a:lnTo>
                  <a:pt x="303434" y="114517"/>
                </a:lnTo>
                <a:lnTo>
                  <a:pt x="333778" y="116697"/>
                </a:lnTo>
                <a:lnTo>
                  <a:pt x="364121" y="117191"/>
                </a:lnTo>
                <a:lnTo>
                  <a:pt x="394464" y="116000"/>
                </a:lnTo>
                <a:lnTo>
                  <a:pt x="424808" y="113122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41" name="knowledge-cross-edge">
            <a:extLst>
              <a:ext uri="{FF2B5EF4-FFF2-40B4-BE49-F238E27FC236}">
                <a16:creationId xmlns:a16="http://schemas.microsoft.com/office/drawing/2014/main" id="{DC0DCCEE-8A7C-4730-930C-C547A466AA70}"/>
              </a:ext>
            </a:extLst>
          </p:cNvPr>
          <p:cNvSpPr>
            <a:spLocks noGrp="1"/>
          </p:cNvSpPr>
          <p:nvPr/>
        </p:nvSpPr>
        <p:spPr>
          <a:xfrm>
            <a:off x="3453288" y="6560288"/>
            <a:ext cx="358821" cy="328719"/>
          </a:xfrm>
          <a:custGeom>
            <a:avLst/>
            <a:gdLst/>
            <a:ahLst/>
            <a:cxnLst/>
            <a:rect l="0" t="0" r="0" b="0"/>
            <a:pathLst>
              <a:path w="358821" h="328719">
                <a:moveTo>
                  <a:pt x="0" y="0"/>
                </a:moveTo>
                <a:lnTo>
                  <a:pt x="44454" y="10589"/>
                </a:lnTo>
                <a:lnTo>
                  <a:pt x="86262" y="24233"/>
                </a:lnTo>
                <a:lnTo>
                  <a:pt x="125424" y="40932"/>
                </a:lnTo>
                <a:lnTo>
                  <a:pt x="161940" y="60687"/>
                </a:lnTo>
                <a:lnTo>
                  <a:pt x="195811" y="83497"/>
                </a:lnTo>
                <a:lnTo>
                  <a:pt x="227036" y="109362"/>
                </a:lnTo>
                <a:lnTo>
                  <a:pt x="255614" y="138283"/>
                </a:lnTo>
                <a:lnTo>
                  <a:pt x="281547" y="170260"/>
                </a:lnTo>
                <a:lnTo>
                  <a:pt x="304835" y="205291"/>
                </a:lnTo>
                <a:lnTo>
                  <a:pt x="325476" y="243378"/>
                </a:lnTo>
                <a:lnTo>
                  <a:pt x="343471" y="284521"/>
                </a:lnTo>
                <a:lnTo>
                  <a:pt x="358821" y="328719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42" name="knowledge-long-edge">
            <a:extLst>
              <a:ext uri="{FF2B5EF4-FFF2-40B4-BE49-F238E27FC236}">
                <a16:creationId xmlns:a16="http://schemas.microsoft.com/office/drawing/2014/main" id="{66767468-5813-4099-867F-79D390C99482}"/>
              </a:ext>
            </a:extLst>
          </p:cNvPr>
          <p:cNvSpPr>
            <a:spLocks noGrp="1"/>
          </p:cNvSpPr>
          <p:nvPr/>
        </p:nvSpPr>
        <p:spPr>
          <a:xfrm>
            <a:off x="3453288" y="6175758"/>
            <a:ext cx="739832" cy="384530"/>
          </a:xfrm>
          <a:custGeom>
            <a:avLst/>
            <a:gdLst/>
            <a:ahLst/>
            <a:cxnLst/>
            <a:rect l="0" t="0" r="0" b="0"/>
            <a:pathLst>
              <a:path w="739832" h="384530">
                <a:moveTo>
                  <a:pt x="0" y="384530"/>
                </a:moveTo>
                <a:lnTo>
                  <a:pt x="46239" y="299784"/>
                </a:lnTo>
                <a:lnTo>
                  <a:pt x="92479" y="225543"/>
                </a:lnTo>
                <a:lnTo>
                  <a:pt x="138718" y="161807"/>
                </a:lnTo>
                <a:lnTo>
                  <a:pt x="184958" y="108576"/>
                </a:lnTo>
                <a:lnTo>
                  <a:pt x="231197" y="65851"/>
                </a:lnTo>
                <a:lnTo>
                  <a:pt x="277437" y="33631"/>
                </a:lnTo>
                <a:lnTo>
                  <a:pt x="323676" y="11915"/>
                </a:lnTo>
                <a:lnTo>
                  <a:pt x="369916" y="705"/>
                </a:lnTo>
                <a:lnTo>
                  <a:pt x="416155" y="0"/>
                </a:lnTo>
                <a:lnTo>
                  <a:pt x="462395" y="9800"/>
                </a:lnTo>
                <a:lnTo>
                  <a:pt x="508634" y="30105"/>
                </a:lnTo>
                <a:lnTo>
                  <a:pt x="554874" y="60915"/>
                </a:lnTo>
                <a:lnTo>
                  <a:pt x="601113" y="102231"/>
                </a:lnTo>
                <a:lnTo>
                  <a:pt x="647353" y="154051"/>
                </a:lnTo>
                <a:lnTo>
                  <a:pt x="693592" y="216377"/>
                </a:lnTo>
                <a:lnTo>
                  <a:pt x="739832" y="289208"/>
                </a:lnTo>
              </a:path>
            </a:pathLst>
          </a:custGeom>
          <a:noFill/>
          <a:ln w="4286">
            <a:solidFill>
              <a:srgbClr val="6A3C89">
                <a:alpha val="9000"/>
              </a:srgbClr>
            </a:solidFill>
            <a:prstDash val="solid"/>
          </a:ln>
        </p:spPr>
      </p:sp>
      <p:sp>
        <p:nvSpPr>
          <p:cNvPr id="143" name="knowledge-edge">
            <a:extLst>
              <a:ext uri="{FF2B5EF4-FFF2-40B4-BE49-F238E27FC236}">
                <a16:creationId xmlns:a16="http://schemas.microsoft.com/office/drawing/2014/main" id="{7F066697-A25F-40F4-823A-2183B4D35DDC}"/>
              </a:ext>
            </a:extLst>
          </p:cNvPr>
          <p:cNvSpPr>
            <a:spLocks noGrp="1"/>
          </p:cNvSpPr>
          <p:nvPr/>
        </p:nvSpPr>
        <p:spPr>
          <a:xfrm>
            <a:off x="3461824" y="6889006"/>
            <a:ext cx="350286" cy="94595"/>
          </a:xfrm>
          <a:custGeom>
            <a:avLst/>
            <a:gdLst/>
            <a:ahLst/>
            <a:cxnLst/>
            <a:rect l="0" t="0" r="0" b="0"/>
            <a:pathLst>
              <a:path w="350286" h="94595">
                <a:moveTo>
                  <a:pt x="0" y="87450"/>
                </a:moveTo>
                <a:lnTo>
                  <a:pt x="25020" y="91400"/>
                </a:lnTo>
                <a:lnTo>
                  <a:pt x="50041" y="93782"/>
                </a:lnTo>
                <a:lnTo>
                  <a:pt x="75061" y="94595"/>
                </a:lnTo>
                <a:lnTo>
                  <a:pt x="100082" y="93839"/>
                </a:lnTo>
                <a:lnTo>
                  <a:pt x="125102" y="91515"/>
                </a:lnTo>
                <a:lnTo>
                  <a:pt x="150122" y="87621"/>
                </a:lnTo>
                <a:lnTo>
                  <a:pt x="175143" y="82159"/>
                </a:lnTo>
                <a:lnTo>
                  <a:pt x="200163" y="75129"/>
                </a:lnTo>
                <a:lnTo>
                  <a:pt x="225184" y="66529"/>
                </a:lnTo>
                <a:lnTo>
                  <a:pt x="250204" y="56361"/>
                </a:lnTo>
                <a:lnTo>
                  <a:pt x="275224" y="44624"/>
                </a:lnTo>
                <a:lnTo>
                  <a:pt x="300245" y="31318"/>
                </a:lnTo>
                <a:lnTo>
                  <a:pt x="325265" y="16443"/>
                </a:lnTo>
                <a:lnTo>
                  <a:pt x="350286" y="0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44" name="knowledge-cross-edge">
            <a:extLst>
              <a:ext uri="{FF2B5EF4-FFF2-40B4-BE49-F238E27FC236}">
                <a16:creationId xmlns:a16="http://schemas.microsoft.com/office/drawing/2014/main" id="{BEECC996-456A-420F-A3C5-E976982E5D73}"/>
              </a:ext>
            </a:extLst>
          </p:cNvPr>
          <p:cNvSpPr>
            <a:spLocks noGrp="1"/>
          </p:cNvSpPr>
          <p:nvPr/>
        </p:nvSpPr>
        <p:spPr>
          <a:xfrm>
            <a:off x="3461824" y="6930468"/>
            <a:ext cx="217409" cy="188841"/>
          </a:xfrm>
          <a:custGeom>
            <a:avLst/>
            <a:gdLst/>
            <a:ahLst/>
            <a:cxnLst/>
            <a:rect l="0" t="0" r="0" b="0"/>
            <a:pathLst>
              <a:path w="217409" h="188841">
                <a:moveTo>
                  <a:pt x="0" y="45989"/>
                </a:moveTo>
                <a:lnTo>
                  <a:pt x="32669" y="25716"/>
                </a:lnTo>
                <a:lnTo>
                  <a:pt x="62693" y="11294"/>
                </a:lnTo>
                <a:lnTo>
                  <a:pt x="90071" y="2722"/>
                </a:lnTo>
                <a:lnTo>
                  <a:pt x="114803" y="0"/>
                </a:lnTo>
                <a:lnTo>
                  <a:pt x="136889" y="3129"/>
                </a:lnTo>
                <a:lnTo>
                  <a:pt x="156329" y="12108"/>
                </a:lnTo>
                <a:lnTo>
                  <a:pt x="173124" y="26938"/>
                </a:lnTo>
                <a:lnTo>
                  <a:pt x="187272" y="47617"/>
                </a:lnTo>
                <a:lnTo>
                  <a:pt x="198775" y="74148"/>
                </a:lnTo>
                <a:lnTo>
                  <a:pt x="207632" y="106528"/>
                </a:lnTo>
                <a:lnTo>
                  <a:pt x="213843" y="144759"/>
                </a:lnTo>
                <a:lnTo>
                  <a:pt x="217409" y="188841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45" name="knowledge-edge">
            <a:extLst>
              <a:ext uri="{FF2B5EF4-FFF2-40B4-BE49-F238E27FC236}">
                <a16:creationId xmlns:a16="http://schemas.microsoft.com/office/drawing/2014/main" id="{3718EB91-6057-4988-9895-03E7D564ABA8}"/>
              </a:ext>
            </a:extLst>
          </p:cNvPr>
          <p:cNvSpPr>
            <a:spLocks noGrp="1"/>
          </p:cNvSpPr>
          <p:nvPr/>
        </p:nvSpPr>
        <p:spPr>
          <a:xfrm>
            <a:off x="3451083" y="7119308"/>
            <a:ext cx="228149" cy="12365"/>
          </a:xfrm>
          <a:custGeom>
            <a:avLst/>
            <a:gdLst/>
            <a:ahLst/>
            <a:cxnLst/>
            <a:rect l="0" t="0" r="0" b="0"/>
            <a:pathLst>
              <a:path w="228149" h="12365">
                <a:moveTo>
                  <a:pt x="0" y="12365"/>
                </a:moveTo>
                <a:lnTo>
                  <a:pt x="16296" y="12234"/>
                </a:lnTo>
                <a:lnTo>
                  <a:pt x="32593" y="11988"/>
                </a:lnTo>
                <a:lnTo>
                  <a:pt x="48889" y="11626"/>
                </a:lnTo>
                <a:lnTo>
                  <a:pt x="65185" y="11148"/>
                </a:lnTo>
                <a:lnTo>
                  <a:pt x="81482" y="10554"/>
                </a:lnTo>
                <a:lnTo>
                  <a:pt x="97778" y="9844"/>
                </a:lnTo>
                <a:lnTo>
                  <a:pt x="114074" y="9019"/>
                </a:lnTo>
                <a:lnTo>
                  <a:pt x="130371" y="8078"/>
                </a:lnTo>
                <a:lnTo>
                  <a:pt x="146667" y="7021"/>
                </a:lnTo>
                <a:lnTo>
                  <a:pt x="162963" y="5848"/>
                </a:lnTo>
                <a:lnTo>
                  <a:pt x="179260" y="4560"/>
                </a:lnTo>
                <a:lnTo>
                  <a:pt x="195556" y="3156"/>
                </a:lnTo>
                <a:lnTo>
                  <a:pt x="211852" y="1636"/>
                </a:lnTo>
                <a:lnTo>
                  <a:pt x="228149" y="0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46" name="knowledge-cross-edge">
            <a:extLst>
              <a:ext uri="{FF2B5EF4-FFF2-40B4-BE49-F238E27FC236}">
                <a16:creationId xmlns:a16="http://schemas.microsoft.com/office/drawing/2014/main" id="{7B648C02-B636-4FB7-9737-9017CA63360D}"/>
              </a:ext>
            </a:extLst>
          </p:cNvPr>
          <p:cNvSpPr>
            <a:spLocks noGrp="1"/>
          </p:cNvSpPr>
          <p:nvPr/>
        </p:nvSpPr>
        <p:spPr>
          <a:xfrm>
            <a:off x="3451083" y="7082220"/>
            <a:ext cx="244728" cy="134509"/>
          </a:xfrm>
          <a:custGeom>
            <a:avLst/>
            <a:gdLst/>
            <a:ahLst/>
            <a:cxnLst/>
            <a:rect l="0" t="0" r="0" b="0"/>
            <a:pathLst>
              <a:path w="244728" h="134509">
                <a:moveTo>
                  <a:pt x="0" y="49453"/>
                </a:moveTo>
                <a:lnTo>
                  <a:pt x="34946" y="29861"/>
                </a:lnTo>
                <a:lnTo>
                  <a:pt x="67246" y="15119"/>
                </a:lnTo>
                <a:lnTo>
                  <a:pt x="96901" y="5228"/>
                </a:lnTo>
                <a:lnTo>
                  <a:pt x="123909" y="189"/>
                </a:lnTo>
                <a:lnTo>
                  <a:pt x="148272" y="0"/>
                </a:lnTo>
                <a:lnTo>
                  <a:pt x="169989" y="4662"/>
                </a:lnTo>
                <a:lnTo>
                  <a:pt x="189060" y="14176"/>
                </a:lnTo>
                <a:lnTo>
                  <a:pt x="205485" y="28540"/>
                </a:lnTo>
                <a:lnTo>
                  <a:pt x="219265" y="47756"/>
                </a:lnTo>
                <a:lnTo>
                  <a:pt x="230398" y="71823"/>
                </a:lnTo>
                <a:lnTo>
                  <a:pt x="238886" y="100740"/>
                </a:lnTo>
                <a:lnTo>
                  <a:pt x="244728" y="134509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47" name="knowledge-edge">
            <a:extLst>
              <a:ext uri="{FF2B5EF4-FFF2-40B4-BE49-F238E27FC236}">
                <a16:creationId xmlns:a16="http://schemas.microsoft.com/office/drawing/2014/main" id="{25E2D199-739C-47A0-8CF1-C5B3EE78ED01}"/>
              </a:ext>
            </a:extLst>
          </p:cNvPr>
          <p:cNvSpPr>
            <a:spLocks noGrp="1"/>
          </p:cNvSpPr>
          <p:nvPr/>
        </p:nvSpPr>
        <p:spPr>
          <a:xfrm>
            <a:off x="3375425" y="7201331"/>
            <a:ext cx="320386" cy="67580"/>
          </a:xfrm>
          <a:custGeom>
            <a:avLst/>
            <a:gdLst/>
            <a:ahLst/>
            <a:cxnLst/>
            <a:rect l="0" t="0" r="0" b="0"/>
            <a:pathLst>
              <a:path w="320386" h="67580">
                <a:moveTo>
                  <a:pt x="0" y="0"/>
                </a:moveTo>
                <a:lnTo>
                  <a:pt x="22885" y="16987"/>
                </a:lnTo>
                <a:lnTo>
                  <a:pt x="45769" y="31529"/>
                </a:lnTo>
                <a:lnTo>
                  <a:pt x="68654" y="43628"/>
                </a:lnTo>
                <a:lnTo>
                  <a:pt x="91539" y="53282"/>
                </a:lnTo>
                <a:lnTo>
                  <a:pt x="114424" y="60492"/>
                </a:lnTo>
                <a:lnTo>
                  <a:pt x="137308" y="65258"/>
                </a:lnTo>
                <a:lnTo>
                  <a:pt x="160193" y="67580"/>
                </a:lnTo>
                <a:lnTo>
                  <a:pt x="183078" y="67458"/>
                </a:lnTo>
                <a:lnTo>
                  <a:pt x="205963" y="64891"/>
                </a:lnTo>
                <a:lnTo>
                  <a:pt x="228847" y="59881"/>
                </a:lnTo>
                <a:lnTo>
                  <a:pt x="251732" y="52426"/>
                </a:lnTo>
                <a:lnTo>
                  <a:pt x="274617" y="42528"/>
                </a:lnTo>
                <a:lnTo>
                  <a:pt x="297502" y="30185"/>
                </a:lnTo>
                <a:lnTo>
                  <a:pt x="320386" y="15398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48" name="knowledge-edge">
            <a:extLst>
              <a:ext uri="{FF2B5EF4-FFF2-40B4-BE49-F238E27FC236}">
                <a16:creationId xmlns:a16="http://schemas.microsoft.com/office/drawing/2014/main" id="{FED79B5C-EDE3-41E6-A2BD-A31A10995EE0}"/>
              </a:ext>
            </a:extLst>
          </p:cNvPr>
          <p:cNvSpPr>
            <a:spLocks noGrp="1"/>
          </p:cNvSpPr>
          <p:nvPr/>
        </p:nvSpPr>
        <p:spPr>
          <a:xfrm>
            <a:off x="3629390" y="5894497"/>
            <a:ext cx="613410" cy="88724"/>
          </a:xfrm>
          <a:custGeom>
            <a:avLst/>
            <a:gdLst/>
            <a:ahLst/>
            <a:cxnLst/>
            <a:rect l="0" t="0" r="0" b="0"/>
            <a:pathLst>
              <a:path w="613410" h="88724">
                <a:moveTo>
                  <a:pt x="0" y="88724"/>
                </a:moveTo>
                <a:lnTo>
                  <a:pt x="43815" y="76436"/>
                </a:lnTo>
                <a:lnTo>
                  <a:pt x="87630" y="65063"/>
                </a:lnTo>
                <a:lnTo>
                  <a:pt x="131445" y="54606"/>
                </a:lnTo>
                <a:lnTo>
                  <a:pt x="175260" y="45065"/>
                </a:lnTo>
                <a:lnTo>
                  <a:pt x="219075" y="36438"/>
                </a:lnTo>
                <a:lnTo>
                  <a:pt x="262890" y="28728"/>
                </a:lnTo>
                <a:lnTo>
                  <a:pt x="306705" y="21933"/>
                </a:lnTo>
                <a:lnTo>
                  <a:pt x="350520" y="16053"/>
                </a:lnTo>
                <a:lnTo>
                  <a:pt x="394335" y="11089"/>
                </a:lnTo>
                <a:lnTo>
                  <a:pt x="438150" y="7040"/>
                </a:lnTo>
                <a:lnTo>
                  <a:pt x="481965" y="3907"/>
                </a:lnTo>
                <a:lnTo>
                  <a:pt x="525780" y="1689"/>
                </a:lnTo>
                <a:lnTo>
                  <a:pt x="569595" y="387"/>
                </a:lnTo>
                <a:lnTo>
                  <a:pt x="613410" y="0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49" name="knowledge-cross-edge">
            <a:extLst>
              <a:ext uri="{FF2B5EF4-FFF2-40B4-BE49-F238E27FC236}">
                <a16:creationId xmlns:a16="http://schemas.microsoft.com/office/drawing/2014/main" id="{D2305674-2D7C-4915-8481-BAC6443F03B1}"/>
              </a:ext>
            </a:extLst>
          </p:cNvPr>
          <p:cNvSpPr>
            <a:spLocks noGrp="1"/>
          </p:cNvSpPr>
          <p:nvPr/>
        </p:nvSpPr>
        <p:spPr>
          <a:xfrm>
            <a:off x="3629390" y="5919056"/>
            <a:ext cx="499122" cy="139715"/>
          </a:xfrm>
          <a:custGeom>
            <a:avLst/>
            <a:gdLst/>
            <a:ahLst/>
            <a:cxnLst/>
            <a:rect l="0" t="0" r="0" b="0"/>
            <a:pathLst>
              <a:path w="499122" h="139715">
                <a:moveTo>
                  <a:pt x="0" y="64165"/>
                </a:moveTo>
                <a:lnTo>
                  <a:pt x="56146" y="40401"/>
                </a:lnTo>
                <a:lnTo>
                  <a:pt x="109645" y="22103"/>
                </a:lnTo>
                <a:lnTo>
                  <a:pt x="160499" y="9270"/>
                </a:lnTo>
                <a:lnTo>
                  <a:pt x="208707" y="1902"/>
                </a:lnTo>
                <a:lnTo>
                  <a:pt x="254270" y="0"/>
                </a:lnTo>
                <a:lnTo>
                  <a:pt x="297186" y="3563"/>
                </a:lnTo>
                <a:lnTo>
                  <a:pt x="337457" y="12592"/>
                </a:lnTo>
                <a:lnTo>
                  <a:pt x="375081" y="27086"/>
                </a:lnTo>
                <a:lnTo>
                  <a:pt x="410060" y="47045"/>
                </a:lnTo>
                <a:lnTo>
                  <a:pt x="442393" y="72469"/>
                </a:lnTo>
                <a:lnTo>
                  <a:pt x="472080" y="103360"/>
                </a:lnTo>
                <a:lnTo>
                  <a:pt x="499122" y="139715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50" name="knowledge-edge">
            <a:extLst>
              <a:ext uri="{FF2B5EF4-FFF2-40B4-BE49-F238E27FC236}">
                <a16:creationId xmlns:a16="http://schemas.microsoft.com/office/drawing/2014/main" id="{B1D9B226-C479-4D97-A5CF-349894225A2C}"/>
              </a:ext>
            </a:extLst>
          </p:cNvPr>
          <p:cNvSpPr>
            <a:spLocks noGrp="1"/>
          </p:cNvSpPr>
          <p:nvPr/>
        </p:nvSpPr>
        <p:spPr>
          <a:xfrm>
            <a:off x="3579019" y="6058771"/>
            <a:ext cx="549492" cy="134975"/>
          </a:xfrm>
          <a:custGeom>
            <a:avLst/>
            <a:gdLst/>
            <a:ahLst/>
            <a:cxnLst/>
            <a:rect l="0" t="0" r="0" b="0"/>
            <a:pathLst>
              <a:path w="549492" h="134975">
                <a:moveTo>
                  <a:pt x="0" y="114660"/>
                </a:moveTo>
                <a:lnTo>
                  <a:pt x="39249" y="123720"/>
                </a:lnTo>
                <a:lnTo>
                  <a:pt x="78499" y="130125"/>
                </a:lnTo>
                <a:lnTo>
                  <a:pt x="117748" y="133877"/>
                </a:lnTo>
                <a:lnTo>
                  <a:pt x="156998" y="134975"/>
                </a:lnTo>
                <a:lnTo>
                  <a:pt x="196247" y="133420"/>
                </a:lnTo>
                <a:lnTo>
                  <a:pt x="235497" y="129210"/>
                </a:lnTo>
                <a:lnTo>
                  <a:pt x="274746" y="122347"/>
                </a:lnTo>
                <a:lnTo>
                  <a:pt x="313996" y="112830"/>
                </a:lnTo>
                <a:lnTo>
                  <a:pt x="353245" y="100660"/>
                </a:lnTo>
                <a:lnTo>
                  <a:pt x="392495" y="85835"/>
                </a:lnTo>
                <a:lnTo>
                  <a:pt x="431744" y="68357"/>
                </a:lnTo>
                <a:lnTo>
                  <a:pt x="470994" y="48225"/>
                </a:lnTo>
                <a:lnTo>
                  <a:pt x="510243" y="25439"/>
                </a:lnTo>
                <a:lnTo>
                  <a:pt x="549492" y="0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51" name="knowledge-cross-edge">
            <a:extLst>
              <a:ext uri="{FF2B5EF4-FFF2-40B4-BE49-F238E27FC236}">
                <a16:creationId xmlns:a16="http://schemas.microsoft.com/office/drawing/2014/main" id="{B746F9DE-6E0A-4B85-B307-7F6BF03EC67A}"/>
              </a:ext>
            </a:extLst>
          </p:cNvPr>
          <p:cNvSpPr>
            <a:spLocks noGrp="1"/>
          </p:cNvSpPr>
          <p:nvPr/>
        </p:nvSpPr>
        <p:spPr>
          <a:xfrm>
            <a:off x="3579019" y="6173431"/>
            <a:ext cx="614100" cy="291535"/>
          </a:xfrm>
          <a:custGeom>
            <a:avLst/>
            <a:gdLst/>
            <a:ahLst/>
            <a:cxnLst/>
            <a:rect l="0" t="0" r="0" b="0"/>
            <a:pathLst>
              <a:path w="614100" h="291535">
                <a:moveTo>
                  <a:pt x="0" y="0"/>
                </a:moveTo>
                <a:lnTo>
                  <a:pt x="65727" y="7338"/>
                </a:lnTo>
                <a:lnTo>
                  <a:pt x="128808" y="17759"/>
                </a:lnTo>
                <a:lnTo>
                  <a:pt x="189244" y="31263"/>
                </a:lnTo>
                <a:lnTo>
                  <a:pt x="247033" y="47850"/>
                </a:lnTo>
                <a:lnTo>
                  <a:pt x="302177" y="67520"/>
                </a:lnTo>
                <a:lnTo>
                  <a:pt x="354675" y="90273"/>
                </a:lnTo>
                <a:lnTo>
                  <a:pt x="404527" y="116109"/>
                </a:lnTo>
                <a:lnTo>
                  <a:pt x="451734" y="145028"/>
                </a:lnTo>
                <a:lnTo>
                  <a:pt x="496294" y="177030"/>
                </a:lnTo>
                <a:lnTo>
                  <a:pt x="538209" y="212115"/>
                </a:lnTo>
                <a:lnTo>
                  <a:pt x="577478" y="250283"/>
                </a:lnTo>
                <a:lnTo>
                  <a:pt x="614100" y="291535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52" name="knowledge-cross-edge">
            <a:extLst>
              <a:ext uri="{FF2B5EF4-FFF2-40B4-BE49-F238E27FC236}">
                <a16:creationId xmlns:a16="http://schemas.microsoft.com/office/drawing/2014/main" id="{BC283672-2771-46DA-BA0B-C85C2541BB83}"/>
              </a:ext>
            </a:extLst>
          </p:cNvPr>
          <p:cNvSpPr>
            <a:spLocks noGrp="1"/>
          </p:cNvSpPr>
          <p:nvPr/>
        </p:nvSpPr>
        <p:spPr>
          <a:xfrm>
            <a:off x="3579019" y="5894497"/>
            <a:ext cx="663781" cy="278934"/>
          </a:xfrm>
          <a:custGeom>
            <a:avLst/>
            <a:gdLst/>
            <a:ahLst/>
            <a:cxnLst/>
            <a:rect l="0" t="0" r="0" b="0"/>
            <a:pathLst>
              <a:path w="663781" h="278934">
                <a:moveTo>
                  <a:pt x="0" y="278934"/>
                </a:moveTo>
                <a:lnTo>
                  <a:pt x="40763" y="237957"/>
                </a:lnTo>
                <a:lnTo>
                  <a:pt x="84172" y="200204"/>
                </a:lnTo>
                <a:lnTo>
                  <a:pt x="130226" y="165676"/>
                </a:lnTo>
                <a:lnTo>
                  <a:pt x="178927" y="134371"/>
                </a:lnTo>
                <a:lnTo>
                  <a:pt x="230273" y="106291"/>
                </a:lnTo>
                <a:lnTo>
                  <a:pt x="284265" y="81434"/>
                </a:lnTo>
                <a:lnTo>
                  <a:pt x="340903" y="59802"/>
                </a:lnTo>
                <a:lnTo>
                  <a:pt x="400187" y="41393"/>
                </a:lnTo>
                <a:lnTo>
                  <a:pt x="462117" y="26209"/>
                </a:lnTo>
                <a:lnTo>
                  <a:pt x="526692" y="14249"/>
                </a:lnTo>
                <a:lnTo>
                  <a:pt x="593913" y="5512"/>
                </a:lnTo>
                <a:lnTo>
                  <a:pt x="663781" y="0"/>
                </a:lnTo>
              </a:path>
            </a:pathLst>
          </a:custGeom>
          <a:noFill/>
          <a:ln w="4953">
            <a:solidFill>
              <a:srgbClr val="7D3D7D">
                <a:alpha val="12000"/>
              </a:srgbClr>
            </a:solidFill>
            <a:prstDash val="solid"/>
          </a:ln>
        </p:spPr>
      </p:sp>
      <p:sp>
        <p:nvSpPr>
          <p:cNvPr id="153" name="knowledge-long-edge">
            <a:extLst>
              <a:ext uri="{FF2B5EF4-FFF2-40B4-BE49-F238E27FC236}">
                <a16:creationId xmlns:a16="http://schemas.microsoft.com/office/drawing/2014/main" id="{C6869737-F904-4C09-8F4A-B6E6D97D90DA}"/>
              </a:ext>
            </a:extLst>
          </p:cNvPr>
          <p:cNvSpPr>
            <a:spLocks noGrp="1"/>
          </p:cNvSpPr>
          <p:nvPr/>
        </p:nvSpPr>
        <p:spPr>
          <a:xfrm>
            <a:off x="3579019" y="5934526"/>
            <a:ext cx="978448" cy="566395"/>
          </a:xfrm>
          <a:custGeom>
            <a:avLst/>
            <a:gdLst/>
            <a:ahLst/>
            <a:cxnLst/>
            <a:rect l="0" t="0" r="0" b="0"/>
            <a:pathLst>
              <a:path w="978448" h="566395">
                <a:moveTo>
                  <a:pt x="0" y="238905"/>
                </a:moveTo>
                <a:lnTo>
                  <a:pt x="61153" y="168944"/>
                </a:lnTo>
                <a:lnTo>
                  <a:pt x="122306" y="111041"/>
                </a:lnTo>
                <a:lnTo>
                  <a:pt x="183459" y="65195"/>
                </a:lnTo>
                <a:lnTo>
                  <a:pt x="244612" y="31406"/>
                </a:lnTo>
                <a:lnTo>
                  <a:pt x="305765" y="9675"/>
                </a:lnTo>
                <a:lnTo>
                  <a:pt x="366918" y="0"/>
                </a:lnTo>
                <a:lnTo>
                  <a:pt x="428071" y="2382"/>
                </a:lnTo>
                <a:lnTo>
                  <a:pt x="489224" y="16822"/>
                </a:lnTo>
                <a:lnTo>
                  <a:pt x="550377" y="43319"/>
                </a:lnTo>
                <a:lnTo>
                  <a:pt x="611530" y="81873"/>
                </a:lnTo>
                <a:lnTo>
                  <a:pt x="672683" y="132483"/>
                </a:lnTo>
                <a:lnTo>
                  <a:pt x="733836" y="195151"/>
                </a:lnTo>
                <a:lnTo>
                  <a:pt x="794989" y="269877"/>
                </a:lnTo>
                <a:lnTo>
                  <a:pt x="856142" y="356659"/>
                </a:lnTo>
                <a:lnTo>
                  <a:pt x="917295" y="455498"/>
                </a:lnTo>
                <a:lnTo>
                  <a:pt x="978448" y="566395"/>
                </a:lnTo>
              </a:path>
            </a:pathLst>
          </a:custGeom>
          <a:noFill/>
          <a:ln w="4286">
            <a:solidFill>
              <a:srgbClr val="7D3D7D">
                <a:alpha val="9000"/>
              </a:srgbClr>
            </a:solidFill>
            <a:prstDash val="solid"/>
          </a:ln>
        </p:spPr>
      </p:sp>
      <p:sp>
        <p:nvSpPr>
          <p:cNvPr id="154" name="knowledge-edge">
            <a:extLst>
              <a:ext uri="{FF2B5EF4-FFF2-40B4-BE49-F238E27FC236}">
                <a16:creationId xmlns:a16="http://schemas.microsoft.com/office/drawing/2014/main" id="{306C07E6-0BCB-4B5C-AE4E-0B6E83427BA7}"/>
              </a:ext>
            </a:extLst>
          </p:cNvPr>
          <p:cNvSpPr>
            <a:spLocks noGrp="1"/>
          </p:cNvSpPr>
          <p:nvPr/>
        </p:nvSpPr>
        <p:spPr>
          <a:xfrm>
            <a:off x="3830492" y="6374674"/>
            <a:ext cx="362628" cy="90292"/>
          </a:xfrm>
          <a:custGeom>
            <a:avLst/>
            <a:gdLst/>
            <a:ahLst/>
            <a:cxnLst/>
            <a:rect l="0" t="0" r="0" b="0"/>
            <a:pathLst>
              <a:path w="362628" h="90292">
                <a:moveTo>
                  <a:pt x="0" y="0"/>
                </a:moveTo>
                <a:lnTo>
                  <a:pt x="25902" y="695"/>
                </a:lnTo>
                <a:lnTo>
                  <a:pt x="51804" y="2276"/>
                </a:lnTo>
                <a:lnTo>
                  <a:pt x="77706" y="4742"/>
                </a:lnTo>
                <a:lnTo>
                  <a:pt x="103608" y="8093"/>
                </a:lnTo>
                <a:lnTo>
                  <a:pt x="129510" y="12329"/>
                </a:lnTo>
                <a:lnTo>
                  <a:pt x="155412" y="17451"/>
                </a:lnTo>
                <a:lnTo>
                  <a:pt x="181314" y="23458"/>
                </a:lnTo>
                <a:lnTo>
                  <a:pt x="207216" y="30350"/>
                </a:lnTo>
                <a:lnTo>
                  <a:pt x="233118" y="38127"/>
                </a:lnTo>
                <a:lnTo>
                  <a:pt x="259020" y="46789"/>
                </a:lnTo>
                <a:lnTo>
                  <a:pt x="284922" y="56337"/>
                </a:lnTo>
                <a:lnTo>
                  <a:pt x="310824" y="66770"/>
                </a:lnTo>
                <a:lnTo>
                  <a:pt x="336726" y="78088"/>
                </a:lnTo>
                <a:lnTo>
                  <a:pt x="362628" y="90292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55" name="knowledge-cross-edge">
            <a:extLst>
              <a:ext uri="{FF2B5EF4-FFF2-40B4-BE49-F238E27FC236}">
                <a16:creationId xmlns:a16="http://schemas.microsoft.com/office/drawing/2014/main" id="{03C162B7-70D5-4DD4-826F-87E90F366092}"/>
              </a:ext>
            </a:extLst>
          </p:cNvPr>
          <p:cNvSpPr>
            <a:spLocks noGrp="1"/>
          </p:cNvSpPr>
          <p:nvPr/>
        </p:nvSpPr>
        <p:spPr>
          <a:xfrm>
            <a:off x="3830492" y="6371961"/>
            <a:ext cx="370854" cy="265819"/>
          </a:xfrm>
          <a:custGeom>
            <a:avLst/>
            <a:gdLst/>
            <a:ahLst/>
            <a:cxnLst/>
            <a:rect l="0" t="0" r="0" b="0"/>
            <a:pathLst>
              <a:path w="370854" h="265819">
                <a:moveTo>
                  <a:pt x="0" y="2713"/>
                </a:moveTo>
                <a:lnTo>
                  <a:pt x="45457" y="0"/>
                </a:lnTo>
                <a:lnTo>
                  <a:pt x="88267" y="1767"/>
                </a:lnTo>
                <a:lnTo>
                  <a:pt x="128432" y="8014"/>
                </a:lnTo>
                <a:lnTo>
                  <a:pt x="165951" y="18740"/>
                </a:lnTo>
                <a:lnTo>
                  <a:pt x="200825" y="33946"/>
                </a:lnTo>
                <a:lnTo>
                  <a:pt x="233052" y="53632"/>
                </a:lnTo>
                <a:lnTo>
                  <a:pt x="262634" y="77797"/>
                </a:lnTo>
                <a:lnTo>
                  <a:pt x="289570" y="106442"/>
                </a:lnTo>
                <a:lnTo>
                  <a:pt x="313860" y="139567"/>
                </a:lnTo>
                <a:lnTo>
                  <a:pt x="335504" y="177171"/>
                </a:lnTo>
                <a:lnTo>
                  <a:pt x="354502" y="219255"/>
                </a:lnTo>
                <a:lnTo>
                  <a:pt x="370854" y="265819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56" name="knowledge-edge">
            <a:extLst>
              <a:ext uri="{FF2B5EF4-FFF2-40B4-BE49-F238E27FC236}">
                <a16:creationId xmlns:a16="http://schemas.microsoft.com/office/drawing/2014/main" id="{2E8868E0-870A-4897-9423-DD7419DC6A48}"/>
              </a:ext>
            </a:extLst>
          </p:cNvPr>
          <p:cNvSpPr>
            <a:spLocks noGrp="1"/>
          </p:cNvSpPr>
          <p:nvPr/>
        </p:nvSpPr>
        <p:spPr>
          <a:xfrm>
            <a:off x="3878096" y="6585428"/>
            <a:ext cx="323250" cy="87981"/>
          </a:xfrm>
          <a:custGeom>
            <a:avLst/>
            <a:gdLst/>
            <a:ahLst/>
            <a:cxnLst/>
            <a:rect l="0" t="0" r="0" b="0"/>
            <a:pathLst>
              <a:path w="323250" h="87981">
                <a:moveTo>
                  <a:pt x="0" y="87981"/>
                </a:moveTo>
                <a:lnTo>
                  <a:pt x="23089" y="67122"/>
                </a:lnTo>
                <a:lnTo>
                  <a:pt x="46179" y="49081"/>
                </a:lnTo>
                <a:lnTo>
                  <a:pt x="69268" y="33857"/>
                </a:lnTo>
                <a:lnTo>
                  <a:pt x="92357" y="21450"/>
                </a:lnTo>
                <a:lnTo>
                  <a:pt x="115447" y="11861"/>
                </a:lnTo>
                <a:lnTo>
                  <a:pt x="138536" y="5090"/>
                </a:lnTo>
                <a:lnTo>
                  <a:pt x="161625" y="1136"/>
                </a:lnTo>
                <a:lnTo>
                  <a:pt x="184715" y="0"/>
                </a:lnTo>
                <a:lnTo>
                  <a:pt x="207804" y="1681"/>
                </a:lnTo>
                <a:lnTo>
                  <a:pt x="230893" y="6180"/>
                </a:lnTo>
                <a:lnTo>
                  <a:pt x="253982" y="13497"/>
                </a:lnTo>
                <a:lnTo>
                  <a:pt x="277072" y="23631"/>
                </a:lnTo>
                <a:lnTo>
                  <a:pt x="300161" y="36582"/>
                </a:lnTo>
                <a:lnTo>
                  <a:pt x="323250" y="52352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57" name="knowledge-edge">
            <a:extLst>
              <a:ext uri="{FF2B5EF4-FFF2-40B4-BE49-F238E27FC236}">
                <a16:creationId xmlns:a16="http://schemas.microsoft.com/office/drawing/2014/main" id="{08A8FB22-103C-48E8-9366-C5EF2E542D42}"/>
              </a:ext>
            </a:extLst>
          </p:cNvPr>
          <p:cNvSpPr>
            <a:spLocks noGrp="1"/>
          </p:cNvSpPr>
          <p:nvPr/>
        </p:nvSpPr>
        <p:spPr>
          <a:xfrm>
            <a:off x="3812109" y="6861320"/>
            <a:ext cx="447808" cy="67911"/>
          </a:xfrm>
          <a:custGeom>
            <a:avLst/>
            <a:gdLst/>
            <a:ahLst/>
            <a:cxnLst/>
            <a:rect l="0" t="0" r="0" b="0"/>
            <a:pathLst>
              <a:path w="447808" h="67911">
                <a:moveTo>
                  <a:pt x="0" y="27687"/>
                </a:moveTo>
                <a:lnTo>
                  <a:pt x="31986" y="39817"/>
                </a:lnTo>
                <a:lnTo>
                  <a:pt x="63973" y="49776"/>
                </a:lnTo>
                <a:lnTo>
                  <a:pt x="95959" y="57566"/>
                </a:lnTo>
                <a:lnTo>
                  <a:pt x="127945" y="63185"/>
                </a:lnTo>
                <a:lnTo>
                  <a:pt x="159931" y="66633"/>
                </a:lnTo>
                <a:lnTo>
                  <a:pt x="191918" y="67911"/>
                </a:lnTo>
                <a:lnTo>
                  <a:pt x="223904" y="67019"/>
                </a:lnTo>
                <a:lnTo>
                  <a:pt x="255890" y="63956"/>
                </a:lnTo>
                <a:lnTo>
                  <a:pt x="287876" y="58723"/>
                </a:lnTo>
                <a:lnTo>
                  <a:pt x="319863" y="51319"/>
                </a:lnTo>
                <a:lnTo>
                  <a:pt x="351849" y="41745"/>
                </a:lnTo>
                <a:lnTo>
                  <a:pt x="383835" y="30000"/>
                </a:lnTo>
                <a:lnTo>
                  <a:pt x="415822" y="16085"/>
                </a:lnTo>
                <a:lnTo>
                  <a:pt x="447808" y="0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58" name="knowledge-cross-edge">
            <a:extLst>
              <a:ext uri="{FF2B5EF4-FFF2-40B4-BE49-F238E27FC236}">
                <a16:creationId xmlns:a16="http://schemas.microsoft.com/office/drawing/2014/main" id="{84420A63-14D6-4B82-931B-41FB890A24E8}"/>
              </a:ext>
            </a:extLst>
          </p:cNvPr>
          <p:cNvSpPr>
            <a:spLocks noGrp="1"/>
          </p:cNvSpPr>
          <p:nvPr/>
        </p:nvSpPr>
        <p:spPr>
          <a:xfrm>
            <a:off x="3812109" y="6889006"/>
            <a:ext cx="418859" cy="177640"/>
          </a:xfrm>
          <a:custGeom>
            <a:avLst/>
            <a:gdLst/>
            <a:ahLst/>
            <a:cxnLst/>
            <a:rect l="0" t="0" r="0" b="0"/>
            <a:pathLst>
              <a:path w="418859" h="177640">
                <a:moveTo>
                  <a:pt x="0" y="0"/>
                </a:moveTo>
                <a:lnTo>
                  <a:pt x="49457" y="5622"/>
                </a:lnTo>
                <a:lnTo>
                  <a:pt x="96268" y="12913"/>
                </a:lnTo>
                <a:lnTo>
                  <a:pt x="140433" y="21874"/>
                </a:lnTo>
                <a:lnTo>
                  <a:pt x="181953" y="32504"/>
                </a:lnTo>
                <a:lnTo>
                  <a:pt x="220827" y="44803"/>
                </a:lnTo>
                <a:lnTo>
                  <a:pt x="257054" y="58772"/>
                </a:lnTo>
                <a:lnTo>
                  <a:pt x="290636" y="74410"/>
                </a:lnTo>
                <a:lnTo>
                  <a:pt x="321572" y="91717"/>
                </a:lnTo>
                <a:lnTo>
                  <a:pt x="349863" y="110694"/>
                </a:lnTo>
                <a:lnTo>
                  <a:pt x="375507" y="131340"/>
                </a:lnTo>
                <a:lnTo>
                  <a:pt x="398506" y="153656"/>
                </a:lnTo>
                <a:lnTo>
                  <a:pt x="418859" y="177640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59" name="knowledge-long-edge">
            <a:extLst>
              <a:ext uri="{FF2B5EF4-FFF2-40B4-BE49-F238E27FC236}">
                <a16:creationId xmlns:a16="http://schemas.microsoft.com/office/drawing/2014/main" id="{A2180551-6CF4-4A20-A728-E131C10EAC7C}"/>
              </a:ext>
            </a:extLst>
          </p:cNvPr>
          <p:cNvSpPr>
            <a:spLocks noGrp="1"/>
          </p:cNvSpPr>
          <p:nvPr/>
        </p:nvSpPr>
        <p:spPr>
          <a:xfrm>
            <a:off x="3812109" y="6683648"/>
            <a:ext cx="727910" cy="410228"/>
          </a:xfrm>
          <a:custGeom>
            <a:avLst/>
            <a:gdLst/>
            <a:ahLst/>
            <a:cxnLst/>
            <a:rect l="0" t="0" r="0" b="0"/>
            <a:pathLst>
              <a:path w="727910" h="410228">
                <a:moveTo>
                  <a:pt x="0" y="205359"/>
                </a:moveTo>
                <a:lnTo>
                  <a:pt x="45494" y="147928"/>
                </a:lnTo>
                <a:lnTo>
                  <a:pt x="90989" y="99861"/>
                </a:lnTo>
                <a:lnTo>
                  <a:pt x="136483" y="61159"/>
                </a:lnTo>
                <a:lnTo>
                  <a:pt x="181978" y="31822"/>
                </a:lnTo>
                <a:lnTo>
                  <a:pt x="227472" y="11850"/>
                </a:lnTo>
                <a:lnTo>
                  <a:pt x="272966" y="1243"/>
                </a:lnTo>
                <a:lnTo>
                  <a:pt x="318461" y="0"/>
                </a:lnTo>
                <a:lnTo>
                  <a:pt x="363955" y="8122"/>
                </a:lnTo>
                <a:lnTo>
                  <a:pt x="409449" y="25609"/>
                </a:lnTo>
                <a:lnTo>
                  <a:pt x="454944" y="52460"/>
                </a:lnTo>
                <a:lnTo>
                  <a:pt x="500438" y="88676"/>
                </a:lnTo>
                <a:lnTo>
                  <a:pt x="545933" y="134257"/>
                </a:lnTo>
                <a:lnTo>
                  <a:pt x="591427" y="189203"/>
                </a:lnTo>
                <a:lnTo>
                  <a:pt x="636921" y="253513"/>
                </a:lnTo>
                <a:lnTo>
                  <a:pt x="682416" y="327188"/>
                </a:lnTo>
                <a:lnTo>
                  <a:pt x="727910" y="410228"/>
                </a:lnTo>
              </a:path>
            </a:pathLst>
          </a:custGeom>
          <a:noFill/>
          <a:ln w="4286">
            <a:solidFill>
              <a:srgbClr val="7D3D7D">
                <a:alpha val="9000"/>
              </a:srgbClr>
            </a:solidFill>
            <a:prstDash val="solid"/>
          </a:ln>
        </p:spPr>
      </p:sp>
      <p:sp>
        <p:nvSpPr>
          <p:cNvPr id="160" name="knowledge-edge">
            <a:extLst>
              <a:ext uri="{FF2B5EF4-FFF2-40B4-BE49-F238E27FC236}">
                <a16:creationId xmlns:a16="http://schemas.microsoft.com/office/drawing/2014/main" id="{3D8BBD66-B03C-4F82-9340-D7600F8BE9B9}"/>
              </a:ext>
            </a:extLst>
          </p:cNvPr>
          <p:cNvSpPr>
            <a:spLocks noGrp="1"/>
          </p:cNvSpPr>
          <p:nvPr/>
        </p:nvSpPr>
        <p:spPr>
          <a:xfrm>
            <a:off x="3679232" y="7066647"/>
            <a:ext cx="551736" cy="76495"/>
          </a:xfrm>
          <a:custGeom>
            <a:avLst/>
            <a:gdLst/>
            <a:ahLst/>
            <a:cxnLst/>
            <a:rect l="0" t="0" r="0" b="0"/>
            <a:pathLst>
              <a:path w="551736" h="76495">
                <a:moveTo>
                  <a:pt x="0" y="52661"/>
                </a:moveTo>
                <a:lnTo>
                  <a:pt x="39410" y="61218"/>
                </a:lnTo>
                <a:lnTo>
                  <a:pt x="78819" y="67880"/>
                </a:lnTo>
                <a:lnTo>
                  <a:pt x="118229" y="72647"/>
                </a:lnTo>
                <a:lnTo>
                  <a:pt x="157639" y="75518"/>
                </a:lnTo>
                <a:lnTo>
                  <a:pt x="197049" y="76495"/>
                </a:lnTo>
                <a:lnTo>
                  <a:pt x="236458" y="75576"/>
                </a:lnTo>
                <a:lnTo>
                  <a:pt x="275868" y="72762"/>
                </a:lnTo>
                <a:lnTo>
                  <a:pt x="315278" y="68053"/>
                </a:lnTo>
                <a:lnTo>
                  <a:pt x="354687" y="61448"/>
                </a:lnTo>
                <a:lnTo>
                  <a:pt x="394097" y="52949"/>
                </a:lnTo>
                <a:lnTo>
                  <a:pt x="433507" y="42555"/>
                </a:lnTo>
                <a:lnTo>
                  <a:pt x="472917" y="30265"/>
                </a:lnTo>
                <a:lnTo>
                  <a:pt x="512326" y="16080"/>
                </a:lnTo>
                <a:lnTo>
                  <a:pt x="551736" y="0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61" name="knowledge-cross-edge">
            <a:extLst>
              <a:ext uri="{FF2B5EF4-FFF2-40B4-BE49-F238E27FC236}">
                <a16:creationId xmlns:a16="http://schemas.microsoft.com/office/drawing/2014/main" id="{3B181928-706B-4EFB-AFE4-C09D3D3EE626}"/>
              </a:ext>
            </a:extLst>
          </p:cNvPr>
          <p:cNvSpPr>
            <a:spLocks noGrp="1"/>
          </p:cNvSpPr>
          <p:nvPr/>
        </p:nvSpPr>
        <p:spPr>
          <a:xfrm>
            <a:off x="3679232" y="7119308"/>
            <a:ext cx="428026" cy="109843"/>
          </a:xfrm>
          <a:custGeom>
            <a:avLst/>
            <a:gdLst/>
            <a:ahLst/>
            <a:cxnLst/>
            <a:rect l="0" t="0" r="0" b="0"/>
            <a:pathLst>
              <a:path w="428026" h="109843">
                <a:moveTo>
                  <a:pt x="0" y="0"/>
                </a:moveTo>
                <a:lnTo>
                  <a:pt x="50221" y="2922"/>
                </a:lnTo>
                <a:lnTo>
                  <a:pt x="97796" y="6977"/>
                </a:lnTo>
                <a:lnTo>
                  <a:pt x="142725" y="12165"/>
                </a:lnTo>
                <a:lnTo>
                  <a:pt x="185009" y="18486"/>
                </a:lnTo>
                <a:lnTo>
                  <a:pt x="224646" y="25940"/>
                </a:lnTo>
                <a:lnTo>
                  <a:pt x="261638" y="34527"/>
                </a:lnTo>
                <a:lnTo>
                  <a:pt x="295984" y="44247"/>
                </a:lnTo>
                <a:lnTo>
                  <a:pt x="327684" y="55100"/>
                </a:lnTo>
                <a:lnTo>
                  <a:pt x="356739" y="67086"/>
                </a:lnTo>
                <a:lnTo>
                  <a:pt x="383147" y="80205"/>
                </a:lnTo>
                <a:lnTo>
                  <a:pt x="406910" y="94458"/>
                </a:lnTo>
                <a:lnTo>
                  <a:pt x="428026" y="109843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62" name="knowledge-edge">
            <a:extLst>
              <a:ext uri="{FF2B5EF4-FFF2-40B4-BE49-F238E27FC236}">
                <a16:creationId xmlns:a16="http://schemas.microsoft.com/office/drawing/2014/main" id="{992F7460-BD48-49F2-A029-F002419F63DF}"/>
              </a:ext>
            </a:extLst>
          </p:cNvPr>
          <p:cNvSpPr>
            <a:spLocks noGrp="1"/>
          </p:cNvSpPr>
          <p:nvPr/>
        </p:nvSpPr>
        <p:spPr>
          <a:xfrm>
            <a:off x="3695811" y="7203202"/>
            <a:ext cx="411447" cy="25950"/>
          </a:xfrm>
          <a:custGeom>
            <a:avLst/>
            <a:gdLst/>
            <a:ahLst/>
            <a:cxnLst/>
            <a:rect l="0" t="0" r="0" b="0"/>
            <a:pathLst>
              <a:path w="411447" h="25950">
                <a:moveTo>
                  <a:pt x="0" y="13528"/>
                </a:moveTo>
                <a:lnTo>
                  <a:pt x="29389" y="9309"/>
                </a:lnTo>
                <a:lnTo>
                  <a:pt x="58778" y="5876"/>
                </a:lnTo>
                <a:lnTo>
                  <a:pt x="88167" y="3229"/>
                </a:lnTo>
                <a:lnTo>
                  <a:pt x="117556" y="1367"/>
                </a:lnTo>
                <a:lnTo>
                  <a:pt x="146945" y="291"/>
                </a:lnTo>
                <a:lnTo>
                  <a:pt x="176335" y="0"/>
                </a:lnTo>
                <a:lnTo>
                  <a:pt x="205724" y="495"/>
                </a:lnTo>
                <a:lnTo>
                  <a:pt x="235113" y="1775"/>
                </a:lnTo>
                <a:lnTo>
                  <a:pt x="264502" y="3840"/>
                </a:lnTo>
                <a:lnTo>
                  <a:pt x="293891" y="6691"/>
                </a:lnTo>
                <a:lnTo>
                  <a:pt x="323280" y="10327"/>
                </a:lnTo>
                <a:lnTo>
                  <a:pt x="352669" y="14749"/>
                </a:lnTo>
                <a:lnTo>
                  <a:pt x="382058" y="19957"/>
                </a:lnTo>
                <a:lnTo>
                  <a:pt x="411447" y="25950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63" name="knowledge-edge">
            <a:extLst>
              <a:ext uri="{FF2B5EF4-FFF2-40B4-BE49-F238E27FC236}">
                <a16:creationId xmlns:a16="http://schemas.microsoft.com/office/drawing/2014/main" id="{00542837-2C4B-4408-91B4-07674254803C}"/>
              </a:ext>
            </a:extLst>
          </p:cNvPr>
          <p:cNvSpPr>
            <a:spLocks noGrp="1"/>
          </p:cNvSpPr>
          <p:nvPr/>
        </p:nvSpPr>
        <p:spPr>
          <a:xfrm>
            <a:off x="4242800" y="5889321"/>
            <a:ext cx="222948" cy="55238"/>
          </a:xfrm>
          <a:custGeom>
            <a:avLst/>
            <a:gdLst/>
            <a:ahLst/>
            <a:cxnLst/>
            <a:rect l="0" t="0" r="0" b="0"/>
            <a:pathLst>
              <a:path w="222948" h="55238">
                <a:moveTo>
                  <a:pt x="0" y="5177"/>
                </a:moveTo>
                <a:lnTo>
                  <a:pt x="15925" y="18775"/>
                </a:lnTo>
                <a:lnTo>
                  <a:pt x="31850" y="30225"/>
                </a:lnTo>
                <a:lnTo>
                  <a:pt x="47775" y="39525"/>
                </a:lnTo>
                <a:lnTo>
                  <a:pt x="63699" y="46677"/>
                </a:lnTo>
                <a:lnTo>
                  <a:pt x="79624" y="51679"/>
                </a:lnTo>
                <a:lnTo>
                  <a:pt x="95549" y="54533"/>
                </a:lnTo>
                <a:lnTo>
                  <a:pt x="111474" y="55238"/>
                </a:lnTo>
                <a:lnTo>
                  <a:pt x="127399" y="53793"/>
                </a:lnTo>
                <a:lnTo>
                  <a:pt x="143324" y="50200"/>
                </a:lnTo>
                <a:lnTo>
                  <a:pt x="159248" y="44458"/>
                </a:lnTo>
                <a:lnTo>
                  <a:pt x="175173" y="36567"/>
                </a:lnTo>
                <a:lnTo>
                  <a:pt x="191098" y="26527"/>
                </a:lnTo>
                <a:lnTo>
                  <a:pt x="207023" y="14338"/>
                </a:lnTo>
                <a:lnTo>
                  <a:pt x="222948" y="0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64" name="knowledge-cross-edge">
            <a:extLst>
              <a:ext uri="{FF2B5EF4-FFF2-40B4-BE49-F238E27FC236}">
                <a16:creationId xmlns:a16="http://schemas.microsoft.com/office/drawing/2014/main" id="{8DC84A21-07D2-4BF5-9916-AB644A975E31}"/>
              </a:ext>
            </a:extLst>
          </p:cNvPr>
          <p:cNvSpPr>
            <a:spLocks noGrp="1"/>
          </p:cNvSpPr>
          <p:nvPr/>
        </p:nvSpPr>
        <p:spPr>
          <a:xfrm>
            <a:off x="4242800" y="5894497"/>
            <a:ext cx="163939" cy="207468"/>
          </a:xfrm>
          <a:custGeom>
            <a:avLst/>
            <a:gdLst/>
            <a:ahLst/>
            <a:cxnLst/>
            <a:rect l="0" t="0" r="0" b="0"/>
            <a:pathLst>
              <a:path w="163939" h="207468">
                <a:moveTo>
                  <a:pt x="0" y="0"/>
                </a:moveTo>
                <a:lnTo>
                  <a:pt x="28133" y="8994"/>
                </a:lnTo>
                <a:lnTo>
                  <a:pt x="53620" y="19496"/>
                </a:lnTo>
                <a:lnTo>
                  <a:pt x="76461" y="31507"/>
                </a:lnTo>
                <a:lnTo>
                  <a:pt x="96656" y="45025"/>
                </a:lnTo>
                <a:lnTo>
                  <a:pt x="114205" y="60052"/>
                </a:lnTo>
                <a:lnTo>
                  <a:pt x="129109" y="76587"/>
                </a:lnTo>
                <a:lnTo>
                  <a:pt x="141367" y="94630"/>
                </a:lnTo>
                <a:lnTo>
                  <a:pt x="150979" y="114181"/>
                </a:lnTo>
                <a:lnTo>
                  <a:pt x="157945" y="135241"/>
                </a:lnTo>
                <a:lnTo>
                  <a:pt x="162265" y="157808"/>
                </a:lnTo>
                <a:lnTo>
                  <a:pt x="163939" y="181884"/>
                </a:lnTo>
                <a:lnTo>
                  <a:pt x="162968" y="207468"/>
                </a:lnTo>
              </a:path>
            </a:pathLst>
          </a:custGeom>
          <a:noFill/>
          <a:ln w="5334">
            <a:solidFill>
              <a:srgbClr val="8F3E71">
                <a:alpha val="13000"/>
              </a:srgbClr>
            </a:solidFill>
            <a:prstDash val="solid"/>
          </a:ln>
        </p:spPr>
      </p:sp>
      <p:sp>
        <p:nvSpPr>
          <p:cNvPr id="165" name="knowledge-long-edge">
            <a:extLst>
              <a:ext uri="{FF2B5EF4-FFF2-40B4-BE49-F238E27FC236}">
                <a16:creationId xmlns:a16="http://schemas.microsoft.com/office/drawing/2014/main" id="{64D3FB1D-E520-4E66-8C38-7864D9F61E98}"/>
              </a:ext>
            </a:extLst>
          </p:cNvPr>
          <p:cNvSpPr>
            <a:spLocks noGrp="1"/>
          </p:cNvSpPr>
          <p:nvPr/>
        </p:nvSpPr>
        <p:spPr>
          <a:xfrm>
            <a:off x="4242800" y="5579457"/>
            <a:ext cx="614292" cy="315041"/>
          </a:xfrm>
          <a:custGeom>
            <a:avLst/>
            <a:gdLst/>
            <a:ahLst/>
            <a:cxnLst/>
            <a:rect l="0" t="0" r="0" b="0"/>
            <a:pathLst>
              <a:path w="614292" h="315041">
                <a:moveTo>
                  <a:pt x="0" y="315041"/>
                </a:moveTo>
                <a:lnTo>
                  <a:pt x="38393" y="243392"/>
                </a:lnTo>
                <a:lnTo>
                  <a:pt x="76786" y="180962"/>
                </a:lnTo>
                <a:lnTo>
                  <a:pt x="115180" y="127753"/>
                </a:lnTo>
                <a:lnTo>
                  <a:pt x="153573" y="83763"/>
                </a:lnTo>
                <a:lnTo>
                  <a:pt x="191966" y="48993"/>
                </a:lnTo>
                <a:lnTo>
                  <a:pt x="230359" y="23442"/>
                </a:lnTo>
                <a:lnTo>
                  <a:pt x="268753" y="7111"/>
                </a:lnTo>
                <a:lnTo>
                  <a:pt x="307146" y="0"/>
                </a:lnTo>
                <a:lnTo>
                  <a:pt x="345539" y="2108"/>
                </a:lnTo>
                <a:lnTo>
                  <a:pt x="383932" y="13437"/>
                </a:lnTo>
                <a:lnTo>
                  <a:pt x="422326" y="33984"/>
                </a:lnTo>
                <a:lnTo>
                  <a:pt x="460719" y="63752"/>
                </a:lnTo>
                <a:lnTo>
                  <a:pt x="499112" y="102739"/>
                </a:lnTo>
                <a:lnTo>
                  <a:pt x="537505" y="150946"/>
                </a:lnTo>
                <a:lnTo>
                  <a:pt x="575899" y="208372"/>
                </a:lnTo>
                <a:lnTo>
                  <a:pt x="614292" y="275019"/>
                </a:lnTo>
              </a:path>
            </a:pathLst>
          </a:custGeom>
          <a:noFill/>
          <a:ln w="4286">
            <a:solidFill>
              <a:srgbClr val="8F3E71">
                <a:alpha val="9000"/>
              </a:srgbClr>
            </a:solidFill>
            <a:prstDash val="solid"/>
          </a:ln>
        </p:spPr>
      </p:sp>
      <p:sp>
        <p:nvSpPr>
          <p:cNvPr id="166" name="knowledge-edge">
            <a:extLst>
              <a:ext uri="{FF2B5EF4-FFF2-40B4-BE49-F238E27FC236}">
                <a16:creationId xmlns:a16="http://schemas.microsoft.com/office/drawing/2014/main" id="{C9322E4E-4920-4562-9A5F-207359745415}"/>
              </a:ext>
            </a:extLst>
          </p:cNvPr>
          <p:cNvSpPr>
            <a:spLocks noGrp="1"/>
          </p:cNvSpPr>
          <p:nvPr/>
        </p:nvSpPr>
        <p:spPr>
          <a:xfrm>
            <a:off x="4128512" y="6058771"/>
            <a:ext cx="277256" cy="81717"/>
          </a:xfrm>
          <a:custGeom>
            <a:avLst/>
            <a:gdLst/>
            <a:ahLst/>
            <a:cxnLst/>
            <a:rect l="0" t="0" r="0" b="0"/>
            <a:pathLst>
              <a:path w="277256" h="81717">
                <a:moveTo>
                  <a:pt x="0" y="0"/>
                </a:moveTo>
                <a:lnTo>
                  <a:pt x="19804" y="18532"/>
                </a:lnTo>
                <a:lnTo>
                  <a:pt x="39608" y="34688"/>
                </a:lnTo>
                <a:lnTo>
                  <a:pt x="59412" y="48467"/>
                </a:lnTo>
                <a:lnTo>
                  <a:pt x="79216" y="59870"/>
                </a:lnTo>
                <a:lnTo>
                  <a:pt x="99020" y="68896"/>
                </a:lnTo>
                <a:lnTo>
                  <a:pt x="118824" y="75546"/>
                </a:lnTo>
                <a:lnTo>
                  <a:pt x="138628" y="79820"/>
                </a:lnTo>
                <a:lnTo>
                  <a:pt x="158432" y="81717"/>
                </a:lnTo>
                <a:lnTo>
                  <a:pt x="178236" y="81238"/>
                </a:lnTo>
                <a:lnTo>
                  <a:pt x="198040" y="78382"/>
                </a:lnTo>
                <a:lnTo>
                  <a:pt x="217844" y="73150"/>
                </a:lnTo>
                <a:lnTo>
                  <a:pt x="237648" y="65541"/>
                </a:lnTo>
                <a:lnTo>
                  <a:pt x="257452" y="55557"/>
                </a:lnTo>
                <a:lnTo>
                  <a:pt x="277256" y="43195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67" name="knowledge-cross-edge">
            <a:extLst>
              <a:ext uri="{FF2B5EF4-FFF2-40B4-BE49-F238E27FC236}">
                <a16:creationId xmlns:a16="http://schemas.microsoft.com/office/drawing/2014/main" id="{D95D5C39-7D98-4AA3-BCBA-94D3EEB0B949}"/>
              </a:ext>
            </a:extLst>
          </p:cNvPr>
          <p:cNvSpPr>
            <a:spLocks noGrp="1"/>
          </p:cNvSpPr>
          <p:nvPr/>
        </p:nvSpPr>
        <p:spPr>
          <a:xfrm>
            <a:off x="4128512" y="6058771"/>
            <a:ext cx="428956" cy="442150"/>
          </a:xfrm>
          <a:custGeom>
            <a:avLst/>
            <a:gdLst/>
            <a:ahLst/>
            <a:cxnLst/>
            <a:rect l="0" t="0" r="0" b="0"/>
            <a:pathLst>
              <a:path w="428956" h="442150">
                <a:moveTo>
                  <a:pt x="0" y="0"/>
                </a:moveTo>
                <a:lnTo>
                  <a:pt x="50298" y="5852"/>
                </a:lnTo>
                <a:lnTo>
                  <a:pt x="97951" y="17339"/>
                </a:lnTo>
                <a:lnTo>
                  <a:pt x="142958" y="34461"/>
                </a:lnTo>
                <a:lnTo>
                  <a:pt x="185319" y="57219"/>
                </a:lnTo>
                <a:lnTo>
                  <a:pt x="225034" y="85612"/>
                </a:lnTo>
                <a:lnTo>
                  <a:pt x="262103" y="119640"/>
                </a:lnTo>
                <a:lnTo>
                  <a:pt x="296526" y="159304"/>
                </a:lnTo>
                <a:lnTo>
                  <a:pt x="328304" y="204602"/>
                </a:lnTo>
                <a:lnTo>
                  <a:pt x="357435" y="255536"/>
                </a:lnTo>
                <a:lnTo>
                  <a:pt x="383921" y="312106"/>
                </a:lnTo>
                <a:lnTo>
                  <a:pt x="407761" y="374310"/>
                </a:lnTo>
                <a:lnTo>
                  <a:pt x="428956" y="442150"/>
                </a:lnTo>
              </a:path>
            </a:pathLst>
          </a:custGeom>
          <a:noFill/>
          <a:ln w="5334">
            <a:solidFill>
              <a:srgbClr val="8F3E71">
                <a:alpha val="13000"/>
              </a:srgbClr>
            </a:solidFill>
            <a:prstDash val="solid"/>
          </a:ln>
        </p:spPr>
      </p:sp>
      <p:sp>
        <p:nvSpPr>
          <p:cNvPr id="168" name="knowledge-edge">
            <a:extLst>
              <a:ext uri="{FF2B5EF4-FFF2-40B4-BE49-F238E27FC236}">
                <a16:creationId xmlns:a16="http://schemas.microsoft.com/office/drawing/2014/main" id="{9230F34C-2B99-495A-9B0A-878405FB2507}"/>
              </a:ext>
            </a:extLst>
          </p:cNvPr>
          <p:cNvSpPr>
            <a:spLocks noGrp="1"/>
          </p:cNvSpPr>
          <p:nvPr/>
        </p:nvSpPr>
        <p:spPr>
          <a:xfrm>
            <a:off x="4193120" y="6415612"/>
            <a:ext cx="364348" cy="85309"/>
          </a:xfrm>
          <a:custGeom>
            <a:avLst/>
            <a:gdLst/>
            <a:ahLst/>
            <a:cxnLst/>
            <a:rect l="0" t="0" r="0" b="0"/>
            <a:pathLst>
              <a:path w="364348" h="85309">
                <a:moveTo>
                  <a:pt x="0" y="49353"/>
                </a:moveTo>
                <a:lnTo>
                  <a:pt x="26025" y="34382"/>
                </a:lnTo>
                <a:lnTo>
                  <a:pt x="52050" y="22108"/>
                </a:lnTo>
                <a:lnTo>
                  <a:pt x="78075" y="12534"/>
                </a:lnTo>
                <a:lnTo>
                  <a:pt x="104099" y="5657"/>
                </a:lnTo>
                <a:lnTo>
                  <a:pt x="130124" y="1479"/>
                </a:lnTo>
                <a:lnTo>
                  <a:pt x="156149" y="0"/>
                </a:lnTo>
                <a:lnTo>
                  <a:pt x="182174" y="1219"/>
                </a:lnTo>
                <a:lnTo>
                  <a:pt x="208199" y="5136"/>
                </a:lnTo>
                <a:lnTo>
                  <a:pt x="234224" y="11752"/>
                </a:lnTo>
                <a:lnTo>
                  <a:pt x="260248" y="21067"/>
                </a:lnTo>
                <a:lnTo>
                  <a:pt x="286273" y="33080"/>
                </a:lnTo>
                <a:lnTo>
                  <a:pt x="312298" y="47791"/>
                </a:lnTo>
                <a:lnTo>
                  <a:pt x="338323" y="65201"/>
                </a:lnTo>
                <a:lnTo>
                  <a:pt x="364348" y="85309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69" name="knowledge-edge">
            <a:extLst>
              <a:ext uri="{FF2B5EF4-FFF2-40B4-BE49-F238E27FC236}">
                <a16:creationId xmlns:a16="http://schemas.microsoft.com/office/drawing/2014/main" id="{166A6B32-84AC-4178-A4C6-4DC24BB841BD}"/>
              </a:ext>
            </a:extLst>
          </p:cNvPr>
          <p:cNvSpPr>
            <a:spLocks noGrp="1"/>
          </p:cNvSpPr>
          <p:nvPr/>
        </p:nvSpPr>
        <p:spPr>
          <a:xfrm>
            <a:off x="4201346" y="6629540"/>
            <a:ext cx="416411" cy="96070"/>
          </a:xfrm>
          <a:custGeom>
            <a:avLst/>
            <a:gdLst/>
            <a:ahLst/>
            <a:cxnLst/>
            <a:rect l="0" t="0" r="0" b="0"/>
            <a:pathLst>
              <a:path w="416411" h="96070">
                <a:moveTo>
                  <a:pt x="0" y="8240"/>
                </a:moveTo>
                <a:lnTo>
                  <a:pt x="29744" y="3853"/>
                </a:lnTo>
                <a:lnTo>
                  <a:pt x="59487" y="1107"/>
                </a:lnTo>
                <a:lnTo>
                  <a:pt x="89231" y="0"/>
                </a:lnTo>
                <a:lnTo>
                  <a:pt x="118974" y="533"/>
                </a:lnTo>
                <a:lnTo>
                  <a:pt x="148718" y="2707"/>
                </a:lnTo>
                <a:lnTo>
                  <a:pt x="178462" y="6520"/>
                </a:lnTo>
                <a:lnTo>
                  <a:pt x="208205" y="11974"/>
                </a:lnTo>
                <a:lnTo>
                  <a:pt x="237949" y="19068"/>
                </a:lnTo>
                <a:lnTo>
                  <a:pt x="267692" y="27801"/>
                </a:lnTo>
                <a:lnTo>
                  <a:pt x="297436" y="38175"/>
                </a:lnTo>
                <a:lnTo>
                  <a:pt x="327180" y="50189"/>
                </a:lnTo>
                <a:lnTo>
                  <a:pt x="356923" y="63843"/>
                </a:lnTo>
                <a:lnTo>
                  <a:pt x="386667" y="79136"/>
                </a:lnTo>
                <a:lnTo>
                  <a:pt x="416411" y="96070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70" name="knowledge-cross-edge">
            <a:extLst>
              <a:ext uri="{FF2B5EF4-FFF2-40B4-BE49-F238E27FC236}">
                <a16:creationId xmlns:a16="http://schemas.microsoft.com/office/drawing/2014/main" id="{F8F44305-64D6-4C9C-9DC2-ED2102A776E1}"/>
              </a:ext>
            </a:extLst>
          </p:cNvPr>
          <p:cNvSpPr>
            <a:spLocks noGrp="1"/>
          </p:cNvSpPr>
          <p:nvPr/>
        </p:nvSpPr>
        <p:spPr>
          <a:xfrm>
            <a:off x="4201346" y="6608084"/>
            <a:ext cx="266695" cy="277029"/>
          </a:xfrm>
          <a:custGeom>
            <a:avLst/>
            <a:gdLst/>
            <a:ahLst/>
            <a:cxnLst/>
            <a:rect l="0" t="0" r="0" b="0"/>
            <a:pathLst>
              <a:path w="266695" h="277029">
                <a:moveTo>
                  <a:pt x="0" y="29697"/>
                </a:moveTo>
                <a:lnTo>
                  <a:pt x="36777" y="13018"/>
                </a:lnTo>
                <a:lnTo>
                  <a:pt x="70907" y="3119"/>
                </a:lnTo>
                <a:lnTo>
                  <a:pt x="102392" y="0"/>
                </a:lnTo>
                <a:lnTo>
                  <a:pt x="131232" y="3661"/>
                </a:lnTo>
                <a:lnTo>
                  <a:pt x="157425" y="14102"/>
                </a:lnTo>
                <a:lnTo>
                  <a:pt x="180972" y="31323"/>
                </a:lnTo>
                <a:lnTo>
                  <a:pt x="201874" y="55324"/>
                </a:lnTo>
                <a:lnTo>
                  <a:pt x="220130" y="86105"/>
                </a:lnTo>
                <a:lnTo>
                  <a:pt x="235740" y="123666"/>
                </a:lnTo>
                <a:lnTo>
                  <a:pt x="248704" y="168007"/>
                </a:lnTo>
                <a:lnTo>
                  <a:pt x="259022" y="219128"/>
                </a:lnTo>
                <a:lnTo>
                  <a:pt x="266695" y="277029"/>
                </a:lnTo>
              </a:path>
            </a:pathLst>
          </a:custGeom>
          <a:noFill/>
          <a:ln w="5334">
            <a:solidFill>
              <a:srgbClr val="8F3E71">
                <a:alpha val="13000"/>
              </a:srgbClr>
            </a:solidFill>
            <a:prstDash val="solid"/>
          </a:ln>
        </p:spPr>
      </p:sp>
      <p:sp>
        <p:nvSpPr>
          <p:cNvPr id="171" name="knowledge-cross-edge">
            <a:extLst>
              <a:ext uri="{FF2B5EF4-FFF2-40B4-BE49-F238E27FC236}">
                <a16:creationId xmlns:a16="http://schemas.microsoft.com/office/drawing/2014/main" id="{86C0113B-AED3-4B6C-8CF8-0A420AB6DE04}"/>
              </a:ext>
            </a:extLst>
          </p:cNvPr>
          <p:cNvSpPr>
            <a:spLocks noGrp="1"/>
          </p:cNvSpPr>
          <p:nvPr/>
        </p:nvSpPr>
        <p:spPr>
          <a:xfrm>
            <a:off x="4201346" y="6470867"/>
            <a:ext cx="356121" cy="166913"/>
          </a:xfrm>
          <a:custGeom>
            <a:avLst/>
            <a:gdLst/>
            <a:ahLst/>
            <a:cxnLst/>
            <a:rect l="0" t="0" r="0" b="0"/>
            <a:pathLst>
              <a:path w="356121" h="166913">
                <a:moveTo>
                  <a:pt x="0" y="166913"/>
                </a:moveTo>
                <a:lnTo>
                  <a:pt x="15125" y="129496"/>
                </a:lnTo>
                <a:lnTo>
                  <a:pt x="32895" y="96807"/>
                </a:lnTo>
                <a:lnTo>
                  <a:pt x="53312" y="68849"/>
                </a:lnTo>
                <a:lnTo>
                  <a:pt x="76374" y="45620"/>
                </a:lnTo>
                <a:lnTo>
                  <a:pt x="102082" y="27120"/>
                </a:lnTo>
                <a:lnTo>
                  <a:pt x="130436" y="13351"/>
                </a:lnTo>
                <a:lnTo>
                  <a:pt x="161435" y="4310"/>
                </a:lnTo>
                <a:lnTo>
                  <a:pt x="195081" y="0"/>
                </a:lnTo>
                <a:lnTo>
                  <a:pt x="231372" y="419"/>
                </a:lnTo>
                <a:lnTo>
                  <a:pt x="270309" y="5568"/>
                </a:lnTo>
                <a:lnTo>
                  <a:pt x="311892" y="15446"/>
                </a:lnTo>
                <a:lnTo>
                  <a:pt x="356121" y="30054"/>
                </a:lnTo>
              </a:path>
            </a:pathLst>
          </a:custGeom>
          <a:noFill/>
          <a:ln w="4953">
            <a:solidFill>
              <a:srgbClr val="8F3E71">
                <a:alpha val="12000"/>
              </a:srgbClr>
            </a:solidFill>
            <a:prstDash val="solid"/>
          </a:ln>
        </p:spPr>
      </p:sp>
      <p:sp>
        <p:nvSpPr>
          <p:cNvPr id="172" name="knowledge-edge">
            <a:extLst>
              <a:ext uri="{FF2B5EF4-FFF2-40B4-BE49-F238E27FC236}">
                <a16:creationId xmlns:a16="http://schemas.microsoft.com/office/drawing/2014/main" id="{095F06C0-8328-4397-9736-F214ECA90D91}"/>
              </a:ext>
            </a:extLst>
          </p:cNvPr>
          <p:cNvSpPr>
            <a:spLocks noGrp="1"/>
          </p:cNvSpPr>
          <p:nvPr/>
        </p:nvSpPr>
        <p:spPr>
          <a:xfrm>
            <a:off x="4259917" y="6861320"/>
            <a:ext cx="208124" cy="23792"/>
          </a:xfrm>
          <a:custGeom>
            <a:avLst/>
            <a:gdLst/>
            <a:ahLst/>
            <a:cxnLst/>
            <a:rect l="0" t="0" r="0" b="0"/>
            <a:pathLst>
              <a:path w="208124" h="23792">
                <a:moveTo>
                  <a:pt x="0" y="0"/>
                </a:moveTo>
                <a:lnTo>
                  <a:pt x="14866" y="2514"/>
                </a:lnTo>
                <a:lnTo>
                  <a:pt x="29732" y="4903"/>
                </a:lnTo>
                <a:lnTo>
                  <a:pt x="44598" y="7167"/>
                </a:lnTo>
                <a:lnTo>
                  <a:pt x="59464" y="9305"/>
                </a:lnTo>
                <a:lnTo>
                  <a:pt x="74330" y="11318"/>
                </a:lnTo>
                <a:lnTo>
                  <a:pt x="89196" y="13206"/>
                </a:lnTo>
                <a:lnTo>
                  <a:pt x="104062" y="14968"/>
                </a:lnTo>
                <a:lnTo>
                  <a:pt x="118928" y="16605"/>
                </a:lnTo>
                <a:lnTo>
                  <a:pt x="133794" y="18116"/>
                </a:lnTo>
                <a:lnTo>
                  <a:pt x="148660" y="19502"/>
                </a:lnTo>
                <a:lnTo>
                  <a:pt x="163526" y="20763"/>
                </a:lnTo>
                <a:lnTo>
                  <a:pt x="178392" y="21898"/>
                </a:lnTo>
                <a:lnTo>
                  <a:pt x="193258" y="22908"/>
                </a:lnTo>
                <a:lnTo>
                  <a:pt x="208124" y="23792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73" name="knowledge-edge">
            <a:extLst>
              <a:ext uri="{FF2B5EF4-FFF2-40B4-BE49-F238E27FC236}">
                <a16:creationId xmlns:a16="http://schemas.microsoft.com/office/drawing/2014/main" id="{A2D1C410-F640-4954-951F-0DA0AC7D3CF5}"/>
              </a:ext>
            </a:extLst>
          </p:cNvPr>
          <p:cNvSpPr>
            <a:spLocks noGrp="1"/>
          </p:cNvSpPr>
          <p:nvPr/>
        </p:nvSpPr>
        <p:spPr>
          <a:xfrm>
            <a:off x="4230968" y="7052352"/>
            <a:ext cx="309051" cy="41524"/>
          </a:xfrm>
          <a:custGeom>
            <a:avLst/>
            <a:gdLst/>
            <a:ahLst/>
            <a:cxnLst/>
            <a:rect l="0" t="0" r="0" b="0"/>
            <a:pathLst>
              <a:path w="309051" h="41524">
                <a:moveTo>
                  <a:pt x="0" y="14295"/>
                </a:moveTo>
                <a:lnTo>
                  <a:pt x="22075" y="9301"/>
                </a:lnTo>
                <a:lnTo>
                  <a:pt x="44150" y="5374"/>
                </a:lnTo>
                <a:lnTo>
                  <a:pt x="66225" y="2515"/>
                </a:lnTo>
                <a:lnTo>
                  <a:pt x="88300" y="724"/>
                </a:lnTo>
                <a:lnTo>
                  <a:pt x="110376" y="0"/>
                </a:lnTo>
                <a:lnTo>
                  <a:pt x="132451" y="344"/>
                </a:lnTo>
                <a:lnTo>
                  <a:pt x="154526" y="1755"/>
                </a:lnTo>
                <a:lnTo>
                  <a:pt x="176601" y="4233"/>
                </a:lnTo>
                <a:lnTo>
                  <a:pt x="198676" y="7780"/>
                </a:lnTo>
                <a:lnTo>
                  <a:pt x="220751" y="12393"/>
                </a:lnTo>
                <a:lnTo>
                  <a:pt x="242826" y="18075"/>
                </a:lnTo>
                <a:lnTo>
                  <a:pt x="264901" y="24824"/>
                </a:lnTo>
                <a:lnTo>
                  <a:pt x="286976" y="32640"/>
                </a:lnTo>
                <a:lnTo>
                  <a:pt x="309051" y="41524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74" name="knowledge-cross-edge">
            <a:extLst>
              <a:ext uri="{FF2B5EF4-FFF2-40B4-BE49-F238E27FC236}">
                <a16:creationId xmlns:a16="http://schemas.microsoft.com/office/drawing/2014/main" id="{10B61DAC-54BB-49CF-88FA-D5210900E353}"/>
              </a:ext>
            </a:extLst>
          </p:cNvPr>
          <p:cNvSpPr>
            <a:spLocks noGrp="1"/>
          </p:cNvSpPr>
          <p:nvPr/>
        </p:nvSpPr>
        <p:spPr>
          <a:xfrm>
            <a:off x="4230968" y="7025078"/>
            <a:ext cx="251702" cy="139248"/>
          </a:xfrm>
          <a:custGeom>
            <a:avLst/>
            <a:gdLst/>
            <a:ahLst/>
            <a:cxnLst/>
            <a:rect l="0" t="0" r="0" b="0"/>
            <a:pathLst>
              <a:path w="251702" h="139248">
                <a:moveTo>
                  <a:pt x="0" y="41568"/>
                </a:moveTo>
                <a:lnTo>
                  <a:pt x="35527" y="24227"/>
                </a:lnTo>
                <a:lnTo>
                  <a:pt x="68409" y="11518"/>
                </a:lnTo>
                <a:lnTo>
                  <a:pt x="98644" y="3443"/>
                </a:lnTo>
                <a:lnTo>
                  <a:pt x="126234" y="0"/>
                </a:lnTo>
                <a:lnTo>
                  <a:pt x="151178" y="1190"/>
                </a:lnTo>
                <a:lnTo>
                  <a:pt x="173476" y="7014"/>
                </a:lnTo>
                <a:lnTo>
                  <a:pt x="193128" y="17470"/>
                </a:lnTo>
                <a:lnTo>
                  <a:pt x="210135" y="32560"/>
                </a:lnTo>
                <a:lnTo>
                  <a:pt x="224495" y="52283"/>
                </a:lnTo>
                <a:lnTo>
                  <a:pt x="236210" y="76638"/>
                </a:lnTo>
                <a:lnTo>
                  <a:pt x="245279" y="105627"/>
                </a:lnTo>
                <a:lnTo>
                  <a:pt x="251702" y="139248"/>
                </a:lnTo>
              </a:path>
            </a:pathLst>
          </a:custGeom>
          <a:noFill/>
          <a:ln w="5334">
            <a:solidFill>
              <a:srgbClr val="8F3E71">
                <a:alpha val="13000"/>
              </a:srgbClr>
            </a:solidFill>
            <a:prstDash val="solid"/>
          </a:ln>
        </p:spPr>
      </p:sp>
      <p:sp>
        <p:nvSpPr>
          <p:cNvPr id="175" name="knowledge-long-edge">
            <a:extLst>
              <a:ext uri="{FF2B5EF4-FFF2-40B4-BE49-F238E27FC236}">
                <a16:creationId xmlns:a16="http://schemas.microsoft.com/office/drawing/2014/main" id="{1AF7E3C0-29F5-4D37-A6FC-B08888A13BD4}"/>
              </a:ext>
            </a:extLst>
          </p:cNvPr>
          <p:cNvSpPr>
            <a:spLocks noGrp="1"/>
          </p:cNvSpPr>
          <p:nvPr/>
        </p:nvSpPr>
        <p:spPr>
          <a:xfrm>
            <a:off x="4230968" y="6568551"/>
            <a:ext cx="739425" cy="498096"/>
          </a:xfrm>
          <a:custGeom>
            <a:avLst/>
            <a:gdLst/>
            <a:ahLst/>
            <a:cxnLst/>
            <a:rect l="0" t="0" r="0" b="0"/>
            <a:pathLst>
              <a:path w="739425" h="498096">
                <a:moveTo>
                  <a:pt x="0" y="498096"/>
                </a:moveTo>
                <a:lnTo>
                  <a:pt x="46214" y="399407"/>
                </a:lnTo>
                <a:lnTo>
                  <a:pt x="92428" y="311581"/>
                </a:lnTo>
                <a:lnTo>
                  <a:pt x="138642" y="234616"/>
                </a:lnTo>
                <a:lnTo>
                  <a:pt x="184856" y="168514"/>
                </a:lnTo>
                <a:lnTo>
                  <a:pt x="231070" y="113273"/>
                </a:lnTo>
                <a:lnTo>
                  <a:pt x="277284" y="68894"/>
                </a:lnTo>
                <a:lnTo>
                  <a:pt x="323498" y="35378"/>
                </a:lnTo>
                <a:lnTo>
                  <a:pt x="369713" y="12723"/>
                </a:lnTo>
                <a:lnTo>
                  <a:pt x="415927" y="931"/>
                </a:lnTo>
                <a:lnTo>
                  <a:pt x="462141" y="0"/>
                </a:lnTo>
                <a:lnTo>
                  <a:pt x="508355" y="9931"/>
                </a:lnTo>
                <a:lnTo>
                  <a:pt x="554569" y="30725"/>
                </a:lnTo>
                <a:lnTo>
                  <a:pt x="600783" y="62380"/>
                </a:lnTo>
                <a:lnTo>
                  <a:pt x="646997" y="104898"/>
                </a:lnTo>
                <a:lnTo>
                  <a:pt x="693211" y="158277"/>
                </a:lnTo>
                <a:lnTo>
                  <a:pt x="739425" y="222519"/>
                </a:lnTo>
              </a:path>
            </a:pathLst>
          </a:custGeom>
          <a:noFill/>
          <a:ln w="4286">
            <a:solidFill>
              <a:srgbClr val="8F3E71">
                <a:alpha val="9000"/>
              </a:srgbClr>
            </a:solidFill>
            <a:prstDash val="solid"/>
          </a:ln>
        </p:spPr>
      </p:sp>
      <p:sp>
        <p:nvSpPr>
          <p:cNvPr id="176" name="knowledge-edge">
            <a:extLst>
              <a:ext uri="{FF2B5EF4-FFF2-40B4-BE49-F238E27FC236}">
                <a16:creationId xmlns:a16="http://schemas.microsoft.com/office/drawing/2014/main" id="{F5B20130-5620-4F66-ACA3-C3D361CA6BF1}"/>
              </a:ext>
            </a:extLst>
          </p:cNvPr>
          <p:cNvSpPr>
            <a:spLocks noGrp="1"/>
          </p:cNvSpPr>
          <p:nvPr/>
        </p:nvSpPr>
        <p:spPr>
          <a:xfrm>
            <a:off x="4107259" y="7164327"/>
            <a:ext cx="375412" cy="66642"/>
          </a:xfrm>
          <a:custGeom>
            <a:avLst/>
            <a:gdLst/>
            <a:ahLst/>
            <a:cxnLst/>
            <a:rect l="0" t="0" r="0" b="0"/>
            <a:pathLst>
              <a:path w="375412" h="66642">
                <a:moveTo>
                  <a:pt x="0" y="64824"/>
                </a:moveTo>
                <a:lnTo>
                  <a:pt x="26815" y="66195"/>
                </a:lnTo>
                <a:lnTo>
                  <a:pt x="53630" y="66642"/>
                </a:lnTo>
                <a:lnTo>
                  <a:pt x="80445" y="66166"/>
                </a:lnTo>
                <a:lnTo>
                  <a:pt x="107260" y="64767"/>
                </a:lnTo>
                <a:lnTo>
                  <a:pt x="134076" y="62445"/>
                </a:lnTo>
                <a:lnTo>
                  <a:pt x="160891" y="59199"/>
                </a:lnTo>
                <a:lnTo>
                  <a:pt x="187706" y="55030"/>
                </a:lnTo>
                <a:lnTo>
                  <a:pt x="214521" y="49939"/>
                </a:lnTo>
                <a:lnTo>
                  <a:pt x="241336" y="43923"/>
                </a:lnTo>
                <a:lnTo>
                  <a:pt x="268151" y="36985"/>
                </a:lnTo>
                <a:lnTo>
                  <a:pt x="294966" y="29124"/>
                </a:lnTo>
                <a:lnTo>
                  <a:pt x="321781" y="20339"/>
                </a:lnTo>
                <a:lnTo>
                  <a:pt x="348597" y="10631"/>
                </a:lnTo>
                <a:lnTo>
                  <a:pt x="375412" y="0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77" name="knowledge-edge">
            <a:extLst>
              <a:ext uri="{FF2B5EF4-FFF2-40B4-BE49-F238E27FC236}">
                <a16:creationId xmlns:a16="http://schemas.microsoft.com/office/drawing/2014/main" id="{F5F31D00-5530-4404-BDCD-57CFE14BE046}"/>
              </a:ext>
            </a:extLst>
          </p:cNvPr>
          <p:cNvSpPr>
            <a:spLocks noGrp="1"/>
          </p:cNvSpPr>
          <p:nvPr/>
        </p:nvSpPr>
        <p:spPr>
          <a:xfrm>
            <a:off x="4465748" y="5854475"/>
            <a:ext cx="391344" cy="88488"/>
          </a:xfrm>
          <a:custGeom>
            <a:avLst/>
            <a:gdLst/>
            <a:ahLst/>
            <a:cxnLst/>
            <a:rect l="0" t="0" r="0" b="0"/>
            <a:pathLst>
              <a:path w="391344" h="88488">
                <a:moveTo>
                  <a:pt x="0" y="34845"/>
                </a:moveTo>
                <a:lnTo>
                  <a:pt x="27953" y="50929"/>
                </a:lnTo>
                <a:lnTo>
                  <a:pt x="55906" y="64156"/>
                </a:lnTo>
                <a:lnTo>
                  <a:pt x="83859" y="74525"/>
                </a:lnTo>
                <a:lnTo>
                  <a:pt x="111813" y="82036"/>
                </a:lnTo>
                <a:lnTo>
                  <a:pt x="139766" y="86691"/>
                </a:lnTo>
                <a:lnTo>
                  <a:pt x="167719" y="88488"/>
                </a:lnTo>
                <a:lnTo>
                  <a:pt x="195672" y="87428"/>
                </a:lnTo>
                <a:lnTo>
                  <a:pt x="223625" y="83510"/>
                </a:lnTo>
                <a:lnTo>
                  <a:pt x="251578" y="76735"/>
                </a:lnTo>
                <a:lnTo>
                  <a:pt x="279532" y="67103"/>
                </a:lnTo>
                <a:lnTo>
                  <a:pt x="307485" y="54613"/>
                </a:lnTo>
                <a:lnTo>
                  <a:pt x="335438" y="39266"/>
                </a:lnTo>
                <a:lnTo>
                  <a:pt x="363391" y="21062"/>
                </a:lnTo>
                <a:lnTo>
                  <a:pt x="391344" y="0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78" name="knowledge-edge">
            <a:extLst>
              <a:ext uri="{FF2B5EF4-FFF2-40B4-BE49-F238E27FC236}">
                <a16:creationId xmlns:a16="http://schemas.microsoft.com/office/drawing/2014/main" id="{9AF01645-710E-47CF-B03E-0C87446C78C4}"/>
              </a:ext>
            </a:extLst>
          </p:cNvPr>
          <p:cNvSpPr>
            <a:spLocks noGrp="1"/>
          </p:cNvSpPr>
          <p:nvPr/>
        </p:nvSpPr>
        <p:spPr>
          <a:xfrm>
            <a:off x="4405768" y="6100552"/>
            <a:ext cx="404092" cy="168356"/>
          </a:xfrm>
          <a:custGeom>
            <a:avLst/>
            <a:gdLst/>
            <a:ahLst/>
            <a:cxnLst/>
            <a:rect l="0" t="0" r="0" b="0"/>
            <a:pathLst>
              <a:path w="404092" h="168356">
                <a:moveTo>
                  <a:pt x="0" y="1414"/>
                </a:moveTo>
                <a:lnTo>
                  <a:pt x="28864" y="0"/>
                </a:lnTo>
                <a:lnTo>
                  <a:pt x="57727" y="638"/>
                </a:lnTo>
                <a:lnTo>
                  <a:pt x="86591" y="3328"/>
                </a:lnTo>
                <a:lnTo>
                  <a:pt x="115455" y="8070"/>
                </a:lnTo>
                <a:lnTo>
                  <a:pt x="144318" y="14864"/>
                </a:lnTo>
                <a:lnTo>
                  <a:pt x="173182" y="23710"/>
                </a:lnTo>
                <a:lnTo>
                  <a:pt x="202046" y="34609"/>
                </a:lnTo>
                <a:lnTo>
                  <a:pt x="230910" y="47559"/>
                </a:lnTo>
                <a:lnTo>
                  <a:pt x="259773" y="62562"/>
                </a:lnTo>
                <a:lnTo>
                  <a:pt x="288637" y="79616"/>
                </a:lnTo>
                <a:lnTo>
                  <a:pt x="317501" y="98723"/>
                </a:lnTo>
                <a:lnTo>
                  <a:pt x="346364" y="119882"/>
                </a:lnTo>
                <a:lnTo>
                  <a:pt x="375228" y="143093"/>
                </a:lnTo>
                <a:lnTo>
                  <a:pt x="404092" y="168356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79" name="knowledge-long-edge">
            <a:extLst>
              <a:ext uri="{FF2B5EF4-FFF2-40B4-BE49-F238E27FC236}">
                <a16:creationId xmlns:a16="http://schemas.microsoft.com/office/drawing/2014/main" id="{817B0F6C-7AFB-4A4C-8044-7E97D2E1EDDE}"/>
              </a:ext>
            </a:extLst>
          </p:cNvPr>
          <p:cNvSpPr>
            <a:spLocks noGrp="1"/>
          </p:cNvSpPr>
          <p:nvPr/>
        </p:nvSpPr>
        <p:spPr>
          <a:xfrm>
            <a:off x="4405768" y="5673150"/>
            <a:ext cx="990161" cy="428815"/>
          </a:xfrm>
          <a:custGeom>
            <a:avLst/>
            <a:gdLst/>
            <a:ahLst/>
            <a:cxnLst/>
            <a:rect l="0" t="0" r="0" b="0"/>
            <a:pathLst>
              <a:path w="990161" h="428815">
                <a:moveTo>
                  <a:pt x="0" y="428815"/>
                </a:moveTo>
                <a:lnTo>
                  <a:pt x="61885" y="340065"/>
                </a:lnTo>
                <a:lnTo>
                  <a:pt x="123770" y="261591"/>
                </a:lnTo>
                <a:lnTo>
                  <a:pt x="185655" y="193392"/>
                </a:lnTo>
                <a:lnTo>
                  <a:pt x="247540" y="135470"/>
                </a:lnTo>
                <a:lnTo>
                  <a:pt x="309425" y="87824"/>
                </a:lnTo>
                <a:lnTo>
                  <a:pt x="371310" y="50454"/>
                </a:lnTo>
                <a:lnTo>
                  <a:pt x="433195" y="23360"/>
                </a:lnTo>
                <a:lnTo>
                  <a:pt x="495080" y="6542"/>
                </a:lnTo>
                <a:lnTo>
                  <a:pt x="556965" y="0"/>
                </a:lnTo>
                <a:lnTo>
                  <a:pt x="618850" y="3734"/>
                </a:lnTo>
                <a:lnTo>
                  <a:pt x="680735" y="17744"/>
                </a:lnTo>
                <a:lnTo>
                  <a:pt x="742620" y="42031"/>
                </a:lnTo>
                <a:lnTo>
                  <a:pt x="804505" y="76593"/>
                </a:lnTo>
                <a:lnTo>
                  <a:pt x="866391" y="121431"/>
                </a:lnTo>
                <a:lnTo>
                  <a:pt x="928276" y="176546"/>
                </a:lnTo>
                <a:lnTo>
                  <a:pt x="990161" y="241936"/>
                </a:lnTo>
              </a:path>
            </a:pathLst>
          </a:custGeom>
          <a:noFill/>
          <a:ln w="4286">
            <a:solidFill>
              <a:srgbClr val="A13F65">
                <a:alpha val="9000"/>
              </a:srgbClr>
            </a:solidFill>
            <a:prstDash val="solid"/>
          </a:ln>
        </p:spPr>
      </p:sp>
      <p:sp>
        <p:nvSpPr>
          <p:cNvPr id="180" name="knowledge-edge">
            <a:extLst>
              <a:ext uri="{FF2B5EF4-FFF2-40B4-BE49-F238E27FC236}">
                <a16:creationId xmlns:a16="http://schemas.microsoft.com/office/drawing/2014/main" id="{3A7B98B2-438E-43C1-AF71-6D814A976B5D}"/>
              </a:ext>
            </a:extLst>
          </p:cNvPr>
          <p:cNvSpPr>
            <a:spLocks noGrp="1"/>
          </p:cNvSpPr>
          <p:nvPr/>
        </p:nvSpPr>
        <p:spPr>
          <a:xfrm>
            <a:off x="4557468" y="6500921"/>
            <a:ext cx="258179" cy="93278"/>
          </a:xfrm>
          <a:custGeom>
            <a:avLst/>
            <a:gdLst/>
            <a:ahLst/>
            <a:cxnLst/>
            <a:rect l="0" t="0" r="0" b="0"/>
            <a:pathLst>
              <a:path w="258179" h="93278">
                <a:moveTo>
                  <a:pt x="0" y="0"/>
                </a:moveTo>
                <a:lnTo>
                  <a:pt x="18441" y="18146"/>
                </a:lnTo>
                <a:lnTo>
                  <a:pt x="36883" y="34332"/>
                </a:lnTo>
                <a:lnTo>
                  <a:pt x="55324" y="48559"/>
                </a:lnTo>
                <a:lnTo>
                  <a:pt x="73765" y="60826"/>
                </a:lnTo>
                <a:lnTo>
                  <a:pt x="92207" y="71134"/>
                </a:lnTo>
                <a:lnTo>
                  <a:pt x="110648" y="79482"/>
                </a:lnTo>
                <a:lnTo>
                  <a:pt x="129089" y="85870"/>
                </a:lnTo>
                <a:lnTo>
                  <a:pt x="147531" y="90299"/>
                </a:lnTo>
                <a:lnTo>
                  <a:pt x="165972" y="92768"/>
                </a:lnTo>
                <a:lnTo>
                  <a:pt x="184413" y="93278"/>
                </a:lnTo>
                <a:lnTo>
                  <a:pt x="202855" y="91828"/>
                </a:lnTo>
                <a:lnTo>
                  <a:pt x="221296" y="88418"/>
                </a:lnTo>
                <a:lnTo>
                  <a:pt x="239738" y="83049"/>
                </a:lnTo>
                <a:lnTo>
                  <a:pt x="258179" y="75720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81" name="knowledge-cross-edge">
            <a:extLst>
              <a:ext uri="{FF2B5EF4-FFF2-40B4-BE49-F238E27FC236}">
                <a16:creationId xmlns:a16="http://schemas.microsoft.com/office/drawing/2014/main" id="{BC5D00BD-B49B-4B57-82F8-CE9EC8A479FA}"/>
              </a:ext>
            </a:extLst>
          </p:cNvPr>
          <p:cNvSpPr>
            <a:spLocks noGrp="1"/>
          </p:cNvSpPr>
          <p:nvPr/>
        </p:nvSpPr>
        <p:spPr>
          <a:xfrm>
            <a:off x="4557468" y="6268907"/>
            <a:ext cx="252392" cy="232014"/>
          </a:xfrm>
          <a:custGeom>
            <a:avLst/>
            <a:gdLst/>
            <a:ahLst/>
            <a:cxnLst/>
            <a:rect l="0" t="0" r="0" b="0"/>
            <a:pathLst>
              <a:path w="252392" h="232014">
                <a:moveTo>
                  <a:pt x="0" y="232014"/>
                </a:moveTo>
                <a:lnTo>
                  <a:pt x="6481" y="206125"/>
                </a:lnTo>
                <a:lnTo>
                  <a:pt x="15607" y="181429"/>
                </a:lnTo>
                <a:lnTo>
                  <a:pt x="27379" y="157923"/>
                </a:lnTo>
                <a:lnTo>
                  <a:pt x="41797" y="135610"/>
                </a:lnTo>
                <a:lnTo>
                  <a:pt x="58861" y="114488"/>
                </a:lnTo>
                <a:lnTo>
                  <a:pt x="78571" y="94558"/>
                </a:lnTo>
                <a:lnTo>
                  <a:pt x="100927" y="75819"/>
                </a:lnTo>
                <a:lnTo>
                  <a:pt x="125928" y="58272"/>
                </a:lnTo>
                <a:lnTo>
                  <a:pt x="153575" y="41916"/>
                </a:lnTo>
                <a:lnTo>
                  <a:pt x="183869" y="26753"/>
                </a:lnTo>
                <a:lnTo>
                  <a:pt x="216807" y="12780"/>
                </a:lnTo>
                <a:lnTo>
                  <a:pt x="252392" y="0"/>
                </a:lnTo>
              </a:path>
            </a:pathLst>
          </a:custGeom>
          <a:noFill/>
          <a:ln w="4953">
            <a:solidFill>
              <a:srgbClr val="A13F65">
                <a:alpha val="12000"/>
              </a:srgbClr>
            </a:solidFill>
            <a:prstDash val="solid"/>
          </a:ln>
        </p:spPr>
      </p:sp>
      <p:sp>
        <p:nvSpPr>
          <p:cNvPr id="182" name="knowledge-edge">
            <a:extLst>
              <a:ext uri="{FF2B5EF4-FFF2-40B4-BE49-F238E27FC236}">
                <a16:creationId xmlns:a16="http://schemas.microsoft.com/office/drawing/2014/main" id="{2DCEB8FE-20FB-473E-AEF0-0E4F768B55D0}"/>
              </a:ext>
            </a:extLst>
          </p:cNvPr>
          <p:cNvSpPr>
            <a:spLocks noGrp="1"/>
          </p:cNvSpPr>
          <p:nvPr/>
        </p:nvSpPr>
        <p:spPr>
          <a:xfrm>
            <a:off x="4617757" y="6655091"/>
            <a:ext cx="174795" cy="73926"/>
          </a:xfrm>
          <a:custGeom>
            <a:avLst/>
            <a:gdLst/>
            <a:ahLst/>
            <a:cxnLst/>
            <a:rect l="0" t="0" r="0" b="0"/>
            <a:pathLst>
              <a:path w="174795" h="73926">
                <a:moveTo>
                  <a:pt x="0" y="70519"/>
                </a:moveTo>
                <a:lnTo>
                  <a:pt x="12485" y="72777"/>
                </a:lnTo>
                <a:lnTo>
                  <a:pt x="24971" y="73912"/>
                </a:lnTo>
                <a:lnTo>
                  <a:pt x="37456" y="73926"/>
                </a:lnTo>
                <a:lnTo>
                  <a:pt x="49941" y="72817"/>
                </a:lnTo>
                <a:lnTo>
                  <a:pt x="62427" y="70585"/>
                </a:lnTo>
                <a:lnTo>
                  <a:pt x="74912" y="67232"/>
                </a:lnTo>
                <a:lnTo>
                  <a:pt x="87397" y="62756"/>
                </a:lnTo>
                <a:lnTo>
                  <a:pt x="99883" y="57158"/>
                </a:lnTo>
                <a:lnTo>
                  <a:pt x="112368" y="50437"/>
                </a:lnTo>
                <a:lnTo>
                  <a:pt x="124854" y="42594"/>
                </a:lnTo>
                <a:lnTo>
                  <a:pt x="137339" y="33629"/>
                </a:lnTo>
                <a:lnTo>
                  <a:pt x="149824" y="23542"/>
                </a:lnTo>
                <a:lnTo>
                  <a:pt x="162310" y="12332"/>
                </a:lnTo>
                <a:lnTo>
                  <a:pt x="174795" y="0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83" name="knowledge-cross-edge">
            <a:extLst>
              <a:ext uri="{FF2B5EF4-FFF2-40B4-BE49-F238E27FC236}">
                <a16:creationId xmlns:a16="http://schemas.microsoft.com/office/drawing/2014/main" id="{7294412B-F7E9-496D-BEAE-AEF26C732538}"/>
              </a:ext>
            </a:extLst>
          </p:cNvPr>
          <p:cNvSpPr>
            <a:spLocks noGrp="1"/>
          </p:cNvSpPr>
          <p:nvPr/>
        </p:nvSpPr>
        <p:spPr>
          <a:xfrm>
            <a:off x="4617757" y="6669133"/>
            <a:ext cx="352636" cy="121937"/>
          </a:xfrm>
          <a:custGeom>
            <a:avLst/>
            <a:gdLst/>
            <a:ahLst/>
            <a:cxnLst/>
            <a:rect l="0" t="0" r="0" b="0"/>
            <a:pathLst>
              <a:path w="352636" h="121937">
                <a:moveTo>
                  <a:pt x="0" y="56477"/>
                </a:moveTo>
                <a:lnTo>
                  <a:pt x="43938" y="35610"/>
                </a:lnTo>
                <a:lnTo>
                  <a:pt x="85231" y="19529"/>
                </a:lnTo>
                <a:lnTo>
                  <a:pt x="123878" y="8233"/>
                </a:lnTo>
                <a:lnTo>
                  <a:pt x="159879" y="1724"/>
                </a:lnTo>
                <a:lnTo>
                  <a:pt x="193234" y="0"/>
                </a:lnTo>
                <a:lnTo>
                  <a:pt x="223943" y="3062"/>
                </a:lnTo>
                <a:lnTo>
                  <a:pt x="252006" y="10910"/>
                </a:lnTo>
                <a:lnTo>
                  <a:pt x="277424" y="23544"/>
                </a:lnTo>
                <a:lnTo>
                  <a:pt x="300196" y="40963"/>
                </a:lnTo>
                <a:lnTo>
                  <a:pt x="320322" y="63169"/>
                </a:lnTo>
                <a:lnTo>
                  <a:pt x="337802" y="90160"/>
                </a:lnTo>
                <a:lnTo>
                  <a:pt x="352636" y="121937"/>
                </a:lnTo>
              </a:path>
            </a:pathLst>
          </a:custGeom>
          <a:noFill/>
          <a:ln w="5334">
            <a:solidFill>
              <a:srgbClr val="A13F65">
                <a:alpha val="13000"/>
              </a:srgbClr>
            </a:solidFill>
            <a:prstDash val="solid"/>
          </a:ln>
        </p:spPr>
      </p:sp>
      <p:sp>
        <p:nvSpPr>
          <p:cNvPr id="184" name="knowledge-edge">
            <a:extLst>
              <a:ext uri="{FF2B5EF4-FFF2-40B4-BE49-F238E27FC236}">
                <a16:creationId xmlns:a16="http://schemas.microsoft.com/office/drawing/2014/main" id="{F217AF4E-41D6-45CE-B61D-1000A243AF39}"/>
              </a:ext>
            </a:extLst>
          </p:cNvPr>
          <p:cNvSpPr>
            <a:spLocks noGrp="1"/>
          </p:cNvSpPr>
          <p:nvPr/>
        </p:nvSpPr>
        <p:spPr>
          <a:xfrm>
            <a:off x="4468041" y="6765629"/>
            <a:ext cx="502352" cy="119484"/>
          </a:xfrm>
          <a:custGeom>
            <a:avLst/>
            <a:gdLst/>
            <a:ahLst/>
            <a:cxnLst/>
            <a:rect l="0" t="0" r="0" b="0"/>
            <a:pathLst>
              <a:path w="502352" h="119484">
                <a:moveTo>
                  <a:pt x="0" y="119484"/>
                </a:moveTo>
                <a:lnTo>
                  <a:pt x="35882" y="95766"/>
                </a:lnTo>
                <a:lnTo>
                  <a:pt x="71765" y="74663"/>
                </a:lnTo>
                <a:lnTo>
                  <a:pt x="107647" y="56176"/>
                </a:lnTo>
                <a:lnTo>
                  <a:pt x="143529" y="40304"/>
                </a:lnTo>
                <a:lnTo>
                  <a:pt x="179411" y="27048"/>
                </a:lnTo>
                <a:lnTo>
                  <a:pt x="215294" y="16407"/>
                </a:lnTo>
                <a:lnTo>
                  <a:pt x="251176" y="8382"/>
                </a:lnTo>
                <a:lnTo>
                  <a:pt x="287058" y="2973"/>
                </a:lnTo>
                <a:lnTo>
                  <a:pt x="322941" y="179"/>
                </a:lnTo>
                <a:lnTo>
                  <a:pt x="358823" y="0"/>
                </a:lnTo>
                <a:lnTo>
                  <a:pt x="394705" y="2437"/>
                </a:lnTo>
                <a:lnTo>
                  <a:pt x="430588" y="7490"/>
                </a:lnTo>
                <a:lnTo>
                  <a:pt x="466470" y="15158"/>
                </a:lnTo>
                <a:lnTo>
                  <a:pt x="502352" y="25441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85" name="knowledge-cross-edge">
            <a:extLst>
              <a:ext uri="{FF2B5EF4-FFF2-40B4-BE49-F238E27FC236}">
                <a16:creationId xmlns:a16="http://schemas.microsoft.com/office/drawing/2014/main" id="{12941D82-196F-43F4-9DFF-98F708D58BA1}"/>
              </a:ext>
            </a:extLst>
          </p:cNvPr>
          <p:cNvSpPr>
            <a:spLocks noGrp="1"/>
          </p:cNvSpPr>
          <p:nvPr/>
        </p:nvSpPr>
        <p:spPr>
          <a:xfrm>
            <a:off x="4468041" y="6839902"/>
            <a:ext cx="504483" cy="140849"/>
          </a:xfrm>
          <a:custGeom>
            <a:avLst/>
            <a:gdLst/>
            <a:ahLst/>
            <a:cxnLst/>
            <a:rect l="0" t="0" r="0" b="0"/>
            <a:pathLst>
              <a:path w="504483" h="140849">
                <a:moveTo>
                  <a:pt x="0" y="45211"/>
                </a:moveTo>
                <a:lnTo>
                  <a:pt x="56592" y="26681"/>
                </a:lnTo>
                <a:lnTo>
                  <a:pt x="110539" y="12969"/>
                </a:lnTo>
                <a:lnTo>
                  <a:pt x="161839" y="4076"/>
                </a:lnTo>
                <a:lnTo>
                  <a:pt x="210494" y="0"/>
                </a:lnTo>
                <a:lnTo>
                  <a:pt x="256503" y="743"/>
                </a:lnTo>
                <a:lnTo>
                  <a:pt x="299866" y="6303"/>
                </a:lnTo>
                <a:lnTo>
                  <a:pt x="340584" y="16682"/>
                </a:lnTo>
                <a:lnTo>
                  <a:pt x="378655" y="31879"/>
                </a:lnTo>
                <a:lnTo>
                  <a:pt x="414081" y="51894"/>
                </a:lnTo>
                <a:lnTo>
                  <a:pt x="446861" y="76728"/>
                </a:lnTo>
                <a:lnTo>
                  <a:pt x="476995" y="106379"/>
                </a:lnTo>
                <a:lnTo>
                  <a:pt x="504483" y="140849"/>
                </a:lnTo>
              </a:path>
            </a:pathLst>
          </a:custGeom>
          <a:noFill/>
          <a:ln w="5334">
            <a:solidFill>
              <a:srgbClr val="A13F65">
                <a:alpha val="13000"/>
              </a:srgbClr>
            </a:solidFill>
            <a:prstDash val="solid"/>
          </a:ln>
        </p:spPr>
      </p:sp>
      <p:sp>
        <p:nvSpPr>
          <p:cNvPr id="186" name="knowledge-edge">
            <a:extLst>
              <a:ext uri="{FF2B5EF4-FFF2-40B4-BE49-F238E27FC236}">
                <a16:creationId xmlns:a16="http://schemas.microsoft.com/office/drawing/2014/main" id="{9505837A-7E85-43D9-9084-DDAF3864AAA8}"/>
              </a:ext>
            </a:extLst>
          </p:cNvPr>
          <p:cNvSpPr>
            <a:spLocks noGrp="1"/>
          </p:cNvSpPr>
          <p:nvPr/>
        </p:nvSpPr>
        <p:spPr>
          <a:xfrm>
            <a:off x="4540019" y="6977587"/>
            <a:ext cx="432504" cy="116289"/>
          </a:xfrm>
          <a:custGeom>
            <a:avLst/>
            <a:gdLst/>
            <a:ahLst/>
            <a:cxnLst/>
            <a:rect l="0" t="0" r="0" b="0"/>
            <a:pathLst>
              <a:path w="432504" h="116289">
                <a:moveTo>
                  <a:pt x="0" y="116289"/>
                </a:moveTo>
                <a:lnTo>
                  <a:pt x="30893" y="97741"/>
                </a:lnTo>
                <a:lnTo>
                  <a:pt x="61786" y="80804"/>
                </a:lnTo>
                <a:lnTo>
                  <a:pt x="92680" y="65477"/>
                </a:lnTo>
                <a:lnTo>
                  <a:pt x="123573" y="51760"/>
                </a:lnTo>
                <a:lnTo>
                  <a:pt x="154466" y="39654"/>
                </a:lnTo>
                <a:lnTo>
                  <a:pt x="185359" y="29158"/>
                </a:lnTo>
                <a:lnTo>
                  <a:pt x="216252" y="20272"/>
                </a:lnTo>
                <a:lnTo>
                  <a:pt x="247145" y="12997"/>
                </a:lnTo>
                <a:lnTo>
                  <a:pt x="278039" y="7332"/>
                </a:lnTo>
                <a:lnTo>
                  <a:pt x="308932" y="3278"/>
                </a:lnTo>
                <a:lnTo>
                  <a:pt x="339825" y="834"/>
                </a:lnTo>
                <a:lnTo>
                  <a:pt x="370718" y="0"/>
                </a:lnTo>
                <a:lnTo>
                  <a:pt x="401611" y="777"/>
                </a:lnTo>
                <a:lnTo>
                  <a:pt x="432504" y="3164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87" name="knowledge-edge">
            <a:extLst>
              <a:ext uri="{FF2B5EF4-FFF2-40B4-BE49-F238E27FC236}">
                <a16:creationId xmlns:a16="http://schemas.microsoft.com/office/drawing/2014/main" id="{360E5A20-96D7-40C3-B4C8-378FC0DB5C18}"/>
              </a:ext>
            </a:extLst>
          </p:cNvPr>
          <p:cNvSpPr>
            <a:spLocks noGrp="1"/>
          </p:cNvSpPr>
          <p:nvPr/>
        </p:nvSpPr>
        <p:spPr>
          <a:xfrm>
            <a:off x="4482670" y="7017357"/>
            <a:ext cx="399095" cy="149142"/>
          </a:xfrm>
          <a:custGeom>
            <a:avLst/>
            <a:gdLst/>
            <a:ahLst/>
            <a:cxnLst/>
            <a:rect l="0" t="0" r="0" b="0"/>
            <a:pathLst>
              <a:path w="399095" h="149142">
                <a:moveTo>
                  <a:pt x="0" y="146970"/>
                </a:moveTo>
                <a:lnTo>
                  <a:pt x="28507" y="149022"/>
                </a:lnTo>
                <a:lnTo>
                  <a:pt x="57014" y="149142"/>
                </a:lnTo>
                <a:lnTo>
                  <a:pt x="85520" y="147333"/>
                </a:lnTo>
                <a:lnTo>
                  <a:pt x="114027" y="143592"/>
                </a:lnTo>
                <a:lnTo>
                  <a:pt x="142534" y="137921"/>
                </a:lnTo>
                <a:lnTo>
                  <a:pt x="171041" y="130319"/>
                </a:lnTo>
                <a:lnTo>
                  <a:pt x="199548" y="120786"/>
                </a:lnTo>
                <a:lnTo>
                  <a:pt x="228054" y="109323"/>
                </a:lnTo>
                <a:lnTo>
                  <a:pt x="256561" y="95929"/>
                </a:lnTo>
                <a:lnTo>
                  <a:pt x="285068" y="80605"/>
                </a:lnTo>
                <a:lnTo>
                  <a:pt x="313575" y="63350"/>
                </a:lnTo>
                <a:lnTo>
                  <a:pt x="342082" y="44164"/>
                </a:lnTo>
                <a:lnTo>
                  <a:pt x="370589" y="23047"/>
                </a:lnTo>
                <a:lnTo>
                  <a:pt x="399095" y="0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88" name="knowledge-cross-edge">
            <a:extLst>
              <a:ext uri="{FF2B5EF4-FFF2-40B4-BE49-F238E27FC236}">
                <a16:creationId xmlns:a16="http://schemas.microsoft.com/office/drawing/2014/main" id="{AAD7FB44-1FB7-4665-A3B3-E53BB6F9EA0D}"/>
              </a:ext>
            </a:extLst>
          </p:cNvPr>
          <p:cNvSpPr>
            <a:spLocks noGrp="1"/>
          </p:cNvSpPr>
          <p:nvPr/>
        </p:nvSpPr>
        <p:spPr>
          <a:xfrm>
            <a:off x="4482670" y="6977465"/>
            <a:ext cx="489854" cy="186862"/>
          </a:xfrm>
          <a:custGeom>
            <a:avLst/>
            <a:gdLst/>
            <a:ahLst/>
            <a:cxnLst/>
            <a:rect l="0" t="0" r="0" b="0"/>
            <a:pathLst>
              <a:path w="489854" h="186862">
                <a:moveTo>
                  <a:pt x="0" y="186862"/>
                </a:moveTo>
                <a:lnTo>
                  <a:pt x="26269" y="152981"/>
                </a:lnTo>
                <a:lnTo>
                  <a:pt x="55184" y="122478"/>
                </a:lnTo>
                <a:lnTo>
                  <a:pt x="86745" y="95355"/>
                </a:lnTo>
                <a:lnTo>
                  <a:pt x="120951" y="71610"/>
                </a:lnTo>
                <a:lnTo>
                  <a:pt x="157804" y="51243"/>
                </a:lnTo>
                <a:lnTo>
                  <a:pt x="197302" y="34256"/>
                </a:lnTo>
                <a:lnTo>
                  <a:pt x="239446" y="20647"/>
                </a:lnTo>
                <a:lnTo>
                  <a:pt x="284236" y="10417"/>
                </a:lnTo>
                <a:lnTo>
                  <a:pt x="331671" y="3566"/>
                </a:lnTo>
                <a:lnTo>
                  <a:pt x="381753" y="94"/>
                </a:lnTo>
                <a:lnTo>
                  <a:pt x="434480" y="0"/>
                </a:lnTo>
                <a:lnTo>
                  <a:pt x="489854" y="3285"/>
                </a:lnTo>
              </a:path>
            </a:pathLst>
          </a:custGeom>
          <a:noFill/>
          <a:ln w="4953">
            <a:solidFill>
              <a:srgbClr val="A13F65">
                <a:alpha val="12000"/>
              </a:srgbClr>
            </a:solidFill>
            <a:prstDash val="solid"/>
          </a:ln>
        </p:spPr>
      </p:sp>
      <p:sp>
        <p:nvSpPr>
          <p:cNvPr id="189" name="knowledge-edge">
            <a:extLst>
              <a:ext uri="{FF2B5EF4-FFF2-40B4-BE49-F238E27FC236}">
                <a16:creationId xmlns:a16="http://schemas.microsoft.com/office/drawing/2014/main" id="{5C2178A1-D77B-4EE7-85F3-CBB5B3A083B0}"/>
              </a:ext>
            </a:extLst>
          </p:cNvPr>
          <p:cNvSpPr>
            <a:spLocks noGrp="1"/>
          </p:cNvSpPr>
          <p:nvPr/>
        </p:nvSpPr>
        <p:spPr>
          <a:xfrm>
            <a:off x="4857092" y="5854475"/>
            <a:ext cx="538837" cy="73336"/>
          </a:xfrm>
          <a:custGeom>
            <a:avLst/>
            <a:gdLst/>
            <a:ahLst/>
            <a:cxnLst/>
            <a:rect l="0" t="0" r="0" b="0"/>
            <a:pathLst>
              <a:path w="538837" h="73336">
                <a:moveTo>
                  <a:pt x="0" y="0"/>
                </a:moveTo>
                <a:lnTo>
                  <a:pt x="38488" y="14093"/>
                </a:lnTo>
                <a:lnTo>
                  <a:pt x="76977" y="26684"/>
                </a:lnTo>
                <a:lnTo>
                  <a:pt x="115465" y="37773"/>
                </a:lnTo>
                <a:lnTo>
                  <a:pt x="153953" y="47359"/>
                </a:lnTo>
                <a:lnTo>
                  <a:pt x="192442" y="55444"/>
                </a:lnTo>
                <a:lnTo>
                  <a:pt x="230930" y="62027"/>
                </a:lnTo>
                <a:lnTo>
                  <a:pt x="269418" y="67107"/>
                </a:lnTo>
                <a:lnTo>
                  <a:pt x="307907" y="70685"/>
                </a:lnTo>
                <a:lnTo>
                  <a:pt x="346395" y="72761"/>
                </a:lnTo>
                <a:lnTo>
                  <a:pt x="384883" y="73336"/>
                </a:lnTo>
                <a:lnTo>
                  <a:pt x="423372" y="72408"/>
                </a:lnTo>
                <a:lnTo>
                  <a:pt x="461860" y="69977"/>
                </a:lnTo>
                <a:lnTo>
                  <a:pt x="500348" y="66045"/>
                </a:lnTo>
                <a:lnTo>
                  <a:pt x="538837" y="60611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90" name="knowledge-cross-edge">
            <a:extLst>
              <a:ext uri="{FF2B5EF4-FFF2-40B4-BE49-F238E27FC236}">
                <a16:creationId xmlns:a16="http://schemas.microsoft.com/office/drawing/2014/main" id="{06CF14B4-1987-4762-929C-D34EA3A375F7}"/>
              </a:ext>
            </a:extLst>
          </p:cNvPr>
          <p:cNvSpPr>
            <a:spLocks noGrp="1"/>
          </p:cNvSpPr>
          <p:nvPr/>
        </p:nvSpPr>
        <p:spPr>
          <a:xfrm>
            <a:off x="4857092" y="5839373"/>
            <a:ext cx="440058" cy="352677"/>
          </a:xfrm>
          <a:custGeom>
            <a:avLst/>
            <a:gdLst/>
            <a:ahLst/>
            <a:cxnLst/>
            <a:rect l="0" t="0" r="0" b="0"/>
            <a:pathLst>
              <a:path w="440058" h="352677">
                <a:moveTo>
                  <a:pt x="0" y="15102"/>
                </a:moveTo>
                <a:lnTo>
                  <a:pt x="51224" y="3983"/>
                </a:lnTo>
                <a:lnTo>
                  <a:pt x="99801" y="0"/>
                </a:lnTo>
                <a:lnTo>
                  <a:pt x="145733" y="3154"/>
                </a:lnTo>
                <a:lnTo>
                  <a:pt x="189019" y="13444"/>
                </a:lnTo>
                <a:lnTo>
                  <a:pt x="229659" y="30870"/>
                </a:lnTo>
                <a:lnTo>
                  <a:pt x="267654" y="55433"/>
                </a:lnTo>
                <a:lnTo>
                  <a:pt x="303002" y="87133"/>
                </a:lnTo>
                <a:lnTo>
                  <a:pt x="335705" y="125969"/>
                </a:lnTo>
                <a:lnTo>
                  <a:pt x="365762" y="171941"/>
                </a:lnTo>
                <a:lnTo>
                  <a:pt x="393173" y="225050"/>
                </a:lnTo>
                <a:lnTo>
                  <a:pt x="417938" y="285295"/>
                </a:lnTo>
                <a:lnTo>
                  <a:pt x="440058" y="352677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191" name="knowledge-edge">
            <a:extLst>
              <a:ext uri="{FF2B5EF4-FFF2-40B4-BE49-F238E27FC236}">
                <a16:creationId xmlns:a16="http://schemas.microsoft.com/office/drawing/2014/main" id="{99348098-6A86-4539-8C9B-B2A0621890F8}"/>
              </a:ext>
            </a:extLst>
          </p:cNvPr>
          <p:cNvSpPr>
            <a:spLocks noGrp="1"/>
          </p:cNvSpPr>
          <p:nvPr/>
        </p:nvSpPr>
        <p:spPr>
          <a:xfrm>
            <a:off x="4809860" y="6192050"/>
            <a:ext cx="487290" cy="76857"/>
          </a:xfrm>
          <a:custGeom>
            <a:avLst/>
            <a:gdLst/>
            <a:ahLst/>
            <a:cxnLst/>
            <a:rect l="0" t="0" r="0" b="0"/>
            <a:pathLst>
              <a:path w="487290" h="76857">
                <a:moveTo>
                  <a:pt x="0" y="76857"/>
                </a:moveTo>
                <a:lnTo>
                  <a:pt x="34806" y="67388"/>
                </a:lnTo>
                <a:lnTo>
                  <a:pt x="69613" y="58531"/>
                </a:lnTo>
                <a:lnTo>
                  <a:pt x="104419" y="50286"/>
                </a:lnTo>
                <a:lnTo>
                  <a:pt x="139226" y="42653"/>
                </a:lnTo>
                <a:lnTo>
                  <a:pt x="174032" y="35633"/>
                </a:lnTo>
                <a:lnTo>
                  <a:pt x="208838" y="29225"/>
                </a:lnTo>
                <a:lnTo>
                  <a:pt x="243645" y="23429"/>
                </a:lnTo>
                <a:lnTo>
                  <a:pt x="278451" y="18245"/>
                </a:lnTo>
                <a:lnTo>
                  <a:pt x="313258" y="13674"/>
                </a:lnTo>
                <a:lnTo>
                  <a:pt x="348064" y="9715"/>
                </a:lnTo>
                <a:lnTo>
                  <a:pt x="382870" y="6368"/>
                </a:lnTo>
                <a:lnTo>
                  <a:pt x="417677" y="3633"/>
                </a:lnTo>
                <a:lnTo>
                  <a:pt x="452483" y="1510"/>
                </a:lnTo>
                <a:lnTo>
                  <a:pt x="487290" y="0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92" name="knowledge-cross-edge">
            <a:extLst>
              <a:ext uri="{FF2B5EF4-FFF2-40B4-BE49-F238E27FC236}">
                <a16:creationId xmlns:a16="http://schemas.microsoft.com/office/drawing/2014/main" id="{AFD01023-5CB0-4820-B5F9-E16A8F9539C9}"/>
              </a:ext>
            </a:extLst>
          </p:cNvPr>
          <p:cNvSpPr>
            <a:spLocks noGrp="1"/>
          </p:cNvSpPr>
          <p:nvPr/>
        </p:nvSpPr>
        <p:spPr>
          <a:xfrm>
            <a:off x="4809860" y="6232205"/>
            <a:ext cx="481206" cy="240433"/>
          </a:xfrm>
          <a:custGeom>
            <a:avLst/>
            <a:gdLst/>
            <a:ahLst/>
            <a:cxnLst/>
            <a:rect l="0" t="0" r="0" b="0"/>
            <a:pathLst>
              <a:path w="481206" h="240433">
                <a:moveTo>
                  <a:pt x="0" y="36703"/>
                </a:moveTo>
                <a:lnTo>
                  <a:pt x="54653" y="17977"/>
                </a:lnTo>
                <a:lnTo>
                  <a:pt x="106659" y="5743"/>
                </a:lnTo>
                <a:lnTo>
                  <a:pt x="156020" y="0"/>
                </a:lnTo>
                <a:lnTo>
                  <a:pt x="202735" y="749"/>
                </a:lnTo>
                <a:lnTo>
                  <a:pt x="246805" y="7989"/>
                </a:lnTo>
                <a:lnTo>
                  <a:pt x="288228" y="21721"/>
                </a:lnTo>
                <a:lnTo>
                  <a:pt x="327006" y="41944"/>
                </a:lnTo>
                <a:lnTo>
                  <a:pt x="363137" y="68659"/>
                </a:lnTo>
                <a:lnTo>
                  <a:pt x="396623" y="101865"/>
                </a:lnTo>
                <a:lnTo>
                  <a:pt x="427463" y="141563"/>
                </a:lnTo>
                <a:lnTo>
                  <a:pt x="455658" y="187752"/>
                </a:lnTo>
                <a:lnTo>
                  <a:pt x="481206" y="240433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193" name="knowledge-edge">
            <a:extLst>
              <a:ext uri="{FF2B5EF4-FFF2-40B4-BE49-F238E27FC236}">
                <a16:creationId xmlns:a16="http://schemas.microsoft.com/office/drawing/2014/main" id="{83DB67E2-A074-4446-A151-A79B1335590F}"/>
              </a:ext>
            </a:extLst>
          </p:cNvPr>
          <p:cNvSpPr>
            <a:spLocks noGrp="1"/>
          </p:cNvSpPr>
          <p:nvPr/>
        </p:nvSpPr>
        <p:spPr>
          <a:xfrm>
            <a:off x="4815646" y="6472637"/>
            <a:ext cx="475419" cy="122048"/>
          </a:xfrm>
          <a:custGeom>
            <a:avLst/>
            <a:gdLst/>
            <a:ahLst/>
            <a:cxnLst/>
            <a:rect l="0" t="0" r="0" b="0"/>
            <a:pathLst>
              <a:path w="475419" h="122048">
                <a:moveTo>
                  <a:pt x="0" y="104003"/>
                </a:moveTo>
                <a:lnTo>
                  <a:pt x="33959" y="112097"/>
                </a:lnTo>
                <a:lnTo>
                  <a:pt x="67917" y="117802"/>
                </a:lnTo>
                <a:lnTo>
                  <a:pt x="101876" y="121119"/>
                </a:lnTo>
                <a:lnTo>
                  <a:pt x="135834" y="122048"/>
                </a:lnTo>
                <a:lnTo>
                  <a:pt x="169793" y="120590"/>
                </a:lnTo>
                <a:lnTo>
                  <a:pt x="203751" y="116743"/>
                </a:lnTo>
                <a:lnTo>
                  <a:pt x="237710" y="110508"/>
                </a:lnTo>
                <a:lnTo>
                  <a:pt x="271668" y="101885"/>
                </a:lnTo>
                <a:lnTo>
                  <a:pt x="305627" y="90874"/>
                </a:lnTo>
                <a:lnTo>
                  <a:pt x="339585" y="77475"/>
                </a:lnTo>
                <a:lnTo>
                  <a:pt x="373544" y="61689"/>
                </a:lnTo>
                <a:lnTo>
                  <a:pt x="407502" y="43514"/>
                </a:lnTo>
                <a:lnTo>
                  <a:pt x="441461" y="22951"/>
                </a:lnTo>
                <a:lnTo>
                  <a:pt x="475419" y="0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94" name="knowledge-cross-edge">
            <a:extLst>
              <a:ext uri="{FF2B5EF4-FFF2-40B4-BE49-F238E27FC236}">
                <a16:creationId xmlns:a16="http://schemas.microsoft.com/office/drawing/2014/main" id="{DB77C5B3-BDB7-4DEB-9635-72836231BD1F}"/>
              </a:ext>
            </a:extLst>
          </p:cNvPr>
          <p:cNvSpPr>
            <a:spLocks noGrp="1"/>
          </p:cNvSpPr>
          <p:nvPr/>
        </p:nvSpPr>
        <p:spPr>
          <a:xfrm>
            <a:off x="4815646" y="6520978"/>
            <a:ext cx="498943" cy="124334"/>
          </a:xfrm>
          <a:custGeom>
            <a:avLst/>
            <a:gdLst/>
            <a:ahLst/>
            <a:cxnLst/>
            <a:rect l="0" t="0" r="0" b="0"/>
            <a:pathLst>
              <a:path w="498943" h="124334">
                <a:moveTo>
                  <a:pt x="0" y="55662"/>
                </a:moveTo>
                <a:lnTo>
                  <a:pt x="56131" y="34898"/>
                </a:lnTo>
                <a:lnTo>
                  <a:pt x="109616" y="18950"/>
                </a:lnTo>
                <a:lnTo>
                  <a:pt x="160455" y="7818"/>
                </a:lnTo>
                <a:lnTo>
                  <a:pt x="208648" y="1501"/>
                </a:lnTo>
                <a:lnTo>
                  <a:pt x="254195" y="0"/>
                </a:lnTo>
                <a:lnTo>
                  <a:pt x="297097" y="3315"/>
                </a:lnTo>
                <a:lnTo>
                  <a:pt x="337352" y="11445"/>
                </a:lnTo>
                <a:lnTo>
                  <a:pt x="374962" y="24392"/>
                </a:lnTo>
                <a:lnTo>
                  <a:pt x="409926" y="42154"/>
                </a:lnTo>
                <a:lnTo>
                  <a:pt x="442244" y="64731"/>
                </a:lnTo>
                <a:lnTo>
                  <a:pt x="471917" y="92125"/>
                </a:lnTo>
                <a:lnTo>
                  <a:pt x="498943" y="124334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195" name="knowledge-cross-edge">
            <a:extLst>
              <a:ext uri="{FF2B5EF4-FFF2-40B4-BE49-F238E27FC236}">
                <a16:creationId xmlns:a16="http://schemas.microsoft.com/office/drawing/2014/main" id="{537FE738-5063-4751-AE75-205F90F40B72}"/>
              </a:ext>
            </a:extLst>
          </p:cNvPr>
          <p:cNvSpPr>
            <a:spLocks noGrp="1"/>
          </p:cNvSpPr>
          <p:nvPr/>
        </p:nvSpPr>
        <p:spPr>
          <a:xfrm>
            <a:off x="4815646" y="6190726"/>
            <a:ext cx="481503" cy="385915"/>
          </a:xfrm>
          <a:custGeom>
            <a:avLst/>
            <a:gdLst/>
            <a:ahLst/>
            <a:cxnLst/>
            <a:rect l="0" t="0" r="0" b="0"/>
            <a:pathLst>
              <a:path w="481503" h="385915">
                <a:moveTo>
                  <a:pt x="0" y="385915"/>
                </a:moveTo>
                <a:lnTo>
                  <a:pt x="25573" y="320492"/>
                </a:lnTo>
                <a:lnTo>
                  <a:pt x="53792" y="261137"/>
                </a:lnTo>
                <a:lnTo>
                  <a:pt x="84657" y="207851"/>
                </a:lnTo>
                <a:lnTo>
                  <a:pt x="118168" y="160632"/>
                </a:lnTo>
                <a:lnTo>
                  <a:pt x="154324" y="119481"/>
                </a:lnTo>
                <a:lnTo>
                  <a:pt x="193126" y="84397"/>
                </a:lnTo>
                <a:lnTo>
                  <a:pt x="234575" y="55382"/>
                </a:lnTo>
                <a:lnTo>
                  <a:pt x="278669" y="32435"/>
                </a:lnTo>
                <a:lnTo>
                  <a:pt x="325408" y="15555"/>
                </a:lnTo>
                <a:lnTo>
                  <a:pt x="374794" y="4744"/>
                </a:lnTo>
                <a:lnTo>
                  <a:pt x="426826" y="0"/>
                </a:lnTo>
                <a:lnTo>
                  <a:pt x="481503" y="1324"/>
                </a:lnTo>
              </a:path>
            </a:pathLst>
          </a:custGeom>
          <a:noFill/>
          <a:ln w="4953">
            <a:solidFill>
              <a:srgbClr val="B34059">
                <a:alpha val="12000"/>
              </a:srgbClr>
            </a:solidFill>
            <a:prstDash val="solid"/>
          </a:ln>
        </p:spPr>
      </p:sp>
      <p:sp>
        <p:nvSpPr>
          <p:cNvPr id="196" name="knowledge-edge">
            <a:extLst>
              <a:ext uri="{FF2B5EF4-FFF2-40B4-BE49-F238E27FC236}">
                <a16:creationId xmlns:a16="http://schemas.microsoft.com/office/drawing/2014/main" id="{C250877D-8745-4318-B201-252DAEAE7B66}"/>
              </a:ext>
            </a:extLst>
          </p:cNvPr>
          <p:cNvSpPr>
            <a:spLocks noGrp="1"/>
          </p:cNvSpPr>
          <p:nvPr/>
        </p:nvSpPr>
        <p:spPr>
          <a:xfrm>
            <a:off x="4792552" y="6592095"/>
            <a:ext cx="522038" cy="62997"/>
          </a:xfrm>
          <a:custGeom>
            <a:avLst/>
            <a:gdLst/>
            <a:ahLst/>
            <a:cxnLst/>
            <a:rect l="0" t="0" r="0" b="0"/>
            <a:pathLst>
              <a:path w="522038" h="62997">
                <a:moveTo>
                  <a:pt x="0" y="62997"/>
                </a:moveTo>
                <a:lnTo>
                  <a:pt x="37288" y="46882"/>
                </a:lnTo>
                <a:lnTo>
                  <a:pt x="74577" y="33139"/>
                </a:lnTo>
                <a:lnTo>
                  <a:pt x="111865" y="21768"/>
                </a:lnTo>
                <a:lnTo>
                  <a:pt x="149154" y="12768"/>
                </a:lnTo>
                <a:lnTo>
                  <a:pt x="186442" y="6140"/>
                </a:lnTo>
                <a:lnTo>
                  <a:pt x="223730" y="1884"/>
                </a:lnTo>
                <a:lnTo>
                  <a:pt x="261019" y="0"/>
                </a:lnTo>
                <a:lnTo>
                  <a:pt x="298307" y="487"/>
                </a:lnTo>
                <a:lnTo>
                  <a:pt x="335596" y="3346"/>
                </a:lnTo>
                <a:lnTo>
                  <a:pt x="372884" y="8577"/>
                </a:lnTo>
                <a:lnTo>
                  <a:pt x="410172" y="16180"/>
                </a:lnTo>
                <a:lnTo>
                  <a:pt x="447461" y="26154"/>
                </a:lnTo>
                <a:lnTo>
                  <a:pt x="484749" y="38500"/>
                </a:lnTo>
                <a:lnTo>
                  <a:pt x="522038" y="53218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97" name="knowledge-cross-edge">
            <a:extLst>
              <a:ext uri="{FF2B5EF4-FFF2-40B4-BE49-F238E27FC236}">
                <a16:creationId xmlns:a16="http://schemas.microsoft.com/office/drawing/2014/main" id="{03DB10BA-C0C8-4C18-B3C0-5F141D0C8240}"/>
              </a:ext>
            </a:extLst>
          </p:cNvPr>
          <p:cNvSpPr>
            <a:spLocks noGrp="1"/>
          </p:cNvSpPr>
          <p:nvPr/>
        </p:nvSpPr>
        <p:spPr>
          <a:xfrm>
            <a:off x="4792552" y="6636832"/>
            <a:ext cx="581854" cy="97223"/>
          </a:xfrm>
          <a:custGeom>
            <a:avLst/>
            <a:gdLst/>
            <a:ahLst/>
            <a:cxnLst/>
            <a:rect l="0" t="0" r="0" b="0"/>
            <a:pathLst>
              <a:path w="581854" h="97223">
                <a:moveTo>
                  <a:pt x="0" y="18259"/>
                </a:moveTo>
                <a:lnTo>
                  <a:pt x="63040" y="9515"/>
                </a:lnTo>
                <a:lnTo>
                  <a:pt x="123434" y="3557"/>
                </a:lnTo>
                <a:lnTo>
                  <a:pt x="181182" y="385"/>
                </a:lnTo>
                <a:lnTo>
                  <a:pt x="236285" y="0"/>
                </a:lnTo>
                <a:lnTo>
                  <a:pt x="288741" y="2401"/>
                </a:lnTo>
                <a:lnTo>
                  <a:pt x="338552" y="7588"/>
                </a:lnTo>
                <a:lnTo>
                  <a:pt x="385717" y="15561"/>
                </a:lnTo>
                <a:lnTo>
                  <a:pt x="430236" y="26321"/>
                </a:lnTo>
                <a:lnTo>
                  <a:pt x="472109" y="39867"/>
                </a:lnTo>
                <a:lnTo>
                  <a:pt x="511336" y="56200"/>
                </a:lnTo>
                <a:lnTo>
                  <a:pt x="547918" y="75318"/>
                </a:lnTo>
                <a:lnTo>
                  <a:pt x="581854" y="97223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198" name="knowledge-cross-edge">
            <a:extLst>
              <a:ext uri="{FF2B5EF4-FFF2-40B4-BE49-F238E27FC236}">
                <a16:creationId xmlns:a16="http://schemas.microsoft.com/office/drawing/2014/main" id="{856FE531-D518-4FB7-A881-07C1B910308F}"/>
              </a:ext>
            </a:extLst>
          </p:cNvPr>
          <p:cNvSpPr>
            <a:spLocks noGrp="1"/>
          </p:cNvSpPr>
          <p:nvPr/>
        </p:nvSpPr>
        <p:spPr>
          <a:xfrm>
            <a:off x="4792552" y="6472637"/>
            <a:ext cx="498514" cy="182454"/>
          </a:xfrm>
          <a:custGeom>
            <a:avLst/>
            <a:gdLst/>
            <a:ahLst/>
            <a:cxnLst/>
            <a:rect l="0" t="0" r="0" b="0"/>
            <a:pathLst>
              <a:path w="498514" h="182454">
                <a:moveTo>
                  <a:pt x="0" y="182454"/>
                </a:moveTo>
                <a:lnTo>
                  <a:pt x="26991" y="159759"/>
                </a:lnTo>
                <a:lnTo>
                  <a:pt x="56627" y="138426"/>
                </a:lnTo>
                <a:lnTo>
                  <a:pt x="88910" y="118455"/>
                </a:lnTo>
                <a:lnTo>
                  <a:pt x="123838" y="99846"/>
                </a:lnTo>
                <a:lnTo>
                  <a:pt x="161412" y="82598"/>
                </a:lnTo>
                <a:lnTo>
                  <a:pt x="201632" y="66713"/>
                </a:lnTo>
                <a:lnTo>
                  <a:pt x="244498" y="52189"/>
                </a:lnTo>
                <a:lnTo>
                  <a:pt x="290009" y="39028"/>
                </a:lnTo>
                <a:lnTo>
                  <a:pt x="338167" y="27228"/>
                </a:lnTo>
                <a:lnTo>
                  <a:pt x="388970" y="16790"/>
                </a:lnTo>
                <a:lnTo>
                  <a:pt x="442419" y="7714"/>
                </a:lnTo>
                <a:lnTo>
                  <a:pt x="498514" y="0"/>
                </a:lnTo>
              </a:path>
            </a:pathLst>
          </a:custGeom>
          <a:noFill/>
          <a:ln w="4953">
            <a:solidFill>
              <a:srgbClr val="B34059">
                <a:alpha val="12000"/>
              </a:srgbClr>
            </a:solidFill>
            <a:prstDash val="solid"/>
          </a:ln>
        </p:spPr>
      </p:sp>
      <p:sp>
        <p:nvSpPr>
          <p:cNvPr id="199" name="knowledge-edge">
            <a:extLst>
              <a:ext uri="{FF2B5EF4-FFF2-40B4-BE49-F238E27FC236}">
                <a16:creationId xmlns:a16="http://schemas.microsoft.com/office/drawing/2014/main" id="{42BB2C0D-3539-482A-90FA-E25947FA11B5}"/>
              </a:ext>
            </a:extLst>
          </p:cNvPr>
          <p:cNvSpPr>
            <a:spLocks noGrp="1"/>
          </p:cNvSpPr>
          <p:nvPr/>
        </p:nvSpPr>
        <p:spPr>
          <a:xfrm>
            <a:off x="4970393" y="6734055"/>
            <a:ext cx="404013" cy="98863"/>
          </a:xfrm>
          <a:custGeom>
            <a:avLst/>
            <a:gdLst/>
            <a:ahLst/>
            <a:cxnLst/>
            <a:rect l="0" t="0" r="0" b="0"/>
            <a:pathLst>
              <a:path w="404013" h="98863">
                <a:moveTo>
                  <a:pt x="0" y="57015"/>
                </a:moveTo>
                <a:lnTo>
                  <a:pt x="28858" y="70894"/>
                </a:lnTo>
                <a:lnTo>
                  <a:pt x="57716" y="82011"/>
                </a:lnTo>
                <a:lnTo>
                  <a:pt x="86574" y="90367"/>
                </a:lnTo>
                <a:lnTo>
                  <a:pt x="115432" y="95961"/>
                </a:lnTo>
                <a:lnTo>
                  <a:pt x="144290" y="98793"/>
                </a:lnTo>
                <a:lnTo>
                  <a:pt x="173148" y="98863"/>
                </a:lnTo>
                <a:lnTo>
                  <a:pt x="202006" y="96172"/>
                </a:lnTo>
                <a:lnTo>
                  <a:pt x="230864" y="90718"/>
                </a:lnTo>
                <a:lnTo>
                  <a:pt x="259722" y="82503"/>
                </a:lnTo>
                <a:lnTo>
                  <a:pt x="288580" y="71526"/>
                </a:lnTo>
                <a:lnTo>
                  <a:pt x="317438" y="57787"/>
                </a:lnTo>
                <a:lnTo>
                  <a:pt x="346296" y="41287"/>
                </a:lnTo>
                <a:lnTo>
                  <a:pt x="375154" y="22024"/>
                </a:lnTo>
                <a:lnTo>
                  <a:pt x="404013" y="0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200" name="knowledge-cross-edge">
            <a:extLst>
              <a:ext uri="{FF2B5EF4-FFF2-40B4-BE49-F238E27FC236}">
                <a16:creationId xmlns:a16="http://schemas.microsoft.com/office/drawing/2014/main" id="{DC2FBF38-F3A2-4E52-A45F-1F8673F76F9E}"/>
              </a:ext>
            </a:extLst>
          </p:cNvPr>
          <p:cNvSpPr>
            <a:spLocks noGrp="1"/>
          </p:cNvSpPr>
          <p:nvPr/>
        </p:nvSpPr>
        <p:spPr>
          <a:xfrm>
            <a:off x="4970393" y="6791070"/>
            <a:ext cx="342757" cy="117268"/>
          </a:xfrm>
          <a:custGeom>
            <a:avLst/>
            <a:gdLst/>
            <a:ahLst/>
            <a:cxnLst/>
            <a:rect l="0" t="0" r="0" b="0"/>
            <a:pathLst>
              <a:path w="342757" h="117268">
                <a:moveTo>
                  <a:pt x="0" y="0"/>
                </a:moveTo>
                <a:lnTo>
                  <a:pt x="43115" y="9103"/>
                </a:lnTo>
                <a:lnTo>
                  <a:pt x="83584" y="18327"/>
                </a:lnTo>
                <a:lnTo>
                  <a:pt x="121408" y="27673"/>
                </a:lnTo>
                <a:lnTo>
                  <a:pt x="156586" y="37141"/>
                </a:lnTo>
                <a:lnTo>
                  <a:pt x="189117" y="46730"/>
                </a:lnTo>
                <a:lnTo>
                  <a:pt x="219003" y="56442"/>
                </a:lnTo>
                <a:lnTo>
                  <a:pt x="246244" y="66275"/>
                </a:lnTo>
                <a:lnTo>
                  <a:pt x="270838" y="76230"/>
                </a:lnTo>
                <a:lnTo>
                  <a:pt x="292786" y="86307"/>
                </a:lnTo>
                <a:lnTo>
                  <a:pt x="312089" y="96505"/>
                </a:lnTo>
                <a:lnTo>
                  <a:pt x="328746" y="106826"/>
                </a:lnTo>
                <a:lnTo>
                  <a:pt x="342757" y="117268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201" name="knowledge-long-edge">
            <a:extLst>
              <a:ext uri="{FF2B5EF4-FFF2-40B4-BE49-F238E27FC236}">
                <a16:creationId xmlns:a16="http://schemas.microsoft.com/office/drawing/2014/main" id="{3387D4E6-D028-44EA-861F-FDFC438A7252}"/>
              </a:ext>
            </a:extLst>
          </p:cNvPr>
          <p:cNvSpPr>
            <a:spLocks noGrp="1"/>
          </p:cNvSpPr>
          <p:nvPr/>
        </p:nvSpPr>
        <p:spPr>
          <a:xfrm>
            <a:off x="4970393" y="6555208"/>
            <a:ext cx="896673" cy="327932"/>
          </a:xfrm>
          <a:custGeom>
            <a:avLst/>
            <a:gdLst/>
            <a:ahLst/>
            <a:cxnLst/>
            <a:rect l="0" t="0" r="0" b="0"/>
            <a:pathLst>
              <a:path w="896673" h="327932">
                <a:moveTo>
                  <a:pt x="0" y="235861"/>
                </a:moveTo>
                <a:lnTo>
                  <a:pt x="56042" y="175868"/>
                </a:lnTo>
                <a:lnTo>
                  <a:pt x="112084" y="124640"/>
                </a:lnTo>
                <a:lnTo>
                  <a:pt x="168126" y="82179"/>
                </a:lnTo>
                <a:lnTo>
                  <a:pt x="224168" y="48485"/>
                </a:lnTo>
                <a:lnTo>
                  <a:pt x="280210" y="23557"/>
                </a:lnTo>
                <a:lnTo>
                  <a:pt x="336252" y="7395"/>
                </a:lnTo>
                <a:lnTo>
                  <a:pt x="392294" y="0"/>
                </a:lnTo>
                <a:lnTo>
                  <a:pt x="448336" y="1371"/>
                </a:lnTo>
                <a:lnTo>
                  <a:pt x="504378" y="11509"/>
                </a:lnTo>
                <a:lnTo>
                  <a:pt x="560420" y="30413"/>
                </a:lnTo>
                <a:lnTo>
                  <a:pt x="616462" y="58083"/>
                </a:lnTo>
                <a:lnTo>
                  <a:pt x="672505" y="94520"/>
                </a:lnTo>
                <a:lnTo>
                  <a:pt x="728547" y="139724"/>
                </a:lnTo>
                <a:lnTo>
                  <a:pt x="784589" y="193694"/>
                </a:lnTo>
                <a:lnTo>
                  <a:pt x="840631" y="256430"/>
                </a:lnTo>
                <a:lnTo>
                  <a:pt x="896673" y="327932"/>
                </a:lnTo>
              </a:path>
            </a:pathLst>
          </a:custGeom>
          <a:noFill/>
          <a:ln w="4286">
            <a:solidFill>
              <a:srgbClr val="B34059">
                <a:alpha val="9000"/>
              </a:srgbClr>
            </a:solidFill>
            <a:prstDash val="solid"/>
          </a:ln>
        </p:spPr>
      </p:sp>
      <p:sp>
        <p:nvSpPr>
          <p:cNvPr id="202" name="knowledge-edge">
            <a:extLst>
              <a:ext uri="{FF2B5EF4-FFF2-40B4-BE49-F238E27FC236}">
                <a16:creationId xmlns:a16="http://schemas.microsoft.com/office/drawing/2014/main" id="{A3B3E590-F7FE-477C-980A-A17F19C05FCA}"/>
              </a:ext>
            </a:extLst>
          </p:cNvPr>
          <p:cNvSpPr>
            <a:spLocks noGrp="1"/>
          </p:cNvSpPr>
          <p:nvPr/>
        </p:nvSpPr>
        <p:spPr>
          <a:xfrm>
            <a:off x="4972524" y="6898733"/>
            <a:ext cx="340626" cy="82018"/>
          </a:xfrm>
          <a:custGeom>
            <a:avLst/>
            <a:gdLst/>
            <a:ahLst/>
            <a:cxnLst/>
            <a:rect l="0" t="0" r="0" b="0"/>
            <a:pathLst>
              <a:path w="340626" h="82018">
                <a:moveTo>
                  <a:pt x="0" y="82018"/>
                </a:moveTo>
                <a:lnTo>
                  <a:pt x="24330" y="67000"/>
                </a:lnTo>
                <a:lnTo>
                  <a:pt x="48661" y="53496"/>
                </a:lnTo>
                <a:lnTo>
                  <a:pt x="72991" y="41508"/>
                </a:lnTo>
                <a:lnTo>
                  <a:pt x="97322" y="31034"/>
                </a:lnTo>
                <a:lnTo>
                  <a:pt x="121652" y="22075"/>
                </a:lnTo>
                <a:lnTo>
                  <a:pt x="145983" y="14631"/>
                </a:lnTo>
                <a:lnTo>
                  <a:pt x="170313" y="8701"/>
                </a:lnTo>
                <a:lnTo>
                  <a:pt x="194644" y="4286"/>
                </a:lnTo>
                <a:lnTo>
                  <a:pt x="218974" y="1386"/>
                </a:lnTo>
                <a:lnTo>
                  <a:pt x="243304" y="0"/>
                </a:lnTo>
                <a:lnTo>
                  <a:pt x="267635" y="129"/>
                </a:lnTo>
                <a:lnTo>
                  <a:pt x="291965" y="1773"/>
                </a:lnTo>
                <a:lnTo>
                  <a:pt x="316296" y="4932"/>
                </a:lnTo>
                <a:lnTo>
                  <a:pt x="340626" y="9605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203" name="knowledge-cross-edge">
            <a:extLst>
              <a:ext uri="{FF2B5EF4-FFF2-40B4-BE49-F238E27FC236}">
                <a16:creationId xmlns:a16="http://schemas.microsoft.com/office/drawing/2014/main" id="{55C04014-9E5F-45FE-8E30-24A24A76A6E7}"/>
              </a:ext>
            </a:extLst>
          </p:cNvPr>
          <p:cNvSpPr>
            <a:spLocks noGrp="1"/>
          </p:cNvSpPr>
          <p:nvPr/>
        </p:nvSpPr>
        <p:spPr>
          <a:xfrm>
            <a:off x="4972524" y="6962600"/>
            <a:ext cx="202931" cy="30088"/>
          </a:xfrm>
          <a:custGeom>
            <a:avLst/>
            <a:gdLst/>
            <a:ahLst/>
            <a:cxnLst/>
            <a:rect l="0" t="0" r="0" b="0"/>
            <a:pathLst>
              <a:path w="202931" h="30088">
                <a:moveTo>
                  <a:pt x="0" y="18150"/>
                </a:moveTo>
                <a:lnTo>
                  <a:pt x="31463" y="22766"/>
                </a:lnTo>
                <a:lnTo>
                  <a:pt x="60280" y="26268"/>
                </a:lnTo>
                <a:lnTo>
                  <a:pt x="86452" y="28656"/>
                </a:lnTo>
                <a:lnTo>
                  <a:pt x="109977" y="29929"/>
                </a:lnTo>
                <a:lnTo>
                  <a:pt x="130857" y="30088"/>
                </a:lnTo>
                <a:lnTo>
                  <a:pt x="149091" y="29133"/>
                </a:lnTo>
                <a:lnTo>
                  <a:pt x="164679" y="27063"/>
                </a:lnTo>
                <a:lnTo>
                  <a:pt x="177621" y="23879"/>
                </a:lnTo>
                <a:lnTo>
                  <a:pt x="187917" y="19581"/>
                </a:lnTo>
                <a:lnTo>
                  <a:pt x="195568" y="14168"/>
                </a:lnTo>
                <a:lnTo>
                  <a:pt x="200572" y="7641"/>
                </a:lnTo>
                <a:lnTo>
                  <a:pt x="202931" y="0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204" name="knowledge-cross-edge">
            <a:extLst>
              <a:ext uri="{FF2B5EF4-FFF2-40B4-BE49-F238E27FC236}">
                <a16:creationId xmlns:a16="http://schemas.microsoft.com/office/drawing/2014/main" id="{5C6491C0-7B20-4A87-8C08-440014AB25B6}"/>
              </a:ext>
            </a:extLst>
          </p:cNvPr>
          <p:cNvSpPr>
            <a:spLocks noGrp="1"/>
          </p:cNvSpPr>
          <p:nvPr/>
        </p:nvSpPr>
        <p:spPr>
          <a:xfrm>
            <a:off x="4972524" y="6722609"/>
            <a:ext cx="401882" cy="258141"/>
          </a:xfrm>
          <a:custGeom>
            <a:avLst/>
            <a:gdLst/>
            <a:ahLst/>
            <a:cxnLst/>
            <a:rect l="0" t="0" r="0" b="0"/>
            <a:pathLst>
              <a:path w="401882" h="258141">
                <a:moveTo>
                  <a:pt x="0" y="258141"/>
                </a:moveTo>
                <a:lnTo>
                  <a:pt x="18938" y="208674"/>
                </a:lnTo>
                <a:lnTo>
                  <a:pt x="40522" y="164464"/>
                </a:lnTo>
                <a:lnTo>
                  <a:pt x="64752" y="125509"/>
                </a:lnTo>
                <a:lnTo>
                  <a:pt x="91627" y="91811"/>
                </a:lnTo>
                <a:lnTo>
                  <a:pt x="121149" y="63369"/>
                </a:lnTo>
                <a:lnTo>
                  <a:pt x="153316" y="40183"/>
                </a:lnTo>
                <a:lnTo>
                  <a:pt x="188129" y="22253"/>
                </a:lnTo>
                <a:lnTo>
                  <a:pt x="225588" y="9579"/>
                </a:lnTo>
                <a:lnTo>
                  <a:pt x="265692" y="2161"/>
                </a:lnTo>
                <a:lnTo>
                  <a:pt x="308443" y="0"/>
                </a:lnTo>
                <a:lnTo>
                  <a:pt x="353839" y="3095"/>
                </a:lnTo>
                <a:lnTo>
                  <a:pt x="401882" y="11446"/>
                </a:lnTo>
              </a:path>
            </a:pathLst>
          </a:custGeom>
          <a:noFill/>
          <a:ln w="4953">
            <a:solidFill>
              <a:srgbClr val="B34059">
                <a:alpha val="12000"/>
              </a:srgbClr>
            </a:solidFill>
            <a:prstDash val="solid"/>
          </a:ln>
        </p:spPr>
      </p:sp>
      <p:sp>
        <p:nvSpPr>
          <p:cNvPr id="205" name="knowledge-edge">
            <a:extLst>
              <a:ext uri="{FF2B5EF4-FFF2-40B4-BE49-F238E27FC236}">
                <a16:creationId xmlns:a16="http://schemas.microsoft.com/office/drawing/2014/main" id="{8D328AC7-0586-4FB4-AE84-98BF4D74F9A7}"/>
              </a:ext>
            </a:extLst>
          </p:cNvPr>
          <p:cNvSpPr>
            <a:spLocks noGrp="1"/>
          </p:cNvSpPr>
          <p:nvPr/>
        </p:nvSpPr>
        <p:spPr>
          <a:xfrm>
            <a:off x="4881766" y="6962600"/>
            <a:ext cx="293689" cy="54757"/>
          </a:xfrm>
          <a:custGeom>
            <a:avLst/>
            <a:gdLst/>
            <a:ahLst/>
            <a:cxnLst/>
            <a:rect l="0" t="0" r="0" b="0"/>
            <a:pathLst>
              <a:path w="293689" h="54757">
                <a:moveTo>
                  <a:pt x="0" y="54757"/>
                </a:moveTo>
                <a:lnTo>
                  <a:pt x="20978" y="47033"/>
                </a:lnTo>
                <a:lnTo>
                  <a:pt x="41956" y="39897"/>
                </a:lnTo>
                <a:lnTo>
                  <a:pt x="62933" y="33346"/>
                </a:lnTo>
                <a:lnTo>
                  <a:pt x="83911" y="27383"/>
                </a:lnTo>
                <a:lnTo>
                  <a:pt x="104889" y="22005"/>
                </a:lnTo>
                <a:lnTo>
                  <a:pt x="125867" y="17214"/>
                </a:lnTo>
                <a:lnTo>
                  <a:pt x="146845" y="13010"/>
                </a:lnTo>
                <a:lnTo>
                  <a:pt x="167822" y="9392"/>
                </a:lnTo>
                <a:lnTo>
                  <a:pt x="188800" y="6361"/>
                </a:lnTo>
                <a:lnTo>
                  <a:pt x="209778" y="3916"/>
                </a:lnTo>
                <a:lnTo>
                  <a:pt x="230756" y="2057"/>
                </a:lnTo>
                <a:lnTo>
                  <a:pt x="251734" y="785"/>
                </a:lnTo>
                <a:lnTo>
                  <a:pt x="272712" y="99"/>
                </a:lnTo>
                <a:lnTo>
                  <a:pt x="293689" y="0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206" name="knowledge-edge">
            <a:extLst>
              <a:ext uri="{FF2B5EF4-FFF2-40B4-BE49-F238E27FC236}">
                <a16:creationId xmlns:a16="http://schemas.microsoft.com/office/drawing/2014/main" id="{7B5A236F-B2FD-42E4-A7FD-9C7F8DCDE9AA}"/>
              </a:ext>
            </a:extLst>
          </p:cNvPr>
          <p:cNvSpPr>
            <a:spLocks noGrp="1"/>
          </p:cNvSpPr>
          <p:nvPr/>
        </p:nvSpPr>
        <p:spPr>
          <a:xfrm>
            <a:off x="5395929" y="5915086"/>
            <a:ext cx="502734" cy="76985"/>
          </a:xfrm>
          <a:custGeom>
            <a:avLst/>
            <a:gdLst/>
            <a:ahLst/>
            <a:cxnLst/>
            <a:rect l="0" t="0" r="0" b="0"/>
            <a:pathLst>
              <a:path w="502734" h="76985">
                <a:moveTo>
                  <a:pt x="0" y="0"/>
                </a:moveTo>
                <a:lnTo>
                  <a:pt x="35910" y="1141"/>
                </a:lnTo>
                <a:lnTo>
                  <a:pt x="71819" y="2952"/>
                </a:lnTo>
                <a:lnTo>
                  <a:pt x="107729" y="5434"/>
                </a:lnTo>
                <a:lnTo>
                  <a:pt x="143638" y="8586"/>
                </a:lnTo>
                <a:lnTo>
                  <a:pt x="179548" y="12409"/>
                </a:lnTo>
                <a:lnTo>
                  <a:pt x="215458" y="16902"/>
                </a:lnTo>
                <a:lnTo>
                  <a:pt x="251367" y="22066"/>
                </a:lnTo>
                <a:lnTo>
                  <a:pt x="287277" y="27900"/>
                </a:lnTo>
                <a:lnTo>
                  <a:pt x="323186" y="34404"/>
                </a:lnTo>
                <a:lnTo>
                  <a:pt x="359096" y="41579"/>
                </a:lnTo>
                <a:lnTo>
                  <a:pt x="395006" y="49425"/>
                </a:lnTo>
                <a:lnTo>
                  <a:pt x="430915" y="57941"/>
                </a:lnTo>
                <a:lnTo>
                  <a:pt x="466825" y="67128"/>
                </a:lnTo>
                <a:lnTo>
                  <a:pt x="502734" y="76985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07" name="knowledge-edge">
            <a:extLst>
              <a:ext uri="{FF2B5EF4-FFF2-40B4-BE49-F238E27FC236}">
                <a16:creationId xmlns:a16="http://schemas.microsoft.com/office/drawing/2014/main" id="{6FCFB9E9-F7D4-4410-98C4-A80CF3280F7C}"/>
              </a:ext>
            </a:extLst>
          </p:cNvPr>
          <p:cNvSpPr>
            <a:spLocks noGrp="1"/>
          </p:cNvSpPr>
          <p:nvPr/>
        </p:nvSpPr>
        <p:spPr>
          <a:xfrm>
            <a:off x="5297149" y="6192050"/>
            <a:ext cx="326434" cy="193390"/>
          </a:xfrm>
          <a:custGeom>
            <a:avLst/>
            <a:gdLst/>
            <a:ahLst/>
            <a:cxnLst/>
            <a:rect l="0" t="0" r="0" b="0"/>
            <a:pathLst>
              <a:path w="326434" h="193390">
                <a:moveTo>
                  <a:pt x="0" y="0"/>
                </a:moveTo>
                <a:lnTo>
                  <a:pt x="23317" y="2588"/>
                </a:lnTo>
                <a:lnTo>
                  <a:pt x="46633" y="6903"/>
                </a:lnTo>
                <a:lnTo>
                  <a:pt x="69950" y="12945"/>
                </a:lnTo>
                <a:lnTo>
                  <a:pt x="93267" y="20714"/>
                </a:lnTo>
                <a:lnTo>
                  <a:pt x="116583" y="30210"/>
                </a:lnTo>
                <a:lnTo>
                  <a:pt x="139900" y="41433"/>
                </a:lnTo>
                <a:lnTo>
                  <a:pt x="163217" y="54383"/>
                </a:lnTo>
                <a:lnTo>
                  <a:pt x="186534" y="69060"/>
                </a:lnTo>
                <a:lnTo>
                  <a:pt x="209850" y="85464"/>
                </a:lnTo>
                <a:lnTo>
                  <a:pt x="233167" y="103596"/>
                </a:lnTo>
                <a:lnTo>
                  <a:pt x="256484" y="123454"/>
                </a:lnTo>
                <a:lnTo>
                  <a:pt x="279800" y="145039"/>
                </a:lnTo>
                <a:lnTo>
                  <a:pt x="303117" y="168351"/>
                </a:lnTo>
                <a:lnTo>
                  <a:pt x="326434" y="193390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08" name="knowledge-cross-edge">
            <a:extLst>
              <a:ext uri="{FF2B5EF4-FFF2-40B4-BE49-F238E27FC236}">
                <a16:creationId xmlns:a16="http://schemas.microsoft.com/office/drawing/2014/main" id="{5A976672-EAE8-409A-932C-FD8F6334BC3F}"/>
              </a:ext>
            </a:extLst>
          </p:cNvPr>
          <p:cNvSpPr>
            <a:spLocks noGrp="1"/>
          </p:cNvSpPr>
          <p:nvPr/>
        </p:nvSpPr>
        <p:spPr>
          <a:xfrm>
            <a:off x="5297149" y="6189294"/>
            <a:ext cx="429140" cy="441385"/>
          </a:xfrm>
          <a:custGeom>
            <a:avLst/>
            <a:gdLst/>
            <a:ahLst/>
            <a:cxnLst/>
            <a:rect l="0" t="0" r="0" b="0"/>
            <a:pathLst>
              <a:path w="429140" h="441385">
                <a:moveTo>
                  <a:pt x="0" y="2756"/>
                </a:moveTo>
                <a:lnTo>
                  <a:pt x="50314" y="0"/>
                </a:lnTo>
                <a:lnTo>
                  <a:pt x="97982" y="4391"/>
                </a:lnTo>
                <a:lnTo>
                  <a:pt x="143004" y="15929"/>
                </a:lnTo>
                <a:lnTo>
                  <a:pt x="185380" y="34614"/>
                </a:lnTo>
                <a:lnTo>
                  <a:pt x="225111" y="60446"/>
                </a:lnTo>
                <a:lnTo>
                  <a:pt x="262195" y="93425"/>
                </a:lnTo>
                <a:lnTo>
                  <a:pt x="296634" y="133551"/>
                </a:lnTo>
                <a:lnTo>
                  <a:pt x="328427" y="180824"/>
                </a:lnTo>
                <a:lnTo>
                  <a:pt x="357574" y="235243"/>
                </a:lnTo>
                <a:lnTo>
                  <a:pt x="384075" y="296810"/>
                </a:lnTo>
                <a:lnTo>
                  <a:pt x="407931" y="365524"/>
                </a:lnTo>
                <a:lnTo>
                  <a:pt x="429140" y="441385"/>
                </a:lnTo>
              </a:path>
            </a:pathLst>
          </a:custGeom>
          <a:noFill/>
          <a:ln w="5334">
            <a:solidFill>
              <a:srgbClr val="C6414D">
                <a:alpha val="13000"/>
              </a:srgbClr>
            </a:solidFill>
            <a:prstDash val="solid"/>
          </a:ln>
        </p:spPr>
      </p:sp>
      <p:sp>
        <p:nvSpPr>
          <p:cNvPr id="209" name="knowledge-cross-edge">
            <a:extLst>
              <a:ext uri="{FF2B5EF4-FFF2-40B4-BE49-F238E27FC236}">
                <a16:creationId xmlns:a16="http://schemas.microsoft.com/office/drawing/2014/main" id="{A182C83E-8539-474C-AB5D-59A12B0862D6}"/>
              </a:ext>
            </a:extLst>
          </p:cNvPr>
          <p:cNvSpPr>
            <a:spLocks noGrp="1"/>
          </p:cNvSpPr>
          <p:nvPr/>
        </p:nvSpPr>
        <p:spPr>
          <a:xfrm>
            <a:off x="5297149" y="5992071"/>
            <a:ext cx="601514" cy="199979"/>
          </a:xfrm>
          <a:custGeom>
            <a:avLst/>
            <a:gdLst/>
            <a:ahLst/>
            <a:cxnLst/>
            <a:rect l="0" t="0" r="0" b="0"/>
            <a:pathLst>
              <a:path w="601514" h="199979">
                <a:moveTo>
                  <a:pt x="0" y="199979"/>
                </a:moveTo>
                <a:lnTo>
                  <a:pt x="35574" y="167803"/>
                </a:lnTo>
                <a:lnTo>
                  <a:pt x="73794" y="138447"/>
                </a:lnTo>
                <a:lnTo>
                  <a:pt x="114660" y="111911"/>
                </a:lnTo>
                <a:lnTo>
                  <a:pt x="158171" y="88195"/>
                </a:lnTo>
                <a:lnTo>
                  <a:pt x="204329" y="67300"/>
                </a:lnTo>
                <a:lnTo>
                  <a:pt x="253132" y="49225"/>
                </a:lnTo>
                <a:lnTo>
                  <a:pt x="304581" y="33970"/>
                </a:lnTo>
                <a:lnTo>
                  <a:pt x="358676" y="21536"/>
                </a:lnTo>
                <a:lnTo>
                  <a:pt x="415417" y="11921"/>
                </a:lnTo>
                <a:lnTo>
                  <a:pt x="474803" y="5127"/>
                </a:lnTo>
                <a:lnTo>
                  <a:pt x="536836" y="1153"/>
                </a:lnTo>
                <a:lnTo>
                  <a:pt x="601514" y="0"/>
                </a:lnTo>
              </a:path>
            </a:pathLst>
          </a:custGeom>
          <a:noFill/>
          <a:ln w="4953">
            <a:solidFill>
              <a:srgbClr val="C6414D">
                <a:alpha val="12000"/>
              </a:srgbClr>
            </a:solidFill>
            <a:prstDash val="solid"/>
          </a:ln>
        </p:spPr>
      </p:sp>
      <p:sp>
        <p:nvSpPr>
          <p:cNvPr id="210" name="knowledge-edge">
            <a:extLst>
              <a:ext uri="{FF2B5EF4-FFF2-40B4-BE49-F238E27FC236}">
                <a16:creationId xmlns:a16="http://schemas.microsoft.com/office/drawing/2014/main" id="{8C7C5495-CFB1-4D00-8BA0-3807A60740DE}"/>
              </a:ext>
            </a:extLst>
          </p:cNvPr>
          <p:cNvSpPr>
            <a:spLocks noGrp="1"/>
          </p:cNvSpPr>
          <p:nvPr/>
        </p:nvSpPr>
        <p:spPr>
          <a:xfrm>
            <a:off x="5291066" y="6459318"/>
            <a:ext cx="435224" cy="171361"/>
          </a:xfrm>
          <a:custGeom>
            <a:avLst/>
            <a:gdLst/>
            <a:ahLst/>
            <a:cxnLst/>
            <a:rect l="0" t="0" r="0" b="0"/>
            <a:pathLst>
              <a:path w="435224" h="171361">
                <a:moveTo>
                  <a:pt x="0" y="13319"/>
                </a:moveTo>
                <a:lnTo>
                  <a:pt x="31087" y="6020"/>
                </a:lnTo>
                <a:lnTo>
                  <a:pt x="62175" y="1580"/>
                </a:lnTo>
                <a:lnTo>
                  <a:pt x="93262" y="0"/>
                </a:lnTo>
                <a:lnTo>
                  <a:pt x="124350" y="1280"/>
                </a:lnTo>
                <a:lnTo>
                  <a:pt x="155437" y="5419"/>
                </a:lnTo>
                <a:lnTo>
                  <a:pt x="186524" y="12418"/>
                </a:lnTo>
                <a:lnTo>
                  <a:pt x="217612" y="22277"/>
                </a:lnTo>
                <a:lnTo>
                  <a:pt x="248699" y="34996"/>
                </a:lnTo>
                <a:lnTo>
                  <a:pt x="279787" y="50574"/>
                </a:lnTo>
                <a:lnTo>
                  <a:pt x="310874" y="69012"/>
                </a:lnTo>
                <a:lnTo>
                  <a:pt x="341962" y="90310"/>
                </a:lnTo>
                <a:lnTo>
                  <a:pt x="373049" y="114467"/>
                </a:lnTo>
                <a:lnTo>
                  <a:pt x="404136" y="141484"/>
                </a:lnTo>
                <a:lnTo>
                  <a:pt x="435224" y="171361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11" name="knowledge-cross-edge">
            <a:extLst>
              <a:ext uri="{FF2B5EF4-FFF2-40B4-BE49-F238E27FC236}">
                <a16:creationId xmlns:a16="http://schemas.microsoft.com/office/drawing/2014/main" id="{EA852CBE-BD38-4C1C-910F-33D7ED23341E}"/>
              </a:ext>
            </a:extLst>
          </p:cNvPr>
          <p:cNvSpPr>
            <a:spLocks noGrp="1"/>
          </p:cNvSpPr>
          <p:nvPr/>
        </p:nvSpPr>
        <p:spPr>
          <a:xfrm>
            <a:off x="5291066" y="6472516"/>
            <a:ext cx="335441" cy="319287"/>
          </a:xfrm>
          <a:custGeom>
            <a:avLst/>
            <a:gdLst/>
            <a:ahLst/>
            <a:cxnLst/>
            <a:rect l="0" t="0" r="0" b="0"/>
            <a:pathLst>
              <a:path w="335441" h="319287">
                <a:moveTo>
                  <a:pt x="0" y="121"/>
                </a:moveTo>
                <a:lnTo>
                  <a:pt x="42505" y="0"/>
                </a:lnTo>
                <a:lnTo>
                  <a:pt x="82365" y="4737"/>
                </a:lnTo>
                <a:lnTo>
                  <a:pt x="119579" y="14332"/>
                </a:lnTo>
                <a:lnTo>
                  <a:pt x="154147" y="28784"/>
                </a:lnTo>
                <a:lnTo>
                  <a:pt x="186069" y="48095"/>
                </a:lnTo>
                <a:lnTo>
                  <a:pt x="215345" y="72263"/>
                </a:lnTo>
                <a:lnTo>
                  <a:pt x="241976" y="101289"/>
                </a:lnTo>
                <a:lnTo>
                  <a:pt x="265960" y="135173"/>
                </a:lnTo>
                <a:lnTo>
                  <a:pt x="287299" y="173915"/>
                </a:lnTo>
                <a:lnTo>
                  <a:pt x="305992" y="217515"/>
                </a:lnTo>
                <a:lnTo>
                  <a:pt x="322039" y="265972"/>
                </a:lnTo>
                <a:lnTo>
                  <a:pt x="335441" y="319287"/>
                </a:lnTo>
              </a:path>
            </a:pathLst>
          </a:custGeom>
          <a:noFill/>
          <a:ln w="5334">
            <a:solidFill>
              <a:srgbClr val="C6414D">
                <a:alpha val="13000"/>
              </a:srgbClr>
            </a:solidFill>
            <a:prstDash val="solid"/>
          </a:ln>
        </p:spPr>
      </p:sp>
      <p:sp>
        <p:nvSpPr>
          <p:cNvPr id="212" name="knowledge-edge">
            <a:extLst>
              <a:ext uri="{FF2B5EF4-FFF2-40B4-BE49-F238E27FC236}">
                <a16:creationId xmlns:a16="http://schemas.microsoft.com/office/drawing/2014/main" id="{8CC1EB2C-CEBB-4389-B72F-09544855165F}"/>
              </a:ext>
            </a:extLst>
          </p:cNvPr>
          <p:cNvSpPr>
            <a:spLocks noGrp="1"/>
          </p:cNvSpPr>
          <p:nvPr/>
        </p:nvSpPr>
        <p:spPr>
          <a:xfrm>
            <a:off x="5314589" y="6636798"/>
            <a:ext cx="311917" cy="155006"/>
          </a:xfrm>
          <a:custGeom>
            <a:avLst/>
            <a:gdLst/>
            <a:ahLst/>
            <a:cxnLst/>
            <a:rect l="0" t="0" r="0" b="0"/>
            <a:pathLst>
              <a:path w="311917" h="155006">
                <a:moveTo>
                  <a:pt x="0" y="8514"/>
                </a:moveTo>
                <a:lnTo>
                  <a:pt x="22280" y="3258"/>
                </a:lnTo>
                <a:lnTo>
                  <a:pt x="44560" y="420"/>
                </a:lnTo>
                <a:lnTo>
                  <a:pt x="66839" y="0"/>
                </a:lnTo>
                <a:lnTo>
                  <a:pt x="89119" y="1999"/>
                </a:lnTo>
                <a:lnTo>
                  <a:pt x="111399" y="6416"/>
                </a:lnTo>
                <a:lnTo>
                  <a:pt x="133679" y="13252"/>
                </a:lnTo>
                <a:lnTo>
                  <a:pt x="155959" y="22507"/>
                </a:lnTo>
                <a:lnTo>
                  <a:pt x="178238" y="34180"/>
                </a:lnTo>
                <a:lnTo>
                  <a:pt x="200518" y="48271"/>
                </a:lnTo>
                <a:lnTo>
                  <a:pt x="222798" y="64781"/>
                </a:lnTo>
                <a:lnTo>
                  <a:pt x="245078" y="83709"/>
                </a:lnTo>
                <a:lnTo>
                  <a:pt x="267357" y="105056"/>
                </a:lnTo>
                <a:lnTo>
                  <a:pt x="289637" y="128822"/>
                </a:lnTo>
                <a:lnTo>
                  <a:pt x="311917" y="155006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13" name="knowledge-cross-edge">
            <a:extLst>
              <a:ext uri="{FF2B5EF4-FFF2-40B4-BE49-F238E27FC236}">
                <a16:creationId xmlns:a16="http://schemas.microsoft.com/office/drawing/2014/main" id="{B8BA9370-02B1-49A3-9745-0B2DC11D7297}"/>
              </a:ext>
            </a:extLst>
          </p:cNvPr>
          <p:cNvSpPr>
            <a:spLocks noGrp="1"/>
          </p:cNvSpPr>
          <p:nvPr/>
        </p:nvSpPr>
        <p:spPr>
          <a:xfrm>
            <a:off x="5314589" y="6645312"/>
            <a:ext cx="545039" cy="90104"/>
          </a:xfrm>
          <a:custGeom>
            <a:avLst/>
            <a:gdLst/>
            <a:ahLst/>
            <a:cxnLst/>
            <a:rect l="0" t="0" r="0" b="0"/>
            <a:pathLst>
              <a:path w="545039" h="90104">
                <a:moveTo>
                  <a:pt x="0" y="0"/>
                </a:moveTo>
                <a:lnTo>
                  <a:pt x="59972" y="8771"/>
                </a:lnTo>
                <a:lnTo>
                  <a:pt x="117298" y="17312"/>
                </a:lnTo>
                <a:lnTo>
                  <a:pt x="171979" y="25624"/>
                </a:lnTo>
                <a:lnTo>
                  <a:pt x="224013" y="33707"/>
                </a:lnTo>
                <a:lnTo>
                  <a:pt x="273402" y="41560"/>
                </a:lnTo>
                <a:lnTo>
                  <a:pt x="320145" y="49183"/>
                </a:lnTo>
                <a:lnTo>
                  <a:pt x="364242" y="56577"/>
                </a:lnTo>
                <a:lnTo>
                  <a:pt x="405693" y="63741"/>
                </a:lnTo>
                <a:lnTo>
                  <a:pt x="444498" y="70676"/>
                </a:lnTo>
                <a:lnTo>
                  <a:pt x="480658" y="77382"/>
                </a:lnTo>
                <a:lnTo>
                  <a:pt x="514171" y="83858"/>
                </a:lnTo>
                <a:lnTo>
                  <a:pt x="545039" y="90104"/>
                </a:lnTo>
              </a:path>
            </a:pathLst>
          </a:custGeom>
          <a:noFill/>
          <a:ln w="5334">
            <a:solidFill>
              <a:srgbClr val="C6414D">
                <a:alpha val="13000"/>
              </a:srgbClr>
            </a:solidFill>
            <a:prstDash val="solid"/>
          </a:ln>
        </p:spPr>
      </p:sp>
      <p:sp>
        <p:nvSpPr>
          <p:cNvPr id="214" name="knowledge-edge">
            <a:extLst>
              <a:ext uri="{FF2B5EF4-FFF2-40B4-BE49-F238E27FC236}">
                <a16:creationId xmlns:a16="http://schemas.microsoft.com/office/drawing/2014/main" id="{851CB5F8-6681-4839-8E30-B2EF6599D653}"/>
              </a:ext>
            </a:extLst>
          </p:cNvPr>
          <p:cNvSpPr>
            <a:spLocks noGrp="1"/>
          </p:cNvSpPr>
          <p:nvPr/>
        </p:nvSpPr>
        <p:spPr>
          <a:xfrm>
            <a:off x="5374406" y="6726871"/>
            <a:ext cx="485223" cy="9525"/>
          </a:xfrm>
          <a:custGeom>
            <a:avLst/>
            <a:gdLst/>
            <a:ahLst/>
            <a:cxnLst/>
            <a:rect l="0" t="0" r="0" b="0"/>
            <a:pathLst>
              <a:path w="485223" h="9525">
                <a:moveTo>
                  <a:pt x="0" y="7184"/>
                </a:moveTo>
                <a:lnTo>
                  <a:pt x="34659" y="5195"/>
                </a:lnTo>
                <a:lnTo>
                  <a:pt x="69318" y="3527"/>
                </a:lnTo>
                <a:lnTo>
                  <a:pt x="103976" y="2179"/>
                </a:lnTo>
                <a:lnTo>
                  <a:pt x="138635" y="1153"/>
                </a:lnTo>
                <a:lnTo>
                  <a:pt x="173294" y="448"/>
                </a:lnTo>
                <a:lnTo>
                  <a:pt x="207953" y="63"/>
                </a:lnTo>
                <a:lnTo>
                  <a:pt x="242612" y="0"/>
                </a:lnTo>
                <a:lnTo>
                  <a:pt x="277270" y="258"/>
                </a:lnTo>
                <a:lnTo>
                  <a:pt x="311929" y="837"/>
                </a:lnTo>
                <a:lnTo>
                  <a:pt x="346588" y="1736"/>
                </a:lnTo>
                <a:lnTo>
                  <a:pt x="381247" y="2957"/>
                </a:lnTo>
                <a:lnTo>
                  <a:pt x="415906" y="4499"/>
                </a:lnTo>
                <a:lnTo>
                  <a:pt x="450564" y="6362"/>
                </a:lnTo>
                <a:lnTo>
                  <a:pt x="485223" y="8546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15" name="knowledge-cross-edge">
            <a:extLst>
              <a:ext uri="{FF2B5EF4-FFF2-40B4-BE49-F238E27FC236}">
                <a16:creationId xmlns:a16="http://schemas.microsoft.com/office/drawing/2014/main" id="{FC8C1D9E-61CE-476E-98E3-3021C78D897C}"/>
              </a:ext>
            </a:extLst>
          </p:cNvPr>
          <p:cNvSpPr>
            <a:spLocks noGrp="1"/>
          </p:cNvSpPr>
          <p:nvPr/>
        </p:nvSpPr>
        <p:spPr>
          <a:xfrm>
            <a:off x="5374406" y="6734055"/>
            <a:ext cx="492660" cy="149086"/>
          </a:xfrm>
          <a:custGeom>
            <a:avLst/>
            <a:gdLst/>
            <a:ahLst/>
            <a:cxnLst/>
            <a:rect l="0" t="0" r="0" b="0"/>
            <a:pathLst>
              <a:path w="492660" h="149086">
                <a:moveTo>
                  <a:pt x="0" y="0"/>
                </a:moveTo>
                <a:lnTo>
                  <a:pt x="55607" y="97"/>
                </a:lnTo>
                <a:lnTo>
                  <a:pt x="108568" y="2436"/>
                </a:lnTo>
                <a:lnTo>
                  <a:pt x="158884" y="7015"/>
                </a:lnTo>
                <a:lnTo>
                  <a:pt x="206553" y="13836"/>
                </a:lnTo>
                <a:lnTo>
                  <a:pt x="251577" y="22898"/>
                </a:lnTo>
                <a:lnTo>
                  <a:pt x="293955" y="34201"/>
                </a:lnTo>
                <a:lnTo>
                  <a:pt x="333687" y="47746"/>
                </a:lnTo>
                <a:lnTo>
                  <a:pt x="370773" y="63531"/>
                </a:lnTo>
                <a:lnTo>
                  <a:pt x="405214" y="81558"/>
                </a:lnTo>
                <a:lnTo>
                  <a:pt x="437009" y="101826"/>
                </a:lnTo>
                <a:lnTo>
                  <a:pt x="466157" y="124335"/>
                </a:lnTo>
                <a:lnTo>
                  <a:pt x="492660" y="149086"/>
                </a:lnTo>
              </a:path>
            </a:pathLst>
          </a:custGeom>
          <a:noFill/>
          <a:ln w="5334">
            <a:solidFill>
              <a:srgbClr val="C6414D">
                <a:alpha val="13000"/>
              </a:srgbClr>
            </a:solidFill>
            <a:prstDash val="solid"/>
          </a:ln>
        </p:spPr>
      </p:sp>
      <p:sp>
        <p:nvSpPr>
          <p:cNvPr id="216" name="knowledge-edge">
            <a:extLst>
              <a:ext uri="{FF2B5EF4-FFF2-40B4-BE49-F238E27FC236}">
                <a16:creationId xmlns:a16="http://schemas.microsoft.com/office/drawing/2014/main" id="{EADA0CCA-B5F0-4215-BBC0-4AC2F4BD8FFE}"/>
              </a:ext>
            </a:extLst>
          </p:cNvPr>
          <p:cNvSpPr>
            <a:spLocks noGrp="1"/>
          </p:cNvSpPr>
          <p:nvPr/>
        </p:nvSpPr>
        <p:spPr>
          <a:xfrm>
            <a:off x="5313150" y="6883141"/>
            <a:ext cx="553916" cy="48868"/>
          </a:xfrm>
          <a:custGeom>
            <a:avLst/>
            <a:gdLst/>
            <a:ahLst/>
            <a:cxnLst/>
            <a:rect l="0" t="0" r="0" b="0"/>
            <a:pathLst>
              <a:path w="553916" h="48868">
                <a:moveTo>
                  <a:pt x="0" y="25197"/>
                </a:moveTo>
                <a:lnTo>
                  <a:pt x="39565" y="32733"/>
                </a:lnTo>
                <a:lnTo>
                  <a:pt x="79131" y="38832"/>
                </a:lnTo>
                <a:lnTo>
                  <a:pt x="118696" y="43496"/>
                </a:lnTo>
                <a:lnTo>
                  <a:pt x="158262" y="46723"/>
                </a:lnTo>
                <a:lnTo>
                  <a:pt x="197827" y="48514"/>
                </a:lnTo>
                <a:lnTo>
                  <a:pt x="237392" y="48868"/>
                </a:lnTo>
                <a:lnTo>
                  <a:pt x="276958" y="47787"/>
                </a:lnTo>
                <a:lnTo>
                  <a:pt x="316523" y="45269"/>
                </a:lnTo>
                <a:lnTo>
                  <a:pt x="356089" y="41315"/>
                </a:lnTo>
                <a:lnTo>
                  <a:pt x="395654" y="35924"/>
                </a:lnTo>
                <a:lnTo>
                  <a:pt x="435220" y="29098"/>
                </a:lnTo>
                <a:lnTo>
                  <a:pt x="474785" y="20835"/>
                </a:lnTo>
                <a:lnTo>
                  <a:pt x="514350" y="11135"/>
                </a:lnTo>
                <a:lnTo>
                  <a:pt x="553916" y="0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17" name="knowledge-cross-edge">
            <a:extLst>
              <a:ext uri="{FF2B5EF4-FFF2-40B4-BE49-F238E27FC236}">
                <a16:creationId xmlns:a16="http://schemas.microsoft.com/office/drawing/2014/main" id="{9BCAA720-F3CD-4CB3-AABC-517DB46F733B}"/>
              </a:ext>
            </a:extLst>
          </p:cNvPr>
          <p:cNvSpPr>
            <a:spLocks noGrp="1"/>
          </p:cNvSpPr>
          <p:nvPr/>
        </p:nvSpPr>
        <p:spPr>
          <a:xfrm>
            <a:off x="5313150" y="6908337"/>
            <a:ext cx="489736" cy="26915"/>
          </a:xfrm>
          <a:custGeom>
            <a:avLst/>
            <a:gdLst/>
            <a:ahLst/>
            <a:cxnLst/>
            <a:rect l="0" t="0" r="0" b="0"/>
            <a:pathLst>
              <a:path w="489736" h="26915">
                <a:moveTo>
                  <a:pt x="0" y="0"/>
                </a:moveTo>
                <a:lnTo>
                  <a:pt x="55363" y="7212"/>
                </a:lnTo>
                <a:lnTo>
                  <a:pt x="108081" y="13301"/>
                </a:lnTo>
                <a:lnTo>
                  <a:pt x="158153" y="18269"/>
                </a:lnTo>
                <a:lnTo>
                  <a:pt x="205579" y="22114"/>
                </a:lnTo>
                <a:lnTo>
                  <a:pt x="250359" y="24836"/>
                </a:lnTo>
                <a:lnTo>
                  <a:pt x="292493" y="26437"/>
                </a:lnTo>
                <a:lnTo>
                  <a:pt x="331982" y="26915"/>
                </a:lnTo>
                <a:lnTo>
                  <a:pt x="368824" y="26271"/>
                </a:lnTo>
                <a:lnTo>
                  <a:pt x="403021" y="24504"/>
                </a:lnTo>
                <a:lnTo>
                  <a:pt x="434572" y="21615"/>
                </a:lnTo>
                <a:lnTo>
                  <a:pt x="463477" y="17604"/>
                </a:lnTo>
                <a:lnTo>
                  <a:pt x="489736" y="12471"/>
                </a:lnTo>
              </a:path>
            </a:pathLst>
          </a:custGeom>
          <a:noFill/>
          <a:ln w="5334">
            <a:solidFill>
              <a:srgbClr val="C6414D">
                <a:alpha val="13000"/>
              </a:srgbClr>
            </a:solidFill>
            <a:prstDash val="solid"/>
          </a:ln>
        </p:spPr>
      </p:sp>
      <p:sp>
        <p:nvSpPr>
          <p:cNvPr id="218" name="knowledge-cross-edge">
            <a:extLst>
              <a:ext uri="{FF2B5EF4-FFF2-40B4-BE49-F238E27FC236}">
                <a16:creationId xmlns:a16="http://schemas.microsoft.com/office/drawing/2014/main" id="{E19CC89D-45A5-4F4C-85E2-59E947BBC823}"/>
              </a:ext>
            </a:extLst>
          </p:cNvPr>
          <p:cNvSpPr>
            <a:spLocks noGrp="1"/>
          </p:cNvSpPr>
          <p:nvPr/>
        </p:nvSpPr>
        <p:spPr>
          <a:xfrm>
            <a:off x="5313150" y="6731313"/>
            <a:ext cx="546479" cy="177024"/>
          </a:xfrm>
          <a:custGeom>
            <a:avLst/>
            <a:gdLst/>
            <a:ahLst/>
            <a:cxnLst/>
            <a:rect l="0" t="0" r="0" b="0"/>
            <a:pathLst>
              <a:path w="546479" h="177024">
                <a:moveTo>
                  <a:pt x="0" y="177024"/>
                </a:moveTo>
                <a:lnTo>
                  <a:pt x="30988" y="144506"/>
                </a:lnTo>
                <a:lnTo>
                  <a:pt x="64621" y="115281"/>
                </a:lnTo>
                <a:lnTo>
                  <a:pt x="100901" y="89347"/>
                </a:lnTo>
                <a:lnTo>
                  <a:pt x="139826" y="66706"/>
                </a:lnTo>
                <a:lnTo>
                  <a:pt x="181397" y="47358"/>
                </a:lnTo>
                <a:lnTo>
                  <a:pt x="225614" y="31302"/>
                </a:lnTo>
                <a:lnTo>
                  <a:pt x="272477" y="18538"/>
                </a:lnTo>
                <a:lnTo>
                  <a:pt x="321986" y="9066"/>
                </a:lnTo>
                <a:lnTo>
                  <a:pt x="374140" y="2887"/>
                </a:lnTo>
                <a:lnTo>
                  <a:pt x="428941" y="0"/>
                </a:lnTo>
                <a:lnTo>
                  <a:pt x="486387" y="405"/>
                </a:lnTo>
                <a:lnTo>
                  <a:pt x="546479" y="4103"/>
                </a:lnTo>
              </a:path>
            </a:pathLst>
          </a:custGeom>
          <a:noFill/>
          <a:ln w="4953">
            <a:solidFill>
              <a:srgbClr val="C6414D">
                <a:alpha val="12000"/>
              </a:srgbClr>
            </a:solidFill>
            <a:prstDash val="solid"/>
          </a:ln>
        </p:spPr>
      </p:sp>
      <p:sp>
        <p:nvSpPr>
          <p:cNvPr id="219" name="knowledge-long-edge">
            <a:extLst>
              <a:ext uri="{FF2B5EF4-FFF2-40B4-BE49-F238E27FC236}">
                <a16:creationId xmlns:a16="http://schemas.microsoft.com/office/drawing/2014/main" id="{075F4DEA-530B-4ACD-8CFA-A972A9C263CD}"/>
              </a:ext>
            </a:extLst>
          </p:cNvPr>
          <p:cNvSpPr>
            <a:spLocks noGrp="1"/>
          </p:cNvSpPr>
          <p:nvPr/>
        </p:nvSpPr>
        <p:spPr>
          <a:xfrm>
            <a:off x="5313150" y="6691501"/>
            <a:ext cx="801244" cy="404231"/>
          </a:xfrm>
          <a:custGeom>
            <a:avLst/>
            <a:gdLst/>
            <a:ahLst/>
            <a:cxnLst/>
            <a:rect l="0" t="0" r="0" b="0"/>
            <a:pathLst>
              <a:path w="801244" h="404231">
                <a:moveTo>
                  <a:pt x="0" y="216837"/>
                </a:moveTo>
                <a:lnTo>
                  <a:pt x="50078" y="157401"/>
                </a:lnTo>
                <a:lnTo>
                  <a:pt x="100155" y="107451"/>
                </a:lnTo>
                <a:lnTo>
                  <a:pt x="150233" y="66988"/>
                </a:lnTo>
                <a:lnTo>
                  <a:pt x="200311" y="36012"/>
                </a:lnTo>
                <a:lnTo>
                  <a:pt x="250389" y="14521"/>
                </a:lnTo>
                <a:lnTo>
                  <a:pt x="300466" y="2517"/>
                </a:lnTo>
                <a:lnTo>
                  <a:pt x="350544" y="0"/>
                </a:lnTo>
                <a:lnTo>
                  <a:pt x="400622" y="6969"/>
                </a:lnTo>
                <a:lnTo>
                  <a:pt x="450700" y="23424"/>
                </a:lnTo>
                <a:lnTo>
                  <a:pt x="500777" y="49366"/>
                </a:lnTo>
                <a:lnTo>
                  <a:pt x="550855" y="84794"/>
                </a:lnTo>
                <a:lnTo>
                  <a:pt x="600933" y="129709"/>
                </a:lnTo>
                <a:lnTo>
                  <a:pt x="651010" y="184110"/>
                </a:lnTo>
                <a:lnTo>
                  <a:pt x="701088" y="247997"/>
                </a:lnTo>
                <a:lnTo>
                  <a:pt x="751166" y="321371"/>
                </a:lnTo>
                <a:lnTo>
                  <a:pt x="801244" y="404231"/>
                </a:lnTo>
              </a:path>
            </a:pathLst>
          </a:custGeom>
          <a:noFill/>
          <a:ln w="4286">
            <a:solidFill>
              <a:srgbClr val="C6414D">
                <a:alpha val="9000"/>
              </a:srgbClr>
            </a:solidFill>
            <a:prstDash val="solid"/>
          </a:ln>
        </p:spPr>
      </p:sp>
      <p:sp>
        <p:nvSpPr>
          <p:cNvPr id="220" name="knowledge-edge">
            <a:extLst>
              <a:ext uri="{FF2B5EF4-FFF2-40B4-BE49-F238E27FC236}">
                <a16:creationId xmlns:a16="http://schemas.microsoft.com/office/drawing/2014/main" id="{56064D48-049C-4DF9-BE25-A903C579C289}"/>
              </a:ext>
            </a:extLst>
          </p:cNvPr>
          <p:cNvSpPr>
            <a:spLocks noGrp="1"/>
          </p:cNvSpPr>
          <p:nvPr/>
        </p:nvSpPr>
        <p:spPr>
          <a:xfrm>
            <a:off x="5175455" y="6908688"/>
            <a:ext cx="627431" cy="53912"/>
          </a:xfrm>
          <a:custGeom>
            <a:avLst/>
            <a:gdLst/>
            <a:ahLst/>
            <a:cxnLst/>
            <a:rect l="0" t="0" r="0" b="0"/>
            <a:pathLst>
              <a:path w="627431" h="53912">
                <a:moveTo>
                  <a:pt x="0" y="53912"/>
                </a:moveTo>
                <a:lnTo>
                  <a:pt x="44817" y="43114"/>
                </a:lnTo>
                <a:lnTo>
                  <a:pt x="89633" y="33517"/>
                </a:lnTo>
                <a:lnTo>
                  <a:pt x="134450" y="25123"/>
                </a:lnTo>
                <a:lnTo>
                  <a:pt x="179266" y="17931"/>
                </a:lnTo>
                <a:lnTo>
                  <a:pt x="224083" y="11941"/>
                </a:lnTo>
                <a:lnTo>
                  <a:pt x="268899" y="7152"/>
                </a:lnTo>
                <a:lnTo>
                  <a:pt x="313716" y="3566"/>
                </a:lnTo>
                <a:lnTo>
                  <a:pt x="358532" y="1182"/>
                </a:lnTo>
                <a:lnTo>
                  <a:pt x="403349" y="0"/>
                </a:lnTo>
                <a:lnTo>
                  <a:pt x="448165" y="20"/>
                </a:lnTo>
                <a:lnTo>
                  <a:pt x="492982" y="1242"/>
                </a:lnTo>
                <a:lnTo>
                  <a:pt x="537798" y="3666"/>
                </a:lnTo>
                <a:lnTo>
                  <a:pt x="582615" y="7292"/>
                </a:lnTo>
                <a:lnTo>
                  <a:pt x="627431" y="12120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21" name="knowledge-edge">
            <a:extLst>
              <a:ext uri="{FF2B5EF4-FFF2-40B4-BE49-F238E27FC236}">
                <a16:creationId xmlns:a16="http://schemas.microsoft.com/office/drawing/2014/main" id="{D0815F32-9AD2-4A20-A34D-BCA341D57529}"/>
              </a:ext>
            </a:extLst>
          </p:cNvPr>
          <p:cNvSpPr>
            <a:spLocks noGrp="1"/>
          </p:cNvSpPr>
          <p:nvPr/>
        </p:nvSpPr>
        <p:spPr>
          <a:xfrm>
            <a:off x="5898663" y="5992071"/>
            <a:ext cx="135317" cy="101627"/>
          </a:xfrm>
          <a:custGeom>
            <a:avLst/>
            <a:gdLst/>
            <a:ahLst/>
            <a:cxnLst/>
            <a:rect l="0" t="0" r="0" b="0"/>
            <a:pathLst>
              <a:path w="135317" h="101627">
                <a:moveTo>
                  <a:pt x="0" y="0"/>
                </a:moveTo>
                <a:lnTo>
                  <a:pt x="9665" y="22723"/>
                </a:lnTo>
                <a:lnTo>
                  <a:pt x="19331" y="42584"/>
                </a:lnTo>
                <a:lnTo>
                  <a:pt x="28996" y="59582"/>
                </a:lnTo>
                <a:lnTo>
                  <a:pt x="38662" y="73716"/>
                </a:lnTo>
                <a:lnTo>
                  <a:pt x="48327" y="84988"/>
                </a:lnTo>
                <a:lnTo>
                  <a:pt x="57993" y="93397"/>
                </a:lnTo>
                <a:lnTo>
                  <a:pt x="67658" y="98944"/>
                </a:lnTo>
                <a:lnTo>
                  <a:pt x="77324" y="101627"/>
                </a:lnTo>
                <a:lnTo>
                  <a:pt x="86989" y="101447"/>
                </a:lnTo>
                <a:lnTo>
                  <a:pt x="96655" y="98405"/>
                </a:lnTo>
                <a:lnTo>
                  <a:pt x="106320" y="92500"/>
                </a:lnTo>
                <a:lnTo>
                  <a:pt x="115986" y="83731"/>
                </a:lnTo>
                <a:lnTo>
                  <a:pt x="125651" y="72100"/>
                </a:lnTo>
                <a:lnTo>
                  <a:pt x="135317" y="57606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22" name="knowledge-cross-edge">
            <a:extLst>
              <a:ext uri="{FF2B5EF4-FFF2-40B4-BE49-F238E27FC236}">
                <a16:creationId xmlns:a16="http://schemas.microsoft.com/office/drawing/2014/main" id="{4E5B2395-6135-4BCA-94DD-57806727A1DF}"/>
              </a:ext>
            </a:extLst>
          </p:cNvPr>
          <p:cNvSpPr>
            <a:spLocks noGrp="1"/>
          </p:cNvSpPr>
          <p:nvPr/>
        </p:nvSpPr>
        <p:spPr>
          <a:xfrm>
            <a:off x="5898663" y="5992054"/>
            <a:ext cx="216245" cy="372367"/>
          </a:xfrm>
          <a:custGeom>
            <a:avLst/>
            <a:gdLst/>
            <a:ahLst/>
            <a:cxnLst/>
            <a:rect l="0" t="0" r="0" b="0"/>
            <a:pathLst>
              <a:path w="216245" h="372367">
                <a:moveTo>
                  <a:pt x="0" y="17"/>
                </a:moveTo>
                <a:lnTo>
                  <a:pt x="32573" y="0"/>
                </a:lnTo>
                <a:lnTo>
                  <a:pt x="62499" y="5628"/>
                </a:lnTo>
                <a:lnTo>
                  <a:pt x="89780" y="16900"/>
                </a:lnTo>
                <a:lnTo>
                  <a:pt x="114415" y="33818"/>
                </a:lnTo>
                <a:lnTo>
                  <a:pt x="136404" y="56380"/>
                </a:lnTo>
                <a:lnTo>
                  <a:pt x="155748" y="84586"/>
                </a:lnTo>
                <a:lnTo>
                  <a:pt x="172445" y="118438"/>
                </a:lnTo>
                <a:lnTo>
                  <a:pt x="186497" y="157934"/>
                </a:lnTo>
                <a:lnTo>
                  <a:pt x="197903" y="203075"/>
                </a:lnTo>
                <a:lnTo>
                  <a:pt x="206663" y="253861"/>
                </a:lnTo>
                <a:lnTo>
                  <a:pt x="212777" y="310292"/>
                </a:lnTo>
                <a:lnTo>
                  <a:pt x="216245" y="372367"/>
                </a:lnTo>
              </a:path>
            </a:pathLst>
          </a:custGeom>
          <a:noFill/>
          <a:ln w="5334">
            <a:solidFill>
              <a:srgbClr val="D84241">
                <a:alpha val="13000"/>
              </a:srgbClr>
            </a:solidFill>
            <a:prstDash val="solid"/>
          </a:ln>
        </p:spPr>
      </p:sp>
      <p:sp>
        <p:nvSpPr>
          <p:cNvPr id="223" name="knowledge-edge">
            <a:extLst>
              <a:ext uri="{FF2B5EF4-FFF2-40B4-BE49-F238E27FC236}">
                <a16:creationId xmlns:a16="http://schemas.microsoft.com/office/drawing/2014/main" id="{884C64B8-A12E-4CC3-848E-F5644849D066}"/>
              </a:ext>
            </a:extLst>
          </p:cNvPr>
          <p:cNvSpPr>
            <a:spLocks noGrp="1"/>
          </p:cNvSpPr>
          <p:nvPr/>
        </p:nvSpPr>
        <p:spPr>
          <a:xfrm>
            <a:off x="5623583" y="6348830"/>
            <a:ext cx="491325" cy="36610"/>
          </a:xfrm>
          <a:custGeom>
            <a:avLst/>
            <a:gdLst/>
            <a:ahLst/>
            <a:cxnLst/>
            <a:rect l="0" t="0" r="0" b="0"/>
            <a:pathLst>
              <a:path w="491325" h="36610">
                <a:moveTo>
                  <a:pt x="0" y="36610"/>
                </a:moveTo>
                <a:lnTo>
                  <a:pt x="35095" y="28446"/>
                </a:lnTo>
                <a:lnTo>
                  <a:pt x="70189" y="21308"/>
                </a:lnTo>
                <a:lnTo>
                  <a:pt x="105284" y="15194"/>
                </a:lnTo>
                <a:lnTo>
                  <a:pt x="140379" y="10105"/>
                </a:lnTo>
                <a:lnTo>
                  <a:pt x="175473" y="6042"/>
                </a:lnTo>
                <a:lnTo>
                  <a:pt x="210568" y="3003"/>
                </a:lnTo>
                <a:lnTo>
                  <a:pt x="245663" y="989"/>
                </a:lnTo>
                <a:lnTo>
                  <a:pt x="280757" y="0"/>
                </a:lnTo>
                <a:lnTo>
                  <a:pt x="315852" y="36"/>
                </a:lnTo>
                <a:lnTo>
                  <a:pt x="350947" y="1097"/>
                </a:lnTo>
                <a:lnTo>
                  <a:pt x="386041" y="3183"/>
                </a:lnTo>
                <a:lnTo>
                  <a:pt x="421136" y="6294"/>
                </a:lnTo>
                <a:lnTo>
                  <a:pt x="456231" y="10430"/>
                </a:lnTo>
                <a:lnTo>
                  <a:pt x="491325" y="15590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24" name="knowledge-cross-edge">
            <a:extLst>
              <a:ext uri="{FF2B5EF4-FFF2-40B4-BE49-F238E27FC236}">
                <a16:creationId xmlns:a16="http://schemas.microsoft.com/office/drawing/2014/main" id="{0C955DBE-0237-4558-8106-FBAC391F8990}"/>
              </a:ext>
            </a:extLst>
          </p:cNvPr>
          <p:cNvSpPr>
            <a:spLocks noGrp="1"/>
          </p:cNvSpPr>
          <p:nvPr/>
        </p:nvSpPr>
        <p:spPr>
          <a:xfrm>
            <a:off x="5623583" y="6385440"/>
            <a:ext cx="399465" cy="197300"/>
          </a:xfrm>
          <a:custGeom>
            <a:avLst/>
            <a:gdLst/>
            <a:ahLst/>
            <a:cxnLst/>
            <a:rect l="0" t="0" r="0" b="0"/>
            <a:pathLst>
              <a:path w="399465" h="197300">
                <a:moveTo>
                  <a:pt x="0" y="0"/>
                </a:moveTo>
                <a:lnTo>
                  <a:pt x="47841" y="11105"/>
                </a:lnTo>
                <a:lnTo>
                  <a:pt x="93036" y="23180"/>
                </a:lnTo>
                <a:lnTo>
                  <a:pt x="135585" y="36225"/>
                </a:lnTo>
                <a:lnTo>
                  <a:pt x="175488" y="50241"/>
                </a:lnTo>
                <a:lnTo>
                  <a:pt x="212746" y="65227"/>
                </a:lnTo>
                <a:lnTo>
                  <a:pt x="247358" y="81183"/>
                </a:lnTo>
                <a:lnTo>
                  <a:pt x="279323" y="98110"/>
                </a:lnTo>
                <a:lnTo>
                  <a:pt x="308643" y="116007"/>
                </a:lnTo>
                <a:lnTo>
                  <a:pt x="335318" y="134875"/>
                </a:lnTo>
                <a:lnTo>
                  <a:pt x="359346" y="154713"/>
                </a:lnTo>
                <a:lnTo>
                  <a:pt x="380728" y="175521"/>
                </a:lnTo>
                <a:lnTo>
                  <a:pt x="399465" y="197300"/>
                </a:lnTo>
              </a:path>
            </a:pathLst>
          </a:custGeom>
          <a:noFill/>
          <a:ln w="5334">
            <a:solidFill>
              <a:srgbClr val="D84241">
                <a:alpha val="13000"/>
              </a:srgbClr>
            </a:solidFill>
            <a:prstDash val="solid"/>
          </a:ln>
        </p:spPr>
      </p:sp>
      <p:sp>
        <p:nvSpPr>
          <p:cNvPr id="225" name="knowledge-cross-edge">
            <a:extLst>
              <a:ext uri="{FF2B5EF4-FFF2-40B4-BE49-F238E27FC236}">
                <a16:creationId xmlns:a16="http://schemas.microsoft.com/office/drawing/2014/main" id="{3DA4A877-D42D-420C-82EA-B1DA5EDB5FD9}"/>
              </a:ext>
            </a:extLst>
          </p:cNvPr>
          <p:cNvSpPr>
            <a:spLocks noGrp="1"/>
          </p:cNvSpPr>
          <p:nvPr/>
        </p:nvSpPr>
        <p:spPr>
          <a:xfrm>
            <a:off x="5623583" y="6014996"/>
            <a:ext cx="410397" cy="370444"/>
          </a:xfrm>
          <a:custGeom>
            <a:avLst/>
            <a:gdLst/>
            <a:ahLst/>
            <a:cxnLst/>
            <a:rect l="0" t="0" r="0" b="0"/>
            <a:pathLst>
              <a:path w="410397" h="370444">
                <a:moveTo>
                  <a:pt x="0" y="370444"/>
                </a:moveTo>
                <a:lnTo>
                  <a:pt x="19648" y="294137"/>
                </a:lnTo>
                <a:lnTo>
                  <a:pt x="41941" y="226616"/>
                </a:lnTo>
                <a:lnTo>
                  <a:pt x="66880" y="167882"/>
                </a:lnTo>
                <a:lnTo>
                  <a:pt x="94466" y="117934"/>
                </a:lnTo>
                <a:lnTo>
                  <a:pt x="124697" y="76774"/>
                </a:lnTo>
                <a:lnTo>
                  <a:pt x="157573" y="44400"/>
                </a:lnTo>
                <a:lnTo>
                  <a:pt x="193096" y="20813"/>
                </a:lnTo>
                <a:lnTo>
                  <a:pt x="231265" y="6013"/>
                </a:lnTo>
                <a:lnTo>
                  <a:pt x="272079" y="0"/>
                </a:lnTo>
                <a:lnTo>
                  <a:pt x="315539" y="2774"/>
                </a:lnTo>
                <a:lnTo>
                  <a:pt x="361645" y="14334"/>
                </a:lnTo>
                <a:lnTo>
                  <a:pt x="410397" y="34681"/>
                </a:lnTo>
              </a:path>
            </a:pathLst>
          </a:custGeom>
          <a:noFill/>
          <a:ln w="4953">
            <a:solidFill>
              <a:srgbClr val="D84241">
                <a:alpha val="12000"/>
              </a:srgbClr>
            </a:solidFill>
            <a:prstDash val="solid"/>
          </a:ln>
        </p:spPr>
      </p:sp>
      <p:sp>
        <p:nvSpPr>
          <p:cNvPr id="226" name="knowledge-edge">
            <a:extLst>
              <a:ext uri="{FF2B5EF4-FFF2-40B4-BE49-F238E27FC236}">
                <a16:creationId xmlns:a16="http://schemas.microsoft.com/office/drawing/2014/main" id="{D341FFA6-8C14-4A19-9F69-E3356A16A9B1}"/>
              </a:ext>
            </a:extLst>
          </p:cNvPr>
          <p:cNvSpPr>
            <a:spLocks noGrp="1"/>
          </p:cNvSpPr>
          <p:nvPr/>
        </p:nvSpPr>
        <p:spPr>
          <a:xfrm>
            <a:off x="5726290" y="6572500"/>
            <a:ext cx="296759" cy="58179"/>
          </a:xfrm>
          <a:custGeom>
            <a:avLst/>
            <a:gdLst/>
            <a:ahLst/>
            <a:cxnLst/>
            <a:rect l="0" t="0" r="0" b="0"/>
            <a:pathLst>
              <a:path w="296759" h="58179">
                <a:moveTo>
                  <a:pt x="0" y="58179"/>
                </a:moveTo>
                <a:lnTo>
                  <a:pt x="21197" y="46975"/>
                </a:lnTo>
                <a:lnTo>
                  <a:pt x="42394" y="36968"/>
                </a:lnTo>
                <a:lnTo>
                  <a:pt x="63591" y="28158"/>
                </a:lnTo>
                <a:lnTo>
                  <a:pt x="84788" y="20545"/>
                </a:lnTo>
                <a:lnTo>
                  <a:pt x="105985" y="14129"/>
                </a:lnTo>
                <a:lnTo>
                  <a:pt x="127182" y="8910"/>
                </a:lnTo>
                <a:lnTo>
                  <a:pt x="148379" y="4887"/>
                </a:lnTo>
                <a:lnTo>
                  <a:pt x="169576" y="2061"/>
                </a:lnTo>
                <a:lnTo>
                  <a:pt x="190773" y="432"/>
                </a:lnTo>
                <a:lnTo>
                  <a:pt x="211970" y="0"/>
                </a:lnTo>
                <a:lnTo>
                  <a:pt x="233168" y="765"/>
                </a:lnTo>
                <a:lnTo>
                  <a:pt x="254365" y="2726"/>
                </a:lnTo>
                <a:lnTo>
                  <a:pt x="275562" y="5884"/>
                </a:lnTo>
                <a:lnTo>
                  <a:pt x="296759" y="10239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27" name="knowledge-edge">
            <a:extLst>
              <a:ext uri="{FF2B5EF4-FFF2-40B4-BE49-F238E27FC236}">
                <a16:creationId xmlns:a16="http://schemas.microsoft.com/office/drawing/2014/main" id="{3BA4B5E1-95B3-44FC-ABE0-DF3B85715EB5}"/>
              </a:ext>
            </a:extLst>
          </p:cNvPr>
          <p:cNvSpPr>
            <a:spLocks noGrp="1"/>
          </p:cNvSpPr>
          <p:nvPr/>
        </p:nvSpPr>
        <p:spPr>
          <a:xfrm>
            <a:off x="5626506" y="6555745"/>
            <a:ext cx="558836" cy="238519"/>
          </a:xfrm>
          <a:custGeom>
            <a:avLst/>
            <a:gdLst/>
            <a:ahLst/>
            <a:cxnLst/>
            <a:rect l="0" t="0" r="0" b="0"/>
            <a:pathLst>
              <a:path w="558836" h="238519">
                <a:moveTo>
                  <a:pt x="0" y="236059"/>
                </a:moveTo>
                <a:lnTo>
                  <a:pt x="39917" y="238519"/>
                </a:lnTo>
                <a:lnTo>
                  <a:pt x="79834" y="238006"/>
                </a:lnTo>
                <a:lnTo>
                  <a:pt x="119750" y="234521"/>
                </a:lnTo>
                <a:lnTo>
                  <a:pt x="159667" y="228063"/>
                </a:lnTo>
                <a:lnTo>
                  <a:pt x="199584" y="218633"/>
                </a:lnTo>
                <a:lnTo>
                  <a:pt x="239501" y="206231"/>
                </a:lnTo>
                <a:lnTo>
                  <a:pt x="279418" y="190856"/>
                </a:lnTo>
                <a:lnTo>
                  <a:pt x="319335" y="172508"/>
                </a:lnTo>
                <a:lnTo>
                  <a:pt x="359251" y="151188"/>
                </a:lnTo>
                <a:lnTo>
                  <a:pt x="399168" y="126895"/>
                </a:lnTo>
                <a:lnTo>
                  <a:pt x="439085" y="99630"/>
                </a:lnTo>
                <a:lnTo>
                  <a:pt x="479002" y="69393"/>
                </a:lnTo>
                <a:lnTo>
                  <a:pt x="518919" y="36183"/>
                </a:lnTo>
                <a:lnTo>
                  <a:pt x="558836" y="0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28" name="knowledge-cross-edge">
            <a:extLst>
              <a:ext uri="{FF2B5EF4-FFF2-40B4-BE49-F238E27FC236}">
                <a16:creationId xmlns:a16="http://schemas.microsoft.com/office/drawing/2014/main" id="{51DEECE4-11F7-463C-BE8E-EADD12CB0FEB}"/>
              </a:ext>
            </a:extLst>
          </p:cNvPr>
          <p:cNvSpPr>
            <a:spLocks noGrp="1"/>
          </p:cNvSpPr>
          <p:nvPr/>
        </p:nvSpPr>
        <p:spPr>
          <a:xfrm>
            <a:off x="5626506" y="6657072"/>
            <a:ext cx="487018" cy="134731"/>
          </a:xfrm>
          <a:custGeom>
            <a:avLst/>
            <a:gdLst/>
            <a:ahLst/>
            <a:cxnLst/>
            <a:rect l="0" t="0" r="0" b="0"/>
            <a:pathLst>
              <a:path w="487018" h="134731">
                <a:moveTo>
                  <a:pt x="0" y="134731"/>
                </a:moveTo>
                <a:lnTo>
                  <a:pt x="55137" y="104110"/>
                </a:lnTo>
                <a:lnTo>
                  <a:pt x="107628" y="77425"/>
                </a:lnTo>
                <a:lnTo>
                  <a:pt x="157473" y="54678"/>
                </a:lnTo>
                <a:lnTo>
                  <a:pt x="204673" y="35868"/>
                </a:lnTo>
                <a:lnTo>
                  <a:pt x="249226" y="20995"/>
                </a:lnTo>
                <a:lnTo>
                  <a:pt x="291134" y="10060"/>
                </a:lnTo>
                <a:lnTo>
                  <a:pt x="330396" y="3061"/>
                </a:lnTo>
                <a:lnTo>
                  <a:pt x="367012" y="0"/>
                </a:lnTo>
                <a:lnTo>
                  <a:pt x="400983" y="876"/>
                </a:lnTo>
                <a:lnTo>
                  <a:pt x="432307" y="5689"/>
                </a:lnTo>
                <a:lnTo>
                  <a:pt x="460986" y="14440"/>
                </a:lnTo>
                <a:lnTo>
                  <a:pt x="487018" y="27127"/>
                </a:lnTo>
              </a:path>
            </a:pathLst>
          </a:custGeom>
          <a:noFill/>
          <a:ln w="5334">
            <a:solidFill>
              <a:srgbClr val="D84241">
                <a:alpha val="13000"/>
              </a:srgbClr>
            </a:solidFill>
            <a:prstDash val="solid"/>
          </a:ln>
        </p:spPr>
      </p:sp>
      <p:sp>
        <p:nvSpPr>
          <p:cNvPr id="229" name="knowledge-long-edge">
            <a:extLst>
              <a:ext uri="{FF2B5EF4-FFF2-40B4-BE49-F238E27FC236}">
                <a16:creationId xmlns:a16="http://schemas.microsoft.com/office/drawing/2014/main" id="{B551603A-3DC5-4C85-9390-E1139F6E57E7}"/>
              </a:ext>
            </a:extLst>
          </p:cNvPr>
          <p:cNvSpPr>
            <a:spLocks noGrp="1"/>
          </p:cNvSpPr>
          <p:nvPr/>
        </p:nvSpPr>
        <p:spPr>
          <a:xfrm>
            <a:off x="5626506" y="6322787"/>
            <a:ext cx="937630" cy="469016"/>
          </a:xfrm>
          <a:custGeom>
            <a:avLst/>
            <a:gdLst/>
            <a:ahLst/>
            <a:cxnLst/>
            <a:rect l="0" t="0" r="0" b="0"/>
            <a:pathLst>
              <a:path w="937630" h="469016">
                <a:moveTo>
                  <a:pt x="0" y="469016"/>
                </a:moveTo>
                <a:lnTo>
                  <a:pt x="58602" y="372721"/>
                </a:lnTo>
                <a:lnTo>
                  <a:pt x="117204" y="287472"/>
                </a:lnTo>
                <a:lnTo>
                  <a:pt x="175806" y="213267"/>
                </a:lnTo>
                <a:lnTo>
                  <a:pt x="234407" y="150109"/>
                </a:lnTo>
                <a:lnTo>
                  <a:pt x="293009" y="97996"/>
                </a:lnTo>
                <a:lnTo>
                  <a:pt x="351611" y="56929"/>
                </a:lnTo>
                <a:lnTo>
                  <a:pt x="410213" y="26907"/>
                </a:lnTo>
                <a:lnTo>
                  <a:pt x="468815" y="7931"/>
                </a:lnTo>
                <a:lnTo>
                  <a:pt x="527417" y="0"/>
                </a:lnTo>
                <a:lnTo>
                  <a:pt x="586019" y="3115"/>
                </a:lnTo>
                <a:lnTo>
                  <a:pt x="644620" y="17275"/>
                </a:lnTo>
                <a:lnTo>
                  <a:pt x="703222" y="42481"/>
                </a:lnTo>
                <a:lnTo>
                  <a:pt x="761824" y="78733"/>
                </a:lnTo>
                <a:lnTo>
                  <a:pt x="820426" y="126030"/>
                </a:lnTo>
                <a:lnTo>
                  <a:pt x="879028" y="184373"/>
                </a:lnTo>
                <a:lnTo>
                  <a:pt x="937630" y="253761"/>
                </a:lnTo>
              </a:path>
            </a:pathLst>
          </a:custGeom>
          <a:noFill/>
          <a:ln w="4286">
            <a:solidFill>
              <a:srgbClr val="D84241">
                <a:alpha val="9000"/>
              </a:srgbClr>
            </a:solidFill>
            <a:prstDash val="solid"/>
          </a:ln>
        </p:spPr>
      </p:sp>
      <p:sp>
        <p:nvSpPr>
          <p:cNvPr id="230" name="knowledge-edge">
            <a:extLst>
              <a:ext uri="{FF2B5EF4-FFF2-40B4-BE49-F238E27FC236}">
                <a16:creationId xmlns:a16="http://schemas.microsoft.com/office/drawing/2014/main" id="{B8CAFC05-9729-411A-95DF-DEBA8646E3D0}"/>
              </a:ext>
            </a:extLst>
          </p:cNvPr>
          <p:cNvSpPr>
            <a:spLocks noGrp="1"/>
          </p:cNvSpPr>
          <p:nvPr/>
        </p:nvSpPr>
        <p:spPr>
          <a:xfrm>
            <a:off x="5859629" y="6676521"/>
            <a:ext cx="253896" cy="58896"/>
          </a:xfrm>
          <a:custGeom>
            <a:avLst/>
            <a:gdLst/>
            <a:ahLst/>
            <a:cxnLst/>
            <a:rect l="0" t="0" r="0" b="0"/>
            <a:pathLst>
              <a:path w="253896" h="58896">
                <a:moveTo>
                  <a:pt x="0" y="58896"/>
                </a:moveTo>
                <a:lnTo>
                  <a:pt x="18135" y="47986"/>
                </a:lnTo>
                <a:lnTo>
                  <a:pt x="36271" y="38192"/>
                </a:lnTo>
                <a:lnTo>
                  <a:pt x="54406" y="29513"/>
                </a:lnTo>
                <a:lnTo>
                  <a:pt x="72542" y="21950"/>
                </a:lnTo>
                <a:lnTo>
                  <a:pt x="90677" y="15503"/>
                </a:lnTo>
                <a:lnTo>
                  <a:pt x="108813" y="10171"/>
                </a:lnTo>
                <a:lnTo>
                  <a:pt x="126948" y="5955"/>
                </a:lnTo>
                <a:lnTo>
                  <a:pt x="145083" y="2854"/>
                </a:lnTo>
                <a:lnTo>
                  <a:pt x="163219" y="869"/>
                </a:lnTo>
                <a:lnTo>
                  <a:pt x="181354" y="0"/>
                </a:lnTo>
                <a:lnTo>
                  <a:pt x="199490" y="246"/>
                </a:lnTo>
                <a:lnTo>
                  <a:pt x="217625" y="1608"/>
                </a:lnTo>
                <a:lnTo>
                  <a:pt x="235761" y="4086"/>
                </a:lnTo>
                <a:lnTo>
                  <a:pt x="253896" y="7679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31" name="knowledge-cross-edge">
            <a:extLst>
              <a:ext uri="{FF2B5EF4-FFF2-40B4-BE49-F238E27FC236}">
                <a16:creationId xmlns:a16="http://schemas.microsoft.com/office/drawing/2014/main" id="{C77988D0-28DA-4E4C-952B-FB64BB9880FB}"/>
              </a:ext>
            </a:extLst>
          </p:cNvPr>
          <p:cNvSpPr>
            <a:spLocks noGrp="1"/>
          </p:cNvSpPr>
          <p:nvPr/>
        </p:nvSpPr>
        <p:spPr>
          <a:xfrm>
            <a:off x="5859629" y="6681329"/>
            <a:ext cx="320527" cy="98899"/>
          </a:xfrm>
          <a:custGeom>
            <a:avLst/>
            <a:gdLst/>
            <a:ahLst/>
            <a:cxnLst/>
            <a:rect l="0" t="0" r="0" b="0"/>
            <a:pathLst>
              <a:path w="320527" h="98899">
                <a:moveTo>
                  <a:pt x="0" y="54088"/>
                </a:moveTo>
                <a:lnTo>
                  <a:pt x="41263" y="34955"/>
                </a:lnTo>
                <a:lnTo>
                  <a:pt x="79879" y="19980"/>
                </a:lnTo>
                <a:lnTo>
                  <a:pt x="115850" y="9162"/>
                </a:lnTo>
                <a:lnTo>
                  <a:pt x="149176" y="2502"/>
                </a:lnTo>
                <a:lnTo>
                  <a:pt x="179855" y="0"/>
                </a:lnTo>
                <a:lnTo>
                  <a:pt x="207888" y="1655"/>
                </a:lnTo>
                <a:lnTo>
                  <a:pt x="233276" y="7469"/>
                </a:lnTo>
                <a:lnTo>
                  <a:pt x="256018" y="17439"/>
                </a:lnTo>
                <a:lnTo>
                  <a:pt x="276114" y="31568"/>
                </a:lnTo>
                <a:lnTo>
                  <a:pt x="293564" y="49854"/>
                </a:lnTo>
                <a:lnTo>
                  <a:pt x="308368" y="72298"/>
                </a:lnTo>
                <a:lnTo>
                  <a:pt x="320527" y="98899"/>
                </a:lnTo>
              </a:path>
            </a:pathLst>
          </a:custGeom>
          <a:noFill/>
          <a:ln w="5334">
            <a:solidFill>
              <a:srgbClr val="D84241">
                <a:alpha val="13000"/>
              </a:srgbClr>
            </a:solidFill>
            <a:prstDash val="solid"/>
          </a:ln>
        </p:spPr>
      </p:sp>
      <p:sp>
        <p:nvSpPr>
          <p:cNvPr id="232" name="knowledge-long-edge">
            <a:extLst>
              <a:ext uri="{FF2B5EF4-FFF2-40B4-BE49-F238E27FC236}">
                <a16:creationId xmlns:a16="http://schemas.microsoft.com/office/drawing/2014/main" id="{701B0FDA-B5BC-430E-A29F-14842C80FCB3}"/>
              </a:ext>
            </a:extLst>
          </p:cNvPr>
          <p:cNvSpPr>
            <a:spLocks noGrp="1"/>
          </p:cNvSpPr>
          <p:nvPr/>
        </p:nvSpPr>
        <p:spPr>
          <a:xfrm>
            <a:off x="5859629" y="6293573"/>
            <a:ext cx="806058" cy="441844"/>
          </a:xfrm>
          <a:custGeom>
            <a:avLst/>
            <a:gdLst/>
            <a:ahLst/>
            <a:cxnLst/>
            <a:rect l="0" t="0" r="0" b="0"/>
            <a:pathLst>
              <a:path w="806058" h="441844">
                <a:moveTo>
                  <a:pt x="0" y="441844"/>
                </a:moveTo>
                <a:lnTo>
                  <a:pt x="50379" y="348511"/>
                </a:lnTo>
                <a:lnTo>
                  <a:pt x="100757" y="266239"/>
                </a:lnTo>
                <a:lnTo>
                  <a:pt x="151136" y="195026"/>
                </a:lnTo>
                <a:lnTo>
                  <a:pt x="201515" y="134873"/>
                </a:lnTo>
                <a:lnTo>
                  <a:pt x="251893" y="85779"/>
                </a:lnTo>
                <a:lnTo>
                  <a:pt x="302272" y="47745"/>
                </a:lnTo>
                <a:lnTo>
                  <a:pt x="352651" y="20770"/>
                </a:lnTo>
                <a:lnTo>
                  <a:pt x="403029" y="4855"/>
                </a:lnTo>
                <a:lnTo>
                  <a:pt x="453408" y="0"/>
                </a:lnTo>
                <a:lnTo>
                  <a:pt x="503787" y="6204"/>
                </a:lnTo>
                <a:lnTo>
                  <a:pt x="554165" y="23468"/>
                </a:lnTo>
                <a:lnTo>
                  <a:pt x="604544" y="51792"/>
                </a:lnTo>
                <a:lnTo>
                  <a:pt x="654922" y="91175"/>
                </a:lnTo>
                <a:lnTo>
                  <a:pt x="705301" y="141618"/>
                </a:lnTo>
                <a:lnTo>
                  <a:pt x="755680" y="203120"/>
                </a:lnTo>
                <a:lnTo>
                  <a:pt x="806058" y="275682"/>
                </a:lnTo>
              </a:path>
            </a:pathLst>
          </a:custGeom>
          <a:noFill/>
          <a:ln w="4286">
            <a:solidFill>
              <a:srgbClr val="D84241">
                <a:alpha val="9000"/>
              </a:srgbClr>
            </a:solidFill>
            <a:prstDash val="solid"/>
          </a:ln>
        </p:spPr>
      </p:sp>
      <p:sp>
        <p:nvSpPr>
          <p:cNvPr id="233" name="knowledge-edge">
            <a:extLst>
              <a:ext uri="{FF2B5EF4-FFF2-40B4-BE49-F238E27FC236}">
                <a16:creationId xmlns:a16="http://schemas.microsoft.com/office/drawing/2014/main" id="{BD375FE4-D897-4119-902D-D6035C9C9D9A}"/>
              </a:ext>
            </a:extLst>
          </p:cNvPr>
          <p:cNvSpPr>
            <a:spLocks noGrp="1"/>
          </p:cNvSpPr>
          <p:nvPr/>
        </p:nvSpPr>
        <p:spPr>
          <a:xfrm>
            <a:off x="5867066" y="6780228"/>
            <a:ext cx="313090" cy="102913"/>
          </a:xfrm>
          <a:custGeom>
            <a:avLst/>
            <a:gdLst/>
            <a:ahLst/>
            <a:cxnLst/>
            <a:rect l="0" t="0" r="0" b="0"/>
            <a:pathLst>
              <a:path w="313090" h="102913">
                <a:moveTo>
                  <a:pt x="0" y="102913"/>
                </a:moveTo>
                <a:lnTo>
                  <a:pt x="22364" y="98727"/>
                </a:lnTo>
                <a:lnTo>
                  <a:pt x="44727" y="94054"/>
                </a:lnTo>
                <a:lnTo>
                  <a:pt x="67091" y="88894"/>
                </a:lnTo>
                <a:lnTo>
                  <a:pt x="89454" y="83247"/>
                </a:lnTo>
                <a:lnTo>
                  <a:pt x="111818" y="77113"/>
                </a:lnTo>
                <a:lnTo>
                  <a:pt x="134181" y="70493"/>
                </a:lnTo>
                <a:lnTo>
                  <a:pt x="156545" y="63385"/>
                </a:lnTo>
                <a:lnTo>
                  <a:pt x="178908" y="55791"/>
                </a:lnTo>
                <a:lnTo>
                  <a:pt x="201272" y="47710"/>
                </a:lnTo>
                <a:lnTo>
                  <a:pt x="223635" y="39141"/>
                </a:lnTo>
                <a:lnTo>
                  <a:pt x="245999" y="30086"/>
                </a:lnTo>
                <a:lnTo>
                  <a:pt x="268362" y="20544"/>
                </a:lnTo>
                <a:lnTo>
                  <a:pt x="290726" y="10516"/>
                </a:lnTo>
                <a:lnTo>
                  <a:pt x="313090" y="0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34" name="knowledge-cross-edge">
            <a:extLst>
              <a:ext uri="{FF2B5EF4-FFF2-40B4-BE49-F238E27FC236}">
                <a16:creationId xmlns:a16="http://schemas.microsoft.com/office/drawing/2014/main" id="{58CA5749-1581-4C8C-BA2E-272CF61E0FB7}"/>
              </a:ext>
            </a:extLst>
          </p:cNvPr>
          <p:cNvSpPr>
            <a:spLocks noGrp="1"/>
          </p:cNvSpPr>
          <p:nvPr/>
        </p:nvSpPr>
        <p:spPr>
          <a:xfrm>
            <a:off x="5867066" y="6684200"/>
            <a:ext cx="246459" cy="198941"/>
          </a:xfrm>
          <a:custGeom>
            <a:avLst/>
            <a:gdLst/>
            <a:ahLst/>
            <a:cxnLst/>
            <a:rect l="0" t="0" r="0" b="0"/>
            <a:pathLst>
              <a:path w="246459" h="198941">
                <a:moveTo>
                  <a:pt x="0" y="198941"/>
                </a:moveTo>
                <a:lnTo>
                  <a:pt x="5986" y="170064"/>
                </a:lnTo>
                <a:lnTo>
                  <a:pt x="14618" y="143423"/>
                </a:lnTo>
                <a:lnTo>
                  <a:pt x="25896" y="119018"/>
                </a:lnTo>
                <a:lnTo>
                  <a:pt x="39820" y="96850"/>
                </a:lnTo>
                <a:lnTo>
                  <a:pt x="56389" y="76917"/>
                </a:lnTo>
                <a:lnTo>
                  <a:pt x="75605" y="59221"/>
                </a:lnTo>
                <a:lnTo>
                  <a:pt x="97466" y="43760"/>
                </a:lnTo>
                <a:lnTo>
                  <a:pt x="121973" y="30536"/>
                </a:lnTo>
                <a:lnTo>
                  <a:pt x="149126" y="19548"/>
                </a:lnTo>
                <a:lnTo>
                  <a:pt x="178924" y="10796"/>
                </a:lnTo>
                <a:lnTo>
                  <a:pt x="211369" y="4280"/>
                </a:lnTo>
                <a:lnTo>
                  <a:pt x="246459" y="0"/>
                </a:lnTo>
              </a:path>
            </a:pathLst>
          </a:custGeom>
          <a:noFill/>
          <a:ln w="4953">
            <a:solidFill>
              <a:srgbClr val="D84241">
                <a:alpha val="12000"/>
              </a:srgbClr>
            </a:solidFill>
            <a:prstDash val="solid"/>
          </a:ln>
        </p:spPr>
      </p:sp>
      <p:sp>
        <p:nvSpPr>
          <p:cNvPr id="235" name="knowledge-edge">
            <a:extLst>
              <a:ext uri="{FF2B5EF4-FFF2-40B4-BE49-F238E27FC236}">
                <a16:creationId xmlns:a16="http://schemas.microsoft.com/office/drawing/2014/main" id="{08869828-66AE-44D8-A234-F8D0237CDFFE}"/>
              </a:ext>
            </a:extLst>
          </p:cNvPr>
          <p:cNvSpPr>
            <a:spLocks noGrp="1"/>
          </p:cNvSpPr>
          <p:nvPr/>
        </p:nvSpPr>
        <p:spPr>
          <a:xfrm>
            <a:off x="5802886" y="6920808"/>
            <a:ext cx="311507" cy="174924"/>
          </a:xfrm>
          <a:custGeom>
            <a:avLst/>
            <a:gdLst/>
            <a:ahLst/>
            <a:cxnLst/>
            <a:rect l="0" t="0" r="0" b="0"/>
            <a:pathLst>
              <a:path w="311507" h="174924">
                <a:moveTo>
                  <a:pt x="0" y="0"/>
                </a:moveTo>
                <a:lnTo>
                  <a:pt x="22251" y="8642"/>
                </a:lnTo>
                <a:lnTo>
                  <a:pt x="44501" y="17877"/>
                </a:lnTo>
                <a:lnTo>
                  <a:pt x="66752" y="27705"/>
                </a:lnTo>
                <a:lnTo>
                  <a:pt x="89002" y="38125"/>
                </a:lnTo>
                <a:lnTo>
                  <a:pt x="111253" y="49138"/>
                </a:lnTo>
                <a:lnTo>
                  <a:pt x="133503" y="60744"/>
                </a:lnTo>
                <a:lnTo>
                  <a:pt x="155754" y="72942"/>
                </a:lnTo>
                <a:lnTo>
                  <a:pt x="178004" y="85733"/>
                </a:lnTo>
                <a:lnTo>
                  <a:pt x="200255" y="99116"/>
                </a:lnTo>
                <a:lnTo>
                  <a:pt x="222505" y="113093"/>
                </a:lnTo>
                <a:lnTo>
                  <a:pt x="244756" y="127661"/>
                </a:lnTo>
                <a:lnTo>
                  <a:pt x="267006" y="142823"/>
                </a:lnTo>
                <a:lnTo>
                  <a:pt x="289257" y="158577"/>
                </a:lnTo>
                <a:lnTo>
                  <a:pt x="311507" y="174924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36" name="knowledge-edge">
            <a:extLst>
              <a:ext uri="{FF2B5EF4-FFF2-40B4-BE49-F238E27FC236}">
                <a16:creationId xmlns:a16="http://schemas.microsoft.com/office/drawing/2014/main" id="{02AE4C42-AA6A-4AB7-ABF3-21F81CF94991}"/>
              </a:ext>
            </a:extLst>
          </p:cNvPr>
          <p:cNvSpPr>
            <a:spLocks noGrp="1"/>
          </p:cNvSpPr>
          <p:nvPr/>
        </p:nvSpPr>
        <p:spPr>
          <a:xfrm>
            <a:off x="6033980" y="6049566"/>
            <a:ext cx="659976" cy="29990"/>
          </a:xfrm>
          <a:custGeom>
            <a:avLst/>
            <a:gdLst/>
            <a:ahLst/>
            <a:cxnLst/>
            <a:rect l="0" t="0" r="0" b="0"/>
            <a:pathLst>
              <a:path w="659976" h="29990">
                <a:moveTo>
                  <a:pt x="0" y="111"/>
                </a:moveTo>
                <a:lnTo>
                  <a:pt x="47141" y="0"/>
                </a:lnTo>
                <a:lnTo>
                  <a:pt x="94282" y="234"/>
                </a:lnTo>
                <a:lnTo>
                  <a:pt x="141423" y="814"/>
                </a:lnTo>
                <a:lnTo>
                  <a:pt x="188565" y="1739"/>
                </a:lnTo>
                <a:lnTo>
                  <a:pt x="235706" y="3009"/>
                </a:lnTo>
                <a:lnTo>
                  <a:pt x="282847" y="4625"/>
                </a:lnTo>
                <a:lnTo>
                  <a:pt x="329988" y="6587"/>
                </a:lnTo>
                <a:lnTo>
                  <a:pt x="377129" y="8894"/>
                </a:lnTo>
                <a:lnTo>
                  <a:pt x="424270" y="11546"/>
                </a:lnTo>
                <a:lnTo>
                  <a:pt x="471412" y="14544"/>
                </a:lnTo>
                <a:lnTo>
                  <a:pt x="518553" y="17887"/>
                </a:lnTo>
                <a:lnTo>
                  <a:pt x="565694" y="21576"/>
                </a:lnTo>
                <a:lnTo>
                  <a:pt x="612835" y="25610"/>
                </a:lnTo>
                <a:lnTo>
                  <a:pt x="659976" y="29990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37" name="knowledge-cross-edge">
            <a:extLst>
              <a:ext uri="{FF2B5EF4-FFF2-40B4-BE49-F238E27FC236}">
                <a16:creationId xmlns:a16="http://schemas.microsoft.com/office/drawing/2014/main" id="{7EBF3E02-4F3E-4DF0-87B1-446A5811E73F}"/>
              </a:ext>
            </a:extLst>
          </p:cNvPr>
          <p:cNvSpPr>
            <a:spLocks noGrp="1"/>
          </p:cNvSpPr>
          <p:nvPr/>
        </p:nvSpPr>
        <p:spPr>
          <a:xfrm>
            <a:off x="6033980" y="6049677"/>
            <a:ext cx="591101" cy="347901"/>
          </a:xfrm>
          <a:custGeom>
            <a:avLst/>
            <a:gdLst/>
            <a:ahLst/>
            <a:cxnLst/>
            <a:rect l="0" t="0" r="0" b="0"/>
            <a:pathLst>
              <a:path w="591101" h="347901">
                <a:moveTo>
                  <a:pt x="0" y="0"/>
                </a:moveTo>
                <a:lnTo>
                  <a:pt x="63811" y="3099"/>
                </a:lnTo>
                <a:lnTo>
                  <a:pt x="124975" y="10907"/>
                </a:lnTo>
                <a:lnTo>
                  <a:pt x="183494" y="23421"/>
                </a:lnTo>
                <a:lnTo>
                  <a:pt x="239367" y="40644"/>
                </a:lnTo>
                <a:lnTo>
                  <a:pt x="292594" y="62574"/>
                </a:lnTo>
                <a:lnTo>
                  <a:pt x="343176" y="89212"/>
                </a:lnTo>
                <a:lnTo>
                  <a:pt x="391111" y="120558"/>
                </a:lnTo>
                <a:lnTo>
                  <a:pt x="436401" y="156611"/>
                </a:lnTo>
                <a:lnTo>
                  <a:pt x="479045" y="197372"/>
                </a:lnTo>
                <a:lnTo>
                  <a:pt x="519043" y="242840"/>
                </a:lnTo>
                <a:lnTo>
                  <a:pt x="556395" y="293017"/>
                </a:lnTo>
                <a:lnTo>
                  <a:pt x="591101" y="347901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38" name="knowledge-long-edge">
            <a:extLst>
              <a:ext uri="{FF2B5EF4-FFF2-40B4-BE49-F238E27FC236}">
                <a16:creationId xmlns:a16="http://schemas.microsoft.com/office/drawing/2014/main" id="{CF30C3CE-5B09-4A45-9A16-9535CF65935B}"/>
              </a:ext>
            </a:extLst>
          </p:cNvPr>
          <p:cNvSpPr>
            <a:spLocks noGrp="1"/>
          </p:cNvSpPr>
          <p:nvPr/>
        </p:nvSpPr>
        <p:spPr>
          <a:xfrm>
            <a:off x="6033980" y="5767985"/>
            <a:ext cx="981461" cy="292721"/>
          </a:xfrm>
          <a:custGeom>
            <a:avLst/>
            <a:gdLst/>
            <a:ahLst/>
            <a:cxnLst/>
            <a:rect l="0" t="0" r="0" b="0"/>
            <a:pathLst>
              <a:path w="981461" h="292721">
                <a:moveTo>
                  <a:pt x="0" y="281692"/>
                </a:moveTo>
                <a:lnTo>
                  <a:pt x="61341" y="215068"/>
                </a:lnTo>
                <a:lnTo>
                  <a:pt x="122683" y="157418"/>
                </a:lnTo>
                <a:lnTo>
                  <a:pt x="184024" y="108744"/>
                </a:lnTo>
                <a:lnTo>
                  <a:pt x="245365" y="69045"/>
                </a:lnTo>
                <a:lnTo>
                  <a:pt x="306707" y="38321"/>
                </a:lnTo>
                <a:lnTo>
                  <a:pt x="368048" y="16572"/>
                </a:lnTo>
                <a:lnTo>
                  <a:pt x="429389" y="3798"/>
                </a:lnTo>
                <a:lnTo>
                  <a:pt x="490731" y="0"/>
                </a:lnTo>
                <a:lnTo>
                  <a:pt x="552072" y="5177"/>
                </a:lnTo>
                <a:lnTo>
                  <a:pt x="613413" y="19329"/>
                </a:lnTo>
                <a:lnTo>
                  <a:pt x="674754" y="42456"/>
                </a:lnTo>
                <a:lnTo>
                  <a:pt x="736096" y="74559"/>
                </a:lnTo>
                <a:lnTo>
                  <a:pt x="797437" y="115636"/>
                </a:lnTo>
                <a:lnTo>
                  <a:pt x="858778" y="165689"/>
                </a:lnTo>
                <a:lnTo>
                  <a:pt x="920120" y="224717"/>
                </a:lnTo>
                <a:lnTo>
                  <a:pt x="981461" y="292721"/>
                </a:lnTo>
              </a:path>
            </a:pathLst>
          </a:custGeom>
          <a:noFill/>
          <a:ln w="4286">
            <a:solidFill>
              <a:srgbClr val="EA4335">
                <a:alpha val="9000"/>
              </a:srgbClr>
            </a:solidFill>
            <a:prstDash val="solid"/>
          </a:ln>
        </p:spPr>
      </p:sp>
      <p:sp>
        <p:nvSpPr>
          <p:cNvPr id="239" name="knowledge-edge">
            <a:extLst>
              <a:ext uri="{FF2B5EF4-FFF2-40B4-BE49-F238E27FC236}">
                <a16:creationId xmlns:a16="http://schemas.microsoft.com/office/drawing/2014/main" id="{32FAAC83-7749-4E55-8C87-A45F89E876A2}"/>
              </a:ext>
            </a:extLst>
          </p:cNvPr>
          <p:cNvSpPr>
            <a:spLocks noGrp="1"/>
          </p:cNvSpPr>
          <p:nvPr/>
        </p:nvSpPr>
        <p:spPr>
          <a:xfrm>
            <a:off x="6114909" y="6351293"/>
            <a:ext cx="510173" cy="46285"/>
          </a:xfrm>
          <a:custGeom>
            <a:avLst/>
            <a:gdLst/>
            <a:ahLst/>
            <a:cxnLst/>
            <a:rect l="0" t="0" r="0" b="0"/>
            <a:pathLst>
              <a:path w="510173" h="46285">
                <a:moveTo>
                  <a:pt x="0" y="13128"/>
                </a:moveTo>
                <a:lnTo>
                  <a:pt x="36441" y="8283"/>
                </a:lnTo>
                <a:lnTo>
                  <a:pt x="72882" y="4547"/>
                </a:lnTo>
                <a:lnTo>
                  <a:pt x="109323" y="1922"/>
                </a:lnTo>
                <a:lnTo>
                  <a:pt x="145764" y="406"/>
                </a:lnTo>
                <a:lnTo>
                  <a:pt x="182204" y="0"/>
                </a:lnTo>
                <a:lnTo>
                  <a:pt x="218645" y="704"/>
                </a:lnTo>
                <a:lnTo>
                  <a:pt x="255086" y="2517"/>
                </a:lnTo>
                <a:lnTo>
                  <a:pt x="291527" y="5440"/>
                </a:lnTo>
                <a:lnTo>
                  <a:pt x="327968" y="9473"/>
                </a:lnTo>
                <a:lnTo>
                  <a:pt x="364409" y="14616"/>
                </a:lnTo>
                <a:lnTo>
                  <a:pt x="400850" y="20869"/>
                </a:lnTo>
                <a:lnTo>
                  <a:pt x="437291" y="28231"/>
                </a:lnTo>
                <a:lnTo>
                  <a:pt x="473732" y="36703"/>
                </a:lnTo>
                <a:lnTo>
                  <a:pt x="510173" y="46285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40" name="knowledge-cross-edge">
            <a:extLst>
              <a:ext uri="{FF2B5EF4-FFF2-40B4-BE49-F238E27FC236}">
                <a16:creationId xmlns:a16="http://schemas.microsoft.com/office/drawing/2014/main" id="{9C5E1175-D0FE-4430-B774-354CCCF3B583}"/>
              </a:ext>
            </a:extLst>
          </p:cNvPr>
          <p:cNvSpPr>
            <a:spLocks noGrp="1"/>
          </p:cNvSpPr>
          <p:nvPr/>
        </p:nvSpPr>
        <p:spPr>
          <a:xfrm>
            <a:off x="6114909" y="6349499"/>
            <a:ext cx="460139" cy="67063"/>
          </a:xfrm>
          <a:custGeom>
            <a:avLst/>
            <a:gdLst/>
            <a:ahLst/>
            <a:cxnLst/>
            <a:rect l="0" t="0" r="0" b="0"/>
            <a:pathLst>
              <a:path w="460139" h="67063">
                <a:moveTo>
                  <a:pt x="0" y="14922"/>
                </a:moveTo>
                <a:lnTo>
                  <a:pt x="52897" y="8163"/>
                </a:lnTo>
                <a:lnTo>
                  <a:pt x="103148" y="3423"/>
                </a:lnTo>
                <a:lnTo>
                  <a:pt x="150754" y="702"/>
                </a:lnTo>
                <a:lnTo>
                  <a:pt x="195713" y="0"/>
                </a:lnTo>
                <a:lnTo>
                  <a:pt x="238027" y="1317"/>
                </a:lnTo>
                <a:lnTo>
                  <a:pt x="277695" y="4652"/>
                </a:lnTo>
                <a:lnTo>
                  <a:pt x="314717" y="10007"/>
                </a:lnTo>
                <a:lnTo>
                  <a:pt x="349093" y="17380"/>
                </a:lnTo>
                <a:lnTo>
                  <a:pt x="380823" y="26772"/>
                </a:lnTo>
                <a:lnTo>
                  <a:pt x="409908" y="38184"/>
                </a:lnTo>
                <a:lnTo>
                  <a:pt x="436347" y="51614"/>
                </a:lnTo>
                <a:lnTo>
                  <a:pt x="460139" y="67063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41" name="knowledge-cross-edge">
            <a:extLst>
              <a:ext uri="{FF2B5EF4-FFF2-40B4-BE49-F238E27FC236}">
                <a16:creationId xmlns:a16="http://schemas.microsoft.com/office/drawing/2014/main" id="{5ADC494D-DA36-416A-BD57-7754FD1D00D3}"/>
              </a:ext>
            </a:extLst>
          </p:cNvPr>
          <p:cNvSpPr>
            <a:spLocks noGrp="1"/>
          </p:cNvSpPr>
          <p:nvPr/>
        </p:nvSpPr>
        <p:spPr>
          <a:xfrm>
            <a:off x="6114909" y="6079556"/>
            <a:ext cx="579048" cy="284865"/>
          </a:xfrm>
          <a:custGeom>
            <a:avLst/>
            <a:gdLst/>
            <a:ahLst/>
            <a:cxnLst/>
            <a:rect l="0" t="0" r="0" b="0"/>
            <a:pathLst>
              <a:path w="579048" h="284865">
                <a:moveTo>
                  <a:pt x="0" y="284865"/>
                </a:moveTo>
                <a:lnTo>
                  <a:pt x="33702" y="251078"/>
                </a:lnTo>
                <a:lnTo>
                  <a:pt x="70050" y="219119"/>
                </a:lnTo>
                <a:lnTo>
                  <a:pt x="109043" y="188986"/>
                </a:lnTo>
                <a:lnTo>
                  <a:pt x="150683" y="160681"/>
                </a:lnTo>
                <a:lnTo>
                  <a:pt x="194968" y="134202"/>
                </a:lnTo>
                <a:lnTo>
                  <a:pt x="241899" y="109550"/>
                </a:lnTo>
                <a:lnTo>
                  <a:pt x="291476" y="86724"/>
                </a:lnTo>
                <a:lnTo>
                  <a:pt x="343699" y="65726"/>
                </a:lnTo>
                <a:lnTo>
                  <a:pt x="398567" y="46554"/>
                </a:lnTo>
                <a:lnTo>
                  <a:pt x="456082" y="29209"/>
                </a:lnTo>
                <a:lnTo>
                  <a:pt x="516242" y="13691"/>
                </a:lnTo>
                <a:lnTo>
                  <a:pt x="579048" y="0"/>
                </a:lnTo>
              </a:path>
            </a:pathLst>
          </a:custGeom>
          <a:noFill/>
          <a:ln w="4953">
            <a:solidFill>
              <a:srgbClr val="EA4335">
                <a:alpha val="12000"/>
              </a:srgbClr>
            </a:solidFill>
            <a:prstDash val="solid"/>
          </a:ln>
        </p:spPr>
      </p:sp>
      <p:sp>
        <p:nvSpPr>
          <p:cNvPr id="242" name="knowledge-long-edge">
            <a:extLst>
              <a:ext uri="{FF2B5EF4-FFF2-40B4-BE49-F238E27FC236}">
                <a16:creationId xmlns:a16="http://schemas.microsoft.com/office/drawing/2014/main" id="{11DAD12D-9F34-4205-BACC-11D1784203A0}"/>
              </a:ext>
            </a:extLst>
          </p:cNvPr>
          <p:cNvSpPr>
            <a:spLocks noGrp="1"/>
          </p:cNvSpPr>
          <p:nvPr/>
        </p:nvSpPr>
        <p:spPr>
          <a:xfrm>
            <a:off x="6114909" y="6090097"/>
            <a:ext cx="888206" cy="285057"/>
          </a:xfrm>
          <a:custGeom>
            <a:avLst/>
            <a:gdLst/>
            <a:ahLst/>
            <a:cxnLst/>
            <a:rect l="0" t="0" r="0" b="0"/>
            <a:pathLst>
              <a:path w="888206" h="285057">
                <a:moveTo>
                  <a:pt x="0" y="274324"/>
                </a:moveTo>
                <a:lnTo>
                  <a:pt x="55513" y="209442"/>
                </a:lnTo>
                <a:lnTo>
                  <a:pt x="111026" y="153301"/>
                </a:lnTo>
                <a:lnTo>
                  <a:pt x="166539" y="105900"/>
                </a:lnTo>
                <a:lnTo>
                  <a:pt x="222052" y="67239"/>
                </a:lnTo>
                <a:lnTo>
                  <a:pt x="277564" y="37319"/>
                </a:lnTo>
                <a:lnTo>
                  <a:pt x="333077" y="16139"/>
                </a:lnTo>
                <a:lnTo>
                  <a:pt x="388590" y="3699"/>
                </a:lnTo>
                <a:lnTo>
                  <a:pt x="444103" y="0"/>
                </a:lnTo>
                <a:lnTo>
                  <a:pt x="499616" y="5041"/>
                </a:lnTo>
                <a:lnTo>
                  <a:pt x="555129" y="18822"/>
                </a:lnTo>
                <a:lnTo>
                  <a:pt x="610642" y="41344"/>
                </a:lnTo>
                <a:lnTo>
                  <a:pt x="666155" y="72606"/>
                </a:lnTo>
                <a:lnTo>
                  <a:pt x="721667" y="112608"/>
                </a:lnTo>
                <a:lnTo>
                  <a:pt x="777180" y="161351"/>
                </a:lnTo>
                <a:lnTo>
                  <a:pt x="832693" y="218834"/>
                </a:lnTo>
                <a:lnTo>
                  <a:pt x="888206" y="285057"/>
                </a:lnTo>
              </a:path>
            </a:pathLst>
          </a:custGeom>
          <a:noFill/>
          <a:ln w="4286">
            <a:solidFill>
              <a:srgbClr val="EA4335">
                <a:alpha val="9000"/>
              </a:srgbClr>
            </a:solidFill>
            <a:prstDash val="solid"/>
          </a:ln>
        </p:spPr>
      </p:sp>
      <p:sp>
        <p:nvSpPr>
          <p:cNvPr id="243" name="knowledge-edge">
            <a:extLst>
              <a:ext uri="{FF2B5EF4-FFF2-40B4-BE49-F238E27FC236}">
                <a16:creationId xmlns:a16="http://schemas.microsoft.com/office/drawing/2014/main" id="{02006E85-4092-4ABF-A9B0-E76C88F5E55A}"/>
              </a:ext>
            </a:extLst>
          </p:cNvPr>
          <p:cNvSpPr>
            <a:spLocks noGrp="1"/>
          </p:cNvSpPr>
          <p:nvPr/>
        </p:nvSpPr>
        <p:spPr>
          <a:xfrm>
            <a:off x="6023048" y="6416561"/>
            <a:ext cx="552000" cy="173804"/>
          </a:xfrm>
          <a:custGeom>
            <a:avLst/>
            <a:gdLst/>
            <a:ahLst/>
            <a:cxnLst/>
            <a:rect l="0" t="0" r="0" b="0"/>
            <a:pathLst>
              <a:path w="552000" h="173804">
                <a:moveTo>
                  <a:pt x="0" y="166179"/>
                </a:moveTo>
                <a:lnTo>
                  <a:pt x="39429" y="171298"/>
                </a:lnTo>
                <a:lnTo>
                  <a:pt x="78857" y="173804"/>
                </a:lnTo>
                <a:lnTo>
                  <a:pt x="118286" y="173697"/>
                </a:lnTo>
                <a:lnTo>
                  <a:pt x="157714" y="170975"/>
                </a:lnTo>
                <a:lnTo>
                  <a:pt x="197143" y="165640"/>
                </a:lnTo>
                <a:lnTo>
                  <a:pt x="236571" y="157690"/>
                </a:lnTo>
                <a:lnTo>
                  <a:pt x="276000" y="147127"/>
                </a:lnTo>
                <a:lnTo>
                  <a:pt x="315428" y="133951"/>
                </a:lnTo>
                <a:lnTo>
                  <a:pt x="354857" y="118160"/>
                </a:lnTo>
                <a:lnTo>
                  <a:pt x="394285" y="99756"/>
                </a:lnTo>
                <a:lnTo>
                  <a:pt x="433714" y="78737"/>
                </a:lnTo>
                <a:lnTo>
                  <a:pt x="473143" y="55105"/>
                </a:lnTo>
                <a:lnTo>
                  <a:pt x="512571" y="28860"/>
                </a:lnTo>
                <a:lnTo>
                  <a:pt x="552000" y="0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44" name="knowledge-cross-edge">
            <a:extLst>
              <a:ext uri="{FF2B5EF4-FFF2-40B4-BE49-F238E27FC236}">
                <a16:creationId xmlns:a16="http://schemas.microsoft.com/office/drawing/2014/main" id="{8F5EA5A5-FEF2-4B99-97D2-E4C1D1A3AF11}"/>
              </a:ext>
            </a:extLst>
          </p:cNvPr>
          <p:cNvSpPr>
            <a:spLocks noGrp="1"/>
          </p:cNvSpPr>
          <p:nvPr/>
        </p:nvSpPr>
        <p:spPr>
          <a:xfrm>
            <a:off x="6023048" y="6564246"/>
            <a:ext cx="642639" cy="18494"/>
          </a:xfrm>
          <a:custGeom>
            <a:avLst/>
            <a:gdLst/>
            <a:ahLst/>
            <a:cxnLst/>
            <a:rect l="0" t="0" r="0" b="0"/>
            <a:pathLst>
              <a:path w="642639" h="18494">
                <a:moveTo>
                  <a:pt x="0" y="18494"/>
                </a:moveTo>
                <a:lnTo>
                  <a:pt x="68105" y="14103"/>
                </a:lnTo>
                <a:lnTo>
                  <a:pt x="133565" y="10306"/>
                </a:lnTo>
                <a:lnTo>
                  <a:pt x="196378" y="7104"/>
                </a:lnTo>
                <a:lnTo>
                  <a:pt x="256546" y="4495"/>
                </a:lnTo>
                <a:lnTo>
                  <a:pt x="314068" y="2480"/>
                </a:lnTo>
                <a:lnTo>
                  <a:pt x="368944" y="1059"/>
                </a:lnTo>
                <a:lnTo>
                  <a:pt x="421175" y="233"/>
                </a:lnTo>
                <a:lnTo>
                  <a:pt x="470759" y="0"/>
                </a:lnTo>
                <a:lnTo>
                  <a:pt x="517698" y="361"/>
                </a:lnTo>
                <a:lnTo>
                  <a:pt x="561991" y="1317"/>
                </a:lnTo>
                <a:lnTo>
                  <a:pt x="603638" y="2866"/>
                </a:lnTo>
                <a:lnTo>
                  <a:pt x="642639" y="5009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45" name="knowledge-edge">
            <a:extLst>
              <a:ext uri="{FF2B5EF4-FFF2-40B4-BE49-F238E27FC236}">
                <a16:creationId xmlns:a16="http://schemas.microsoft.com/office/drawing/2014/main" id="{E4F483E0-9ECF-4585-9054-B33B6281B5B1}"/>
              </a:ext>
            </a:extLst>
          </p:cNvPr>
          <p:cNvSpPr>
            <a:spLocks noGrp="1"/>
          </p:cNvSpPr>
          <p:nvPr/>
        </p:nvSpPr>
        <p:spPr>
          <a:xfrm>
            <a:off x="6185342" y="6526863"/>
            <a:ext cx="480345" cy="42392"/>
          </a:xfrm>
          <a:custGeom>
            <a:avLst/>
            <a:gdLst/>
            <a:ahLst/>
            <a:cxnLst/>
            <a:rect l="0" t="0" r="0" b="0"/>
            <a:pathLst>
              <a:path w="480345" h="42392">
                <a:moveTo>
                  <a:pt x="0" y="28882"/>
                </a:moveTo>
                <a:lnTo>
                  <a:pt x="34310" y="20456"/>
                </a:lnTo>
                <a:lnTo>
                  <a:pt x="68621" y="13476"/>
                </a:lnTo>
                <a:lnTo>
                  <a:pt x="102931" y="7940"/>
                </a:lnTo>
                <a:lnTo>
                  <a:pt x="137241" y="3849"/>
                </a:lnTo>
                <a:lnTo>
                  <a:pt x="171552" y="1202"/>
                </a:lnTo>
                <a:lnTo>
                  <a:pt x="205862" y="0"/>
                </a:lnTo>
                <a:lnTo>
                  <a:pt x="240173" y="243"/>
                </a:lnTo>
                <a:lnTo>
                  <a:pt x="274483" y="1930"/>
                </a:lnTo>
                <a:lnTo>
                  <a:pt x="308793" y="5062"/>
                </a:lnTo>
                <a:lnTo>
                  <a:pt x="343104" y="9639"/>
                </a:lnTo>
                <a:lnTo>
                  <a:pt x="377414" y="15660"/>
                </a:lnTo>
                <a:lnTo>
                  <a:pt x="411724" y="23126"/>
                </a:lnTo>
                <a:lnTo>
                  <a:pt x="446035" y="32037"/>
                </a:lnTo>
                <a:lnTo>
                  <a:pt x="480345" y="42392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46" name="knowledge-edge">
            <a:extLst>
              <a:ext uri="{FF2B5EF4-FFF2-40B4-BE49-F238E27FC236}">
                <a16:creationId xmlns:a16="http://schemas.microsoft.com/office/drawing/2014/main" id="{DB8A59A9-56C3-403C-8996-BB323AC9FE1E}"/>
              </a:ext>
            </a:extLst>
          </p:cNvPr>
          <p:cNvSpPr>
            <a:spLocks noGrp="1"/>
          </p:cNvSpPr>
          <p:nvPr/>
        </p:nvSpPr>
        <p:spPr>
          <a:xfrm>
            <a:off x="6113525" y="6576029"/>
            <a:ext cx="450611" cy="108171"/>
          </a:xfrm>
          <a:custGeom>
            <a:avLst/>
            <a:gdLst/>
            <a:ahLst/>
            <a:cxnLst/>
            <a:rect l="0" t="0" r="0" b="0"/>
            <a:pathLst>
              <a:path w="450611" h="108171">
                <a:moveTo>
                  <a:pt x="0" y="108171"/>
                </a:moveTo>
                <a:lnTo>
                  <a:pt x="32187" y="92273"/>
                </a:lnTo>
                <a:lnTo>
                  <a:pt x="64373" y="77638"/>
                </a:lnTo>
                <a:lnTo>
                  <a:pt x="96560" y="64265"/>
                </a:lnTo>
                <a:lnTo>
                  <a:pt x="128746" y="52156"/>
                </a:lnTo>
                <a:lnTo>
                  <a:pt x="160933" y="41309"/>
                </a:lnTo>
                <a:lnTo>
                  <a:pt x="193119" y="31726"/>
                </a:lnTo>
                <a:lnTo>
                  <a:pt x="225306" y="23405"/>
                </a:lnTo>
                <a:lnTo>
                  <a:pt x="257492" y="16347"/>
                </a:lnTo>
                <a:lnTo>
                  <a:pt x="289679" y="10552"/>
                </a:lnTo>
                <a:lnTo>
                  <a:pt x="321865" y="6020"/>
                </a:lnTo>
                <a:lnTo>
                  <a:pt x="354052" y="2750"/>
                </a:lnTo>
                <a:lnTo>
                  <a:pt x="386238" y="744"/>
                </a:lnTo>
                <a:lnTo>
                  <a:pt x="418425" y="0"/>
                </a:lnTo>
                <a:lnTo>
                  <a:pt x="450611" y="519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47" name="knowledge-cross-edge">
            <a:extLst>
              <a:ext uri="{FF2B5EF4-FFF2-40B4-BE49-F238E27FC236}">
                <a16:creationId xmlns:a16="http://schemas.microsoft.com/office/drawing/2014/main" id="{2B009F00-CE0F-446A-8A86-FD755B46070D}"/>
              </a:ext>
            </a:extLst>
          </p:cNvPr>
          <p:cNvSpPr>
            <a:spLocks noGrp="1"/>
          </p:cNvSpPr>
          <p:nvPr/>
        </p:nvSpPr>
        <p:spPr>
          <a:xfrm>
            <a:off x="6113525" y="6593065"/>
            <a:ext cx="596038" cy="91135"/>
          </a:xfrm>
          <a:custGeom>
            <a:avLst/>
            <a:gdLst/>
            <a:ahLst/>
            <a:cxnLst/>
            <a:rect l="0" t="0" r="0" b="0"/>
            <a:pathLst>
              <a:path w="596038" h="91135">
                <a:moveTo>
                  <a:pt x="0" y="91135"/>
                </a:moveTo>
                <a:lnTo>
                  <a:pt x="64222" y="66156"/>
                </a:lnTo>
                <a:lnTo>
                  <a:pt x="125798" y="45164"/>
                </a:lnTo>
                <a:lnTo>
                  <a:pt x="184728" y="28159"/>
                </a:lnTo>
                <a:lnTo>
                  <a:pt x="241013" y="15140"/>
                </a:lnTo>
                <a:lnTo>
                  <a:pt x="294651" y="6107"/>
                </a:lnTo>
                <a:lnTo>
                  <a:pt x="345644" y="1060"/>
                </a:lnTo>
                <a:lnTo>
                  <a:pt x="393991" y="0"/>
                </a:lnTo>
                <a:lnTo>
                  <a:pt x="439692" y="2926"/>
                </a:lnTo>
                <a:lnTo>
                  <a:pt x="482747" y="9839"/>
                </a:lnTo>
                <a:lnTo>
                  <a:pt x="523156" y="20738"/>
                </a:lnTo>
                <a:lnTo>
                  <a:pt x="560920" y="35623"/>
                </a:lnTo>
                <a:lnTo>
                  <a:pt x="596038" y="54495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48" name="knowledge-edge">
            <a:extLst>
              <a:ext uri="{FF2B5EF4-FFF2-40B4-BE49-F238E27FC236}">
                <a16:creationId xmlns:a16="http://schemas.microsoft.com/office/drawing/2014/main" id="{9753D168-20CA-4998-B742-34C78D0037B2}"/>
              </a:ext>
            </a:extLst>
          </p:cNvPr>
          <p:cNvSpPr>
            <a:spLocks noGrp="1"/>
          </p:cNvSpPr>
          <p:nvPr/>
        </p:nvSpPr>
        <p:spPr>
          <a:xfrm>
            <a:off x="6180155" y="6647559"/>
            <a:ext cx="529407" cy="132668"/>
          </a:xfrm>
          <a:custGeom>
            <a:avLst/>
            <a:gdLst/>
            <a:ahLst/>
            <a:cxnLst/>
            <a:rect l="0" t="0" r="0" b="0"/>
            <a:pathLst>
              <a:path w="529407" h="132668">
                <a:moveTo>
                  <a:pt x="0" y="132668"/>
                </a:moveTo>
                <a:lnTo>
                  <a:pt x="37815" y="117537"/>
                </a:lnTo>
                <a:lnTo>
                  <a:pt x="75630" y="103275"/>
                </a:lnTo>
                <a:lnTo>
                  <a:pt x="113444" y="89883"/>
                </a:lnTo>
                <a:lnTo>
                  <a:pt x="151259" y="77362"/>
                </a:lnTo>
                <a:lnTo>
                  <a:pt x="189074" y="65710"/>
                </a:lnTo>
                <a:lnTo>
                  <a:pt x="226889" y="54929"/>
                </a:lnTo>
                <a:lnTo>
                  <a:pt x="264704" y="45017"/>
                </a:lnTo>
                <a:lnTo>
                  <a:pt x="302518" y="35976"/>
                </a:lnTo>
                <a:lnTo>
                  <a:pt x="340333" y="27805"/>
                </a:lnTo>
                <a:lnTo>
                  <a:pt x="378148" y="20504"/>
                </a:lnTo>
                <a:lnTo>
                  <a:pt x="415963" y="14073"/>
                </a:lnTo>
                <a:lnTo>
                  <a:pt x="453777" y="8512"/>
                </a:lnTo>
                <a:lnTo>
                  <a:pt x="491592" y="3821"/>
                </a:lnTo>
                <a:lnTo>
                  <a:pt x="529407" y="0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49" name="knowledge-cross-edge">
            <a:extLst>
              <a:ext uri="{FF2B5EF4-FFF2-40B4-BE49-F238E27FC236}">
                <a16:creationId xmlns:a16="http://schemas.microsoft.com/office/drawing/2014/main" id="{A7AF7634-03F5-402A-A2E6-97FE252404C3}"/>
              </a:ext>
            </a:extLst>
          </p:cNvPr>
          <p:cNvSpPr>
            <a:spLocks noGrp="1"/>
          </p:cNvSpPr>
          <p:nvPr/>
        </p:nvSpPr>
        <p:spPr>
          <a:xfrm>
            <a:off x="6180155" y="6736648"/>
            <a:ext cx="323731" cy="191652"/>
          </a:xfrm>
          <a:custGeom>
            <a:avLst/>
            <a:gdLst/>
            <a:ahLst/>
            <a:cxnLst/>
            <a:rect l="0" t="0" r="0" b="0"/>
            <a:pathLst>
              <a:path w="323731" h="191652">
                <a:moveTo>
                  <a:pt x="0" y="43580"/>
                </a:moveTo>
                <a:lnTo>
                  <a:pt x="41530" y="23972"/>
                </a:lnTo>
                <a:lnTo>
                  <a:pt x="80414" y="10173"/>
                </a:lnTo>
                <a:lnTo>
                  <a:pt x="116652" y="2182"/>
                </a:lnTo>
                <a:lnTo>
                  <a:pt x="150244" y="0"/>
                </a:lnTo>
                <a:lnTo>
                  <a:pt x="181190" y="3627"/>
                </a:lnTo>
                <a:lnTo>
                  <a:pt x="209491" y="13062"/>
                </a:lnTo>
                <a:lnTo>
                  <a:pt x="235145" y="28305"/>
                </a:lnTo>
                <a:lnTo>
                  <a:pt x="258154" y="49358"/>
                </a:lnTo>
                <a:lnTo>
                  <a:pt x="278517" y="76218"/>
                </a:lnTo>
                <a:lnTo>
                  <a:pt x="296234" y="108888"/>
                </a:lnTo>
                <a:lnTo>
                  <a:pt x="311306" y="147366"/>
                </a:lnTo>
                <a:lnTo>
                  <a:pt x="323731" y="191652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50" name="knowledge-long-edge">
            <a:extLst>
              <a:ext uri="{FF2B5EF4-FFF2-40B4-BE49-F238E27FC236}">
                <a16:creationId xmlns:a16="http://schemas.microsoft.com/office/drawing/2014/main" id="{FD798885-2C88-4FE7-B8D4-3D40137303B5}"/>
              </a:ext>
            </a:extLst>
          </p:cNvPr>
          <p:cNvSpPr>
            <a:spLocks noGrp="1"/>
          </p:cNvSpPr>
          <p:nvPr/>
        </p:nvSpPr>
        <p:spPr>
          <a:xfrm>
            <a:off x="6180155" y="6593565"/>
            <a:ext cx="795723" cy="391921"/>
          </a:xfrm>
          <a:custGeom>
            <a:avLst/>
            <a:gdLst/>
            <a:ahLst/>
            <a:cxnLst/>
            <a:rect l="0" t="0" r="0" b="0"/>
            <a:pathLst>
              <a:path w="795723" h="391921">
                <a:moveTo>
                  <a:pt x="0" y="186663"/>
                </a:moveTo>
                <a:lnTo>
                  <a:pt x="49733" y="133667"/>
                </a:lnTo>
                <a:lnTo>
                  <a:pt x="99465" y="89448"/>
                </a:lnTo>
                <a:lnTo>
                  <a:pt x="149198" y="54005"/>
                </a:lnTo>
                <a:lnTo>
                  <a:pt x="198931" y="27339"/>
                </a:lnTo>
                <a:lnTo>
                  <a:pt x="248663" y="9449"/>
                </a:lnTo>
                <a:lnTo>
                  <a:pt x="298396" y="336"/>
                </a:lnTo>
                <a:lnTo>
                  <a:pt x="348129" y="0"/>
                </a:lnTo>
                <a:lnTo>
                  <a:pt x="397862" y="8440"/>
                </a:lnTo>
                <a:lnTo>
                  <a:pt x="447594" y="25657"/>
                </a:lnTo>
                <a:lnTo>
                  <a:pt x="497327" y="51651"/>
                </a:lnTo>
                <a:lnTo>
                  <a:pt x="547060" y="86421"/>
                </a:lnTo>
                <a:lnTo>
                  <a:pt x="596792" y="129968"/>
                </a:lnTo>
                <a:lnTo>
                  <a:pt x="646525" y="182291"/>
                </a:lnTo>
                <a:lnTo>
                  <a:pt x="696258" y="243391"/>
                </a:lnTo>
                <a:lnTo>
                  <a:pt x="745990" y="313268"/>
                </a:lnTo>
                <a:lnTo>
                  <a:pt x="795723" y="391921"/>
                </a:lnTo>
              </a:path>
            </a:pathLst>
          </a:custGeom>
          <a:noFill/>
          <a:ln w="4286">
            <a:solidFill>
              <a:srgbClr val="EA4335">
                <a:alpha val="9000"/>
              </a:srgbClr>
            </a:solidFill>
            <a:prstDash val="solid"/>
          </a:ln>
        </p:spPr>
      </p:sp>
      <p:sp>
        <p:nvSpPr>
          <p:cNvPr id="251" name="knowledge-edge">
            <a:extLst>
              <a:ext uri="{FF2B5EF4-FFF2-40B4-BE49-F238E27FC236}">
                <a16:creationId xmlns:a16="http://schemas.microsoft.com/office/drawing/2014/main" id="{492C0136-AA02-4D50-B12F-859C4A300626}"/>
              </a:ext>
            </a:extLst>
          </p:cNvPr>
          <p:cNvSpPr>
            <a:spLocks noGrp="1"/>
          </p:cNvSpPr>
          <p:nvPr/>
        </p:nvSpPr>
        <p:spPr>
          <a:xfrm>
            <a:off x="6114394" y="6928301"/>
            <a:ext cx="389493" cy="167431"/>
          </a:xfrm>
          <a:custGeom>
            <a:avLst/>
            <a:gdLst/>
            <a:ahLst/>
            <a:cxnLst/>
            <a:rect l="0" t="0" r="0" b="0"/>
            <a:pathLst>
              <a:path w="389493" h="167431">
                <a:moveTo>
                  <a:pt x="0" y="167431"/>
                </a:moveTo>
                <a:lnTo>
                  <a:pt x="27821" y="158495"/>
                </a:lnTo>
                <a:lnTo>
                  <a:pt x="55642" y="149094"/>
                </a:lnTo>
                <a:lnTo>
                  <a:pt x="83463" y="139227"/>
                </a:lnTo>
                <a:lnTo>
                  <a:pt x="111284" y="128896"/>
                </a:lnTo>
                <a:lnTo>
                  <a:pt x="139105" y="118099"/>
                </a:lnTo>
                <a:lnTo>
                  <a:pt x="166926" y="106838"/>
                </a:lnTo>
                <a:lnTo>
                  <a:pt x="194746" y="95111"/>
                </a:lnTo>
                <a:lnTo>
                  <a:pt x="222567" y="82919"/>
                </a:lnTo>
                <a:lnTo>
                  <a:pt x="250388" y="70262"/>
                </a:lnTo>
                <a:lnTo>
                  <a:pt x="278209" y="57140"/>
                </a:lnTo>
                <a:lnTo>
                  <a:pt x="306030" y="43552"/>
                </a:lnTo>
                <a:lnTo>
                  <a:pt x="333851" y="29500"/>
                </a:lnTo>
                <a:lnTo>
                  <a:pt x="361672" y="14983"/>
                </a:lnTo>
                <a:lnTo>
                  <a:pt x="389493" y="0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52" name="knowledge-edge">
            <a:extLst>
              <a:ext uri="{FF2B5EF4-FFF2-40B4-BE49-F238E27FC236}">
                <a16:creationId xmlns:a16="http://schemas.microsoft.com/office/drawing/2014/main" id="{3FA03E1F-E121-428B-BDD0-937D272A8F9B}"/>
              </a:ext>
            </a:extLst>
          </p:cNvPr>
          <p:cNvSpPr>
            <a:spLocks noGrp="1"/>
          </p:cNvSpPr>
          <p:nvPr/>
        </p:nvSpPr>
        <p:spPr>
          <a:xfrm>
            <a:off x="6693956" y="6034001"/>
            <a:ext cx="321485" cy="45555"/>
          </a:xfrm>
          <a:custGeom>
            <a:avLst/>
            <a:gdLst/>
            <a:ahLst/>
            <a:cxnLst/>
            <a:rect l="0" t="0" r="0" b="0"/>
            <a:pathLst>
              <a:path w="321485" h="45555">
                <a:moveTo>
                  <a:pt x="0" y="45555"/>
                </a:moveTo>
                <a:lnTo>
                  <a:pt x="22963" y="34788"/>
                </a:lnTo>
                <a:lnTo>
                  <a:pt x="45926" y="25471"/>
                </a:lnTo>
                <a:lnTo>
                  <a:pt x="68890" y="17602"/>
                </a:lnTo>
                <a:lnTo>
                  <a:pt x="91853" y="11183"/>
                </a:lnTo>
                <a:lnTo>
                  <a:pt x="114816" y="6213"/>
                </a:lnTo>
                <a:lnTo>
                  <a:pt x="137779" y="2693"/>
                </a:lnTo>
                <a:lnTo>
                  <a:pt x="160742" y="622"/>
                </a:lnTo>
                <a:lnTo>
                  <a:pt x="183706" y="0"/>
                </a:lnTo>
                <a:lnTo>
                  <a:pt x="206669" y="827"/>
                </a:lnTo>
                <a:lnTo>
                  <a:pt x="229632" y="3104"/>
                </a:lnTo>
                <a:lnTo>
                  <a:pt x="252595" y="6830"/>
                </a:lnTo>
                <a:lnTo>
                  <a:pt x="275558" y="12006"/>
                </a:lnTo>
                <a:lnTo>
                  <a:pt x="298521" y="18630"/>
                </a:lnTo>
                <a:lnTo>
                  <a:pt x="321485" y="26704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53" name="knowledge-cross-edge">
            <a:extLst>
              <a:ext uri="{FF2B5EF4-FFF2-40B4-BE49-F238E27FC236}">
                <a16:creationId xmlns:a16="http://schemas.microsoft.com/office/drawing/2014/main" id="{EB2096BD-7236-41E8-8C13-3599E010E272}"/>
              </a:ext>
            </a:extLst>
          </p:cNvPr>
          <p:cNvSpPr>
            <a:spLocks noGrp="1"/>
          </p:cNvSpPr>
          <p:nvPr/>
        </p:nvSpPr>
        <p:spPr>
          <a:xfrm>
            <a:off x="6693956" y="6074785"/>
            <a:ext cx="228899" cy="265202"/>
          </a:xfrm>
          <a:custGeom>
            <a:avLst/>
            <a:gdLst/>
            <a:ahLst/>
            <a:cxnLst/>
            <a:rect l="0" t="0" r="0" b="0"/>
            <a:pathLst>
              <a:path w="228899" h="265202">
                <a:moveTo>
                  <a:pt x="0" y="4771"/>
                </a:moveTo>
                <a:lnTo>
                  <a:pt x="33627" y="0"/>
                </a:lnTo>
                <a:lnTo>
                  <a:pt x="64608" y="42"/>
                </a:lnTo>
                <a:lnTo>
                  <a:pt x="92943" y="4898"/>
                </a:lnTo>
                <a:lnTo>
                  <a:pt x="118633" y="14567"/>
                </a:lnTo>
                <a:lnTo>
                  <a:pt x="141677" y="29049"/>
                </a:lnTo>
                <a:lnTo>
                  <a:pt x="162074" y="48345"/>
                </a:lnTo>
                <a:lnTo>
                  <a:pt x="179826" y="72455"/>
                </a:lnTo>
                <a:lnTo>
                  <a:pt x="194932" y="101377"/>
                </a:lnTo>
                <a:lnTo>
                  <a:pt x="207393" y="135113"/>
                </a:lnTo>
                <a:lnTo>
                  <a:pt x="217207" y="173663"/>
                </a:lnTo>
                <a:lnTo>
                  <a:pt x="224376" y="217026"/>
                </a:lnTo>
                <a:lnTo>
                  <a:pt x="228899" y="265202"/>
                </a:lnTo>
              </a:path>
            </a:pathLst>
          </a:custGeom>
          <a:noFill/>
          <a:ln w="5334">
            <a:solidFill>
              <a:srgbClr val="EC522F">
                <a:alpha val="13000"/>
              </a:srgbClr>
            </a:solidFill>
            <a:prstDash val="solid"/>
          </a:ln>
        </p:spPr>
      </p:sp>
      <p:sp>
        <p:nvSpPr>
          <p:cNvPr id="254" name="knowledge-edge">
            <a:extLst>
              <a:ext uri="{FF2B5EF4-FFF2-40B4-BE49-F238E27FC236}">
                <a16:creationId xmlns:a16="http://schemas.microsoft.com/office/drawing/2014/main" id="{9C8AA22E-13DD-442C-A349-DA4DBC2FC796}"/>
              </a:ext>
            </a:extLst>
          </p:cNvPr>
          <p:cNvSpPr>
            <a:spLocks noGrp="1"/>
          </p:cNvSpPr>
          <p:nvPr/>
        </p:nvSpPr>
        <p:spPr>
          <a:xfrm>
            <a:off x="6625081" y="6294148"/>
            <a:ext cx="297774" cy="103429"/>
          </a:xfrm>
          <a:custGeom>
            <a:avLst/>
            <a:gdLst/>
            <a:ahLst/>
            <a:cxnLst/>
            <a:rect l="0" t="0" r="0" b="0"/>
            <a:pathLst>
              <a:path w="297774" h="103429">
                <a:moveTo>
                  <a:pt x="0" y="103429"/>
                </a:moveTo>
                <a:lnTo>
                  <a:pt x="21270" y="80217"/>
                </a:lnTo>
                <a:lnTo>
                  <a:pt x="42539" y="59942"/>
                </a:lnTo>
                <a:lnTo>
                  <a:pt x="63809" y="42606"/>
                </a:lnTo>
                <a:lnTo>
                  <a:pt x="85078" y="28208"/>
                </a:lnTo>
                <a:lnTo>
                  <a:pt x="106348" y="16748"/>
                </a:lnTo>
                <a:lnTo>
                  <a:pt x="127617" y="8227"/>
                </a:lnTo>
                <a:lnTo>
                  <a:pt x="148887" y="2644"/>
                </a:lnTo>
                <a:lnTo>
                  <a:pt x="170157" y="0"/>
                </a:lnTo>
                <a:lnTo>
                  <a:pt x="191426" y="294"/>
                </a:lnTo>
                <a:lnTo>
                  <a:pt x="212696" y="3526"/>
                </a:lnTo>
                <a:lnTo>
                  <a:pt x="233965" y="9697"/>
                </a:lnTo>
                <a:lnTo>
                  <a:pt x="255235" y="18806"/>
                </a:lnTo>
                <a:lnTo>
                  <a:pt x="276504" y="30853"/>
                </a:lnTo>
                <a:lnTo>
                  <a:pt x="297774" y="45838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55" name="knowledge-cross-edge">
            <a:extLst>
              <a:ext uri="{FF2B5EF4-FFF2-40B4-BE49-F238E27FC236}">
                <a16:creationId xmlns:a16="http://schemas.microsoft.com/office/drawing/2014/main" id="{9E5F57DF-C9EA-4A81-90A5-F2E2E77FB157}"/>
              </a:ext>
            </a:extLst>
          </p:cNvPr>
          <p:cNvSpPr>
            <a:spLocks noGrp="1"/>
          </p:cNvSpPr>
          <p:nvPr/>
        </p:nvSpPr>
        <p:spPr>
          <a:xfrm>
            <a:off x="6625081" y="6375154"/>
            <a:ext cx="378033" cy="44153"/>
          </a:xfrm>
          <a:custGeom>
            <a:avLst/>
            <a:gdLst/>
            <a:ahLst/>
            <a:cxnLst/>
            <a:rect l="0" t="0" r="0" b="0"/>
            <a:pathLst>
              <a:path w="378033" h="44153">
                <a:moveTo>
                  <a:pt x="0" y="22424"/>
                </a:moveTo>
                <a:lnTo>
                  <a:pt x="46055" y="30321"/>
                </a:lnTo>
                <a:lnTo>
                  <a:pt x="89464" y="36442"/>
                </a:lnTo>
                <a:lnTo>
                  <a:pt x="130227" y="40788"/>
                </a:lnTo>
                <a:lnTo>
                  <a:pt x="168344" y="43358"/>
                </a:lnTo>
                <a:lnTo>
                  <a:pt x="203816" y="44153"/>
                </a:lnTo>
                <a:lnTo>
                  <a:pt x="236642" y="43172"/>
                </a:lnTo>
                <a:lnTo>
                  <a:pt x="266822" y="40416"/>
                </a:lnTo>
                <a:lnTo>
                  <a:pt x="294356" y="35884"/>
                </a:lnTo>
                <a:lnTo>
                  <a:pt x="319244" y="29576"/>
                </a:lnTo>
                <a:lnTo>
                  <a:pt x="341486" y="21493"/>
                </a:lnTo>
                <a:lnTo>
                  <a:pt x="361083" y="11634"/>
                </a:lnTo>
                <a:lnTo>
                  <a:pt x="378033" y="0"/>
                </a:lnTo>
              </a:path>
            </a:pathLst>
          </a:custGeom>
          <a:noFill/>
          <a:ln w="5334">
            <a:solidFill>
              <a:srgbClr val="EC522F">
                <a:alpha val="13000"/>
              </a:srgbClr>
            </a:solidFill>
            <a:prstDash val="solid"/>
          </a:ln>
        </p:spPr>
      </p:sp>
      <p:sp>
        <p:nvSpPr>
          <p:cNvPr id="256" name="knowledge-cross-edge">
            <a:extLst>
              <a:ext uri="{FF2B5EF4-FFF2-40B4-BE49-F238E27FC236}">
                <a16:creationId xmlns:a16="http://schemas.microsoft.com/office/drawing/2014/main" id="{D0C24DEE-2BEF-4F02-A657-EC9F7869741E}"/>
              </a:ext>
            </a:extLst>
          </p:cNvPr>
          <p:cNvSpPr>
            <a:spLocks noGrp="1"/>
          </p:cNvSpPr>
          <p:nvPr/>
        </p:nvSpPr>
        <p:spPr>
          <a:xfrm>
            <a:off x="6625081" y="6060705"/>
            <a:ext cx="390360" cy="336873"/>
          </a:xfrm>
          <a:custGeom>
            <a:avLst/>
            <a:gdLst/>
            <a:ahLst/>
            <a:cxnLst/>
            <a:rect l="0" t="0" r="0" b="0"/>
            <a:pathLst>
              <a:path w="390360" h="336873">
                <a:moveTo>
                  <a:pt x="0" y="336873"/>
                </a:moveTo>
                <a:lnTo>
                  <a:pt x="17978" y="282883"/>
                </a:lnTo>
                <a:lnTo>
                  <a:pt x="38602" y="233606"/>
                </a:lnTo>
                <a:lnTo>
                  <a:pt x="61871" y="189040"/>
                </a:lnTo>
                <a:lnTo>
                  <a:pt x="87787" y="149187"/>
                </a:lnTo>
                <a:lnTo>
                  <a:pt x="116348" y="114046"/>
                </a:lnTo>
                <a:lnTo>
                  <a:pt x="147555" y="83617"/>
                </a:lnTo>
                <a:lnTo>
                  <a:pt x="181408" y="57901"/>
                </a:lnTo>
                <a:lnTo>
                  <a:pt x="217907" y="36896"/>
                </a:lnTo>
                <a:lnTo>
                  <a:pt x="257051" y="20604"/>
                </a:lnTo>
                <a:lnTo>
                  <a:pt x="298842" y="9024"/>
                </a:lnTo>
                <a:lnTo>
                  <a:pt x="343278" y="2156"/>
                </a:lnTo>
                <a:lnTo>
                  <a:pt x="390360" y="0"/>
                </a:lnTo>
              </a:path>
            </a:pathLst>
          </a:custGeom>
          <a:noFill/>
          <a:ln w="4953">
            <a:solidFill>
              <a:srgbClr val="EC522F">
                <a:alpha val="12000"/>
              </a:srgbClr>
            </a:solidFill>
            <a:prstDash val="solid"/>
          </a:ln>
        </p:spPr>
      </p:sp>
      <p:sp>
        <p:nvSpPr>
          <p:cNvPr id="257" name="knowledge-long-edge">
            <a:extLst>
              <a:ext uri="{FF2B5EF4-FFF2-40B4-BE49-F238E27FC236}">
                <a16:creationId xmlns:a16="http://schemas.microsoft.com/office/drawing/2014/main" id="{5FC5EAC2-60EC-4E2B-A6DF-D0C6FBD9654B}"/>
              </a:ext>
            </a:extLst>
          </p:cNvPr>
          <p:cNvSpPr>
            <a:spLocks noGrp="1"/>
          </p:cNvSpPr>
          <p:nvPr/>
        </p:nvSpPr>
        <p:spPr>
          <a:xfrm>
            <a:off x="6625081" y="5968963"/>
            <a:ext cx="718146" cy="428615"/>
          </a:xfrm>
          <a:custGeom>
            <a:avLst/>
            <a:gdLst/>
            <a:ahLst/>
            <a:cxnLst/>
            <a:rect l="0" t="0" r="0" b="0"/>
            <a:pathLst>
              <a:path w="718146" h="428615">
                <a:moveTo>
                  <a:pt x="0" y="428615"/>
                </a:moveTo>
                <a:lnTo>
                  <a:pt x="44884" y="346465"/>
                </a:lnTo>
                <a:lnTo>
                  <a:pt x="89768" y="273045"/>
                </a:lnTo>
                <a:lnTo>
                  <a:pt x="134652" y="208356"/>
                </a:lnTo>
                <a:lnTo>
                  <a:pt x="179537" y="152399"/>
                </a:lnTo>
                <a:lnTo>
                  <a:pt x="224421" y="105172"/>
                </a:lnTo>
                <a:lnTo>
                  <a:pt x="269305" y="66676"/>
                </a:lnTo>
                <a:lnTo>
                  <a:pt x="314189" y="36911"/>
                </a:lnTo>
                <a:lnTo>
                  <a:pt x="359073" y="15876"/>
                </a:lnTo>
                <a:lnTo>
                  <a:pt x="403957" y="3573"/>
                </a:lnTo>
                <a:lnTo>
                  <a:pt x="448841" y="0"/>
                </a:lnTo>
                <a:lnTo>
                  <a:pt x="493726" y="5158"/>
                </a:lnTo>
                <a:lnTo>
                  <a:pt x="538610" y="19047"/>
                </a:lnTo>
                <a:lnTo>
                  <a:pt x="583494" y="41667"/>
                </a:lnTo>
                <a:lnTo>
                  <a:pt x="628378" y="73018"/>
                </a:lnTo>
                <a:lnTo>
                  <a:pt x="673262" y="113099"/>
                </a:lnTo>
                <a:lnTo>
                  <a:pt x="718146" y="161912"/>
                </a:lnTo>
              </a:path>
            </a:pathLst>
          </a:custGeom>
          <a:noFill/>
          <a:ln w="4286">
            <a:solidFill>
              <a:srgbClr val="EC522F">
                <a:alpha val="9000"/>
              </a:srgbClr>
            </a:solidFill>
            <a:prstDash val="solid"/>
          </a:ln>
        </p:spPr>
      </p:sp>
      <p:sp>
        <p:nvSpPr>
          <p:cNvPr id="258" name="knowledge-edge">
            <a:extLst>
              <a:ext uri="{FF2B5EF4-FFF2-40B4-BE49-F238E27FC236}">
                <a16:creationId xmlns:a16="http://schemas.microsoft.com/office/drawing/2014/main" id="{9FB2BF1A-A3D7-4E88-A860-29584D230B0D}"/>
              </a:ext>
            </a:extLst>
          </p:cNvPr>
          <p:cNvSpPr>
            <a:spLocks noGrp="1"/>
          </p:cNvSpPr>
          <p:nvPr/>
        </p:nvSpPr>
        <p:spPr>
          <a:xfrm>
            <a:off x="6575048" y="6339985"/>
            <a:ext cx="428067" cy="76576"/>
          </a:xfrm>
          <a:custGeom>
            <a:avLst/>
            <a:gdLst/>
            <a:ahLst/>
            <a:cxnLst/>
            <a:rect l="0" t="0" r="0" b="0"/>
            <a:pathLst>
              <a:path w="428067" h="76576">
                <a:moveTo>
                  <a:pt x="0" y="76576"/>
                </a:moveTo>
                <a:lnTo>
                  <a:pt x="30576" y="59287"/>
                </a:lnTo>
                <a:lnTo>
                  <a:pt x="61152" y="44203"/>
                </a:lnTo>
                <a:lnTo>
                  <a:pt x="91729" y="31324"/>
                </a:lnTo>
                <a:lnTo>
                  <a:pt x="122305" y="20650"/>
                </a:lnTo>
                <a:lnTo>
                  <a:pt x="152881" y="12180"/>
                </a:lnTo>
                <a:lnTo>
                  <a:pt x="183457" y="5915"/>
                </a:lnTo>
                <a:lnTo>
                  <a:pt x="214033" y="1855"/>
                </a:lnTo>
                <a:lnTo>
                  <a:pt x="244609" y="0"/>
                </a:lnTo>
                <a:lnTo>
                  <a:pt x="275186" y="349"/>
                </a:lnTo>
                <a:lnTo>
                  <a:pt x="305762" y="2904"/>
                </a:lnTo>
                <a:lnTo>
                  <a:pt x="336338" y="7663"/>
                </a:lnTo>
                <a:lnTo>
                  <a:pt x="366914" y="14627"/>
                </a:lnTo>
                <a:lnTo>
                  <a:pt x="397490" y="23795"/>
                </a:lnTo>
                <a:lnTo>
                  <a:pt x="428067" y="35169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59" name="knowledge-cross-edge">
            <a:extLst>
              <a:ext uri="{FF2B5EF4-FFF2-40B4-BE49-F238E27FC236}">
                <a16:creationId xmlns:a16="http://schemas.microsoft.com/office/drawing/2014/main" id="{1F16A23C-C9AB-4F4B-94E5-2ECB7447433A}"/>
              </a:ext>
            </a:extLst>
          </p:cNvPr>
          <p:cNvSpPr>
            <a:spLocks noGrp="1"/>
          </p:cNvSpPr>
          <p:nvPr/>
        </p:nvSpPr>
        <p:spPr>
          <a:xfrm>
            <a:off x="6575048" y="6387019"/>
            <a:ext cx="520921" cy="54602"/>
          </a:xfrm>
          <a:custGeom>
            <a:avLst/>
            <a:gdLst/>
            <a:ahLst/>
            <a:cxnLst/>
            <a:rect l="0" t="0" r="0" b="0"/>
            <a:pathLst>
              <a:path w="520921" h="54602">
                <a:moveTo>
                  <a:pt x="0" y="29542"/>
                </a:moveTo>
                <a:lnTo>
                  <a:pt x="57962" y="19064"/>
                </a:lnTo>
                <a:lnTo>
                  <a:pt x="113279" y="10871"/>
                </a:lnTo>
                <a:lnTo>
                  <a:pt x="165949" y="4963"/>
                </a:lnTo>
                <a:lnTo>
                  <a:pt x="215974" y="1339"/>
                </a:lnTo>
                <a:lnTo>
                  <a:pt x="263353" y="0"/>
                </a:lnTo>
                <a:lnTo>
                  <a:pt x="308086" y="946"/>
                </a:lnTo>
                <a:lnTo>
                  <a:pt x="350173" y="4177"/>
                </a:lnTo>
                <a:lnTo>
                  <a:pt x="389614" y="9692"/>
                </a:lnTo>
                <a:lnTo>
                  <a:pt x="426410" y="17492"/>
                </a:lnTo>
                <a:lnTo>
                  <a:pt x="460559" y="27577"/>
                </a:lnTo>
                <a:lnTo>
                  <a:pt x="492063" y="39947"/>
                </a:lnTo>
                <a:lnTo>
                  <a:pt x="520921" y="54602"/>
                </a:lnTo>
              </a:path>
            </a:pathLst>
          </a:custGeom>
          <a:noFill/>
          <a:ln w="5334">
            <a:solidFill>
              <a:srgbClr val="EC522F">
                <a:alpha val="13000"/>
              </a:srgbClr>
            </a:solidFill>
            <a:prstDash val="solid"/>
          </a:ln>
        </p:spPr>
      </p:sp>
      <p:sp>
        <p:nvSpPr>
          <p:cNvPr id="260" name="knowledge-cross-edge">
            <a:extLst>
              <a:ext uri="{FF2B5EF4-FFF2-40B4-BE49-F238E27FC236}">
                <a16:creationId xmlns:a16="http://schemas.microsoft.com/office/drawing/2014/main" id="{C50CD7E5-D4A2-4D54-AA76-62A3E9EC86E2}"/>
              </a:ext>
            </a:extLst>
          </p:cNvPr>
          <p:cNvSpPr>
            <a:spLocks noGrp="1"/>
          </p:cNvSpPr>
          <p:nvPr/>
        </p:nvSpPr>
        <p:spPr>
          <a:xfrm>
            <a:off x="6575048" y="6317188"/>
            <a:ext cx="347807" cy="99373"/>
          </a:xfrm>
          <a:custGeom>
            <a:avLst/>
            <a:gdLst/>
            <a:ahLst/>
            <a:cxnLst/>
            <a:rect l="0" t="0" r="0" b="0"/>
            <a:pathLst>
              <a:path w="347807" h="99373">
                <a:moveTo>
                  <a:pt x="0" y="99373"/>
                </a:moveTo>
                <a:lnTo>
                  <a:pt x="14432" y="76381"/>
                </a:lnTo>
                <a:lnTo>
                  <a:pt x="31510" y="56408"/>
                </a:lnTo>
                <a:lnTo>
                  <a:pt x="51233" y="39457"/>
                </a:lnTo>
                <a:lnTo>
                  <a:pt x="73602" y="25525"/>
                </a:lnTo>
                <a:lnTo>
                  <a:pt x="98618" y="14613"/>
                </a:lnTo>
                <a:lnTo>
                  <a:pt x="126279" y="6722"/>
                </a:lnTo>
                <a:lnTo>
                  <a:pt x="156585" y="1851"/>
                </a:lnTo>
                <a:lnTo>
                  <a:pt x="189538" y="0"/>
                </a:lnTo>
                <a:lnTo>
                  <a:pt x="225137" y="1169"/>
                </a:lnTo>
                <a:lnTo>
                  <a:pt x="263381" y="5359"/>
                </a:lnTo>
                <a:lnTo>
                  <a:pt x="304271" y="12569"/>
                </a:lnTo>
                <a:lnTo>
                  <a:pt x="347807" y="22799"/>
                </a:lnTo>
              </a:path>
            </a:pathLst>
          </a:custGeom>
          <a:noFill/>
          <a:ln w="4953">
            <a:solidFill>
              <a:srgbClr val="EC522F">
                <a:alpha val="12000"/>
              </a:srgbClr>
            </a:solidFill>
            <a:prstDash val="solid"/>
          </a:ln>
        </p:spPr>
      </p:sp>
      <p:sp>
        <p:nvSpPr>
          <p:cNvPr id="261" name="knowledge-edge">
            <a:extLst>
              <a:ext uri="{FF2B5EF4-FFF2-40B4-BE49-F238E27FC236}">
                <a16:creationId xmlns:a16="http://schemas.microsoft.com/office/drawing/2014/main" id="{1B368CD1-1D56-4E11-905C-CBF79ABA0740}"/>
              </a:ext>
            </a:extLst>
          </p:cNvPr>
          <p:cNvSpPr>
            <a:spLocks noGrp="1"/>
          </p:cNvSpPr>
          <p:nvPr/>
        </p:nvSpPr>
        <p:spPr>
          <a:xfrm>
            <a:off x="6665687" y="6431545"/>
            <a:ext cx="430282" cy="137710"/>
          </a:xfrm>
          <a:custGeom>
            <a:avLst/>
            <a:gdLst/>
            <a:ahLst/>
            <a:cxnLst/>
            <a:rect l="0" t="0" r="0" b="0"/>
            <a:pathLst>
              <a:path w="430282" h="137710">
                <a:moveTo>
                  <a:pt x="0" y="137710"/>
                </a:moveTo>
                <a:lnTo>
                  <a:pt x="30734" y="113850"/>
                </a:lnTo>
                <a:lnTo>
                  <a:pt x="61469" y="92258"/>
                </a:lnTo>
                <a:lnTo>
                  <a:pt x="92203" y="72934"/>
                </a:lnTo>
                <a:lnTo>
                  <a:pt x="122938" y="55878"/>
                </a:lnTo>
                <a:lnTo>
                  <a:pt x="153672" y="41091"/>
                </a:lnTo>
                <a:lnTo>
                  <a:pt x="184407" y="28572"/>
                </a:lnTo>
                <a:lnTo>
                  <a:pt x="215141" y="18321"/>
                </a:lnTo>
                <a:lnTo>
                  <a:pt x="245875" y="10338"/>
                </a:lnTo>
                <a:lnTo>
                  <a:pt x="276610" y="4624"/>
                </a:lnTo>
                <a:lnTo>
                  <a:pt x="307344" y="1178"/>
                </a:lnTo>
                <a:lnTo>
                  <a:pt x="338079" y="0"/>
                </a:lnTo>
                <a:lnTo>
                  <a:pt x="368813" y="1090"/>
                </a:lnTo>
                <a:lnTo>
                  <a:pt x="399548" y="4449"/>
                </a:lnTo>
                <a:lnTo>
                  <a:pt x="430282" y="10076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62" name="knowledge-cross-edge">
            <a:extLst>
              <a:ext uri="{FF2B5EF4-FFF2-40B4-BE49-F238E27FC236}">
                <a16:creationId xmlns:a16="http://schemas.microsoft.com/office/drawing/2014/main" id="{3C6B293A-B60E-47D3-926D-8A6DA61AFA59}"/>
              </a:ext>
            </a:extLst>
          </p:cNvPr>
          <p:cNvSpPr>
            <a:spLocks noGrp="1"/>
          </p:cNvSpPr>
          <p:nvPr/>
        </p:nvSpPr>
        <p:spPr>
          <a:xfrm>
            <a:off x="6665687" y="6526520"/>
            <a:ext cx="392219" cy="47459"/>
          </a:xfrm>
          <a:custGeom>
            <a:avLst/>
            <a:gdLst/>
            <a:ahLst/>
            <a:cxnLst/>
            <a:rect l="0" t="0" r="0" b="0"/>
            <a:pathLst>
              <a:path w="392219" h="47459">
                <a:moveTo>
                  <a:pt x="0" y="42735"/>
                </a:moveTo>
                <a:lnTo>
                  <a:pt x="47237" y="45451"/>
                </a:lnTo>
                <a:lnTo>
                  <a:pt x="91828" y="47026"/>
                </a:lnTo>
                <a:lnTo>
                  <a:pt x="133774" y="47459"/>
                </a:lnTo>
                <a:lnTo>
                  <a:pt x="173073" y="46752"/>
                </a:lnTo>
                <a:lnTo>
                  <a:pt x="209727" y="44902"/>
                </a:lnTo>
                <a:lnTo>
                  <a:pt x="243735" y="41912"/>
                </a:lnTo>
                <a:lnTo>
                  <a:pt x="275097" y="37780"/>
                </a:lnTo>
                <a:lnTo>
                  <a:pt x="303813" y="32507"/>
                </a:lnTo>
                <a:lnTo>
                  <a:pt x="329883" y="26092"/>
                </a:lnTo>
                <a:lnTo>
                  <a:pt x="353308" y="18536"/>
                </a:lnTo>
                <a:lnTo>
                  <a:pt x="374086" y="9839"/>
                </a:lnTo>
                <a:lnTo>
                  <a:pt x="392219" y="0"/>
                </a:lnTo>
              </a:path>
            </a:pathLst>
          </a:custGeom>
          <a:noFill/>
          <a:ln w="5334">
            <a:solidFill>
              <a:srgbClr val="EC522F">
                <a:alpha val="13000"/>
              </a:srgbClr>
            </a:solidFill>
            <a:prstDash val="solid"/>
          </a:ln>
        </p:spPr>
      </p:sp>
      <p:sp>
        <p:nvSpPr>
          <p:cNvPr id="263" name="knowledge-cross-edge">
            <a:extLst>
              <a:ext uri="{FF2B5EF4-FFF2-40B4-BE49-F238E27FC236}">
                <a16:creationId xmlns:a16="http://schemas.microsoft.com/office/drawing/2014/main" id="{82A4B999-ACED-4729-8797-829D5B8C931A}"/>
              </a:ext>
            </a:extLst>
          </p:cNvPr>
          <p:cNvSpPr>
            <a:spLocks noGrp="1"/>
          </p:cNvSpPr>
          <p:nvPr/>
        </p:nvSpPr>
        <p:spPr>
          <a:xfrm>
            <a:off x="6665687" y="6375154"/>
            <a:ext cx="337427" cy="194101"/>
          </a:xfrm>
          <a:custGeom>
            <a:avLst/>
            <a:gdLst/>
            <a:ahLst/>
            <a:cxnLst/>
            <a:rect l="0" t="0" r="0" b="0"/>
            <a:pathLst>
              <a:path w="337427" h="194101">
                <a:moveTo>
                  <a:pt x="0" y="194101"/>
                </a:moveTo>
                <a:lnTo>
                  <a:pt x="13567" y="171731"/>
                </a:lnTo>
                <a:lnTo>
                  <a:pt x="29780" y="150487"/>
                </a:lnTo>
                <a:lnTo>
                  <a:pt x="48638" y="130369"/>
                </a:lnTo>
                <a:lnTo>
                  <a:pt x="70142" y="111378"/>
                </a:lnTo>
                <a:lnTo>
                  <a:pt x="94293" y="93514"/>
                </a:lnTo>
                <a:lnTo>
                  <a:pt x="121089" y="76775"/>
                </a:lnTo>
                <a:lnTo>
                  <a:pt x="150531" y="61163"/>
                </a:lnTo>
                <a:lnTo>
                  <a:pt x="182618" y="46678"/>
                </a:lnTo>
                <a:lnTo>
                  <a:pt x="217352" y="33319"/>
                </a:lnTo>
                <a:lnTo>
                  <a:pt x="254731" y="21086"/>
                </a:lnTo>
                <a:lnTo>
                  <a:pt x="294756" y="9980"/>
                </a:lnTo>
                <a:lnTo>
                  <a:pt x="337427" y="0"/>
                </a:lnTo>
              </a:path>
            </a:pathLst>
          </a:custGeom>
          <a:noFill/>
          <a:ln w="4953">
            <a:solidFill>
              <a:srgbClr val="EC522F">
                <a:alpha val="12000"/>
              </a:srgbClr>
            </a:solidFill>
            <a:prstDash val="solid"/>
          </a:ln>
        </p:spPr>
      </p:sp>
      <p:sp>
        <p:nvSpPr>
          <p:cNvPr id="264" name="knowledge-edge">
            <a:extLst>
              <a:ext uri="{FF2B5EF4-FFF2-40B4-BE49-F238E27FC236}">
                <a16:creationId xmlns:a16="http://schemas.microsoft.com/office/drawing/2014/main" id="{4F4897B9-76AA-40C6-98BF-BA972579BA9E}"/>
              </a:ext>
            </a:extLst>
          </p:cNvPr>
          <p:cNvSpPr>
            <a:spLocks noGrp="1"/>
          </p:cNvSpPr>
          <p:nvPr/>
        </p:nvSpPr>
        <p:spPr>
          <a:xfrm>
            <a:off x="6564136" y="6526466"/>
            <a:ext cx="493770" cy="50082"/>
          </a:xfrm>
          <a:custGeom>
            <a:avLst/>
            <a:gdLst/>
            <a:ahLst/>
            <a:cxnLst/>
            <a:rect l="0" t="0" r="0" b="0"/>
            <a:pathLst>
              <a:path w="493770" h="50082">
                <a:moveTo>
                  <a:pt x="0" y="50082"/>
                </a:moveTo>
                <a:lnTo>
                  <a:pt x="35269" y="42881"/>
                </a:lnTo>
                <a:lnTo>
                  <a:pt x="70539" y="36238"/>
                </a:lnTo>
                <a:lnTo>
                  <a:pt x="105808" y="30153"/>
                </a:lnTo>
                <a:lnTo>
                  <a:pt x="141077" y="24626"/>
                </a:lnTo>
                <a:lnTo>
                  <a:pt x="176346" y="19657"/>
                </a:lnTo>
                <a:lnTo>
                  <a:pt x="211616" y="15247"/>
                </a:lnTo>
                <a:lnTo>
                  <a:pt x="246885" y="11394"/>
                </a:lnTo>
                <a:lnTo>
                  <a:pt x="282154" y="8100"/>
                </a:lnTo>
                <a:lnTo>
                  <a:pt x="317424" y="5364"/>
                </a:lnTo>
                <a:lnTo>
                  <a:pt x="352693" y="3186"/>
                </a:lnTo>
                <a:lnTo>
                  <a:pt x="387962" y="1566"/>
                </a:lnTo>
                <a:lnTo>
                  <a:pt x="423231" y="504"/>
                </a:lnTo>
                <a:lnTo>
                  <a:pt x="458501" y="0"/>
                </a:lnTo>
                <a:lnTo>
                  <a:pt x="493770" y="54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65" name="knowledge-cross-edge">
            <a:extLst>
              <a:ext uri="{FF2B5EF4-FFF2-40B4-BE49-F238E27FC236}">
                <a16:creationId xmlns:a16="http://schemas.microsoft.com/office/drawing/2014/main" id="{0A6EC3E4-2A92-4D70-923C-613B56487346}"/>
              </a:ext>
            </a:extLst>
          </p:cNvPr>
          <p:cNvSpPr>
            <a:spLocks noGrp="1"/>
          </p:cNvSpPr>
          <p:nvPr/>
        </p:nvSpPr>
        <p:spPr>
          <a:xfrm>
            <a:off x="6564136" y="6434143"/>
            <a:ext cx="531833" cy="142406"/>
          </a:xfrm>
          <a:custGeom>
            <a:avLst/>
            <a:gdLst/>
            <a:ahLst/>
            <a:cxnLst/>
            <a:rect l="0" t="0" r="0" b="0"/>
            <a:pathLst>
              <a:path w="531833" h="142406">
                <a:moveTo>
                  <a:pt x="0" y="142406"/>
                </a:moveTo>
                <a:lnTo>
                  <a:pt x="29767" y="114680"/>
                </a:lnTo>
                <a:lnTo>
                  <a:pt x="62181" y="89952"/>
                </a:lnTo>
                <a:lnTo>
                  <a:pt x="97240" y="68220"/>
                </a:lnTo>
                <a:lnTo>
                  <a:pt x="134944" y="49484"/>
                </a:lnTo>
                <a:lnTo>
                  <a:pt x="175295" y="33745"/>
                </a:lnTo>
                <a:lnTo>
                  <a:pt x="218292" y="21003"/>
                </a:lnTo>
                <a:lnTo>
                  <a:pt x="263934" y="11257"/>
                </a:lnTo>
                <a:lnTo>
                  <a:pt x="312222" y="4508"/>
                </a:lnTo>
                <a:lnTo>
                  <a:pt x="363156" y="756"/>
                </a:lnTo>
                <a:lnTo>
                  <a:pt x="416736" y="0"/>
                </a:lnTo>
                <a:lnTo>
                  <a:pt x="472962" y="2241"/>
                </a:lnTo>
                <a:lnTo>
                  <a:pt x="531833" y="7478"/>
                </a:lnTo>
              </a:path>
            </a:pathLst>
          </a:custGeom>
          <a:noFill/>
          <a:ln w="4953">
            <a:solidFill>
              <a:srgbClr val="EC522F">
                <a:alpha val="12000"/>
              </a:srgbClr>
            </a:solidFill>
            <a:prstDash val="solid"/>
          </a:ln>
        </p:spPr>
      </p:sp>
      <p:sp>
        <p:nvSpPr>
          <p:cNvPr id="266" name="knowledge-edge">
            <a:extLst>
              <a:ext uri="{FF2B5EF4-FFF2-40B4-BE49-F238E27FC236}">
                <a16:creationId xmlns:a16="http://schemas.microsoft.com/office/drawing/2014/main" id="{A2E13478-5493-40B7-B4B7-BD7510340FBB}"/>
              </a:ext>
            </a:extLst>
          </p:cNvPr>
          <p:cNvSpPr>
            <a:spLocks noGrp="1"/>
          </p:cNvSpPr>
          <p:nvPr/>
        </p:nvSpPr>
        <p:spPr>
          <a:xfrm>
            <a:off x="6709562" y="6647559"/>
            <a:ext cx="161894" cy="123131"/>
          </a:xfrm>
          <a:custGeom>
            <a:avLst/>
            <a:gdLst/>
            <a:ahLst/>
            <a:cxnLst/>
            <a:rect l="0" t="0" r="0" b="0"/>
            <a:pathLst>
              <a:path w="161894" h="123131">
                <a:moveTo>
                  <a:pt x="0" y="0"/>
                </a:moveTo>
                <a:lnTo>
                  <a:pt x="11564" y="1217"/>
                </a:lnTo>
                <a:lnTo>
                  <a:pt x="23128" y="3600"/>
                </a:lnTo>
                <a:lnTo>
                  <a:pt x="34692" y="7149"/>
                </a:lnTo>
                <a:lnTo>
                  <a:pt x="46255" y="11863"/>
                </a:lnTo>
                <a:lnTo>
                  <a:pt x="57819" y="17744"/>
                </a:lnTo>
                <a:lnTo>
                  <a:pt x="69383" y="24790"/>
                </a:lnTo>
                <a:lnTo>
                  <a:pt x="80947" y="33002"/>
                </a:lnTo>
                <a:lnTo>
                  <a:pt x="92511" y="42380"/>
                </a:lnTo>
                <a:lnTo>
                  <a:pt x="104075" y="52924"/>
                </a:lnTo>
                <a:lnTo>
                  <a:pt x="115638" y="64634"/>
                </a:lnTo>
                <a:lnTo>
                  <a:pt x="127202" y="77509"/>
                </a:lnTo>
                <a:lnTo>
                  <a:pt x="138766" y="91551"/>
                </a:lnTo>
                <a:lnTo>
                  <a:pt x="150330" y="106758"/>
                </a:lnTo>
                <a:lnTo>
                  <a:pt x="161894" y="123131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67" name="knowledge-cross-edge">
            <a:extLst>
              <a:ext uri="{FF2B5EF4-FFF2-40B4-BE49-F238E27FC236}">
                <a16:creationId xmlns:a16="http://schemas.microsoft.com/office/drawing/2014/main" id="{8F3F5952-DAA7-4F73-AD8A-7393AB5D8AFB}"/>
              </a:ext>
            </a:extLst>
          </p:cNvPr>
          <p:cNvSpPr>
            <a:spLocks noGrp="1"/>
          </p:cNvSpPr>
          <p:nvPr/>
        </p:nvSpPr>
        <p:spPr>
          <a:xfrm>
            <a:off x="6709562" y="6625695"/>
            <a:ext cx="266316" cy="359790"/>
          </a:xfrm>
          <a:custGeom>
            <a:avLst/>
            <a:gdLst/>
            <a:ahLst/>
            <a:cxnLst/>
            <a:rect l="0" t="0" r="0" b="0"/>
            <a:pathLst>
              <a:path w="266316" h="359790">
                <a:moveTo>
                  <a:pt x="0" y="21864"/>
                </a:moveTo>
                <a:lnTo>
                  <a:pt x="36745" y="7023"/>
                </a:lnTo>
                <a:lnTo>
                  <a:pt x="70844" y="0"/>
                </a:lnTo>
                <a:lnTo>
                  <a:pt x="102298" y="796"/>
                </a:lnTo>
                <a:lnTo>
                  <a:pt x="131105" y="9410"/>
                </a:lnTo>
                <a:lnTo>
                  <a:pt x="157267" y="25843"/>
                </a:lnTo>
                <a:lnTo>
                  <a:pt x="180783" y="50094"/>
                </a:lnTo>
                <a:lnTo>
                  <a:pt x="201653" y="82164"/>
                </a:lnTo>
                <a:lnTo>
                  <a:pt x="219877" y="122052"/>
                </a:lnTo>
                <a:lnTo>
                  <a:pt x="235456" y="169759"/>
                </a:lnTo>
                <a:lnTo>
                  <a:pt x="248388" y="225284"/>
                </a:lnTo>
                <a:lnTo>
                  <a:pt x="258675" y="288628"/>
                </a:lnTo>
                <a:lnTo>
                  <a:pt x="266316" y="359790"/>
                </a:lnTo>
              </a:path>
            </a:pathLst>
          </a:custGeom>
          <a:noFill/>
          <a:ln w="5334">
            <a:solidFill>
              <a:srgbClr val="EC522F">
                <a:alpha val="13000"/>
              </a:srgbClr>
            </a:solidFill>
            <a:prstDash val="solid"/>
          </a:ln>
        </p:spPr>
      </p:sp>
      <p:sp>
        <p:nvSpPr>
          <p:cNvPr id="268" name="knowledge-edge">
            <a:extLst>
              <a:ext uri="{FF2B5EF4-FFF2-40B4-BE49-F238E27FC236}">
                <a16:creationId xmlns:a16="http://schemas.microsoft.com/office/drawing/2014/main" id="{D19D4254-5D5D-4E7B-95D1-0C38A1F31512}"/>
              </a:ext>
            </a:extLst>
          </p:cNvPr>
          <p:cNvSpPr>
            <a:spLocks noGrp="1"/>
          </p:cNvSpPr>
          <p:nvPr/>
        </p:nvSpPr>
        <p:spPr>
          <a:xfrm>
            <a:off x="6503887" y="6913735"/>
            <a:ext cx="471992" cy="71751"/>
          </a:xfrm>
          <a:custGeom>
            <a:avLst/>
            <a:gdLst/>
            <a:ahLst/>
            <a:cxnLst/>
            <a:rect l="0" t="0" r="0" b="0"/>
            <a:pathLst>
              <a:path w="471992" h="71751">
                <a:moveTo>
                  <a:pt x="0" y="14566"/>
                </a:moveTo>
                <a:lnTo>
                  <a:pt x="33714" y="8607"/>
                </a:lnTo>
                <a:lnTo>
                  <a:pt x="67427" y="4193"/>
                </a:lnTo>
                <a:lnTo>
                  <a:pt x="101141" y="1324"/>
                </a:lnTo>
                <a:lnTo>
                  <a:pt x="134855" y="0"/>
                </a:lnTo>
                <a:lnTo>
                  <a:pt x="168569" y="222"/>
                </a:lnTo>
                <a:lnTo>
                  <a:pt x="202282" y="1988"/>
                </a:lnTo>
                <a:lnTo>
                  <a:pt x="235996" y="5300"/>
                </a:lnTo>
                <a:lnTo>
                  <a:pt x="269710" y="10158"/>
                </a:lnTo>
                <a:lnTo>
                  <a:pt x="303423" y="16560"/>
                </a:lnTo>
                <a:lnTo>
                  <a:pt x="337137" y="24508"/>
                </a:lnTo>
                <a:lnTo>
                  <a:pt x="370851" y="34001"/>
                </a:lnTo>
                <a:lnTo>
                  <a:pt x="404564" y="45039"/>
                </a:lnTo>
                <a:lnTo>
                  <a:pt x="438278" y="57622"/>
                </a:lnTo>
                <a:lnTo>
                  <a:pt x="471992" y="71751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69" name="knowledge-edge">
            <a:extLst>
              <a:ext uri="{FF2B5EF4-FFF2-40B4-BE49-F238E27FC236}">
                <a16:creationId xmlns:a16="http://schemas.microsoft.com/office/drawing/2014/main" id="{27747687-B6A5-490D-8412-8CAAE9ACFCC6}"/>
              </a:ext>
            </a:extLst>
          </p:cNvPr>
          <p:cNvSpPr>
            <a:spLocks noGrp="1"/>
          </p:cNvSpPr>
          <p:nvPr/>
        </p:nvSpPr>
        <p:spPr>
          <a:xfrm>
            <a:off x="7015441" y="6060705"/>
            <a:ext cx="327786" cy="87474"/>
          </a:xfrm>
          <a:custGeom>
            <a:avLst/>
            <a:gdLst/>
            <a:ahLst/>
            <a:cxnLst/>
            <a:rect l="0" t="0" r="0" b="0"/>
            <a:pathLst>
              <a:path w="327786" h="87474">
                <a:moveTo>
                  <a:pt x="0" y="0"/>
                </a:moveTo>
                <a:lnTo>
                  <a:pt x="23413" y="17152"/>
                </a:lnTo>
                <a:lnTo>
                  <a:pt x="46827" y="32436"/>
                </a:lnTo>
                <a:lnTo>
                  <a:pt x="70240" y="45853"/>
                </a:lnTo>
                <a:lnTo>
                  <a:pt x="93653" y="57401"/>
                </a:lnTo>
                <a:lnTo>
                  <a:pt x="117067" y="67083"/>
                </a:lnTo>
                <a:lnTo>
                  <a:pt x="140480" y="74896"/>
                </a:lnTo>
                <a:lnTo>
                  <a:pt x="163893" y="80842"/>
                </a:lnTo>
                <a:lnTo>
                  <a:pt x="187306" y="84920"/>
                </a:lnTo>
                <a:lnTo>
                  <a:pt x="210720" y="87131"/>
                </a:lnTo>
                <a:lnTo>
                  <a:pt x="234133" y="87474"/>
                </a:lnTo>
                <a:lnTo>
                  <a:pt x="257546" y="85949"/>
                </a:lnTo>
                <a:lnTo>
                  <a:pt x="280960" y="82557"/>
                </a:lnTo>
                <a:lnTo>
                  <a:pt x="304373" y="77297"/>
                </a:lnTo>
                <a:lnTo>
                  <a:pt x="327786" y="70170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70" name="knowledge-edge">
            <a:extLst>
              <a:ext uri="{FF2B5EF4-FFF2-40B4-BE49-F238E27FC236}">
                <a16:creationId xmlns:a16="http://schemas.microsoft.com/office/drawing/2014/main" id="{88264680-C0DF-48C2-BC31-5166D3614354}"/>
              </a:ext>
            </a:extLst>
          </p:cNvPr>
          <p:cNvSpPr>
            <a:spLocks noGrp="1"/>
          </p:cNvSpPr>
          <p:nvPr/>
        </p:nvSpPr>
        <p:spPr>
          <a:xfrm>
            <a:off x="6922855" y="6220283"/>
            <a:ext cx="316781" cy="119704"/>
          </a:xfrm>
          <a:custGeom>
            <a:avLst/>
            <a:gdLst/>
            <a:ahLst/>
            <a:cxnLst/>
            <a:rect l="0" t="0" r="0" b="0"/>
            <a:pathLst>
              <a:path w="316781" h="119704">
                <a:moveTo>
                  <a:pt x="0" y="119704"/>
                </a:moveTo>
                <a:lnTo>
                  <a:pt x="22627" y="108903"/>
                </a:lnTo>
                <a:lnTo>
                  <a:pt x="45254" y="98448"/>
                </a:lnTo>
                <a:lnTo>
                  <a:pt x="67882" y="88339"/>
                </a:lnTo>
                <a:lnTo>
                  <a:pt x="90509" y="78577"/>
                </a:lnTo>
                <a:lnTo>
                  <a:pt x="113136" y="69161"/>
                </a:lnTo>
                <a:lnTo>
                  <a:pt x="135763" y="60091"/>
                </a:lnTo>
                <a:lnTo>
                  <a:pt x="158391" y="51368"/>
                </a:lnTo>
                <a:lnTo>
                  <a:pt x="181018" y="42991"/>
                </a:lnTo>
                <a:lnTo>
                  <a:pt x="203645" y="34960"/>
                </a:lnTo>
                <a:lnTo>
                  <a:pt x="226272" y="27276"/>
                </a:lnTo>
                <a:lnTo>
                  <a:pt x="248899" y="19937"/>
                </a:lnTo>
                <a:lnTo>
                  <a:pt x="271527" y="12945"/>
                </a:lnTo>
                <a:lnTo>
                  <a:pt x="294154" y="6299"/>
                </a:lnTo>
                <a:lnTo>
                  <a:pt x="316781" y="0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71" name="knowledge-cross-edge">
            <a:extLst>
              <a:ext uri="{FF2B5EF4-FFF2-40B4-BE49-F238E27FC236}">
                <a16:creationId xmlns:a16="http://schemas.microsoft.com/office/drawing/2014/main" id="{6169778A-492A-4D09-BE98-8B09C3930839}"/>
              </a:ext>
            </a:extLst>
          </p:cNvPr>
          <p:cNvSpPr>
            <a:spLocks noGrp="1"/>
          </p:cNvSpPr>
          <p:nvPr/>
        </p:nvSpPr>
        <p:spPr>
          <a:xfrm>
            <a:off x="6922855" y="6314667"/>
            <a:ext cx="454274" cy="35633"/>
          </a:xfrm>
          <a:custGeom>
            <a:avLst/>
            <a:gdLst/>
            <a:ahLst/>
            <a:cxnLst/>
            <a:rect l="0" t="0" r="0" b="0"/>
            <a:pathLst>
              <a:path w="454274" h="35633">
                <a:moveTo>
                  <a:pt x="0" y="25319"/>
                </a:moveTo>
                <a:lnTo>
                  <a:pt x="52408" y="29656"/>
                </a:lnTo>
                <a:lnTo>
                  <a:pt x="102171" y="32820"/>
                </a:lnTo>
                <a:lnTo>
                  <a:pt x="149287" y="34813"/>
                </a:lnTo>
                <a:lnTo>
                  <a:pt x="193758" y="35633"/>
                </a:lnTo>
                <a:lnTo>
                  <a:pt x="235583" y="35281"/>
                </a:lnTo>
                <a:lnTo>
                  <a:pt x="274762" y="33757"/>
                </a:lnTo>
                <a:lnTo>
                  <a:pt x="311295" y="31061"/>
                </a:lnTo>
                <a:lnTo>
                  <a:pt x="345182" y="27193"/>
                </a:lnTo>
                <a:lnTo>
                  <a:pt x="376424" y="22153"/>
                </a:lnTo>
                <a:lnTo>
                  <a:pt x="405020" y="15941"/>
                </a:lnTo>
                <a:lnTo>
                  <a:pt x="430970" y="8556"/>
                </a:lnTo>
                <a:lnTo>
                  <a:pt x="454274" y="0"/>
                </a:lnTo>
              </a:path>
            </a:pathLst>
          </a:custGeom>
          <a:noFill/>
          <a:ln w="5334">
            <a:solidFill>
              <a:srgbClr val="EE6129">
                <a:alpha val="13000"/>
              </a:srgbClr>
            </a:solidFill>
            <a:prstDash val="solid"/>
          </a:ln>
        </p:spPr>
      </p:sp>
      <p:sp>
        <p:nvSpPr>
          <p:cNvPr id="272" name="knowledge-cross-edge">
            <a:extLst>
              <a:ext uri="{FF2B5EF4-FFF2-40B4-BE49-F238E27FC236}">
                <a16:creationId xmlns:a16="http://schemas.microsoft.com/office/drawing/2014/main" id="{CBCD6C84-99A0-4990-BA67-A3ECB6A6BD43}"/>
              </a:ext>
            </a:extLst>
          </p:cNvPr>
          <p:cNvSpPr>
            <a:spLocks noGrp="1"/>
          </p:cNvSpPr>
          <p:nvPr/>
        </p:nvSpPr>
        <p:spPr>
          <a:xfrm>
            <a:off x="6922855" y="6130875"/>
            <a:ext cx="420372" cy="209112"/>
          </a:xfrm>
          <a:custGeom>
            <a:avLst/>
            <a:gdLst/>
            <a:ahLst/>
            <a:cxnLst/>
            <a:rect l="0" t="0" r="0" b="0"/>
            <a:pathLst>
              <a:path w="420372" h="209112">
                <a:moveTo>
                  <a:pt x="0" y="209112"/>
                </a:moveTo>
                <a:lnTo>
                  <a:pt x="20479" y="175378"/>
                </a:lnTo>
                <a:lnTo>
                  <a:pt x="43604" y="144609"/>
                </a:lnTo>
                <a:lnTo>
                  <a:pt x="69374" y="116805"/>
                </a:lnTo>
                <a:lnTo>
                  <a:pt x="97791" y="91967"/>
                </a:lnTo>
                <a:lnTo>
                  <a:pt x="128853" y="70093"/>
                </a:lnTo>
                <a:lnTo>
                  <a:pt x="162561" y="51184"/>
                </a:lnTo>
                <a:lnTo>
                  <a:pt x="198915" y="35241"/>
                </a:lnTo>
                <a:lnTo>
                  <a:pt x="237915" y="22262"/>
                </a:lnTo>
                <a:lnTo>
                  <a:pt x="279561" y="12249"/>
                </a:lnTo>
                <a:lnTo>
                  <a:pt x="323852" y="5201"/>
                </a:lnTo>
                <a:lnTo>
                  <a:pt x="370789" y="1118"/>
                </a:lnTo>
                <a:lnTo>
                  <a:pt x="420372" y="0"/>
                </a:lnTo>
              </a:path>
            </a:pathLst>
          </a:custGeom>
          <a:noFill/>
          <a:ln w="4953">
            <a:solidFill>
              <a:srgbClr val="EE6129">
                <a:alpha val="12000"/>
              </a:srgbClr>
            </a:solidFill>
            <a:prstDash val="solid"/>
          </a:ln>
        </p:spPr>
      </p:sp>
      <p:sp>
        <p:nvSpPr>
          <p:cNvPr id="273" name="knowledge-edge">
            <a:extLst>
              <a:ext uri="{FF2B5EF4-FFF2-40B4-BE49-F238E27FC236}">
                <a16:creationId xmlns:a16="http://schemas.microsoft.com/office/drawing/2014/main" id="{705A3699-3FB9-4E85-AA95-0200B368AB8F}"/>
              </a:ext>
            </a:extLst>
          </p:cNvPr>
          <p:cNvSpPr>
            <a:spLocks noGrp="1"/>
          </p:cNvSpPr>
          <p:nvPr/>
        </p:nvSpPr>
        <p:spPr>
          <a:xfrm>
            <a:off x="7003115" y="6314667"/>
            <a:ext cx="374014" cy="60486"/>
          </a:xfrm>
          <a:custGeom>
            <a:avLst/>
            <a:gdLst/>
            <a:ahLst/>
            <a:cxnLst/>
            <a:rect l="0" t="0" r="0" b="0"/>
            <a:pathLst>
              <a:path w="374014" h="60486">
                <a:moveTo>
                  <a:pt x="0" y="60486"/>
                </a:moveTo>
                <a:lnTo>
                  <a:pt x="26715" y="59035"/>
                </a:lnTo>
                <a:lnTo>
                  <a:pt x="53431" y="57142"/>
                </a:lnTo>
                <a:lnTo>
                  <a:pt x="80146" y="54808"/>
                </a:lnTo>
                <a:lnTo>
                  <a:pt x="106861" y="52032"/>
                </a:lnTo>
                <a:lnTo>
                  <a:pt x="133576" y="48815"/>
                </a:lnTo>
                <a:lnTo>
                  <a:pt x="160292" y="45157"/>
                </a:lnTo>
                <a:lnTo>
                  <a:pt x="187007" y="41057"/>
                </a:lnTo>
                <a:lnTo>
                  <a:pt x="213722" y="36516"/>
                </a:lnTo>
                <a:lnTo>
                  <a:pt x="240438" y="31533"/>
                </a:lnTo>
                <a:lnTo>
                  <a:pt x="267153" y="26109"/>
                </a:lnTo>
                <a:lnTo>
                  <a:pt x="293868" y="20244"/>
                </a:lnTo>
                <a:lnTo>
                  <a:pt x="320583" y="13937"/>
                </a:lnTo>
                <a:lnTo>
                  <a:pt x="347299" y="7189"/>
                </a:lnTo>
                <a:lnTo>
                  <a:pt x="374014" y="0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74" name="knowledge-edge">
            <a:extLst>
              <a:ext uri="{FF2B5EF4-FFF2-40B4-BE49-F238E27FC236}">
                <a16:creationId xmlns:a16="http://schemas.microsoft.com/office/drawing/2014/main" id="{8100434B-15E5-42AA-B776-8E5657C10FFE}"/>
              </a:ext>
            </a:extLst>
          </p:cNvPr>
          <p:cNvSpPr>
            <a:spLocks noGrp="1"/>
          </p:cNvSpPr>
          <p:nvPr/>
        </p:nvSpPr>
        <p:spPr>
          <a:xfrm>
            <a:off x="7095969" y="6441621"/>
            <a:ext cx="140964" cy="16516"/>
          </a:xfrm>
          <a:custGeom>
            <a:avLst/>
            <a:gdLst/>
            <a:ahLst/>
            <a:cxnLst/>
            <a:rect l="0" t="0" r="0" b="0"/>
            <a:pathLst>
              <a:path w="140964" h="16516">
                <a:moveTo>
                  <a:pt x="0" y="0"/>
                </a:moveTo>
                <a:lnTo>
                  <a:pt x="10069" y="2180"/>
                </a:lnTo>
                <a:lnTo>
                  <a:pt x="20138" y="4207"/>
                </a:lnTo>
                <a:lnTo>
                  <a:pt x="30207" y="6079"/>
                </a:lnTo>
                <a:lnTo>
                  <a:pt x="40275" y="7798"/>
                </a:lnTo>
                <a:lnTo>
                  <a:pt x="50344" y="9363"/>
                </a:lnTo>
                <a:lnTo>
                  <a:pt x="60413" y="10773"/>
                </a:lnTo>
                <a:lnTo>
                  <a:pt x="70482" y="12030"/>
                </a:lnTo>
                <a:lnTo>
                  <a:pt x="80551" y="13133"/>
                </a:lnTo>
                <a:lnTo>
                  <a:pt x="90620" y="14081"/>
                </a:lnTo>
                <a:lnTo>
                  <a:pt x="100688" y="14876"/>
                </a:lnTo>
                <a:lnTo>
                  <a:pt x="110757" y="15517"/>
                </a:lnTo>
                <a:lnTo>
                  <a:pt x="120826" y="16004"/>
                </a:lnTo>
                <a:lnTo>
                  <a:pt x="130895" y="16337"/>
                </a:lnTo>
                <a:lnTo>
                  <a:pt x="140964" y="16516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75" name="knowledge-cross-edge">
            <a:extLst>
              <a:ext uri="{FF2B5EF4-FFF2-40B4-BE49-F238E27FC236}">
                <a16:creationId xmlns:a16="http://schemas.microsoft.com/office/drawing/2014/main" id="{66F5D889-473F-4A7D-B0AE-CF11B0E039EA}"/>
              </a:ext>
            </a:extLst>
          </p:cNvPr>
          <p:cNvSpPr>
            <a:spLocks noGrp="1"/>
          </p:cNvSpPr>
          <p:nvPr/>
        </p:nvSpPr>
        <p:spPr>
          <a:xfrm>
            <a:off x="7095969" y="6373953"/>
            <a:ext cx="331029" cy="67668"/>
          </a:xfrm>
          <a:custGeom>
            <a:avLst/>
            <a:gdLst/>
            <a:ahLst/>
            <a:cxnLst/>
            <a:rect l="0" t="0" r="0" b="0"/>
            <a:pathLst>
              <a:path w="331029" h="67668">
                <a:moveTo>
                  <a:pt x="0" y="67668"/>
                </a:moveTo>
                <a:lnTo>
                  <a:pt x="42138" y="52521"/>
                </a:lnTo>
                <a:lnTo>
                  <a:pt x="81630" y="39284"/>
                </a:lnTo>
                <a:lnTo>
                  <a:pt x="118476" y="27959"/>
                </a:lnTo>
                <a:lnTo>
                  <a:pt x="152676" y="18545"/>
                </a:lnTo>
                <a:lnTo>
                  <a:pt x="184231" y="11042"/>
                </a:lnTo>
                <a:lnTo>
                  <a:pt x="213140" y="5450"/>
                </a:lnTo>
                <a:lnTo>
                  <a:pt x="239402" y="1769"/>
                </a:lnTo>
                <a:lnTo>
                  <a:pt x="263019" y="0"/>
                </a:lnTo>
                <a:lnTo>
                  <a:pt x="283991" y="142"/>
                </a:lnTo>
                <a:lnTo>
                  <a:pt x="302316" y="2195"/>
                </a:lnTo>
                <a:lnTo>
                  <a:pt x="317995" y="6159"/>
                </a:lnTo>
                <a:lnTo>
                  <a:pt x="331029" y="12034"/>
                </a:lnTo>
              </a:path>
            </a:pathLst>
          </a:custGeom>
          <a:noFill/>
          <a:ln w="5334">
            <a:solidFill>
              <a:srgbClr val="EE6129">
                <a:alpha val="13000"/>
              </a:srgbClr>
            </a:solidFill>
            <a:prstDash val="solid"/>
          </a:ln>
        </p:spPr>
      </p:sp>
      <p:sp>
        <p:nvSpPr>
          <p:cNvPr id="276" name="knowledge-cross-edge">
            <a:extLst>
              <a:ext uri="{FF2B5EF4-FFF2-40B4-BE49-F238E27FC236}">
                <a16:creationId xmlns:a16="http://schemas.microsoft.com/office/drawing/2014/main" id="{262001D3-2B54-4010-9F0F-E466A2EABBF0}"/>
              </a:ext>
            </a:extLst>
          </p:cNvPr>
          <p:cNvSpPr>
            <a:spLocks noGrp="1"/>
          </p:cNvSpPr>
          <p:nvPr/>
        </p:nvSpPr>
        <p:spPr>
          <a:xfrm>
            <a:off x="7095969" y="6314667"/>
            <a:ext cx="281159" cy="126953"/>
          </a:xfrm>
          <a:custGeom>
            <a:avLst/>
            <a:gdLst/>
            <a:ahLst/>
            <a:cxnLst/>
            <a:rect l="0" t="0" r="0" b="0"/>
            <a:pathLst>
              <a:path w="281159" h="126953">
                <a:moveTo>
                  <a:pt x="0" y="126953"/>
                </a:moveTo>
                <a:lnTo>
                  <a:pt x="8878" y="108642"/>
                </a:lnTo>
                <a:lnTo>
                  <a:pt x="20402" y="91737"/>
                </a:lnTo>
                <a:lnTo>
                  <a:pt x="34571" y="76238"/>
                </a:lnTo>
                <a:lnTo>
                  <a:pt x="51386" y="62144"/>
                </a:lnTo>
                <a:lnTo>
                  <a:pt x="70848" y="49456"/>
                </a:lnTo>
                <a:lnTo>
                  <a:pt x="92955" y="38174"/>
                </a:lnTo>
                <a:lnTo>
                  <a:pt x="117708" y="28297"/>
                </a:lnTo>
                <a:lnTo>
                  <a:pt x="145106" y="19826"/>
                </a:lnTo>
                <a:lnTo>
                  <a:pt x="175151" y="12761"/>
                </a:lnTo>
                <a:lnTo>
                  <a:pt x="207841" y="7102"/>
                </a:lnTo>
                <a:lnTo>
                  <a:pt x="243177" y="2848"/>
                </a:lnTo>
                <a:lnTo>
                  <a:pt x="281159" y="0"/>
                </a:lnTo>
              </a:path>
            </a:pathLst>
          </a:custGeom>
          <a:noFill/>
          <a:ln w="4953">
            <a:solidFill>
              <a:srgbClr val="EE6129">
                <a:alpha val="12000"/>
              </a:srgbClr>
            </a:solidFill>
            <a:prstDash val="solid"/>
          </a:ln>
        </p:spPr>
      </p:sp>
      <p:sp>
        <p:nvSpPr>
          <p:cNvPr id="277" name="knowledge-edge">
            <a:extLst>
              <a:ext uri="{FF2B5EF4-FFF2-40B4-BE49-F238E27FC236}">
                <a16:creationId xmlns:a16="http://schemas.microsoft.com/office/drawing/2014/main" id="{57202FFC-3A62-4E8F-83D4-6A59BC91AC92}"/>
              </a:ext>
            </a:extLst>
          </p:cNvPr>
          <p:cNvSpPr>
            <a:spLocks noGrp="1"/>
          </p:cNvSpPr>
          <p:nvPr/>
        </p:nvSpPr>
        <p:spPr>
          <a:xfrm>
            <a:off x="7057906" y="6385987"/>
            <a:ext cx="369092" cy="156942"/>
          </a:xfrm>
          <a:custGeom>
            <a:avLst/>
            <a:gdLst/>
            <a:ahLst/>
            <a:cxnLst/>
            <a:rect l="0" t="0" r="0" b="0"/>
            <a:pathLst>
              <a:path w="369092" h="156942">
                <a:moveTo>
                  <a:pt x="0" y="140533"/>
                </a:moveTo>
                <a:lnTo>
                  <a:pt x="26364" y="148822"/>
                </a:lnTo>
                <a:lnTo>
                  <a:pt x="52727" y="154292"/>
                </a:lnTo>
                <a:lnTo>
                  <a:pt x="79091" y="156942"/>
                </a:lnTo>
                <a:lnTo>
                  <a:pt x="105455" y="156772"/>
                </a:lnTo>
                <a:lnTo>
                  <a:pt x="131819" y="153783"/>
                </a:lnTo>
                <a:lnTo>
                  <a:pt x="158182" y="147974"/>
                </a:lnTo>
                <a:lnTo>
                  <a:pt x="184546" y="139346"/>
                </a:lnTo>
                <a:lnTo>
                  <a:pt x="210910" y="127898"/>
                </a:lnTo>
                <a:lnTo>
                  <a:pt x="237274" y="113631"/>
                </a:lnTo>
                <a:lnTo>
                  <a:pt x="263637" y="96544"/>
                </a:lnTo>
                <a:lnTo>
                  <a:pt x="290001" y="76637"/>
                </a:lnTo>
                <a:lnTo>
                  <a:pt x="316365" y="53911"/>
                </a:lnTo>
                <a:lnTo>
                  <a:pt x="342728" y="28365"/>
                </a:lnTo>
                <a:lnTo>
                  <a:pt x="369092" y="0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78" name="knowledge-long-edge">
            <a:extLst>
              <a:ext uri="{FF2B5EF4-FFF2-40B4-BE49-F238E27FC236}">
                <a16:creationId xmlns:a16="http://schemas.microsoft.com/office/drawing/2014/main" id="{12720598-36A1-4584-BBF0-45F5B67BA193}"/>
              </a:ext>
            </a:extLst>
          </p:cNvPr>
          <p:cNvSpPr>
            <a:spLocks noGrp="1"/>
          </p:cNvSpPr>
          <p:nvPr/>
        </p:nvSpPr>
        <p:spPr>
          <a:xfrm>
            <a:off x="7057906" y="6244341"/>
            <a:ext cx="565032" cy="390790"/>
          </a:xfrm>
          <a:custGeom>
            <a:avLst/>
            <a:gdLst/>
            <a:ahLst/>
            <a:cxnLst/>
            <a:rect l="0" t="0" r="0" b="0"/>
            <a:pathLst>
              <a:path w="565032" h="390790">
                <a:moveTo>
                  <a:pt x="0" y="282179"/>
                </a:moveTo>
                <a:lnTo>
                  <a:pt x="35314" y="210468"/>
                </a:lnTo>
                <a:lnTo>
                  <a:pt x="70629" y="149224"/>
                </a:lnTo>
                <a:lnTo>
                  <a:pt x="105943" y="98446"/>
                </a:lnTo>
                <a:lnTo>
                  <a:pt x="141258" y="58135"/>
                </a:lnTo>
                <a:lnTo>
                  <a:pt x="176572" y="28290"/>
                </a:lnTo>
                <a:lnTo>
                  <a:pt x="211887" y="8912"/>
                </a:lnTo>
                <a:lnTo>
                  <a:pt x="247201" y="0"/>
                </a:lnTo>
                <a:lnTo>
                  <a:pt x="282516" y="1555"/>
                </a:lnTo>
                <a:lnTo>
                  <a:pt x="317830" y="13576"/>
                </a:lnTo>
                <a:lnTo>
                  <a:pt x="353145" y="36064"/>
                </a:lnTo>
                <a:lnTo>
                  <a:pt x="388459" y="69019"/>
                </a:lnTo>
                <a:lnTo>
                  <a:pt x="423774" y="112440"/>
                </a:lnTo>
                <a:lnTo>
                  <a:pt x="459088" y="166327"/>
                </a:lnTo>
                <a:lnTo>
                  <a:pt x="494403" y="230682"/>
                </a:lnTo>
                <a:lnTo>
                  <a:pt x="529717" y="305502"/>
                </a:lnTo>
                <a:lnTo>
                  <a:pt x="565032" y="390790"/>
                </a:lnTo>
              </a:path>
            </a:pathLst>
          </a:custGeom>
          <a:noFill/>
          <a:ln w="4286">
            <a:solidFill>
              <a:srgbClr val="EE6129">
                <a:alpha val="9000"/>
              </a:srgbClr>
            </a:solidFill>
            <a:prstDash val="solid"/>
          </a:ln>
        </p:spPr>
      </p:sp>
      <p:sp>
        <p:nvSpPr>
          <p:cNvPr id="279" name="knowledge-edge">
            <a:extLst>
              <a:ext uri="{FF2B5EF4-FFF2-40B4-BE49-F238E27FC236}">
                <a16:creationId xmlns:a16="http://schemas.microsoft.com/office/drawing/2014/main" id="{67FEB614-3979-46C6-91F0-34D8A9E28A7D}"/>
              </a:ext>
            </a:extLst>
          </p:cNvPr>
          <p:cNvSpPr>
            <a:spLocks noGrp="1"/>
          </p:cNvSpPr>
          <p:nvPr/>
        </p:nvSpPr>
        <p:spPr>
          <a:xfrm>
            <a:off x="6871456" y="6714596"/>
            <a:ext cx="414776" cy="56094"/>
          </a:xfrm>
          <a:custGeom>
            <a:avLst/>
            <a:gdLst/>
            <a:ahLst/>
            <a:cxnLst/>
            <a:rect l="0" t="0" r="0" b="0"/>
            <a:pathLst>
              <a:path w="414776" h="56094">
                <a:moveTo>
                  <a:pt x="0" y="56094"/>
                </a:moveTo>
                <a:lnTo>
                  <a:pt x="29627" y="46033"/>
                </a:lnTo>
                <a:lnTo>
                  <a:pt x="59254" y="36964"/>
                </a:lnTo>
                <a:lnTo>
                  <a:pt x="88881" y="28888"/>
                </a:lnTo>
                <a:lnTo>
                  <a:pt x="118507" y="21804"/>
                </a:lnTo>
                <a:lnTo>
                  <a:pt x="148134" y="15712"/>
                </a:lnTo>
                <a:lnTo>
                  <a:pt x="177761" y="10612"/>
                </a:lnTo>
                <a:lnTo>
                  <a:pt x="207388" y="6505"/>
                </a:lnTo>
                <a:lnTo>
                  <a:pt x="237015" y="3390"/>
                </a:lnTo>
                <a:lnTo>
                  <a:pt x="266642" y="1268"/>
                </a:lnTo>
                <a:lnTo>
                  <a:pt x="296268" y="138"/>
                </a:lnTo>
                <a:lnTo>
                  <a:pt x="325895" y="0"/>
                </a:lnTo>
                <a:lnTo>
                  <a:pt x="355522" y="855"/>
                </a:lnTo>
                <a:lnTo>
                  <a:pt x="385149" y="2701"/>
                </a:lnTo>
                <a:lnTo>
                  <a:pt x="414776" y="5541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80" name="knowledge-cross-edge">
            <a:extLst>
              <a:ext uri="{FF2B5EF4-FFF2-40B4-BE49-F238E27FC236}">
                <a16:creationId xmlns:a16="http://schemas.microsoft.com/office/drawing/2014/main" id="{49C56E14-7CAA-4F1D-9C3C-69FFCF707F98}"/>
              </a:ext>
            </a:extLst>
          </p:cNvPr>
          <p:cNvSpPr>
            <a:spLocks noGrp="1"/>
          </p:cNvSpPr>
          <p:nvPr/>
        </p:nvSpPr>
        <p:spPr>
          <a:xfrm>
            <a:off x="6871456" y="6762818"/>
            <a:ext cx="395666" cy="257739"/>
          </a:xfrm>
          <a:custGeom>
            <a:avLst/>
            <a:gdLst/>
            <a:ahLst/>
            <a:cxnLst/>
            <a:rect l="0" t="0" r="0" b="0"/>
            <a:pathLst>
              <a:path w="395666" h="257739">
                <a:moveTo>
                  <a:pt x="0" y="7873"/>
                </a:moveTo>
                <a:lnTo>
                  <a:pt x="47524" y="1460"/>
                </a:lnTo>
                <a:lnTo>
                  <a:pt x="92403" y="0"/>
                </a:lnTo>
                <a:lnTo>
                  <a:pt x="134635" y="3491"/>
                </a:lnTo>
                <a:lnTo>
                  <a:pt x="174222" y="11934"/>
                </a:lnTo>
                <a:lnTo>
                  <a:pt x="211163" y="25329"/>
                </a:lnTo>
                <a:lnTo>
                  <a:pt x="245458" y="43675"/>
                </a:lnTo>
                <a:lnTo>
                  <a:pt x="277108" y="66973"/>
                </a:lnTo>
                <a:lnTo>
                  <a:pt x="306111" y="95223"/>
                </a:lnTo>
                <a:lnTo>
                  <a:pt x="332469" y="128425"/>
                </a:lnTo>
                <a:lnTo>
                  <a:pt x="356180" y="166578"/>
                </a:lnTo>
                <a:lnTo>
                  <a:pt x="377246" y="209683"/>
                </a:lnTo>
                <a:lnTo>
                  <a:pt x="395666" y="257739"/>
                </a:lnTo>
              </a:path>
            </a:pathLst>
          </a:custGeom>
          <a:noFill/>
          <a:ln w="5334">
            <a:solidFill>
              <a:srgbClr val="EE6129">
                <a:alpha val="13000"/>
              </a:srgbClr>
            </a:solidFill>
            <a:prstDash val="solid"/>
          </a:ln>
        </p:spPr>
      </p:sp>
      <p:sp>
        <p:nvSpPr>
          <p:cNvPr id="281" name="knowledge-cross-edge">
            <a:extLst>
              <a:ext uri="{FF2B5EF4-FFF2-40B4-BE49-F238E27FC236}">
                <a16:creationId xmlns:a16="http://schemas.microsoft.com/office/drawing/2014/main" id="{92C10C80-BAF6-4B32-9737-64749322C1C6}"/>
              </a:ext>
            </a:extLst>
          </p:cNvPr>
          <p:cNvSpPr>
            <a:spLocks noGrp="1"/>
          </p:cNvSpPr>
          <p:nvPr/>
        </p:nvSpPr>
        <p:spPr>
          <a:xfrm>
            <a:off x="6871456" y="6385987"/>
            <a:ext cx="555542" cy="384703"/>
          </a:xfrm>
          <a:custGeom>
            <a:avLst/>
            <a:gdLst/>
            <a:ahLst/>
            <a:cxnLst/>
            <a:rect l="0" t="0" r="0" b="0"/>
            <a:pathLst>
              <a:path w="555542" h="384703">
                <a:moveTo>
                  <a:pt x="0" y="384703"/>
                </a:moveTo>
                <a:lnTo>
                  <a:pt x="31743" y="324374"/>
                </a:lnTo>
                <a:lnTo>
                  <a:pt x="66132" y="269185"/>
                </a:lnTo>
                <a:lnTo>
                  <a:pt x="103167" y="219136"/>
                </a:lnTo>
                <a:lnTo>
                  <a:pt x="142847" y="174227"/>
                </a:lnTo>
                <a:lnTo>
                  <a:pt x="185174" y="134459"/>
                </a:lnTo>
                <a:lnTo>
                  <a:pt x="230146" y="99830"/>
                </a:lnTo>
                <a:lnTo>
                  <a:pt x="277764" y="70341"/>
                </a:lnTo>
                <a:lnTo>
                  <a:pt x="328028" y="45993"/>
                </a:lnTo>
                <a:lnTo>
                  <a:pt x="380938" y="26785"/>
                </a:lnTo>
                <a:lnTo>
                  <a:pt x="436494" y="12716"/>
                </a:lnTo>
                <a:lnTo>
                  <a:pt x="494695" y="3788"/>
                </a:lnTo>
                <a:lnTo>
                  <a:pt x="555542" y="0"/>
                </a:lnTo>
              </a:path>
            </a:pathLst>
          </a:custGeom>
          <a:noFill/>
          <a:ln w="4953">
            <a:solidFill>
              <a:srgbClr val="EE6129">
                <a:alpha val="12000"/>
              </a:srgbClr>
            </a:solidFill>
            <a:prstDash val="solid"/>
          </a:ln>
        </p:spPr>
      </p:sp>
      <p:sp>
        <p:nvSpPr>
          <p:cNvPr id="282" name="knowledge-long-edge">
            <a:extLst>
              <a:ext uri="{FF2B5EF4-FFF2-40B4-BE49-F238E27FC236}">
                <a16:creationId xmlns:a16="http://schemas.microsoft.com/office/drawing/2014/main" id="{D660DBC1-D8D5-46F3-A813-6DA6E7772832}"/>
              </a:ext>
            </a:extLst>
          </p:cNvPr>
          <p:cNvSpPr>
            <a:spLocks noGrp="1"/>
          </p:cNvSpPr>
          <p:nvPr/>
        </p:nvSpPr>
        <p:spPr>
          <a:xfrm>
            <a:off x="6871456" y="6528128"/>
            <a:ext cx="985833" cy="474538"/>
          </a:xfrm>
          <a:custGeom>
            <a:avLst/>
            <a:gdLst/>
            <a:ahLst/>
            <a:cxnLst/>
            <a:rect l="0" t="0" r="0" b="0"/>
            <a:pathLst>
              <a:path w="985833" h="474538">
                <a:moveTo>
                  <a:pt x="0" y="242562"/>
                </a:moveTo>
                <a:lnTo>
                  <a:pt x="61615" y="175144"/>
                </a:lnTo>
                <a:lnTo>
                  <a:pt x="123229" y="118647"/>
                </a:lnTo>
                <a:lnTo>
                  <a:pt x="184844" y="73073"/>
                </a:lnTo>
                <a:lnTo>
                  <a:pt x="246458" y="38422"/>
                </a:lnTo>
                <a:lnTo>
                  <a:pt x="308073" y="14692"/>
                </a:lnTo>
                <a:lnTo>
                  <a:pt x="369687" y="1885"/>
                </a:lnTo>
                <a:lnTo>
                  <a:pt x="431302" y="0"/>
                </a:lnTo>
                <a:lnTo>
                  <a:pt x="492917" y="9037"/>
                </a:lnTo>
                <a:lnTo>
                  <a:pt x="554531" y="28997"/>
                </a:lnTo>
                <a:lnTo>
                  <a:pt x="616146" y="59879"/>
                </a:lnTo>
                <a:lnTo>
                  <a:pt x="677760" y="101683"/>
                </a:lnTo>
                <a:lnTo>
                  <a:pt x="739375" y="154409"/>
                </a:lnTo>
                <a:lnTo>
                  <a:pt x="800989" y="218058"/>
                </a:lnTo>
                <a:lnTo>
                  <a:pt x="862604" y="292629"/>
                </a:lnTo>
                <a:lnTo>
                  <a:pt x="924219" y="378122"/>
                </a:lnTo>
                <a:lnTo>
                  <a:pt x="985833" y="474538"/>
                </a:lnTo>
              </a:path>
            </a:pathLst>
          </a:custGeom>
          <a:noFill/>
          <a:ln w="4286">
            <a:solidFill>
              <a:srgbClr val="EE6129">
                <a:alpha val="9000"/>
              </a:srgbClr>
            </a:solidFill>
            <a:prstDash val="solid"/>
          </a:ln>
        </p:spPr>
      </p:sp>
      <p:sp>
        <p:nvSpPr>
          <p:cNvPr id="283" name="knowledge-edge">
            <a:extLst>
              <a:ext uri="{FF2B5EF4-FFF2-40B4-BE49-F238E27FC236}">
                <a16:creationId xmlns:a16="http://schemas.microsoft.com/office/drawing/2014/main" id="{9300629D-56C8-4BC9-808B-C238D7554F13}"/>
              </a:ext>
            </a:extLst>
          </p:cNvPr>
          <p:cNvSpPr>
            <a:spLocks noGrp="1"/>
          </p:cNvSpPr>
          <p:nvPr/>
        </p:nvSpPr>
        <p:spPr>
          <a:xfrm>
            <a:off x="6975878" y="6985486"/>
            <a:ext cx="291244" cy="87774"/>
          </a:xfrm>
          <a:custGeom>
            <a:avLst/>
            <a:gdLst/>
            <a:ahLst/>
            <a:cxnLst/>
            <a:rect l="0" t="0" r="0" b="0"/>
            <a:pathLst>
              <a:path w="291244" h="87774">
                <a:moveTo>
                  <a:pt x="0" y="0"/>
                </a:moveTo>
                <a:lnTo>
                  <a:pt x="20803" y="20850"/>
                </a:lnTo>
                <a:lnTo>
                  <a:pt x="41606" y="38877"/>
                </a:lnTo>
                <a:lnTo>
                  <a:pt x="62409" y="54082"/>
                </a:lnTo>
                <a:lnTo>
                  <a:pt x="83213" y="66465"/>
                </a:lnTo>
                <a:lnTo>
                  <a:pt x="104016" y="76026"/>
                </a:lnTo>
                <a:lnTo>
                  <a:pt x="124819" y="82764"/>
                </a:lnTo>
                <a:lnTo>
                  <a:pt x="145622" y="86680"/>
                </a:lnTo>
                <a:lnTo>
                  <a:pt x="166425" y="87774"/>
                </a:lnTo>
                <a:lnTo>
                  <a:pt x="187228" y="86046"/>
                </a:lnTo>
                <a:lnTo>
                  <a:pt x="208032" y="81496"/>
                </a:lnTo>
                <a:lnTo>
                  <a:pt x="228835" y="74123"/>
                </a:lnTo>
                <a:lnTo>
                  <a:pt x="249638" y="63928"/>
                </a:lnTo>
                <a:lnTo>
                  <a:pt x="270441" y="50911"/>
                </a:lnTo>
                <a:lnTo>
                  <a:pt x="291244" y="35071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84" name="knowledge-edge">
            <a:extLst>
              <a:ext uri="{FF2B5EF4-FFF2-40B4-BE49-F238E27FC236}">
                <a16:creationId xmlns:a16="http://schemas.microsoft.com/office/drawing/2014/main" id="{1DE73A5F-DFCF-4473-9B0E-9F6652C5B546}"/>
              </a:ext>
            </a:extLst>
          </p:cNvPr>
          <p:cNvSpPr>
            <a:spLocks noGrp="1"/>
          </p:cNvSpPr>
          <p:nvPr/>
        </p:nvSpPr>
        <p:spPr>
          <a:xfrm>
            <a:off x="7343227" y="6079907"/>
            <a:ext cx="307234" cy="50967"/>
          </a:xfrm>
          <a:custGeom>
            <a:avLst/>
            <a:gdLst/>
            <a:ahLst/>
            <a:cxnLst/>
            <a:rect l="0" t="0" r="0" b="0"/>
            <a:pathLst>
              <a:path w="307234" h="50967">
                <a:moveTo>
                  <a:pt x="0" y="50967"/>
                </a:moveTo>
                <a:lnTo>
                  <a:pt x="21945" y="40057"/>
                </a:lnTo>
                <a:lnTo>
                  <a:pt x="43891" y="30458"/>
                </a:lnTo>
                <a:lnTo>
                  <a:pt x="65836" y="22172"/>
                </a:lnTo>
                <a:lnTo>
                  <a:pt x="87781" y="15197"/>
                </a:lnTo>
                <a:lnTo>
                  <a:pt x="109727" y="9534"/>
                </a:lnTo>
                <a:lnTo>
                  <a:pt x="131672" y="5183"/>
                </a:lnTo>
                <a:lnTo>
                  <a:pt x="153617" y="2143"/>
                </a:lnTo>
                <a:lnTo>
                  <a:pt x="175562" y="416"/>
                </a:lnTo>
                <a:lnTo>
                  <a:pt x="197508" y="0"/>
                </a:lnTo>
                <a:lnTo>
                  <a:pt x="219453" y="896"/>
                </a:lnTo>
                <a:lnTo>
                  <a:pt x="241398" y="3104"/>
                </a:lnTo>
                <a:lnTo>
                  <a:pt x="263344" y="6624"/>
                </a:lnTo>
                <a:lnTo>
                  <a:pt x="285289" y="11455"/>
                </a:lnTo>
                <a:lnTo>
                  <a:pt x="307234" y="17599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85" name="knowledge-edge">
            <a:extLst>
              <a:ext uri="{FF2B5EF4-FFF2-40B4-BE49-F238E27FC236}">
                <a16:creationId xmlns:a16="http://schemas.microsoft.com/office/drawing/2014/main" id="{FE026ADD-AE95-48D6-855B-90E91F52D4DB}"/>
              </a:ext>
            </a:extLst>
          </p:cNvPr>
          <p:cNvSpPr>
            <a:spLocks noGrp="1"/>
          </p:cNvSpPr>
          <p:nvPr/>
        </p:nvSpPr>
        <p:spPr>
          <a:xfrm>
            <a:off x="7239636" y="6220283"/>
            <a:ext cx="546391" cy="23223"/>
          </a:xfrm>
          <a:custGeom>
            <a:avLst/>
            <a:gdLst/>
            <a:ahLst/>
            <a:cxnLst/>
            <a:rect l="0" t="0" r="0" b="0"/>
            <a:pathLst>
              <a:path w="546391" h="23223">
                <a:moveTo>
                  <a:pt x="0" y="0"/>
                </a:moveTo>
                <a:lnTo>
                  <a:pt x="39028" y="2537"/>
                </a:lnTo>
                <a:lnTo>
                  <a:pt x="78056" y="4939"/>
                </a:lnTo>
                <a:lnTo>
                  <a:pt x="117084" y="7206"/>
                </a:lnTo>
                <a:lnTo>
                  <a:pt x="156112" y="9338"/>
                </a:lnTo>
                <a:lnTo>
                  <a:pt x="195140" y="11334"/>
                </a:lnTo>
                <a:lnTo>
                  <a:pt x="234168" y="13196"/>
                </a:lnTo>
                <a:lnTo>
                  <a:pt x="273196" y="14922"/>
                </a:lnTo>
                <a:lnTo>
                  <a:pt x="312223" y="16513"/>
                </a:lnTo>
                <a:lnTo>
                  <a:pt x="351251" y="17969"/>
                </a:lnTo>
                <a:lnTo>
                  <a:pt x="390279" y="19290"/>
                </a:lnTo>
                <a:lnTo>
                  <a:pt x="429307" y="20476"/>
                </a:lnTo>
                <a:lnTo>
                  <a:pt x="468335" y="21527"/>
                </a:lnTo>
                <a:lnTo>
                  <a:pt x="507363" y="22443"/>
                </a:lnTo>
                <a:lnTo>
                  <a:pt x="546391" y="23223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86" name="knowledge-cross-edge">
            <a:extLst>
              <a:ext uri="{FF2B5EF4-FFF2-40B4-BE49-F238E27FC236}">
                <a16:creationId xmlns:a16="http://schemas.microsoft.com/office/drawing/2014/main" id="{DF0A4755-35A0-4F67-B456-CED0FBC8A234}"/>
              </a:ext>
            </a:extLst>
          </p:cNvPr>
          <p:cNvSpPr>
            <a:spLocks noGrp="1"/>
          </p:cNvSpPr>
          <p:nvPr/>
        </p:nvSpPr>
        <p:spPr>
          <a:xfrm>
            <a:off x="7239636" y="6190384"/>
            <a:ext cx="380483" cy="162707"/>
          </a:xfrm>
          <a:custGeom>
            <a:avLst/>
            <a:gdLst/>
            <a:ahLst/>
            <a:cxnLst/>
            <a:rect l="0" t="0" r="0" b="0"/>
            <a:pathLst>
              <a:path w="380483" h="162707">
                <a:moveTo>
                  <a:pt x="0" y="29899"/>
                </a:moveTo>
                <a:lnTo>
                  <a:pt x="46259" y="15471"/>
                </a:lnTo>
                <a:lnTo>
                  <a:pt x="89872" y="5679"/>
                </a:lnTo>
                <a:lnTo>
                  <a:pt x="130839" y="522"/>
                </a:lnTo>
                <a:lnTo>
                  <a:pt x="169161" y="0"/>
                </a:lnTo>
                <a:lnTo>
                  <a:pt x="204837" y="4114"/>
                </a:lnTo>
                <a:lnTo>
                  <a:pt x="237866" y="12864"/>
                </a:lnTo>
                <a:lnTo>
                  <a:pt x="268250" y="26249"/>
                </a:lnTo>
                <a:lnTo>
                  <a:pt x="295989" y="44269"/>
                </a:lnTo>
                <a:lnTo>
                  <a:pt x="321081" y="66925"/>
                </a:lnTo>
                <a:lnTo>
                  <a:pt x="343527" y="94217"/>
                </a:lnTo>
                <a:lnTo>
                  <a:pt x="363328" y="126144"/>
                </a:lnTo>
                <a:lnTo>
                  <a:pt x="380483" y="162707"/>
                </a:lnTo>
              </a:path>
            </a:pathLst>
          </a:custGeom>
          <a:noFill/>
          <a:ln w="5334">
            <a:solidFill>
              <a:srgbClr val="F07023">
                <a:alpha val="13000"/>
              </a:srgbClr>
            </a:solidFill>
            <a:prstDash val="solid"/>
          </a:ln>
        </p:spPr>
      </p:sp>
      <p:sp>
        <p:nvSpPr>
          <p:cNvPr id="287" name="knowledge-edge">
            <a:extLst>
              <a:ext uri="{FF2B5EF4-FFF2-40B4-BE49-F238E27FC236}">
                <a16:creationId xmlns:a16="http://schemas.microsoft.com/office/drawing/2014/main" id="{F5AA4840-3A1C-4014-9189-ABE984E684A6}"/>
              </a:ext>
            </a:extLst>
          </p:cNvPr>
          <p:cNvSpPr>
            <a:spLocks noGrp="1"/>
          </p:cNvSpPr>
          <p:nvPr/>
        </p:nvSpPr>
        <p:spPr>
          <a:xfrm>
            <a:off x="7377129" y="6312117"/>
            <a:ext cx="242990" cy="40974"/>
          </a:xfrm>
          <a:custGeom>
            <a:avLst/>
            <a:gdLst/>
            <a:ahLst/>
            <a:cxnLst/>
            <a:rect l="0" t="0" r="0" b="0"/>
            <a:pathLst>
              <a:path w="242990" h="40974">
                <a:moveTo>
                  <a:pt x="0" y="2551"/>
                </a:moveTo>
                <a:lnTo>
                  <a:pt x="17356" y="1047"/>
                </a:lnTo>
                <a:lnTo>
                  <a:pt x="34713" y="197"/>
                </a:lnTo>
                <a:lnTo>
                  <a:pt x="52069" y="0"/>
                </a:lnTo>
                <a:lnTo>
                  <a:pt x="69426" y="457"/>
                </a:lnTo>
                <a:lnTo>
                  <a:pt x="86782" y="1568"/>
                </a:lnTo>
                <a:lnTo>
                  <a:pt x="104139" y="3332"/>
                </a:lnTo>
                <a:lnTo>
                  <a:pt x="121495" y="5749"/>
                </a:lnTo>
                <a:lnTo>
                  <a:pt x="138852" y="8821"/>
                </a:lnTo>
                <a:lnTo>
                  <a:pt x="156208" y="12546"/>
                </a:lnTo>
                <a:lnTo>
                  <a:pt x="173565" y="16924"/>
                </a:lnTo>
                <a:lnTo>
                  <a:pt x="190921" y="21956"/>
                </a:lnTo>
                <a:lnTo>
                  <a:pt x="208278" y="27642"/>
                </a:lnTo>
                <a:lnTo>
                  <a:pt x="225634" y="33981"/>
                </a:lnTo>
                <a:lnTo>
                  <a:pt x="242990" y="40974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88" name="knowledge-cross-edge">
            <a:extLst>
              <a:ext uri="{FF2B5EF4-FFF2-40B4-BE49-F238E27FC236}">
                <a16:creationId xmlns:a16="http://schemas.microsoft.com/office/drawing/2014/main" id="{5CC3E771-E79D-4190-BF83-9BF7413793AB}"/>
              </a:ext>
            </a:extLst>
          </p:cNvPr>
          <p:cNvSpPr>
            <a:spLocks noGrp="1"/>
          </p:cNvSpPr>
          <p:nvPr/>
        </p:nvSpPr>
        <p:spPr>
          <a:xfrm>
            <a:off x="7377129" y="6271301"/>
            <a:ext cx="361581" cy="63622"/>
          </a:xfrm>
          <a:custGeom>
            <a:avLst/>
            <a:gdLst/>
            <a:ahLst/>
            <a:cxnLst/>
            <a:rect l="0" t="0" r="0" b="0"/>
            <a:pathLst>
              <a:path w="361581" h="63622">
                <a:moveTo>
                  <a:pt x="0" y="43366"/>
                </a:moveTo>
                <a:lnTo>
                  <a:pt x="44684" y="28772"/>
                </a:lnTo>
                <a:lnTo>
                  <a:pt x="86722" y="17139"/>
                </a:lnTo>
                <a:lnTo>
                  <a:pt x="126114" y="8465"/>
                </a:lnTo>
                <a:lnTo>
                  <a:pt x="162860" y="2753"/>
                </a:lnTo>
                <a:lnTo>
                  <a:pt x="196961" y="0"/>
                </a:lnTo>
                <a:lnTo>
                  <a:pt x="228416" y="208"/>
                </a:lnTo>
                <a:lnTo>
                  <a:pt x="257225" y="3376"/>
                </a:lnTo>
                <a:lnTo>
                  <a:pt x="283388" y="9504"/>
                </a:lnTo>
                <a:lnTo>
                  <a:pt x="306905" y="18593"/>
                </a:lnTo>
                <a:lnTo>
                  <a:pt x="327776" y="30643"/>
                </a:lnTo>
                <a:lnTo>
                  <a:pt x="346002" y="45652"/>
                </a:lnTo>
                <a:lnTo>
                  <a:pt x="361581" y="63622"/>
                </a:lnTo>
              </a:path>
            </a:pathLst>
          </a:custGeom>
          <a:noFill/>
          <a:ln w="5334">
            <a:solidFill>
              <a:srgbClr val="F07023">
                <a:alpha val="13000"/>
              </a:srgbClr>
            </a:solidFill>
            <a:prstDash val="solid"/>
          </a:ln>
        </p:spPr>
      </p:sp>
      <p:sp>
        <p:nvSpPr>
          <p:cNvPr id="289" name="knowledge-edge">
            <a:extLst>
              <a:ext uri="{FF2B5EF4-FFF2-40B4-BE49-F238E27FC236}">
                <a16:creationId xmlns:a16="http://schemas.microsoft.com/office/drawing/2014/main" id="{A020C186-C73A-49A2-B905-2164C0454790}"/>
              </a:ext>
            </a:extLst>
          </p:cNvPr>
          <p:cNvSpPr>
            <a:spLocks noGrp="1"/>
          </p:cNvSpPr>
          <p:nvPr/>
        </p:nvSpPr>
        <p:spPr>
          <a:xfrm>
            <a:off x="7236933" y="6334923"/>
            <a:ext cx="501777" cy="123213"/>
          </a:xfrm>
          <a:custGeom>
            <a:avLst/>
            <a:gdLst/>
            <a:ahLst/>
            <a:cxnLst/>
            <a:rect l="0" t="0" r="0" b="0"/>
            <a:pathLst>
              <a:path w="501777" h="123213">
                <a:moveTo>
                  <a:pt x="0" y="123213"/>
                </a:moveTo>
                <a:lnTo>
                  <a:pt x="35841" y="108787"/>
                </a:lnTo>
                <a:lnTo>
                  <a:pt x="71682" y="95226"/>
                </a:lnTo>
                <a:lnTo>
                  <a:pt x="107524" y="82531"/>
                </a:lnTo>
                <a:lnTo>
                  <a:pt x="143365" y="70701"/>
                </a:lnTo>
                <a:lnTo>
                  <a:pt x="179206" y="59736"/>
                </a:lnTo>
                <a:lnTo>
                  <a:pt x="215047" y="49637"/>
                </a:lnTo>
                <a:lnTo>
                  <a:pt x="250889" y="40403"/>
                </a:lnTo>
                <a:lnTo>
                  <a:pt x="286730" y="32035"/>
                </a:lnTo>
                <a:lnTo>
                  <a:pt x="322571" y="24532"/>
                </a:lnTo>
                <a:lnTo>
                  <a:pt x="358412" y="17895"/>
                </a:lnTo>
                <a:lnTo>
                  <a:pt x="394253" y="12123"/>
                </a:lnTo>
                <a:lnTo>
                  <a:pt x="430095" y="7217"/>
                </a:lnTo>
                <a:lnTo>
                  <a:pt x="465936" y="3176"/>
                </a:lnTo>
                <a:lnTo>
                  <a:pt x="501777" y="0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90" name="knowledge-cross-edge">
            <a:extLst>
              <a:ext uri="{FF2B5EF4-FFF2-40B4-BE49-F238E27FC236}">
                <a16:creationId xmlns:a16="http://schemas.microsoft.com/office/drawing/2014/main" id="{150D25ED-C2BA-431E-BCA0-C3A3FE5778EE}"/>
              </a:ext>
            </a:extLst>
          </p:cNvPr>
          <p:cNvSpPr>
            <a:spLocks noGrp="1"/>
          </p:cNvSpPr>
          <p:nvPr/>
        </p:nvSpPr>
        <p:spPr>
          <a:xfrm>
            <a:off x="7236933" y="6436297"/>
            <a:ext cx="632087" cy="28982"/>
          </a:xfrm>
          <a:custGeom>
            <a:avLst/>
            <a:gdLst/>
            <a:ahLst/>
            <a:cxnLst/>
            <a:rect l="0" t="0" r="0" b="0"/>
            <a:pathLst>
              <a:path w="632087" h="28982">
                <a:moveTo>
                  <a:pt x="0" y="21839"/>
                </a:moveTo>
                <a:lnTo>
                  <a:pt x="67226" y="24977"/>
                </a:lnTo>
                <a:lnTo>
                  <a:pt x="131806" y="27213"/>
                </a:lnTo>
                <a:lnTo>
                  <a:pt x="193740" y="28548"/>
                </a:lnTo>
                <a:lnTo>
                  <a:pt x="253029" y="28982"/>
                </a:lnTo>
                <a:lnTo>
                  <a:pt x="309671" y="28514"/>
                </a:lnTo>
                <a:lnTo>
                  <a:pt x="363668" y="27145"/>
                </a:lnTo>
                <a:lnTo>
                  <a:pt x="415019" y="24874"/>
                </a:lnTo>
                <a:lnTo>
                  <a:pt x="463724" y="21702"/>
                </a:lnTo>
                <a:lnTo>
                  <a:pt x="509784" y="17629"/>
                </a:lnTo>
                <a:lnTo>
                  <a:pt x="553197" y="12654"/>
                </a:lnTo>
                <a:lnTo>
                  <a:pt x="593965" y="6778"/>
                </a:lnTo>
                <a:lnTo>
                  <a:pt x="632087" y="0"/>
                </a:lnTo>
              </a:path>
            </a:pathLst>
          </a:custGeom>
          <a:noFill/>
          <a:ln w="5334">
            <a:solidFill>
              <a:srgbClr val="F07023">
                <a:alpha val="13000"/>
              </a:srgbClr>
            </a:solidFill>
            <a:prstDash val="solid"/>
          </a:ln>
        </p:spPr>
      </p:sp>
      <p:sp>
        <p:nvSpPr>
          <p:cNvPr id="291" name="knowledge-cross-edge">
            <a:extLst>
              <a:ext uri="{FF2B5EF4-FFF2-40B4-BE49-F238E27FC236}">
                <a16:creationId xmlns:a16="http://schemas.microsoft.com/office/drawing/2014/main" id="{0B515F0F-A99A-4C8E-A74F-C376D34CBF12}"/>
              </a:ext>
            </a:extLst>
          </p:cNvPr>
          <p:cNvSpPr>
            <a:spLocks noGrp="1"/>
          </p:cNvSpPr>
          <p:nvPr/>
        </p:nvSpPr>
        <p:spPr>
          <a:xfrm>
            <a:off x="7236933" y="6314965"/>
            <a:ext cx="383186" cy="143171"/>
          </a:xfrm>
          <a:custGeom>
            <a:avLst/>
            <a:gdLst/>
            <a:ahLst/>
            <a:cxnLst/>
            <a:rect l="0" t="0" r="0" b="0"/>
            <a:pathLst>
              <a:path w="383186" h="143171">
                <a:moveTo>
                  <a:pt x="0" y="143171"/>
                </a:moveTo>
                <a:lnTo>
                  <a:pt x="17380" y="109275"/>
                </a:lnTo>
                <a:lnTo>
                  <a:pt x="37406" y="79950"/>
                </a:lnTo>
                <a:lnTo>
                  <a:pt x="60078" y="55197"/>
                </a:lnTo>
                <a:lnTo>
                  <a:pt x="85395" y="35015"/>
                </a:lnTo>
                <a:lnTo>
                  <a:pt x="113359" y="19404"/>
                </a:lnTo>
                <a:lnTo>
                  <a:pt x="143968" y="8365"/>
                </a:lnTo>
                <a:lnTo>
                  <a:pt x="177223" y="1897"/>
                </a:lnTo>
                <a:lnTo>
                  <a:pt x="213124" y="0"/>
                </a:lnTo>
                <a:lnTo>
                  <a:pt x="251671" y="2674"/>
                </a:lnTo>
                <a:lnTo>
                  <a:pt x="292863" y="9920"/>
                </a:lnTo>
                <a:lnTo>
                  <a:pt x="336702" y="21737"/>
                </a:lnTo>
                <a:lnTo>
                  <a:pt x="383186" y="38126"/>
                </a:lnTo>
              </a:path>
            </a:pathLst>
          </a:custGeom>
          <a:noFill/>
          <a:ln w="4953">
            <a:solidFill>
              <a:srgbClr val="F07023">
                <a:alpha val="12000"/>
              </a:srgbClr>
            </a:solidFill>
            <a:prstDash val="solid"/>
          </a:ln>
        </p:spPr>
      </p:sp>
      <p:sp>
        <p:nvSpPr>
          <p:cNvPr id="292" name="knowledge-edge">
            <a:extLst>
              <a:ext uri="{FF2B5EF4-FFF2-40B4-BE49-F238E27FC236}">
                <a16:creationId xmlns:a16="http://schemas.microsoft.com/office/drawing/2014/main" id="{CF0A2D12-E29F-4F0C-9646-FEE0BCA77843}"/>
              </a:ext>
            </a:extLst>
          </p:cNvPr>
          <p:cNvSpPr>
            <a:spLocks noGrp="1"/>
          </p:cNvSpPr>
          <p:nvPr/>
        </p:nvSpPr>
        <p:spPr>
          <a:xfrm>
            <a:off x="7426998" y="6385987"/>
            <a:ext cx="442021" cy="99604"/>
          </a:xfrm>
          <a:custGeom>
            <a:avLst/>
            <a:gdLst/>
            <a:ahLst/>
            <a:cxnLst/>
            <a:rect l="0" t="0" r="0" b="0"/>
            <a:pathLst>
              <a:path w="442021" h="99604">
                <a:moveTo>
                  <a:pt x="0" y="0"/>
                </a:moveTo>
                <a:lnTo>
                  <a:pt x="31573" y="22784"/>
                </a:lnTo>
                <a:lnTo>
                  <a:pt x="63146" y="42615"/>
                </a:lnTo>
                <a:lnTo>
                  <a:pt x="94719" y="59494"/>
                </a:lnTo>
                <a:lnTo>
                  <a:pt x="126292" y="73421"/>
                </a:lnTo>
                <a:lnTo>
                  <a:pt x="157865" y="84395"/>
                </a:lnTo>
                <a:lnTo>
                  <a:pt x="189438" y="92417"/>
                </a:lnTo>
                <a:lnTo>
                  <a:pt x="221011" y="97487"/>
                </a:lnTo>
                <a:lnTo>
                  <a:pt x="252584" y="99604"/>
                </a:lnTo>
                <a:lnTo>
                  <a:pt x="284156" y="98769"/>
                </a:lnTo>
                <a:lnTo>
                  <a:pt x="315729" y="94982"/>
                </a:lnTo>
                <a:lnTo>
                  <a:pt x="347302" y="88243"/>
                </a:lnTo>
                <a:lnTo>
                  <a:pt x="378875" y="78551"/>
                </a:lnTo>
                <a:lnTo>
                  <a:pt x="410448" y="65907"/>
                </a:lnTo>
                <a:lnTo>
                  <a:pt x="442021" y="50311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93" name="knowledge-cross-edge">
            <a:extLst>
              <a:ext uri="{FF2B5EF4-FFF2-40B4-BE49-F238E27FC236}">
                <a16:creationId xmlns:a16="http://schemas.microsoft.com/office/drawing/2014/main" id="{73E54D26-3C81-4B64-9B3B-DA32D5C63ADD}"/>
              </a:ext>
            </a:extLst>
          </p:cNvPr>
          <p:cNvSpPr>
            <a:spLocks noGrp="1"/>
          </p:cNvSpPr>
          <p:nvPr/>
        </p:nvSpPr>
        <p:spPr>
          <a:xfrm>
            <a:off x="7426998" y="6385987"/>
            <a:ext cx="195940" cy="249144"/>
          </a:xfrm>
          <a:custGeom>
            <a:avLst/>
            <a:gdLst/>
            <a:ahLst/>
            <a:cxnLst/>
            <a:rect l="0" t="0" r="0" b="0"/>
            <a:pathLst>
              <a:path w="195940" h="249144">
                <a:moveTo>
                  <a:pt x="0" y="0"/>
                </a:moveTo>
                <a:lnTo>
                  <a:pt x="30880" y="3543"/>
                </a:lnTo>
                <a:lnTo>
                  <a:pt x="59115" y="10216"/>
                </a:lnTo>
                <a:lnTo>
                  <a:pt x="84704" y="20021"/>
                </a:lnTo>
                <a:lnTo>
                  <a:pt x="107647" y="32956"/>
                </a:lnTo>
                <a:lnTo>
                  <a:pt x="127944" y="49022"/>
                </a:lnTo>
                <a:lnTo>
                  <a:pt x="145595" y="68218"/>
                </a:lnTo>
                <a:lnTo>
                  <a:pt x="160600" y="90546"/>
                </a:lnTo>
                <a:lnTo>
                  <a:pt x="172960" y="116004"/>
                </a:lnTo>
                <a:lnTo>
                  <a:pt x="182673" y="144592"/>
                </a:lnTo>
                <a:lnTo>
                  <a:pt x="189741" y="176312"/>
                </a:lnTo>
                <a:lnTo>
                  <a:pt x="194163" y="211162"/>
                </a:lnTo>
                <a:lnTo>
                  <a:pt x="195940" y="249144"/>
                </a:lnTo>
              </a:path>
            </a:pathLst>
          </a:custGeom>
          <a:noFill/>
          <a:ln w="5334">
            <a:solidFill>
              <a:srgbClr val="F07023">
                <a:alpha val="13000"/>
              </a:srgbClr>
            </a:solidFill>
            <a:prstDash val="solid"/>
          </a:ln>
        </p:spPr>
      </p:sp>
      <p:sp>
        <p:nvSpPr>
          <p:cNvPr id="294" name="knowledge-cross-edge">
            <a:extLst>
              <a:ext uri="{FF2B5EF4-FFF2-40B4-BE49-F238E27FC236}">
                <a16:creationId xmlns:a16="http://schemas.microsoft.com/office/drawing/2014/main" id="{56745C50-5BB6-460A-AE1E-7EE91670A4B0}"/>
              </a:ext>
            </a:extLst>
          </p:cNvPr>
          <p:cNvSpPr>
            <a:spLocks noGrp="1"/>
          </p:cNvSpPr>
          <p:nvPr/>
        </p:nvSpPr>
        <p:spPr>
          <a:xfrm>
            <a:off x="7426998" y="6334923"/>
            <a:ext cx="311712" cy="51064"/>
          </a:xfrm>
          <a:custGeom>
            <a:avLst/>
            <a:gdLst/>
            <a:ahLst/>
            <a:cxnLst/>
            <a:rect l="0" t="0" r="0" b="0"/>
            <a:pathLst>
              <a:path w="311712" h="51064">
                <a:moveTo>
                  <a:pt x="0" y="51064"/>
                </a:moveTo>
                <a:lnTo>
                  <a:pt x="11424" y="47489"/>
                </a:lnTo>
                <a:lnTo>
                  <a:pt x="25494" y="43791"/>
                </a:lnTo>
                <a:lnTo>
                  <a:pt x="42209" y="39969"/>
                </a:lnTo>
                <a:lnTo>
                  <a:pt x="61571" y="36023"/>
                </a:lnTo>
                <a:lnTo>
                  <a:pt x="83578" y="31953"/>
                </a:lnTo>
                <a:lnTo>
                  <a:pt x="108231" y="27760"/>
                </a:lnTo>
                <a:lnTo>
                  <a:pt x="135530" y="23443"/>
                </a:lnTo>
                <a:lnTo>
                  <a:pt x="165474" y="19002"/>
                </a:lnTo>
                <a:lnTo>
                  <a:pt x="198065" y="14437"/>
                </a:lnTo>
                <a:lnTo>
                  <a:pt x="233301" y="9748"/>
                </a:lnTo>
                <a:lnTo>
                  <a:pt x="271184" y="4936"/>
                </a:lnTo>
                <a:lnTo>
                  <a:pt x="311712" y="0"/>
                </a:lnTo>
              </a:path>
            </a:pathLst>
          </a:custGeom>
          <a:noFill/>
          <a:ln w="4953">
            <a:solidFill>
              <a:srgbClr val="F07023">
                <a:alpha val="12000"/>
              </a:srgbClr>
            </a:solidFill>
            <a:prstDash val="solid"/>
          </a:ln>
        </p:spPr>
      </p:sp>
      <p:sp>
        <p:nvSpPr>
          <p:cNvPr id="295" name="knowledge-edge">
            <a:extLst>
              <a:ext uri="{FF2B5EF4-FFF2-40B4-BE49-F238E27FC236}">
                <a16:creationId xmlns:a16="http://schemas.microsoft.com/office/drawing/2014/main" id="{33CACA21-286C-4499-9061-7D15D318590E}"/>
              </a:ext>
            </a:extLst>
          </p:cNvPr>
          <p:cNvSpPr>
            <a:spLocks noGrp="1"/>
          </p:cNvSpPr>
          <p:nvPr/>
        </p:nvSpPr>
        <p:spPr>
          <a:xfrm>
            <a:off x="7286232" y="6601563"/>
            <a:ext cx="336706" cy="118574"/>
          </a:xfrm>
          <a:custGeom>
            <a:avLst/>
            <a:gdLst/>
            <a:ahLst/>
            <a:cxnLst/>
            <a:rect l="0" t="0" r="0" b="0"/>
            <a:pathLst>
              <a:path w="336706" h="118574">
                <a:moveTo>
                  <a:pt x="0" y="118574"/>
                </a:moveTo>
                <a:lnTo>
                  <a:pt x="24050" y="94034"/>
                </a:lnTo>
                <a:lnTo>
                  <a:pt x="48101" y="72336"/>
                </a:lnTo>
                <a:lnTo>
                  <a:pt x="72151" y="53478"/>
                </a:lnTo>
                <a:lnTo>
                  <a:pt x="96202" y="37462"/>
                </a:lnTo>
                <a:lnTo>
                  <a:pt x="120252" y="24287"/>
                </a:lnTo>
                <a:lnTo>
                  <a:pt x="144303" y="13954"/>
                </a:lnTo>
                <a:lnTo>
                  <a:pt x="168353" y="6461"/>
                </a:lnTo>
                <a:lnTo>
                  <a:pt x="192403" y="1810"/>
                </a:lnTo>
                <a:lnTo>
                  <a:pt x="216454" y="0"/>
                </a:lnTo>
                <a:lnTo>
                  <a:pt x="240504" y="1031"/>
                </a:lnTo>
                <a:lnTo>
                  <a:pt x="264555" y="4903"/>
                </a:lnTo>
                <a:lnTo>
                  <a:pt x="288605" y="11617"/>
                </a:lnTo>
                <a:lnTo>
                  <a:pt x="312656" y="21172"/>
                </a:lnTo>
                <a:lnTo>
                  <a:pt x="336706" y="33568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96" name="knowledge-cross-edge">
            <a:extLst>
              <a:ext uri="{FF2B5EF4-FFF2-40B4-BE49-F238E27FC236}">
                <a16:creationId xmlns:a16="http://schemas.microsoft.com/office/drawing/2014/main" id="{A525AEE5-ED42-426C-8C4D-03CDBC18940F}"/>
              </a:ext>
            </a:extLst>
          </p:cNvPr>
          <p:cNvSpPr>
            <a:spLocks noGrp="1"/>
          </p:cNvSpPr>
          <p:nvPr/>
        </p:nvSpPr>
        <p:spPr>
          <a:xfrm>
            <a:off x="7286232" y="6720137"/>
            <a:ext cx="571057" cy="282529"/>
          </a:xfrm>
          <a:custGeom>
            <a:avLst/>
            <a:gdLst/>
            <a:ahLst/>
            <a:cxnLst/>
            <a:rect l="0" t="0" r="0" b="0"/>
            <a:pathLst>
              <a:path w="571057" h="282529">
                <a:moveTo>
                  <a:pt x="0" y="0"/>
                </a:moveTo>
                <a:lnTo>
                  <a:pt x="62140" y="2297"/>
                </a:lnTo>
                <a:lnTo>
                  <a:pt x="121635" y="8457"/>
                </a:lnTo>
                <a:lnTo>
                  <a:pt x="178483" y="18480"/>
                </a:lnTo>
                <a:lnTo>
                  <a:pt x="232686" y="32366"/>
                </a:lnTo>
                <a:lnTo>
                  <a:pt x="284243" y="50116"/>
                </a:lnTo>
                <a:lnTo>
                  <a:pt x="333154" y="71728"/>
                </a:lnTo>
                <a:lnTo>
                  <a:pt x="379419" y="97204"/>
                </a:lnTo>
                <a:lnTo>
                  <a:pt x="423038" y="126543"/>
                </a:lnTo>
                <a:lnTo>
                  <a:pt x="464012" y="159745"/>
                </a:lnTo>
                <a:lnTo>
                  <a:pt x="502340" y="196810"/>
                </a:lnTo>
                <a:lnTo>
                  <a:pt x="538021" y="237738"/>
                </a:lnTo>
                <a:lnTo>
                  <a:pt x="571057" y="282529"/>
                </a:lnTo>
              </a:path>
            </a:pathLst>
          </a:custGeom>
          <a:noFill/>
          <a:ln w="5334">
            <a:solidFill>
              <a:srgbClr val="F07023">
                <a:alpha val="13000"/>
              </a:srgbClr>
            </a:solidFill>
            <a:prstDash val="solid"/>
          </a:ln>
        </p:spPr>
      </p:sp>
      <p:sp>
        <p:nvSpPr>
          <p:cNvPr id="297" name="knowledge-long-edge">
            <a:extLst>
              <a:ext uri="{FF2B5EF4-FFF2-40B4-BE49-F238E27FC236}">
                <a16:creationId xmlns:a16="http://schemas.microsoft.com/office/drawing/2014/main" id="{F00139CD-9487-40CD-9D87-5872D9BB519D}"/>
              </a:ext>
            </a:extLst>
          </p:cNvPr>
          <p:cNvSpPr>
            <a:spLocks noGrp="1"/>
          </p:cNvSpPr>
          <p:nvPr/>
        </p:nvSpPr>
        <p:spPr>
          <a:xfrm>
            <a:off x="7286232" y="6537775"/>
            <a:ext cx="922457" cy="447820"/>
          </a:xfrm>
          <a:custGeom>
            <a:avLst/>
            <a:gdLst/>
            <a:ahLst/>
            <a:cxnLst/>
            <a:rect l="0" t="0" r="0" b="0"/>
            <a:pathLst>
              <a:path w="922457" h="447820">
                <a:moveTo>
                  <a:pt x="0" y="182362"/>
                </a:moveTo>
                <a:lnTo>
                  <a:pt x="57654" y="128476"/>
                </a:lnTo>
                <a:lnTo>
                  <a:pt x="115307" y="83987"/>
                </a:lnTo>
                <a:lnTo>
                  <a:pt x="172961" y="48895"/>
                </a:lnTo>
                <a:lnTo>
                  <a:pt x="230614" y="23199"/>
                </a:lnTo>
                <a:lnTo>
                  <a:pt x="288268" y="6901"/>
                </a:lnTo>
                <a:lnTo>
                  <a:pt x="345921" y="0"/>
                </a:lnTo>
                <a:lnTo>
                  <a:pt x="403575" y="2496"/>
                </a:lnTo>
                <a:lnTo>
                  <a:pt x="461228" y="14388"/>
                </a:lnTo>
                <a:lnTo>
                  <a:pt x="518882" y="35678"/>
                </a:lnTo>
                <a:lnTo>
                  <a:pt x="576535" y="66365"/>
                </a:lnTo>
                <a:lnTo>
                  <a:pt x="634189" y="106448"/>
                </a:lnTo>
                <a:lnTo>
                  <a:pt x="691842" y="155929"/>
                </a:lnTo>
                <a:lnTo>
                  <a:pt x="749496" y="214806"/>
                </a:lnTo>
                <a:lnTo>
                  <a:pt x="807150" y="283081"/>
                </a:lnTo>
                <a:lnTo>
                  <a:pt x="864803" y="360752"/>
                </a:lnTo>
                <a:lnTo>
                  <a:pt x="922457" y="447820"/>
                </a:lnTo>
              </a:path>
            </a:pathLst>
          </a:custGeom>
          <a:noFill/>
          <a:ln w="4286">
            <a:solidFill>
              <a:srgbClr val="F07023">
                <a:alpha val="9000"/>
              </a:srgbClr>
            </a:solidFill>
            <a:prstDash val="solid"/>
          </a:ln>
        </p:spPr>
      </p:sp>
      <p:sp>
        <p:nvSpPr>
          <p:cNvPr id="298" name="knowledge-edge">
            <a:extLst>
              <a:ext uri="{FF2B5EF4-FFF2-40B4-BE49-F238E27FC236}">
                <a16:creationId xmlns:a16="http://schemas.microsoft.com/office/drawing/2014/main" id="{BBE82FFB-6AD1-426D-872A-76D19E06C924}"/>
              </a:ext>
            </a:extLst>
          </p:cNvPr>
          <p:cNvSpPr>
            <a:spLocks noGrp="1"/>
          </p:cNvSpPr>
          <p:nvPr/>
        </p:nvSpPr>
        <p:spPr>
          <a:xfrm>
            <a:off x="7267123" y="7002666"/>
            <a:ext cx="590167" cy="42994"/>
          </a:xfrm>
          <a:custGeom>
            <a:avLst/>
            <a:gdLst/>
            <a:ahLst/>
            <a:cxnLst/>
            <a:rect l="0" t="0" r="0" b="0"/>
            <a:pathLst>
              <a:path w="590167" h="42994">
                <a:moveTo>
                  <a:pt x="0" y="17891"/>
                </a:moveTo>
                <a:lnTo>
                  <a:pt x="42155" y="25489"/>
                </a:lnTo>
                <a:lnTo>
                  <a:pt x="84310" y="31721"/>
                </a:lnTo>
                <a:lnTo>
                  <a:pt x="126464" y="36587"/>
                </a:lnTo>
                <a:lnTo>
                  <a:pt x="168619" y="40088"/>
                </a:lnTo>
                <a:lnTo>
                  <a:pt x="210774" y="42224"/>
                </a:lnTo>
                <a:lnTo>
                  <a:pt x="252929" y="42994"/>
                </a:lnTo>
                <a:lnTo>
                  <a:pt x="295083" y="42399"/>
                </a:lnTo>
                <a:lnTo>
                  <a:pt x="337238" y="40438"/>
                </a:lnTo>
                <a:lnTo>
                  <a:pt x="379393" y="37112"/>
                </a:lnTo>
                <a:lnTo>
                  <a:pt x="421548" y="32421"/>
                </a:lnTo>
                <a:lnTo>
                  <a:pt x="463702" y="26364"/>
                </a:lnTo>
                <a:lnTo>
                  <a:pt x="505857" y="18941"/>
                </a:lnTo>
                <a:lnTo>
                  <a:pt x="548012" y="10153"/>
                </a:lnTo>
                <a:lnTo>
                  <a:pt x="590167" y="0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99" name="knowledge-cross-edge">
            <a:extLst>
              <a:ext uri="{FF2B5EF4-FFF2-40B4-BE49-F238E27FC236}">
                <a16:creationId xmlns:a16="http://schemas.microsoft.com/office/drawing/2014/main" id="{53ACE822-618D-473F-9553-1EA5FA7D8A0D}"/>
              </a:ext>
            </a:extLst>
          </p:cNvPr>
          <p:cNvSpPr>
            <a:spLocks noGrp="1"/>
          </p:cNvSpPr>
          <p:nvPr/>
        </p:nvSpPr>
        <p:spPr>
          <a:xfrm>
            <a:off x="7267123" y="6635130"/>
            <a:ext cx="355815" cy="385427"/>
          </a:xfrm>
          <a:custGeom>
            <a:avLst/>
            <a:gdLst/>
            <a:ahLst/>
            <a:cxnLst/>
            <a:rect l="0" t="0" r="0" b="0"/>
            <a:pathLst>
              <a:path w="355815" h="385427">
                <a:moveTo>
                  <a:pt x="0" y="385427"/>
                </a:moveTo>
                <a:lnTo>
                  <a:pt x="15099" y="335102"/>
                </a:lnTo>
                <a:lnTo>
                  <a:pt x="32844" y="288087"/>
                </a:lnTo>
                <a:lnTo>
                  <a:pt x="53235" y="244383"/>
                </a:lnTo>
                <a:lnTo>
                  <a:pt x="76272" y="203988"/>
                </a:lnTo>
                <a:lnTo>
                  <a:pt x="101954" y="166904"/>
                </a:lnTo>
                <a:lnTo>
                  <a:pt x="130283" y="133130"/>
                </a:lnTo>
                <a:lnTo>
                  <a:pt x="161257" y="102666"/>
                </a:lnTo>
                <a:lnTo>
                  <a:pt x="194877" y="75513"/>
                </a:lnTo>
                <a:lnTo>
                  <a:pt x="231143" y="51669"/>
                </a:lnTo>
                <a:lnTo>
                  <a:pt x="270054" y="31136"/>
                </a:lnTo>
                <a:lnTo>
                  <a:pt x="311612" y="13913"/>
                </a:lnTo>
                <a:lnTo>
                  <a:pt x="355815" y="0"/>
                </a:lnTo>
              </a:path>
            </a:pathLst>
          </a:custGeom>
          <a:noFill/>
          <a:ln w="4953">
            <a:solidFill>
              <a:srgbClr val="F07023">
                <a:alpha val="12000"/>
              </a:srgbClr>
            </a:solidFill>
            <a:prstDash val="solid"/>
          </a:ln>
        </p:spPr>
      </p:sp>
      <p:sp>
        <p:nvSpPr>
          <p:cNvPr id="300" name="knowledge-edge">
            <a:extLst>
              <a:ext uri="{FF2B5EF4-FFF2-40B4-BE49-F238E27FC236}">
                <a16:creationId xmlns:a16="http://schemas.microsoft.com/office/drawing/2014/main" id="{2C30C7FC-FFB9-488A-BB54-3A3320E09C52}"/>
              </a:ext>
            </a:extLst>
          </p:cNvPr>
          <p:cNvSpPr>
            <a:spLocks noGrp="1"/>
          </p:cNvSpPr>
          <p:nvPr/>
        </p:nvSpPr>
        <p:spPr>
          <a:xfrm>
            <a:off x="7650462" y="6053706"/>
            <a:ext cx="617893" cy="43800"/>
          </a:xfrm>
          <a:custGeom>
            <a:avLst/>
            <a:gdLst/>
            <a:ahLst/>
            <a:cxnLst/>
            <a:rect l="0" t="0" r="0" b="0"/>
            <a:pathLst>
              <a:path w="617893" h="43800">
                <a:moveTo>
                  <a:pt x="0" y="43800"/>
                </a:moveTo>
                <a:lnTo>
                  <a:pt x="44135" y="32500"/>
                </a:lnTo>
                <a:lnTo>
                  <a:pt x="88270" y="22882"/>
                </a:lnTo>
                <a:lnTo>
                  <a:pt x="132406" y="14944"/>
                </a:lnTo>
                <a:lnTo>
                  <a:pt x="176541" y="8687"/>
                </a:lnTo>
                <a:lnTo>
                  <a:pt x="220676" y="4111"/>
                </a:lnTo>
                <a:lnTo>
                  <a:pt x="264811" y="1215"/>
                </a:lnTo>
                <a:lnTo>
                  <a:pt x="308947" y="0"/>
                </a:lnTo>
                <a:lnTo>
                  <a:pt x="353082" y="466"/>
                </a:lnTo>
                <a:lnTo>
                  <a:pt x="397217" y="2612"/>
                </a:lnTo>
                <a:lnTo>
                  <a:pt x="441352" y="6439"/>
                </a:lnTo>
                <a:lnTo>
                  <a:pt x="485488" y="11947"/>
                </a:lnTo>
                <a:lnTo>
                  <a:pt x="529623" y="19136"/>
                </a:lnTo>
                <a:lnTo>
                  <a:pt x="573758" y="28005"/>
                </a:lnTo>
                <a:lnTo>
                  <a:pt x="617893" y="38555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301" name="knowledge-edge">
            <a:extLst>
              <a:ext uri="{FF2B5EF4-FFF2-40B4-BE49-F238E27FC236}">
                <a16:creationId xmlns:a16="http://schemas.microsoft.com/office/drawing/2014/main" id="{2CB34B2A-FAA7-4A91-8171-1783DF35A998}"/>
              </a:ext>
            </a:extLst>
          </p:cNvPr>
          <p:cNvSpPr>
            <a:spLocks noGrp="1"/>
          </p:cNvSpPr>
          <p:nvPr/>
        </p:nvSpPr>
        <p:spPr>
          <a:xfrm>
            <a:off x="7786027" y="6042295"/>
            <a:ext cx="250611" cy="201211"/>
          </a:xfrm>
          <a:custGeom>
            <a:avLst/>
            <a:gdLst/>
            <a:ahLst/>
            <a:cxnLst/>
            <a:rect l="0" t="0" r="0" b="0"/>
            <a:pathLst>
              <a:path w="250611" h="201211">
                <a:moveTo>
                  <a:pt x="0" y="201211"/>
                </a:moveTo>
                <a:lnTo>
                  <a:pt x="17901" y="168483"/>
                </a:lnTo>
                <a:lnTo>
                  <a:pt x="35802" y="138657"/>
                </a:lnTo>
                <a:lnTo>
                  <a:pt x="53702" y="111732"/>
                </a:lnTo>
                <a:lnTo>
                  <a:pt x="71603" y="87710"/>
                </a:lnTo>
                <a:lnTo>
                  <a:pt x="89504" y="66589"/>
                </a:lnTo>
                <a:lnTo>
                  <a:pt x="107405" y="48371"/>
                </a:lnTo>
                <a:lnTo>
                  <a:pt x="125306" y="33054"/>
                </a:lnTo>
                <a:lnTo>
                  <a:pt x="143207" y="20640"/>
                </a:lnTo>
                <a:lnTo>
                  <a:pt x="161107" y="11127"/>
                </a:lnTo>
                <a:lnTo>
                  <a:pt x="179008" y="4516"/>
                </a:lnTo>
                <a:lnTo>
                  <a:pt x="196909" y="807"/>
                </a:lnTo>
                <a:lnTo>
                  <a:pt x="214810" y="0"/>
                </a:lnTo>
                <a:lnTo>
                  <a:pt x="232711" y="2095"/>
                </a:lnTo>
                <a:lnTo>
                  <a:pt x="250611" y="7092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302" name="knowledge-cross-edge">
            <a:extLst>
              <a:ext uri="{FF2B5EF4-FFF2-40B4-BE49-F238E27FC236}">
                <a16:creationId xmlns:a16="http://schemas.microsoft.com/office/drawing/2014/main" id="{6A7BBDC2-4EDA-4896-A778-9C150CB47E68}"/>
              </a:ext>
            </a:extLst>
          </p:cNvPr>
          <p:cNvSpPr>
            <a:spLocks noGrp="1"/>
          </p:cNvSpPr>
          <p:nvPr/>
        </p:nvSpPr>
        <p:spPr>
          <a:xfrm>
            <a:off x="7786027" y="6217631"/>
            <a:ext cx="471674" cy="35247"/>
          </a:xfrm>
          <a:custGeom>
            <a:avLst/>
            <a:gdLst/>
            <a:ahLst/>
            <a:cxnLst/>
            <a:rect l="0" t="0" r="0" b="0"/>
            <a:pathLst>
              <a:path w="471674" h="35247">
                <a:moveTo>
                  <a:pt x="0" y="25876"/>
                </a:moveTo>
                <a:lnTo>
                  <a:pt x="53858" y="29906"/>
                </a:lnTo>
                <a:lnTo>
                  <a:pt x="105071" y="32811"/>
                </a:lnTo>
                <a:lnTo>
                  <a:pt x="153637" y="34592"/>
                </a:lnTo>
                <a:lnTo>
                  <a:pt x="199558" y="35247"/>
                </a:lnTo>
                <a:lnTo>
                  <a:pt x="242833" y="34778"/>
                </a:lnTo>
                <a:lnTo>
                  <a:pt x="283462" y="33184"/>
                </a:lnTo>
                <a:lnTo>
                  <a:pt x="321445" y="30466"/>
                </a:lnTo>
                <a:lnTo>
                  <a:pt x="356782" y="26622"/>
                </a:lnTo>
                <a:lnTo>
                  <a:pt x="389474" y="21654"/>
                </a:lnTo>
                <a:lnTo>
                  <a:pt x="419520" y="15561"/>
                </a:lnTo>
                <a:lnTo>
                  <a:pt x="446920" y="8343"/>
                </a:lnTo>
                <a:lnTo>
                  <a:pt x="471674" y="0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303" name="knowledge-edge">
            <a:extLst>
              <a:ext uri="{FF2B5EF4-FFF2-40B4-BE49-F238E27FC236}">
                <a16:creationId xmlns:a16="http://schemas.microsoft.com/office/drawing/2014/main" id="{7B63580E-82A0-44AD-813E-D3CDE6B83A01}"/>
              </a:ext>
            </a:extLst>
          </p:cNvPr>
          <p:cNvSpPr>
            <a:spLocks noGrp="1"/>
          </p:cNvSpPr>
          <p:nvPr/>
        </p:nvSpPr>
        <p:spPr>
          <a:xfrm>
            <a:off x="7620119" y="6217631"/>
            <a:ext cx="637582" cy="135460"/>
          </a:xfrm>
          <a:custGeom>
            <a:avLst/>
            <a:gdLst/>
            <a:ahLst/>
            <a:cxnLst/>
            <a:rect l="0" t="0" r="0" b="0"/>
            <a:pathLst>
              <a:path w="637582" h="135460">
                <a:moveTo>
                  <a:pt x="0" y="135460"/>
                </a:moveTo>
                <a:lnTo>
                  <a:pt x="45542" y="130282"/>
                </a:lnTo>
                <a:lnTo>
                  <a:pt x="91083" y="124412"/>
                </a:lnTo>
                <a:lnTo>
                  <a:pt x="136625" y="117850"/>
                </a:lnTo>
                <a:lnTo>
                  <a:pt x="182166" y="110596"/>
                </a:lnTo>
                <a:lnTo>
                  <a:pt x="227708" y="102650"/>
                </a:lnTo>
                <a:lnTo>
                  <a:pt x="273249" y="94013"/>
                </a:lnTo>
                <a:lnTo>
                  <a:pt x="318791" y="84683"/>
                </a:lnTo>
                <a:lnTo>
                  <a:pt x="364332" y="74661"/>
                </a:lnTo>
                <a:lnTo>
                  <a:pt x="409874" y="63948"/>
                </a:lnTo>
                <a:lnTo>
                  <a:pt x="455415" y="52542"/>
                </a:lnTo>
                <a:lnTo>
                  <a:pt x="500957" y="40444"/>
                </a:lnTo>
                <a:lnTo>
                  <a:pt x="546499" y="27655"/>
                </a:lnTo>
                <a:lnTo>
                  <a:pt x="592040" y="14173"/>
                </a:lnTo>
                <a:lnTo>
                  <a:pt x="637582" y="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304" name="knowledge-cross-edge">
            <a:extLst>
              <a:ext uri="{FF2B5EF4-FFF2-40B4-BE49-F238E27FC236}">
                <a16:creationId xmlns:a16="http://schemas.microsoft.com/office/drawing/2014/main" id="{DFF4ED2B-71E4-438A-A326-BFC507927AC2}"/>
              </a:ext>
            </a:extLst>
          </p:cNvPr>
          <p:cNvSpPr>
            <a:spLocks noGrp="1"/>
          </p:cNvSpPr>
          <p:nvPr/>
        </p:nvSpPr>
        <p:spPr>
          <a:xfrm>
            <a:off x="7620119" y="6308216"/>
            <a:ext cx="431448" cy="44875"/>
          </a:xfrm>
          <a:custGeom>
            <a:avLst/>
            <a:gdLst/>
            <a:ahLst/>
            <a:cxnLst/>
            <a:rect l="0" t="0" r="0" b="0"/>
            <a:pathLst>
              <a:path w="431448" h="44875">
                <a:moveTo>
                  <a:pt x="0" y="44875"/>
                </a:moveTo>
                <a:lnTo>
                  <a:pt x="50506" y="41908"/>
                </a:lnTo>
                <a:lnTo>
                  <a:pt x="98366" y="38801"/>
                </a:lnTo>
                <a:lnTo>
                  <a:pt x="143581" y="35553"/>
                </a:lnTo>
                <a:lnTo>
                  <a:pt x="186149" y="32164"/>
                </a:lnTo>
                <a:lnTo>
                  <a:pt x="226072" y="28635"/>
                </a:lnTo>
                <a:lnTo>
                  <a:pt x="263349" y="24966"/>
                </a:lnTo>
                <a:lnTo>
                  <a:pt x="297980" y="21156"/>
                </a:lnTo>
                <a:lnTo>
                  <a:pt x="329966" y="17206"/>
                </a:lnTo>
                <a:lnTo>
                  <a:pt x="359305" y="13115"/>
                </a:lnTo>
                <a:lnTo>
                  <a:pt x="385999" y="8884"/>
                </a:lnTo>
                <a:lnTo>
                  <a:pt x="410046" y="4512"/>
                </a:lnTo>
                <a:lnTo>
                  <a:pt x="431448" y="0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305" name="knowledge-cross-edge">
            <a:extLst>
              <a:ext uri="{FF2B5EF4-FFF2-40B4-BE49-F238E27FC236}">
                <a16:creationId xmlns:a16="http://schemas.microsoft.com/office/drawing/2014/main" id="{A9D2514D-27FE-4FA9-BD0D-B72BF5DA25ED}"/>
              </a:ext>
            </a:extLst>
          </p:cNvPr>
          <p:cNvSpPr>
            <a:spLocks noGrp="1"/>
          </p:cNvSpPr>
          <p:nvPr/>
        </p:nvSpPr>
        <p:spPr>
          <a:xfrm>
            <a:off x="7620119" y="6028358"/>
            <a:ext cx="416519" cy="324733"/>
          </a:xfrm>
          <a:custGeom>
            <a:avLst/>
            <a:gdLst/>
            <a:ahLst/>
            <a:cxnLst/>
            <a:rect l="0" t="0" r="0" b="0"/>
            <a:pathLst>
              <a:path w="416519" h="324733">
                <a:moveTo>
                  <a:pt x="0" y="324733"/>
                </a:moveTo>
                <a:lnTo>
                  <a:pt x="20158" y="260019"/>
                </a:lnTo>
                <a:lnTo>
                  <a:pt x="42962" y="202469"/>
                </a:lnTo>
                <a:lnTo>
                  <a:pt x="68411" y="152084"/>
                </a:lnTo>
                <a:lnTo>
                  <a:pt x="96506" y="108864"/>
                </a:lnTo>
                <a:lnTo>
                  <a:pt x="127248" y="72808"/>
                </a:lnTo>
                <a:lnTo>
                  <a:pt x="160635" y="43917"/>
                </a:lnTo>
                <a:lnTo>
                  <a:pt x="196668" y="22191"/>
                </a:lnTo>
                <a:lnTo>
                  <a:pt x="235346" y="7629"/>
                </a:lnTo>
                <a:lnTo>
                  <a:pt x="276671" y="232"/>
                </a:lnTo>
                <a:lnTo>
                  <a:pt x="320641" y="0"/>
                </a:lnTo>
                <a:lnTo>
                  <a:pt x="367257" y="6932"/>
                </a:lnTo>
                <a:lnTo>
                  <a:pt x="416519" y="21029"/>
                </a:lnTo>
              </a:path>
            </a:pathLst>
          </a:custGeom>
          <a:noFill/>
          <a:ln w="4953">
            <a:solidFill>
              <a:srgbClr val="F3801D">
                <a:alpha val="12000"/>
              </a:srgbClr>
            </a:solidFill>
            <a:prstDash val="solid"/>
          </a:ln>
        </p:spPr>
      </p:sp>
      <p:sp>
        <p:nvSpPr>
          <p:cNvPr id="306" name="knowledge-edge">
            <a:extLst>
              <a:ext uri="{FF2B5EF4-FFF2-40B4-BE49-F238E27FC236}">
                <a16:creationId xmlns:a16="http://schemas.microsoft.com/office/drawing/2014/main" id="{7AFEA14A-CB27-47CC-8A7B-369A6A3C21D3}"/>
              </a:ext>
            </a:extLst>
          </p:cNvPr>
          <p:cNvSpPr>
            <a:spLocks noGrp="1"/>
          </p:cNvSpPr>
          <p:nvPr/>
        </p:nvSpPr>
        <p:spPr>
          <a:xfrm>
            <a:off x="7738710" y="6308216"/>
            <a:ext cx="312857" cy="68063"/>
          </a:xfrm>
          <a:custGeom>
            <a:avLst/>
            <a:gdLst/>
            <a:ahLst/>
            <a:cxnLst/>
            <a:rect l="0" t="0" r="0" b="0"/>
            <a:pathLst>
              <a:path w="312857" h="68063">
                <a:moveTo>
                  <a:pt x="0" y="26707"/>
                </a:moveTo>
                <a:lnTo>
                  <a:pt x="22347" y="39100"/>
                </a:lnTo>
                <a:lnTo>
                  <a:pt x="44694" y="49293"/>
                </a:lnTo>
                <a:lnTo>
                  <a:pt x="67041" y="57285"/>
                </a:lnTo>
                <a:lnTo>
                  <a:pt x="89388" y="63078"/>
                </a:lnTo>
                <a:lnTo>
                  <a:pt x="111735" y="66670"/>
                </a:lnTo>
                <a:lnTo>
                  <a:pt x="134082" y="68063"/>
                </a:lnTo>
                <a:lnTo>
                  <a:pt x="156429" y="67255"/>
                </a:lnTo>
                <a:lnTo>
                  <a:pt x="178776" y="64247"/>
                </a:lnTo>
                <a:lnTo>
                  <a:pt x="201123" y="59040"/>
                </a:lnTo>
                <a:lnTo>
                  <a:pt x="223470" y="51632"/>
                </a:lnTo>
                <a:lnTo>
                  <a:pt x="245817" y="42024"/>
                </a:lnTo>
                <a:lnTo>
                  <a:pt x="268163" y="30216"/>
                </a:lnTo>
                <a:lnTo>
                  <a:pt x="290510" y="16208"/>
                </a:lnTo>
                <a:lnTo>
                  <a:pt x="312857" y="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307" name="knowledge-cross-edge">
            <a:extLst>
              <a:ext uri="{FF2B5EF4-FFF2-40B4-BE49-F238E27FC236}">
                <a16:creationId xmlns:a16="http://schemas.microsoft.com/office/drawing/2014/main" id="{F01FF199-839F-4646-A5C7-BACAAA521C02}"/>
              </a:ext>
            </a:extLst>
          </p:cNvPr>
          <p:cNvSpPr>
            <a:spLocks noGrp="1"/>
          </p:cNvSpPr>
          <p:nvPr/>
        </p:nvSpPr>
        <p:spPr>
          <a:xfrm>
            <a:off x="7738710" y="6286536"/>
            <a:ext cx="360197" cy="53290"/>
          </a:xfrm>
          <a:custGeom>
            <a:avLst/>
            <a:gdLst/>
            <a:ahLst/>
            <a:cxnLst/>
            <a:rect l="0" t="0" r="0" b="0"/>
            <a:pathLst>
              <a:path w="360197" h="53290">
                <a:moveTo>
                  <a:pt x="0" y="48388"/>
                </a:moveTo>
                <a:lnTo>
                  <a:pt x="44568" y="33262"/>
                </a:lnTo>
                <a:lnTo>
                  <a:pt x="86491" y="20961"/>
                </a:lnTo>
                <a:lnTo>
                  <a:pt x="125768" y="11484"/>
                </a:lnTo>
                <a:lnTo>
                  <a:pt x="162399" y="4832"/>
                </a:lnTo>
                <a:lnTo>
                  <a:pt x="196384" y="1004"/>
                </a:lnTo>
                <a:lnTo>
                  <a:pt x="227723" y="0"/>
                </a:lnTo>
                <a:lnTo>
                  <a:pt x="256417" y="1821"/>
                </a:lnTo>
                <a:lnTo>
                  <a:pt x="282464" y="6466"/>
                </a:lnTo>
                <a:lnTo>
                  <a:pt x="305866" y="13935"/>
                </a:lnTo>
                <a:lnTo>
                  <a:pt x="326622" y="24229"/>
                </a:lnTo>
                <a:lnTo>
                  <a:pt x="344732" y="37347"/>
                </a:lnTo>
                <a:lnTo>
                  <a:pt x="360197" y="53290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308" name="knowledge-long-edge">
            <a:extLst>
              <a:ext uri="{FF2B5EF4-FFF2-40B4-BE49-F238E27FC236}">
                <a16:creationId xmlns:a16="http://schemas.microsoft.com/office/drawing/2014/main" id="{AAC57A38-5814-4127-AA6F-951854AE6494}"/>
              </a:ext>
            </a:extLst>
          </p:cNvPr>
          <p:cNvSpPr>
            <a:spLocks noGrp="1"/>
          </p:cNvSpPr>
          <p:nvPr/>
        </p:nvSpPr>
        <p:spPr>
          <a:xfrm>
            <a:off x="7738710" y="5979499"/>
            <a:ext cx="947936" cy="355424"/>
          </a:xfrm>
          <a:custGeom>
            <a:avLst/>
            <a:gdLst/>
            <a:ahLst/>
            <a:cxnLst/>
            <a:rect l="0" t="0" r="0" b="0"/>
            <a:pathLst>
              <a:path w="947936" h="355424">
                <a:moveTo>
                  <a:pt x="0" y="355424"/>
                </a:moveTo>
                <a:lnTo>
                  <a:pt x="59246" y="275969"/>
                </a:lnTo>
                <a:lnTo>
                  <a:pt x="118492" y="206522"/>
                </a:lnTo>
                <a:lnTo>
                  <a:pt x="177738" y="147082"/>
                </a:lnTo>
                <a:lnTo>
                  <a:pt x="236984" y="97650"/>
                </a:lnTo>
                <a:lnTo>
                  <a:pt x="296230" y="58226"/>
                </a:lnTo>
                <a:lnTo>
                  <a:pt x="355476" y="28810"/>
                </a:lnTo>
                <a:lnTo>
                  <a:pt x="414722" y="9401"/>
                </a:lnTo>
                <a:lnTo>
                  <a:pt x="473968" y="0"/>
                </a:lnTo>
                <a:lnTo>
                  <a:pt x="533214" y="607"/>
                </a:lnTo>
                <a:lnTo>
                  <a:pt x="592460" y="11221"/>
                </a:lnTo>
                <a:lnTo>
                  <a:pt x="651706" y="31843"/>
                </a:lnTo>
                <a:lnTo>
                  <a:pt x="710952" y="62473"/>
                </a:lnTo>
                <a:lnTo>
                  <a:pt x="770198" y="103111"/>
                </a:lnTo>
                <a:lnTo>
                  <a:pt x="829444" y="153756"/>
                </a:lnTo>
                <a:lnTo>
                  <a:pt x="888690" y="214409"/>
                </a:lnTo>
                <a:lnTo>
                  <a:pt x="947936" y="285070"/>
                </a:lnTo>
              </a:path>
            </a:pathLst>
          </a:custGeom>
          <a:noFill/>
          <a:ln w="4286">
            <a:solidFill>
              <a:srgbClr val="F3801D">
                <a:alpha val="9000"/>
              </a:srgbClr>
            </a:solidFill>
            <a:prstDash val="solid"/>
          </a:ln>
        </p:spPr>
      </p:sp>
      <p:sp>
        <p:nvSpPr>
          <p:cNvPr id="309" name="knowledge-edge">
            <a:extLst>
              <a:ext uri="{FF2B5EF4-FFF2-40B4-BE49-F238E27FC236}">
                <a16:creationId xmlns:a16="http://schemas.microsoft.com/office/drawing/2014/main" id="{98FF140B-58CE-4B71-9603-1B2F58623862}"/>
              </a:ext>
            </a:extLst>
          </p:cNvPr>
          <p:cNvSpPr>
            <a:spLocks noGrp="1"/>
          </p:cNvSpPr>
          <p:nvPr/>
        </p:nvSpPr>
        <p:spPr>
          <a:xfrm>
            <a:off x="7869020" y="6327982"/>
            <a:ext cx="229887" cy="108315"/>
          </a:xfrm>
          <a:custGeom>
            <a:avLst/>
            <a:gdLst/>
            <a:ahLst/>
            <a:cxnLst/>
            <a:rect l="0" t="0" r="0" b="0"/>
            <a:pathLst>
              <a:path w="229887" h="108315">
                <a:moveTo>
                  <a:pt x="0" y="108315"/>
                </a:moveTo>
                <a:lnTo>
                  <a:pt x="16421" y="88617"/>
                </a:lnTo>
                <a:lnTo>
                  <a:pt x="32841" y="70889"/>
                </a:lnTo>
                <a:lnTo>
                  <a:pt x="49262" y="55132"/>
                </a:lnTo>
                <a:lnTo>
                  <a:pt x="65682" y="41345"/>
                </a:lnTo>
                <a:lnTo>
                  <a:pt x="82103" y="29528"/>
                </a:lnTo>
                <a:lnTo>
                  <a:pt x="98523" y="19682"/>
                </a:lnTo>
                <a:lnTo>
                  <a:pt x="114944" y="11806"/>
                </a:lnTo>
                <a:lnTo>
                  <a:pt x="131364" y="5900"/>
                </a:lnTo>
                <a:lnTo>
                  <a:pt x="147785" y="1965"/>
                </a:lnTo>
                <a:lnTo>
                  <a:pt x="164205" y="0"/>
                </a:lnTo>
                <a:lnTo>
                  <a:pt x="180626" y="5"/>
                </a:lnTo>
                <a:lnTo>
                  <a:pt x="197046" y="1981"/>
                </a:lnTo>
                <a:lnTo>
                  <a:pt x="213467" y="5927"/>
                </a:lnTo>
                <a:lnTo>
                  <a:pt x="229887" y="11843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310" name="knowledge-cross-edge">
            <a:extLst>
              <a:ext uri="{FF2B5EF4-FFF2-40B4-BE49-F238E27FC236}">
                <a16:creationId xmlns:a16="http://schemas.microsoft.com/office/drawing/2014/main" id="{9DF76247-02E4-405E-83CA-847FDB49B96B}"/>
              </a:ext>
            </a:extLst>
          </p:cNvPr>
          <p:cNvSpPr>
            <a:spLocks noGrp="1"/>
          </p:cNvSpPr>
          <p:nvPr/>
        </p:nvSpPr>
        <p:spPr>
          <a:xfrm>
            <a:off x="7869020" y="6434722"/>
            <a:ext cx="372755" cy="270690"/>
          </a:xfrm>
          <a:custGeom>
            <a:avLst/>
            <a:gdLst/>
            <a:ahLst/>
            <a:cxnLst/>
            <a:rect l="0" t="0" r="0" b="0"/>
            <a:pathLst>
              <a:path w="372755" h="270690">
                <a:moveTo>
                  <a:pt x="0" y="1575"/>
                </a:moveTo>
                <a:lnTo>
                  <a:pt x="45615" y="0"/>
                </a:lnTo>
                <a:lnTo>
                  <a:pt x="88584" y="2789"/>
                </a:lnTo>
                <a:lnTo>
                  <a:pt x="128908" y="9941"/>
                </a:lnTo>
                <a:lnTo>
                  <a:pt x="166585" y="21458"/>
                </a:lnTo>
                <a:lnTo>
                  <a:pt x="201617" y="37338"/>
                </a:lnTo>
                <a:lnTo>
                  <a:pt x="234003" y="57583"/>
                </a:lnTo>
                <a:lnTo>
                  <a:pt x="263743" y="82191"/>
                </a:lnTo>
                <a:lnTo>
                  <a:pt x="290837" y="111163"/>
                </a:lnTo>
                <a:lnTo>
                  <a:pt x="315285" y="144499"/>
                </a:lnTo>
                <a:lnTo>
                  <a:pt x="337088" y="182199"/>
                </a:lnTo>
                <a:lnTo>
                  <a:pt x="356245" y="224263"/>
                </a:lnTo>
                <a:lnTo>
                  <a:pt x="372755" y="270690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311" name="knowledge-edge">
            <a:extLst>
              <a:ext uri="{FF2B5EF4-FFF2-40B4-BE49-F238E27FC236}">
                <a16:creationId xmlns:a16="http://schemas.microsoft.com/office/drawing/2014/main" id="{2DAFF046-2526-49C1-A837-D20DE02F59E9}"/>
              </a:ext>
            </a:extLst>
          </p:cNvPr>
          <p:cNvSpPr>
            <a:spLocks noGrp="1"/>
          </p:cNvSpPr>
          <p:nvPr/>
        </p:nvSpPr>
        <p:spPr>
          <a:xfrm>
            <a:off x="7622938" y="6628952"/>
            <a:ext cx="618837" cy="76460"/>
          </a:xfrm>
          <a:custGeom>
            <a:avLst/>
            <a:gdLst/>
            <a:ahLst/>
            <a:cxnLst/>
            <a:rect l="0" t="0" r="0" b="0"/>
            <a:pathLst>
              <a:path w="618837" h="76460">
                <a:moveTo>
                  <a:pt x="0" y="6178"/>
                </a:moveTo>
                <a:lnTo>
                  <a:pt x="44203" y="2832"/>
                </a:lnTo>
                <a:lnTo>
                  <a:pt x="88405" y="772"/>
                </a:lnTo>
                <a:lnTo>
                  <a:pt x="132608" y="0"/>
                </a:lnTo>
                <a:lnTo>
                  <a:pt x="176811" y="515"/>
                </a:lnTo>
                <a:lnTo>
                  <a:pt x="221013" y="2317"/>
                </a:lnTo>
                <a:lnTo>
                  <a:pt x="265216" y="5407"/>
                </a:lnTo>
                <a:lnTo>
                  <a:pt x="309419" y="9783"/>
                </a:lnTo>
                <a:lnTo>
                  <a:pt x="353621" y="15447"/>
                </a:lnTo>
                <a:lnTo>
                  <a:pt x="397824" y="22398"/>
                </a:lnTo>
                <a:lnTo>
                  <a:pt x="442026" y="30636"/>
                </a:lnTo>
                <a:lnTo>
                  <a:pt x="486229" y="40161"/>
                </a:lnTo>
                <a:lnTo>
                  <a:pt x="530432" y="50974"/>
                </a:lnTo>
                <a:lnTo>
                  <a:pt x="574634" y="63073"/>
                </a:lnTo>
                <a:lnTo>
                  <a:pt x="618837" y="7646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312" name="knowledge-cross-edge">
            <a:extLst>
              <a:ext uri="{FF2B5EF4-FFF2-40B4-BE49-F238E27FC236}">
                <a16:creationId xmlns:a16="http://schemas.microsoft.com/office/drawing/2014/main" id="{ADC63A69-2DAE-46B1-8BCA-BBDA22329B23}"/>
              </a:ext>
            </a:extLst>
          </p:cNvPr>
          <p:cNvSpPr>
            <a:spLocks noGrp="1"/>
          </p:cNvSpPr>
          <p:nvPr/>
        </p:nvSpPr>
        <p:spPr>
          <a:xfrm>
            <a:off x="7622938" y="6339825"/>
            <a:ext cx="475969" cy="295305"/>
          </a:xfrm>
          <a:custGeom>
            <a:avLst/>
            <a:gdLst/>
            <a:ahLst/>
            <a:cxnLst/>
            <a:rect l="0" t="0" r="0" b="0"/>
            <a:pathLst>
              <a:path w="475969" h="295305">
                <a:moveTo>
                  <a:pt x="0" y="295305"/>
                </a:moveTo>
                <a:lnTo>
                  <a:pt x="25112" y="256622"/>
                </a:lnTo>
                <a:lnTo>
                  <a:pt x="52870" y="220497"/>
                </a:lnTo>
                <a:lnTo>
                  <a:pt x="83273" y="186932"/>
                </a:lnTo>
                <a:lnTo>
                  <a:pt x="116323" y="155926"/>
                </a:lnTo>
                <a:lnTo>
                  <a:pt x="152018" y="127479"/>
                </a:lnTo>
                <a:lnTo>
                  <a:pt x="190359" y="101590"/>
                </a:lnTo>
                <a:lnTo>
                  <a:pt x="231346" y="78261"/>
                </a:lnTo>
                <a:lnTo>
                  <a:pt x="274979" y="57491"/>
                </a:lnTo>
                <a:lnTo>
                  <a:pt x="321258" y="39280"/>
                </a:lnTo>
                <a:lnTo>
                  <a:pt x="370182" y="23627"/>
                </a:lnTo>
                <a:lnTo>
                  <a:pt x="421753" y="10534"/>
                </a:lnTo>
                <a:lnTo>
                  <a:pt x="475969" y="0"/>
                </a:lnTo>
              </a:path>
            </a:pathLst>
          </a:custGeom>
          <a:noFill/>
          <a:ln w="4953">
            <a:solidFill>
              <a:srgbClr val="F3801D">
                <a:alpha val="12000"/>
              </a:srgbClr>
            </a:solidFill>
            <a:prstDash val="solid"/>
          </a:ln>
        </p:spPr>
      </p:sp>
      <p:sp>
        <p:nvSpPr>
          <p:cNvPr id="313" name="knowledge-long-edge">
            <a:extLst>
              <a:ext uri="{FF2B5EF4-FFF2-40B4-BE49-F238E27FC236}">
                <a16:creationId xmlns:a16="http://schemas.microsoft.com/office/drawing/2014/main" id="{5D6DB068-3683-4E95-9A03-08F78C0A4039}"/>
              </a:ext>
            </a:extLst>
          </p:cNvPr>
          <p:cNvSpPr>
            <a:spLocks noGrp="1"/>
          </p:cNvSpPr>
          <p:nvPr/>
        </p:nvSpPr>
        <p:spPr>
          <a:xfrm>
            <a:off x="7622938" y="6084816"/>
            <a:ext cx="1063708" cy="550315"/>
          </a:xfrm>
          <a:custGeom>
            <a:avLst/>
            <a:gdLst/>
            <a:ahLst/>
            <a:cxnLst/>
            <a:rect l="0" t="0" r="0" b="0"/>
            <a:pathLst>
              <a:path w="1063708" h="550315">
                <a:moveTo>
                  <a:pt x="0" y="550315"/>
                </a:moveTo>
                <a:lnTo>
                  <a:pt x="66482" y="447476"/>
                </a:lnTo>
                <a:lnTo>
                  <a:pt x="132963" y="355261"/>
                </a:lnTo>
                <a:lnTo>
                  <a:pt x="199445" y="273671"/>
                </a:lnTo>
                <a:lnTo>
                  <a:pt x="265927" y="202703"/>
                </a:lnTo>
                <a:lnTo>
                  <a:pt x="332409" y="142360"/>
                </a:lnTo>
                <a:lnTo>
                  <a:pt x="398890" y="92640"/>
                </a:lnTo>
                <a:lnTo>
                  <a:pt x="465372" y="53545"/>
                </a:lnTo>
                <a:lnTo>
                  <a:pt x="531854" y="25073"/>
                </a:lnTo>
                <a:lnTo>
                  <a:pt x="598336" y="7224"/>
                </a:lnTo>
                <a:lnTo>
                  <a:pt x="664817" y="0"/>
                </a:lnTo>
                <a:lnTo>
                  <a:pt x="731299" y="3399"/>
                </a:lnTo>
                <a:lnTo>
                  <a:pt x="797781" y="17423"/>
                </a:lnTo>
                <a:lnTo>
                  <a:pt x="864263" y="42070"/>
                </a:lnTo>
                <a:lnTo>
                  <a:pt x="930744" y="77340"/>
                </a:lnTo>
                <a:lnTo>
                  <a:pt x="997226" y="123235"/>
                </a:lnTo>
                <a:lnTo>
                  <a:pt x="1063708" y="179753"/>
                </a:lnTo>
              </a:path>
            </a:pathLst>
          </a:custGeom>
          <a:noFill/>
          <a:ln w="4286">
            <a:solidFill>
              <a:srgbClr val="F3801D">
                <a:alpha val="9000"/>
              </a:srgbClr>
            </a:solidFill>
            <a:prstDash val="solid"/>
          </a:ln>
        </p:spPr>
      </p:sp>
      <p:sp>
        <p:nvSpPr>
          <p:cNvPr id="314" name="knowledge-edge">
            <a:extLst>
              <a:ext uri="{FF2B5EF4-FFF2-40B4-BE49-F238E27FC236}">
                <a16:creationId xmlns:a16="http://schemas.microsoft.com/office/drawing/2014/main" id="{CD8845F9-2453-4F85-987B-4F7B90BAB5E1}"/>
              </a:ext>
            </a:extLst>
          </p:cNvPr>
          <p:cNvSpPr>
            <a:spLocks noGrp="1"/>
          </p:cNvSpPr>
          <p:nvPr/>
        </p:nvSpPr>
        <p:spPr>
          <a:xfrm>
            <a:off x="7857289" y="6978786"/>
            <a:ext cx="351399" cy="23880"/>
          </a:xfrm>
          <a:custGeom>
            <a:avLst/>
            <a:gdLst/>
            <a:ahLst/>
            <a:cxnLst/>
            <a:rect l="0" t="0" r="0" b="0"/>
            <a:pathLst>
              <a:path w="351399" h="23880">
                <a:moveTo>
                  <a:pt x="0" y="23880"/>
                </a:moveTo>
                <a:lnTo>
                  <a:pt x="25100" y="18932"/>
                </a:lnTo>
                <a:lnTo>
                  <a:pt x="50200" y="14558"/>
                </a:lnTo>
                <a:lnTo>
                  <a:pt x="75300" y="10758"/>
                </a:lnTo>
                <a:lnTo>
                  <a:pt x="100400" y="7531"/>
                </a:lnTo>
                <a:lnTo>
                  <a:pt x="125500" y="4877"/>
                </a:lnTo>
                <a:lnTo>
                  <a:pt x="150600" y="2798"/>
                </a:lnTo>
                <a:lnTo>
                  <a:pt x="175700" y="1291"/>
                </a:lnTo>
                <a:lnTo>
                  <a:pt x="200800" y="359"/>
                </a:lnTo>
                <a:lnTo>
                  <a:pt x="225900" y="0"/>
                </a:lnTo>
                <a:lnTo>
                  <a:pt x="250999" y="215"/>
                </a:lnTo>
                <a:lnTo>
                  <a:pt x="276099" y="1003"/>
                </a:lnTo>
                <a:lnTo>
                  <a:pt x="301199" y="2365"/>
                </a:lnTo>
                <a:lnTo>
                  <a:pt x="326299" y="4301"/>
                </a:lnTo>
                <a:lnTo>
                  <a:pt x="351399" y="681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315" name="knowledge-edge">
            <a:extLst>
              <a:ext uri="{FF2B5EF4-FFF2-40B4-BE49-F238E27FC236}">
                <a16:creationId xmlns:a16="http://schemas.microsoft.com/office/drawing/2014/main" id="{7556A4FA-F74E-4184-9A7A-CF2ED74D09B5}"/>
              </a:ext>
            </a:extLst>
          </p:cNvPr>
          <p:cNvSpPr>
            <a:spLocks noGrp="1"/>
          </p:cNvSpPr>
          <p:nvPr/>
        </p:nvSpPr>
        <p:spPr>
          <a:xfrm>
            <a:off x="8268355" y="5813228"/>
            <a:ext cx="442825" cy="279033"/>
          </a:xfrm>
          <a:custGeom>
            <a:avLst/>
            <a:gdLst/>
            <a:ahLst/>
            <a:cxnLst/>
            <a:rect l="0" t="0" r="0" b="0"/>
            <a:pathLst>
              <a:path w="442825" h="279033">
                <a:moveTo>
                  <a:pt x="0" y="279033"/>
                </a:moveTo>
                <a:lnTo>
                  <a:pt x="31630" y="275281"/>
                </a:lnTo>
                <a:lnTo>
                  <a:pt x="63261" y="269040"/>
                </a:lnTo>
                <a:lnTo>
                  <a:pt x="94891" y="260311"/>
                </a:lnTo>
                <a:lnTo>
                  <a:pt x="126521" y="249092"/>
                </a:lnTo>
                <a:lnTo>
                  <a:pt x="158152" y="235384"/>
                </a:lnTo>
                <a:lnTo>
                  <a:pt x="189782" y="219186"/>
                </a:lnTo>
                <a:lnTo>
                  <a:pt x="221412" y="200500"/>
                </a:lnTo>
                <a:lnTo>
                  <a:pt x="253043" y="179325"/>
                </a:lnTo>
                <a:lnTo>
                  <a:pt x="284673" y="155660"/>
                </a:lnTo>
                <a:lnTo>
                  <a:pt x="316303" y="129506"/>
                </a:lnTo>
                <a:lnTo>
                  <a:pt x="347934" y="100863"/>
                </a:lnTo>
                <a:lnTo>
                  <a:pt x="379564" y="69731"/>
                </a:lnTo>
                <a:lnTo>
                  <a:pt x="411194" y="36110"/>
                </a:lnTo>
                <a:lnTo>
                  <a:pt x="442825" y="0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16" name="knowledge-edge">
            <a:extLst>
              <a:ext uri="{FF2B5EF4-FFF2-40B4-BE49-F238E27FC236}">
                <a16:creationId xmlns:a16="http://schemas.microsoft.com/office/drawing/2014/main" id="{A7474747-F0DC-4622-B64F-12C6C842B02E}"/>
              </a:ext>
            </a:extLst>
          </p:cNvPr>
          <p:cNvSpPr>
            <a:spLocks noGrp="1"/>
          </p:cNvSpPr>
          <p:nvPr/>
        </p:nvSpPr>
        <p:spPr>
          <a:xfrm>
            <a:off x="8036639" y="5989758"/>
            <a:ext cx="575884" cy="59629"/>
          </a:xfrm>
          <a:custGeom>
            <a:avLst/>
            <a:gdLst/>
            <a:ahLst/>
            <a:cxnLst/>
            <a:rect l="0" t="0" r="0" b="0"/>
            <a:pathLst>
              <a:path w="575884" h="59629">
                <a:moveTo>
                  <a:pt x="0" y="59629"/>
                </a:moveTo>
                <a:lnTo>
                  <a:pt x="41135" y="51000"/>
                </a:lnTo>
                <a:lnTo>
                  <a:pt x="82269" y="43045"/>
                </a:lnTo>
                <a:lnTo>
                  <a:pt x="123404" y="35763"/>
                </a:lnTo>
                <a:lnTo>
                  <a:pt x="164538" y="29155"/>
                </a:lnTo>
                <a:lnTo>
                  <a:pt x="205673" y="23221"/>
                </a:lnTo>
                <a:lnTo>
                  <a:pt x="246807" y="17961"/>
                </a:lnTo>
                <a:lnTo>
                  <a:pt x="287942" y="13374"/>
                </a:lnTo>
                <a:lnTo>
                  <a:pt x="329076" y="9461"/>
                </a:lnTo>
                <a:lnTo>
                  <a:pt x="370211" y="6221"/>
                </a:lnTo>
                <a:lnTo>
                  <a:pt x="411346" y="3655"/>
                </a:lnTo>
                <a:lnTo>
                  <a:pt x="452480" y="1763"/>
                </a:lnTo>
                <a:lnTo>
                  <a:pt x="493615" y="545"/>
                </a:lnTo>
                <a:lnTo>
                  <a:pt x="534749" y="0"/>
                </a:lnTo>
                <a:lnTo>
                  <a:pt x="575884" y="129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17" name="knowledge-cross-edge">
            <a:extLst>
              <a:ext uri="{FF2B5EF4-FFF2-40B4-BE49-F238E27FC236}">
                <a16:creationId xmlns:a16="http://schemas.microsoft.com/office/drawing/2014/main" id="{B898A775-A8D3-419C-967F-1CA902C9B1DB}"/>
              </a:ext>
            </a:extLst>
          </p:cNvPr>
          <p:cNvSpPr>
            <a:spLocks noGrp="1"/>
          </p:cNvSpPr>
          <p:nvPr/>
        </p:nvSpPr>
        <p:spPr>
          <a:xfrm>
            <a:off x="8036639" y="5812717"/>
            <a:ext cx="674541" cy="236670"/>
          </a:xfrm>
          <a:custGeom>
            <a:avLst/>
            <a:gdLst/>
            <a:ahLst/>
            <a:cxnLst/>
            <a:rect l="0" t="0" r="0" b="0"/>
            <a:pathLst>
              <a:path w="674541" h="236670">
                <a:moveTo>
                  <a:pt x="0" y="236670"/>
                </a:moveTo>
                <a:lnTo>
                  <a:pt x="41660" y="196799"/>
                </a:lnTo>
                <a:lnTo>
                  <a:pt x="85965" y="160598"/>
                </a:lnTo>
                <a:lnTo>
                  <a:pt x="132917" y="128069"/>
                </a:lnTo>
                <a:lnTo>
                  <a:pt x="182514" y="99211"/>
                </a:lnTo>
                <a:lnTo>
                  <a:pt x="234757" y="74025"/>
                </a:lnTo>
                <a:lnTo>
                  <a:pt x="289646" y="52509"/>
                </a:lnTo>
                <a:lnTo>
                  <a:pt x="347180" y="34665"/>
                </a:lnTo>
                <a:lnTo>
                  <a:pt x="407361" y="20492"/>
                </a:lnTo>
                <a:lnTo>
                  <a:pt x="470187" y="9990"/>
                </a:lnTo>
                <a:lnTo>
                  <a:pt x="535659" y="3159"/>
                </a:lnTo>
                <a:lnTo>
                  <a:pt x="603778" y="0"/>
                </a:lnTo>
                <a:lnTo>
                  <a:pt x="674541" y="512"/>
                </a:lnTo>
              </a:path>
            </a:pathLst>
          </a:custGeom>
          <a:noFill/>
          <a:ln w="4953">
            <a:solidFill>
              <a:srgbClr val="F58F17">
                <a:alpha val="12000"/>
              </a:srgbClr>
            </a:solidFill>
            <a:prstDash val="solid"/>
          </a:ln>
        </p:spPr>
      </p:sp>
      <p:sp>
        <p:nvSpPr>
          <p:cNvPr id="318" name="knowledge-edge">
            <a:extLst>
              <a:ext uri="{FF2B5EF4-FFF2-40B4-BE49-F238E27FC236}">
                <a16:creationId xmlns:a16="http://schemas.microsoft.com/office/drawing/2014/main" id="{F041FC4E-F66F-471B-9BA0-6D14DDCB9A75}"/>
              </a:ext>
            </a:extLst>
          </p:cNvPr>
          <p:cNvSpPr>
            <a:spLocks noGrp="1"/>
          </p:cNvSpPr>
          <p:nvPr/>
        </p:nvSpPr>
        <p:spPr>
          <a:xfrm>
            <a:off x="8257701" y="6085551"/>
            <a:ext cx="362145" cy="132080"/>
          </a:xfrm>
          <a:custGeom>
            <a:avLst/>
            <a:gdLst/>
            <a:ahLst/>
            <a:cxnLst/>
            <a:rect l="0" t="0" r="0" b="0"/>
            <a:pathLst>
              <a:path w="362145" h="132080">
                <a:moveTo>
                  <a:pt x="0" y="132080"/>
                </a:moveTo>
                <a:lnTo>
                  <a:pt x="25868" y="111779"/>
                </a:lnTo>
                <a:lnTo>
                  <a:pt x="51735" y="93169"/>
                </a:lnTo>
                <a:lnTo>
                  <a:pt x="77603" y="76249"/>
                </a:lnTo>
                <a:lnTo>
                  <a:pt x="103470" y="61019"/>
                </a:lnTo>
                <a:lnTo>
                  <a:pt x="129338" y="47479"/>
                </a:lnTo>
                <a:lnTo>
                  <a:pt x="155205" y="35628"/>
                </a:lnTo>
                <a:lnTo>
                  <a:pt x="181073" y="25468"/>
                </a:lnTo>
                <a:lnTo>
                  <a:pt x="206940" y="16999"/>
                </a:lnTo>
                <a:lnTo>
                  <a:pt x="232808" y="10219"/>
                </a:lnTo>
                <a:lnTo>
                  <a:pt x="258675" y="5129"/>
                </a:lnTo>
                <a:lnTo>
                  <a:pt x="284543" y="1729"/>
                </a:lnTo>
                <a:lnTo>
                  <a:pt x="310410" y="20"/>
                </a:lnTo>
                <a:lnTo>
                  <a:pt x="336278" y="0"/>
                </a:lnTo>
                <a:lnTo>
                  <a:pt x="362145" y="1671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19" name="knowledge-cross-edge">
            <a:extLst>
              <a:ext uri="{FF2B5EF4-FFF2-40B4-BE49-F238E27FC236}">
                <a16:creationId xmlns:a16="http://schemas.microsoft.com/office/drawing/2014/main" id="{EDA932C0-6EEC-4E10-B2E0-075845E92A0A}"/>
              </a:ext>
            </a:extLst>
          </p:cNvPr>
          <p:cNvSpPr>
            <a:spLocks noGrp="1"/>
          </p:cNvSpPr>
          <p:nvPr/>
        </p:nvSpPr>
        <p:spPr>
          <a:xfrm>
            <a:off x="8257701" y="6072223"/>
            <a:ext cx="211082" cy="145408"/>
          </a:xfrm>
          <a:custGeom>
            <a:avLst/>
            <a:gdLst/>
            <a:ahLst/>
            <a:cxnLst/>
            <a:rect l="0" t="0" r="0" b="0"/>
            <a:pathLst>
              <a:path w="211082" h="145408">
                <a:moveTo>
                  <a:pt x="0" y="145408"/>
                </a:moveTo>
                <a:lnTo>
                  <a:pt x="32142" y="112435"/>
                </a:lnTo>
                <a:lnTo>
                  <a:pt x="61639" y="83690"/>
                </a:lnTo>
                <a:lnTo>
                  <a:pt x="88489" y="59172"/>
                </a:lnTo>
                <a:lnTo>
                  <a:pt x="112694" y="38883"/>
                </a:lnTo>
                <a:lnTo>
                  <a:pt x="134253" y="22820"/>
                </a:lnTo>
                <a:lnTo>
                  <a:pt x="153166" y="10986"/>
                </a:lnTo>
                <a:lnTo>
                  <a:pt x="169433" y="3379"/>
                </a:lnTo>
                <a:lnTo>
                  <a:pt x="183054" y="0"/>
                </a:lnTo>
                <a:lnTo>
                  <a:pt x="194030" y="849"/>
                </a:lnTo>
                <a:lnTo>
                  <a:pt x="202360" y="5925"/>
                </a:lnTo>
                <a:lnTo>
                  <a:pt x="208044" y="15229"/>
                </a:lnTo>
                <a:lnTo>
                  <a:pt x="211082" y="28760"/>
                </a:lnTo>
              </a:path>
            </a:pathLst>
          </a:custGeom>
          <a:noFill/>
          <a:ln w="5334">
            <a:solidFill>
              <a:srgbClr val="F58F17">
                <a:alpha val="13000"/>
              </a:srgbClr>
            </a:solidFill>
            <a:prstDash val="solid"/>
          </a:ln>
        </p:spPr>
      </p:sp>
      <p:sp>
        <p:nvSpPr>
          <p:cNvPr id="320" name="knowledge-long-edge">
            <a:extLst>
              <a:ext uri="{FF2B5EF4-FFF2-40B4-BE49-F238E27FC236}">
                <a16:creationId xmlns:a16="http://schemas.microsoft.com/office/drawing/2014/main" id="{0CF6AABE-CA66-4D61-AC1F-EFBC39C9EA4E}"/>
              </a:ext>
            </a:extLst>
          </p:cNvPr>
          <p:cNvSpPr>
            <a:spLocks noGrp="1"/>
          </p:cNvSpPr>
          <p:nvPr/>
        </p:nvSpPr>
        <p:spPr>
          <a:xfrm>
            <a:off x="8257701" y="5786020"/>
            <a:ext cx="562338" cy="431611"/>
          </a:xfrm>
          <a:custGeom>
            <a:avLst/>
            <a:gdLst/>
            <a:ahLst/>
            <a:cxnLst/>
            <a:rect l="0" t="0" r="0" b="0"/>
            <a:pathLst>
              <a:path w="562338" h="431611">
                <a:moveTo>
                  <a:pt x="0" y="431611"/>
                </a:moveTo>
                <a:lnTo>
                  <a:pt x="35146" y="346813"/>
                </a:lnTo>
                <a:lnTo>
                  <a:pt x="70292" y="271267"/>
                </a:lnTo>
                <a:lnTo>
                  <a:pt x="105438" y="204975"/>
                </a:lnTo>
                <a:lnTo>
                  <a:pt x="140585" y="147935"/>
                </a:lnTo>
                <a:lnTo>
                  <a:pt x="175731" y="100147"/>
                </a:lnTo>
                <a:lnTo>
                  <a:pt x="210877" y="61612"/>
                </a:lnTo>
                <a:lnTo>
                  <a:pt x="246023" y="32330"/>
                </a:lnTo>
                <a:lnTo>
                  <a:pt x="281169" y="12301"/>
                </a:lnTo>
                <a:lnTo>
                  <a:pt x="316315" y="1524"/>
                </a:lnTo>
                <a:lnTo>
                  <a:pt x="351461" y="0"/>
                </a:lnTo>
                <a:lnTo>
                  <a:pt x="386608" y="7729"/>
                </a:lnTo>
                <a:lnTo>
                  <a:pt x="421754" y="24710"/>
                </a:lnTo>
                <a:lnTo>
                  <a:pt x="456900" y="50944"/>
                </a:lnTo>
                <a:lnTo>
                  <a:pt x="492046" y="86430"/>
                </a:lnTo>
                <a:lnTo>
                  <a:pt x="527192" y="131169"/>
                </a:lnTo>
                <a:lnTo>
                  <a:pt x="562338" y="185161"/>
                </a:lnTo>
              </a:path>
            </a:pathLst>
          </a:custGeom>
          <a:noFill/>
          <a:ln w="4286">
            <a:solidFill>
              <a:srgbClr val="F58F17">
                <a:alpha val="9000"/>
              </a:srgbClr>
            </a:solidFill>
            <a:prstDash val="solid"/>
          </a:ln>
        </p:spPr>
      </p:sp>
      <p:sp>
        <p:nvSpPr>
          <p:cNvPr id="321" name="knowledge-edge">
            <a:extLst>
              <a:ext uri="{FF2B5EF4-FFF2-40B4-BE49-F238E27FC236}">
                <a16:creationId xmlns:a16="http://schemas.microsoft.com/office/drawing/2014/main" id="{E6661CE0-2D53-4377-91C7-166ADC81ECF3}"/>
              </a:ext>
            </a:extLst>
          </p:cNvPr>
          <p:cNvSpPr>
            <a:spLocks noGrp="1"/>
          </p:cNvSpPr>
          <p:nvPr/>
        </p:nvSpPr>
        <p:spPr>
          <a:xfrm>
            <a:off x="8051567" y="6100983"/>
            <a:ext cx="417215" cy="214393"/>
          </a:xfrm>
          <a:custGeom>
            <a:avLst/>
            <a:gdLst/>
            <a:ahLst/>
            <a:cxnLst/>
            <a:rect l="0" t="0" r="0" b="0"/>
            <a:pathLst>
              <a:path w="417215" h="214393">
                <a:moveTo>
                  <a:pt x="0" y="207233"/>
                </a:moveTo>
                <a:lnTo>
                  <a:pt x="29801" y="212345"/>
                </a:lnTo>
                <a:lnTo>
                  <a:pt x="59602" y="214393"/>
                </a:lnTo>
                <a:lnTo>
                  <a:pt x="89403" y="213377"/>
                </a:lnTo>
                <a:lnTo>
                  <a:pt x="119204" y="209298"/>
                </a:lnTo>
                <a:lnTo>
                  <a:pt x="149005" y="202155"/>
                </a:lnTo>
                <a:lnTo>
                  <a:pt x="178806" y="191948"/>
                </a:lnTo>
                <a:lnTo>
                  <a:pt x="208607" y="178678"/>
                </a:lnTo>
                <a:lnTo>
                  <a:pt x="238409" y="162344"/>
                </a:lnTo>
                <a:lnTo>
                  <a:pt x="268210" y="142946"/>
                </a:lnTo>
                <a:lnTo>
                  <a:pt x="298011" y="120484"/>
                </a:lnTo>
                <a:lnTo>
                  <a:pt x="327812" y="94959"/>
                </a:lnTo>
                <a:lnTo>
                  <a:pt x="357613" y="66370"/>
                </a:lnTo>
                <a:lnTo>
                  <a:pt x="387414" y="34717"/>
                </a:lnTo>
                <a:lnTo>
                  <a:pt x="417215" y="0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22" name="knowledge-cross-edge">
            <a:extLst>
              <a:ext uri="{FF2B5EF4-FFF2-40B4-BE49-F238E27FC236}">
                <a16:creationId xmlns:a16="http://schemas.microsoft.com/office/drawing/2014/main" id="{9BB93B9B-8BFE-422D-82FA-C673C5C41864}"/>
              </a:ext>
            </a:extLst>
          </p:cNvPr>
          <p:cNvSpPr>
            <a:spLocks noGrp="1"/>
          </p:cNvSpPr>
          <p:nvPr/>
        </p:nvSpPr>
        <p:spPr>
          <a:xfrm>
            <a:off x="8051567" y="6086870"/>
            <a:ext cx="568278" cy="221345"/>
          </a:xfrm>
          <a:custGeom>
            <a:avLst/>
            <a:gdLst/>
            <a:ahLst/>
            <a:cxnLst/>
            <a:rect l="0" t="0" r="0" b="0"/>
            <a:pathLst>
              <a:path w="568278" h="221345">
                <a:moveTo>
                  <a:pt x="0" y="221345"/>
                </a:moveTo>
                <a:lnTo>
                  <a:pt x="32804" y="184162"/>
                </a:lnTo>
                <a:lnTo>
                  <a:pt x="68255" y="150391"/>
                </a:lnTo>
                <a:lnTo>
                  <a:pt x="106351" y="120032"/>
                </a:lnTo>
                <a:lnTo>
                  <a:pt x="147093" y="93085"/>
                </a:lnTo>
                <a:lnTo>
                  <a:pt x="190481" y="69551"/>
                </a:lnTo>
                <a:lnTo>
                  <a:pt x="236514" y="49428"/>
                </a:lnTo>
                <a:lnTo>
                  <a:pt x="285194" y="32718"/>
                </a:lnTo>
                <a:lnTo>
                  <a:pt x="336519" y="19420"/>
                </a:lnTo>
                <a:lnTo>
                  <a:pt x="390490" y="9535"/>
                </a:lnTo>
                <a:lnTo>
                  <a:pt x="447107" y="3061"/>
                </a:lnTo>
                <a:lnTo>
                  <a:pt x="506370" y="0"/>
                </a:lnTo>
                <a:lnTo>
                  <a:pt x="568278" y="351"/>
                </a:lnTo>
              </a:path>
            </a:pathLst>
          </a:custGeom>
          <a:noFill/>
          <a:ln w="4953">
            <a:solidFill>
              <a:srgbClr val="F58F17">
                <a:alpha val="12000"/>
              </a:srgbClr>
            </a:solidFill>
            <a:prstDash val="solid"/>
          </a:ln>
        </p:spPr>
      </p:sp>
      <p:sp>
        <p:nvSpPr>
          <p:cNvPr id="323" name="knowledge-long-edge">
            <a:extLst>
              <a:ext uri="{FF2B5EF4-FFF2-40B4-BE49-F238E27FC236}">
                <a16:creationId xmlns:a16="http://schemas.microsoft.com/office/drawing/2014/main" id="{BA5E13D1-D219-42BC-BD30-CF359C2BC0F1}"/>
              </a:ext>
            </a:extLst>
          </p:cNvPr>
          <p:cNvSpPr>
            <a:spLocks noGrp="1"/>
          </p:cNvSpPr>
          <p:nvPr/>
        </p:nvSpPr>
        <p:spPr>
          <a:xfrm>
            <a:off x="8051567" y="5986242"/>
            <a:ext cx="888310" cy="321974"/>
          </a:xfrm>
          <a:custGeom>
            <a:avLst/>
            <a:gdLst/>
            <a:ahLst/>
            <a:cxnLst/>
            <a:rect l="0" t="0" r="0" b="0"/>
            <a:pathLst>
              <a:path w="888310" h="321974">
                <a:moveTo>
                  <a:pt x="0" y="321974"/>
                </a:moveTo>
                <a:lnTo>
                  <a:pt x="55519" y="248473"/>
                </a:lnTo>
                <a:lnTo>
                  <a:pt x="111039" y="184473"/>
                </a:lnTo>
                <a:lnTo>
                  <a:pt x="166558" y="129975"/>
                </a:lnTo>
                <a:lnTo>
                  <a:pt x="222078" y="84977"/>
                </a:lnTo>
                <a:lnTo>
                  <a:pt x="277597" y="49481"/>
                </a:lnTo>
                <a:lnTo>
                  <a:pt x="333116" y="23486"/>
                </a:lnTo>
                <a:lnTo>
                  <a:pt x="388636" y="6993"/>
                </a:lnTo>
                <a:lnTo>
                  <a:pt x="444155" y="0"/>
                </a:lnTo>
                <a:lnTo>
                  <a:pt x="499674" y="2509"/>
                </a:lnTo>
                <a:lnTo>
                  <a:pt x="555194" y="14518"/>
                </a:lnTo>
                <a:lnTo>
                  <a:pt x="610713" y="36029"/>
                </a:lnTo>
                <a:lnTo>
                  <a:pt x="666233" y="67041"/>
                </a:lnTo>
                <a:lnTo>
                  <a:pt x="721752" y="107555"/>
                </a:lnTo>
                <a:lnTo>
                  <a:pt x="777271" y="157569"/>
                </a:lnTo>
                <a:lnTo>
                  <a:pt x="832791" y="217085"/>
                </a:lnTo>
                <a:lnTo>
                  <a:pt x="888310" y="286102"/>
                </a:lnTo>
              </a:path>
            </a:pathLst>
          </a:custGeom>
          <a:noFill/>
          <a:ln w="4286">
            <a:solidFill>
              <a:srgbClr val="F58F17">
                <a:alpha val="9000"/>
              </a:srgbClr>
            </a:solidFill>
            <a:prstDash val="solid"/>
          </a:ln>
        </p:spPr>
      </p:sp>
      <p:sp>
        <p:nvSpPr>
          <p:cNvPr id="324" name="knowledge-edge">
            <a:extLst>
              <a:ext uri="{FF2B5EF4-FFF2-40B4-BE49-F238E27FC236}">
                <a16:creationId xmlns:a16="http://schemas.microsoft.com/office/drawing/2014/main" id="{2EE0F96D-59DC-4416-9FAD-54BA5A9E69D9}"/>
              </a:ext>
            </a:extLst>
          </p:cNvPr>
          <p:cNvSpPr>
            <a:spLocks noGrp="1"/>
          </p:cNvSpPr>
          <p:nvPr/>
        </p:nvSpPr>
        <p:spPr>
          <a:xfrm>
            <a:off x="8098907" y="6227547"/>
            <a:ext cx="587739" cy="112278"/>
          </a:xfrm>
          <a:custGeom>
            <a:avLst/>
            <a:gdLst/>
            <a:ahLst/>
            <a:cxnLst/>
            <a:rect l="0" t="0" r="0" b="0"/>
            <a:pathLst>
              <a:path w="587739" h="112278">
                <a:moveTo>
                  <a:pt x="0" y="112278"/>
                </a:moveTo>
                <a:lnTo>
                  <a:pt x="41981" y="88443"/>
                </a:lnTo>
                <a:lnTo>
                  <a:pt x="83963" y="67448"/>
                </a:lnTo>
                <a:lnTo>
                  <a:pt x="125944" y="49293"/>
                </a:lnTo>
                <a:lnTo>
                  <a:pt x="167926" y="33977"/>
                </a:lnTo>
                <a:lnTo>
                  <a:pt x="209907" y="21502"/>
                </a:lnTo>
                <a:lnTo>
                  <a:pt x="251888" y="11866"/>
                </a:lnTo>
                <a:lnTo>
                  <a:pt x="293870" y="5071"/>
                </a:lnTo>
                <a:lnTo>
                  <a:pt x="335851" y="1116"/>
                </a:lnTo>
                <a:lnTo>
                  <a:pt x="377832" y="0"/>
                </a:lnTo>
                <a:lnTo>
                  <a:pt x="419814" y="1724"/>
                </a:lnTo>
                <a:lnTo>
                  <a:pt x="461795" y="6289"/>
                </a:lnTo>
                <a:lnTo>
                  <a:pt x="503777" y="13693"/>
                </a:lnTo>
                <a:lnTo>
                  <a:pt x="545758" y="23938"/>
                </a:lnTo>
                <a:lnTo>
                  <a:pt x="587739" y="37022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25" name="knowledge-cross-edge">
            <a:extLst>
              <a:ext uri="{FF2B5EF4-FFF2-40B4-BE49-F238E27FC236}">
                <a16:creationId xmlns:a16="http://schemas.microsoft.com/office/drawing/2014/main" id="{FCC5C164-EAD4-4830-A0D5-DBFA323463B6}"/>
              </a:ext>
            </a:extLst>
          </p:cNvPr>
          <p:cNvSpPr>
            <a:spLocks noGrp="1"/>
          </p:cNvSpPr>
          <p:nvPr/>
        </p:nvSpPr>
        <p:spPr>
          <a:xfrm>
            <a:off x="8098907" y="6339825"/>
            <a:ext cx="453980" cy="232936"/>
          </a:xfrm>
          <a:custGeom>
            <a:avLst/>
            <a:gdLst/>
            <a:ahLst/>
            <a:cxnLst/>
            <a:rect l="0" t="0" r="0" b="0"/>
            <a:pathLst>
              <a:path w="453980" h="232936">
                <a:moveTo>
                  <a:pt x="0" y="0"/>
                </a:moveTo>
                <a:lnTo>
                  <a:pt x="52384" y="8379"/>
                </a:lnTo>
                <a:lnTo>
                  <a:pt x="102122" y="18763"/>
                </a:lnTo>
                <a:lnTo>
                  <a:pt x="149214" y="31154"/>
                </a:lnTo>
                <a:lnTo>
                  <a:pt x="193660" y="45551"/>
                </a:lnTo>
                <a:lnTo>
                  <a:pt x="235460" y="61953"/>
                </a:lnTo>
                <a:lnTo>
                  <a:pt x="274615" y="80361"/>
                </a:lnTo>
                <a:lnTo>
                  <a:pt x="311124" y="100776"/>
                </a:lnTo>
                <a:lnTo>
                  <a:pt x="344986" y="123196"/>
                </a:lnTo>
                <a:lnTo>
                  <a:pt x="376204" y="147622"/>
                </a:lnTo>
                <a:lnTo>
                  <a:pt x="404775" y="174054"/>
                </a:lnTo>
                <a:lnTo>
                  <a:pt x="430700" y="202492"/>
                </a:lnTo>
                <a:lnTo>
                  <a:pt x="453980" y="232936"/>
                </a:lnTo>
              </a:path>
            </a:pathLst>
          </a:custGeom>
          <a:noFill/>
          <a:ln w="5334">
            <a:solidFill>
              <a:srgbClr val="F58F17">
                <a:alpha val="13000"/>
              </a:srgbClr>
            </a:solidFill>
            <a:prstDash val="solid"/>
          </a:ln>
        </p:spPr>
      </p:sp>
      <p:sp>
        <p:nvSpPr>
          <p:cNvPr id="326" name="knowledge-cross-edge">
            <a:extLst>
              <a:ext uri="{FF2B5EF4-FFF2-40B4-BE49-F238E27FC236}">
                <a16:creationId xmlns:a16="http://schemas.microsoft.com/office/drawing/2014/main" id="{8E2AAB48-BEFE-4297-84A5-1A5707DBBE5E}"/>
              </a:ext>
            </a:extLst>
          </p:cNvPr>
          <p:cNvSpPr>
            <a:spLocks noGrp="1"/>
          </p:cNvSpPr>
          <p:nvPr/>
        </p:nvSpPr>
        <p:spPr>
          <a:xfrm>
            <a:off x="8098907" y="6083543"/>
            <a:ext cx="369876" cy="256282"/>
          </a:xfrm>
          <a:custGeom>
            <a:avLst/>
            <a:gdLst/>
            <a:ahLst/>
            <a:cxnLst/>
            <a:rect l="0" t="0" r="0" b="0"/>
            <a:pathLst>
              <a:path w="369876" h="256282">
                <a:moveTo>
                  <a:pt x="0" y="256282"/>
                </a:moveTo>
                <a:lnTo>
                  <a:pt x="16271" y="204947"/>
                </a:lnTo>
                <a:lnTo>
                  <a:pt x="35188" y="159327"/>
                </a:lnTo>
                <a:lnTo>
                  <a:pt x="56750" y="119421"/>
                </a:lnTo>
                <a:lnTo>
                  <a:pt x="80959" y="85231"/>
                </a:lnTo>
                <a:lnTo>
                  <a:pt x="107813" y="56755"/>
                </a:lnTo>
                <a:lnTo>
                  <a:pt x="137313" y="33994"/>
                </a:lnTo>
                <a:lnTo>
                  <a:pt x="169459" y="16948"/>
                </a:lnTo>
                <a:lnTo>
                  <a:pt x="204250" y="5616"/>
                </a:lnTo>
                <a:lnTo>
                  <a:pt x="241688" y="0"/>
                </a:lnTo>
                <a:lnTo>
                  <a:pt x="281771" y="98"/>
                </a:lnTo>
                <a:lnTo>
                  <a:pt x="324501" y="5912"/>
                </a:lnTo>
                <a:lnTo>
                  <a:pt x="369876" y="17440"/>
                </a:lnTo>
              </a:path>
            </a:pathLst>
          </a:custGeom>
          <a:noFill/>
          <a:ln w="4953">
            <a:solidFill>
              <a:srgbClr val="F58F17">
                <a:alpha val="12000"/>
              </a:srgbClr>
            </a:solidFill>
            <a:prstDash val="solid"/>
          </a:ln>
        </p:spPr>
      </p:sp>
      <p:sp>
        <p:nvSpPr>
          <p:cNvPr id="327" name="knowledge-edge">
            <a:extLst>
              <a:ext uri="{FF2B5EF4-FFF2-40B4-BE49-F238E27FC236}">
                <a16:creationId xmlns:a16="http://schemas.microsoft.com/office/drawing/2014/main" id="{60A94FC7-20C9-40B6-847C-D1DCF1D918E3}"/>
              </a:ext>
            </a:extLst>
          </p:cNvPr>
          <p:cNvSpPr>
            <a:spLocks noGrp="1"/>
          </p:cNvSpPr>
          <p:nvPr/>
        </p:nvSpPr>
        <p:spPr>
          <a:xfrm>
            <a:off x="8241775" y="6572761"/>
            <a:ext cx="311111" cy="142399"/>
          </a:xfrm>
          <a:custGeom>
            <a:avLst/>
            <a:gdLst/>
            <a:ahLst/>
            <a:cxnLst/>
            <a:rect l="0" t="0" r="0" b="0"/>
            <a:pathLst>
              <a:path w="311111" h="142399">
                <a:moveTo>
                  <a:pt x="0" y="132651"/>
                </a:moveTo>
                <a:lnTo>
                  <a:pt x="22222" y="138214"/>
                </a:lnTo>
                <a:lnTo>
                  <a:pt x="44444" y="141463"/>
                </a:lnTo>
                <a:lnTo>
                  <a:pt x="66667" y="142399"/>
                </a:lnTo>
                <a:lnTo>
                  <a:pt x="88889" y="141021"/>
                </a:lnTo>
                <a:lnTo>
                  <a:pt x="111111" y="137330"/>
                </a:lnTo>
                <a:lnTo>
                  <a:pt x="133333" y="131325"/>
                </a:lnTo>
                <a:lnTo>
                  <a:pt x="155556" y="123007"/>
                </a:lnTo>
                <a:lnTo>
                  <a:pt x="177778" y="112375"/>
                </a:lnTo>
                <a:lnTo>
                  <a:pt x="200000" y="99429"/>
                </a:lnTo>
                <a:lnTo>
                  <a:pt x="222222" y="84171"/>
                </a:lnTo>
                <a:lnTo>
                  <a:pt x="244445" y="66598"/>
                </a:lnTo>
                <a:lnTo>
                  <a:pt x="266667" y="46712"/>
                </a:lnTo>
                <a:lnTo>
                  <a:pt x="288889" y="24513"/>
                </a:lnTo>
                <a:lnTo>
                  <a:pt x="311111" y="0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28" name="knowledge-cross-edge">
            <a:extLst>
              <a:ext uri="{FF2B5EF4-FFF2-40B4-BE49-F238E27FC236}">
                <a16:creationId xmlns:a16="http://schemas.microsoft.com/office/drawing/2014/main" id="{0946AFB7-04BA-4A6E-B8F2-9DFED866A595}"/>
              </a:ext>
            </a:extLst>
          </p:cNvPr>
          <p:cNvSpPr>
            <a:spLocks noGrp="1"/>
          </p:cNvSpPr>
          <p:nvPr/>
        </p:nvSpPr>
        <p:spPr>
          <a:xfrm>
            <a:off x="8241775" y="6264569"/>
            <a:ext cx="444871" cy="440843"/>
          </a:xfrm>
          <a:custGeom>
            <a:avLst/>
            <a:gdLst/>
            <a:ahLst/>
            <a:cxnLst/>
            <a:rect l="0" t="0" r="0" b="0"/>
            <a:pathLst>
              <a:path w="444871" h="440843">
                <a:moveTo>
                  <a:pt x="0" y="440843"/>
                </a:moveTo>
                <a:lnTo>
                  <a:pt x="22520" y="369606"/>
                </a:lnTo>
                <a:lnTo>
                  <a:pt x="47687" y="304641"/>
                </a:lnTo>
                <a:lnTo>
                  <a:pt x="75499" y="245950"/>
                </a:lnTo>
                <a:lnTo>
                  <a:pt x="105957" y="193531"/>
                </a:lnTo>
                <a:lnTo>
                  <a:pt x="139061" y="147385"/>
                </a:lnTo>
                <a:lnTo>
                  <a:pt x="174810" y="107511"/>
                </a:lnTo>
                <a:lnTo>
                  <a:pt x="213206" y="73911"/>
                </a:lnTo>
                <a:lnTo>
                  <a:pt x="254247" y="46583"/>
                </a:lnTo>
                <a:lnTo>
                  <a:pt x="297934" y="25528"/>
                </a:lnTo>
                <a:lnTo>
                  <a:pt x="344267" y="10746"/>
                </a:lnTo>
                <a:lnTo>
                  <a:pt x="393246" y="2237"/>
                </a:lnTo>
                <a:lnTo>
                  <a:pt x="444871" y="0"/>
                </a:lnTo>
              </a:path>
            </a:pathLst>
          </a:custGeom>
          <a:noFill/>
          <a:ln w="4953">
            <a:solidFill>
              <a:srgbClr val="F58F17">
                <a:alpha val="12000"/>
              </a:srgbClr>
            </a:solidFill>
            <a:prstDash val="solid"/>
          </a:ln>
        </p:spPr>
      </p:sp>
      <p:sp>
        <p:nvSpPr>
          <p:cNvPr id="329" name="knowledge-edge">
            <a:extLst>
              <a:ext uri="{FF2B5EF4-FFF2-40B4-BE49-F238E27FC236}">
                <a16:creationId xmlns:a16="http://schemas.microsoft.com/office/drawing/2014/main" id="{54F198CF-C4B0-4A90-8A44-832D43E5EE3E}"/>
              </a:ext>
            </a:extLst>
          </p:cNvPr>
          <p:cNvSpPr>
            <a:spLocks noGrp="1"/>
          </p:cNvSpPr>
          <p:nvPr/>
        </p:nvSpPr>
        <p:spPr>
          <a:xfrm>
            <a:off x="8208689" y="6927237"/>
            <a:ext cx="451475" cy="58358"/>
          </a:xfrm>
          <a:custGeom>
            <a:avLst/>
            <a:gdLst/>
            <a:ahLst/>
            <a:cxnLst/>
            <a:rect l="0" t="0" r="0" b="0"/>
            <a:pathLst>
              <a:path w="451475" h="58358">
                <a:moveTo>
                  <a:pt x="0" y="58358"/>
                </a:moveTo>
                <a:lnTo>
                  <a:pt x="32248" y="44173"/>
                </a:lnTo>
                <a:lnTo>
                  <a:pt x="64496" y="31956"/>
                </a:lnTo>
                <a:lnTo>
                  <a:pt x="96745" y="21708"/>
                </a:lnTo>
                <a:lnTo>
                  <a:pt x="128993" y="13429"/>
                </a:lnTo>
                <a:lnTo>
                  <a:pt x="161241" y="7118"/>
                </a:lnTo>
                <a:lnTo>
                  <a:pt x="193489" y="2777"/>
                </a:lnTo>
                <a:lnTo>
                  <a:pt x="225737" y="404"/>
                </a:lnTo>
                <a:lnTo>
                  <a:pt x="257986" y="0"/>
                </a:lnTo>
                <a:lnTo>
                  <a:pt x="290234" y="1565"/>
                </a:lnTo>
                <a:lnTo>
                  <a:pt x="322482" y="5099"/>
                </a:lnTo>
                <a:lnTo>
                  <a:pt x="354730" y="10601"/>
                </a:lnTo>
                <a:lnTo>
                  <a:pt x="386978" y="18072"/>
                </a:lnTo>
                <a:lnTo>
                  <a:pt x="419227" y="27512"/>
                </a:lnTo>
                <a:lnTo>
                  <a:pt x="451475" y="38921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30" name="knowledge-edge">
            <a:extLst>
              <a:ext uri="{FF2B5EF4-FFF2-40B4-BE49-F238E27FC236}">
                <a16:creationId xmlns:a16="http://schemas.microsoft.com/office/drawing/2014/main" id="{A8B19F06-D4CD-4596-BCDD-54539EE2D87A}"/>
              </a:ext>
            </a:extLst>
          </p:cNvPr>
          <p:cNvSpPr>
            <a:spLocks noGrp="1"/>
          </p:cNvSpPr>
          <p:nvPr/>
        </p:nvSpPr>
        <p:spPr>
          <a:xfrm>
            <a:off x="8711180" y="5732463"/>
            <a:ext cx="281782" cy="80765"/>
          </a:xfrm>
          <a:custGeom>
            <a:avLst/>
            <a:gdLst/>
            <a:ahLst/>
            <a:cxnLst/>
            <a:rect l="0" t="0" r="0" b="0"/>
            <a:pathLst>
              <a:path w="281782" h="80765">
                <a:moveTo>
                  <a:pt x="0" y="80765"/>
                </a:moveTo>
                <a:lnTo>
                  <a:pt x="20127" y="62281"/>
                </a:lnTo>
                <a:lnTo>
                  <a:pt x="40255" y="46193"/>
                </a:lnTo>
                <a:lnTo>
                  <a:pt x="60382" y="32502"/>
                </a:lnTo>
                <a:lnTo>
                  <a:pt x="80509" y="21208"/>
                </a:lnTo>
                <a:lnTo>
                  <a:pt x="100637" y="12311"/>
                </a:lnTo>
                <a:lnTo>
                  <a:pt x="120764" y="5810"/>
                </a:lnTo>
                <a:lnTo>
                  <a:pt x="140891" y="1707"/>
                </a:lnTo>
                <a:lnTo>
                  <a:pt x="161018" y="0"/>
                </a:lnTo>
                <a:lnTo>
                  <a:pt x="181146" y="690"/>
                </a:lnTo>
                <a:lnTo>
                  <a:pt x="201273" y="3777"/>
                </a:lnTo>
                <a:lnTo>
                  <a:pt x="221400" y="9261"/>
                </a:lnTo>
                <a:lnTo>
                  <a:pt x="241528" y="17141"/>
                </a:lnTo>
                <a:lnTo>
                  <a:pt x="261655" y="27418"/>
                </a:lnTo>
                <a:lnTo>
                  <a:pt x="281782" y="40093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31" name="knowledge-edge">
            <a:extLst>
              <a:ext uri="{FF2B5EF4-FFF2-40B4-BE49-F238E27FC236}">
                <a16:creationId xmlns:a16="http://schemas.microsoft.com/office/drawing/2014/main" id="{26B4DF59-6C0E-45FF-A7EB-45792D345A12}"/>
              </a:ext>
            </a:extLst>
          </p:cNvPr>
          <p:cNvSpPr>
            <a:spLocks noGrp="1"/>
          </p:cNvSpPr>
          <p:nvPr/>
        </p:nvSpPr>
        <p:spPr>
          <a:xfrm>
            <a:off x="8612522" y="5844014"/>
            <a:ext cx="490197" cy="149872"/>
          </a:xfrm>
          <a:custGeom>
            <a:avLst/>
            <a:gdLst/>
            <a:ahLst/>
            <a:cxnLst/>
            <a:rect l="0" t="0" r="0" b="0"/>
            <a:pathLst>
              <a:path w="490197" h="149872">
                <a:moveTo>
                  <a:pt x="0" y="145873"/>
                </a:moveTo>
                <a:lnTo>
                  <a:pt x="35014" y="148908"/>
                </a:lnTo>
                <a:lnTo>
                  <a:pt x="70028" y="149872"/>
                </a:lnTo>
                <a:lnTo>
                  <a:pt x="105042" y="148767"/>
                </a:lnTo>
                <a:lnTo>
                  <a:pt x="140056" y="145592"/>
                </a:lnTo>
                <a:lnTo>
                  <a:pt x="175071" y="140348"/>
                </a:lnTo>
                <a:lnTo>
                  <a:pt x="210085" y="133033"/>
                </a:lnTo>
                <a:lnTo>
                  <a:pt x="245099" y="123648"/>
                </a:lnTo>
                <a:lnTo>
                  <a:pt x="280113" y="112194"/>
                </a:lnTo>
                <a:lnTo>
                  <a:pt x="315127" y="98670"/>
                </a:lnTo>
                <a:lnTo>
                  <a:pt x="350141" y="83075"/>
                </a:lnTo>
                <a:lnTo>
                  <a:pt x="385155" y="65411"/>
                </a:lnTo>
                <a:lnTo>
                  <a:pt x="420169" y="45677"/>
                </a:lnTo>
                <a:lnTo>
                  <a:pt x="455183" y="23874"/>
                </a:lnTo>
                <a:lnTo>
                  <a:pt x="490197" y="0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32" name="knowledge-cross-edge">
            <a:extLst>
              <a:ext uri="{FF2B5EF4-FFF2-40B4-BE49-F238E27FC236}">
                <a16:creationId xmlns:a16="http://schemas.microsoft.com/office/drawing/2014/main" id="{C1BF373D-FEE4-4973-8AE5-2F1C6BFDA06E}"/>
              </a:ext>
            </a:extLst>
          </p:cNvPr>
          <p:cNvSpPr>
            <a:spLocks noGrp="1"/>
          </p:cNvSpPr>
          <p:nvPr/>
        </p:nvSpPr>
        <p:spPr>
          <a:xfrm>
            <a:off x="8612522" y="5826183"/>
            <a:ext cx="241842" cy="163704"/>
          </a:xfrm>
          <a:custGeom>
            <a:avLst/>
            <a:gdLst/>
            <a:ahLst/>
            <a:cxnLst/>
            <a:rect l="0" t="0" r="0" b="0"/>
            <a:pathLst>
              <a:path w="241842" h="163704">
                <a:moveTo>
                  <a:pt x="0" y="163704"/>
                </a:moveTo>
                <a:lnTo>
                  <a:pt x="34706" y="131470"/>
                </a:lnTo>
                <a:lnTo>
                  <a:pt x="66765" y="102762"/>
                </a:lnTo>
                <a:lnTo>
                  <a:pt x="96179" y="77578"/>
                </a:lnTo>
                <a:lnTo>
                  <a:pt x="122947" y="55920"/>
                </a:lnTo>
                <a:lnTo>
                  <a:pt x="147069" y="37787"/>
                </a:lnTo>
                <a:lnTo>
                  <a:pt x="168546" y="23179"/>
                </a:lnTo>
                <a:lnTo>
                  <a:pt x="187376" y="12097"/>
                </a:lnTo>
                <a:lnTo>
                  <a:pt x="203561" y="4539"/>
                </a:lnTo>
                <a:lnTo>
                  <a:pt x="217100" y="507"/>
                </a:lnTo>
                <a:lnTo>
                  <a:pt x="227993" y="0"/>
                </a:lnTo>
                <a:lnTo>
                  <a:pt x="236240" y="3018"/>
                </a:lnTo>
                <a:lnTo>
                  <a:pt x="241842" y="9561"/>
                </a:lnTo>
              </a:path>
            </a:pathLst>
          </a:custGeom>
          <a:noFill/>
          <a:ln w="5334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333" name="knowledge-edge">
            <a:extLst>
              <a:ext uri="{FF2B5EF4-FFF2-40B4-BE49-F238E27FC236}">
                <a16:creationId xmlns:a16="http://schemas.microsoft.com/office/drawing/2014/main" id="{E72CFDB5-DA08-4250-BF40-CA3AFAC50EA0}"/>
              </a:ext>
            </a:extLst>
          </p:cNvPr>
          <p:cNvSpPr>
            <a:spLocks noGrp="1"/>
          </p:cNvSpPr>
          <p:nvPr/>
        </p:nvSpPr>
        <p:spPr>
          <a:xfrm>
            <a:off x="8619846" y="5834439"/>
            <a:ext cx="234518" cy="252782"/>
          </a:xfrm>
          <a:custGeom>
            <a:avLst/>
            <a:gdLst/>
            <a:ahLst/>
            <a:cxnLst/>
            <a:rect l="0" t="0" r="0" b="0"/>
            <a:pathLst>
              <a:path w="234518" h="252782">
                <a:moveTo>
                  <a:pt x="0" y="252782"/>
                </a:moveTo>
                <a:lnTo>
                  <a:pt x="16751" y="215552"/>
                </a:lnTo>
                <a:lnTo>
                  <a:pt x="33503" y="181285"/>
                </a:lnTo>
                <a:lnTo>
                  <a:pt x="50254" y="149983"/>
                </a:lnTo>
                <a:lnTo>
                  <a:pt x="67005" y="121645"/>
                </a:lnTo>
                <a:lnTo>
                  <a:pt x="83756" y="96272"/>
                </a:lnTo>
                <a:lnTo>
                  <a:pt x="100508" y="73863"/>
                </a:lnTo>
                <a:lnTo>
                  <a:pt x="117259" y="54418"/>
                </a:lnTo>
                <a:lnTo>
                  <a:pt x="134010" y="37937"/>
                </a:lnTo>
                <a:lnTo>
                  <a:pt x="150762" y="24421"/>
                </a:lnTo>
                <a:lnTo>
                  <a:pt x="167513" y="13869"/>
                </a:lnTo>
                <a:lnTo>
                  <a:pt x="184264" y="6282"/>
                </a:lnTo>
                <a:lnTo>
                  <a:pt x="201015" y="1659"/>
                </a:lnTo>
                <a:lnTo>
                  <a:pt x="217767" y="0"/>
                </a:lnTo>
                <a:lnTo>
                  <a:pt x="234518" y="1305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34" name="knowledge-cross-edge">
            <a:extLst>
              <a:ext uri="{FF2B5EF4-FFF2-40B4-BE49-F238E27FC236}">
                <a16:creationId xmlns:a16="http://schemas.microsoft.com/office/drawing/2014/main" id="{E457CAA2-B2CA-4AF9-B267-85349ABBE99A}"/>
              </a:ext>
            </a:extLst>
          </p:cNvPr>
          <p:cNvSpPr>
            <a:spLocks noGrp="1"/>
          </p:cNvSpPr>
          <p:nvPr/>
        </p:nvSpPr>
        <p:spPr>
          <a:xfrm>
            <a:off x="8619846" y="5971181"/>
            <a:ext cx="200193" cy="116040"/>
          </a:xfrm>
          <a:custGeom>
            <a:avLst/>
            <a:gdLst/>
            <a:ahLst/>
            <a:cxnLst/>
            <a:rect l="0" t="0" r="0" b="0"/>
            <a:pathLst>
              <a:path w="200193" h="116040">
                <a:moveTo>
                  <a:pt x="0" y="116040"/>
                </a:moveTo>
                <a:lnTo>
                  <a:pt x="31235" y="97934"/>
                </a:lnTo>
                <a:lnTo>
                  <a:pt x="59824" y="81362"/>
                </a:lnTo>
                <a:lnTo>
                  <a:pt x="85767" y="66324"/>
                </a:lnTo>
                <a:lnTo>
                  <a:pt x="109064" y="52819"/>
                </a:lnTo>
                <a:lnTo>
                  <a:pt x="129716" y="40849"/>
                </a:lnTo>
                <a:lnTo>
                  <a:pt x="147722" y="30412"/>
                </a:lnTo>
                <a:lnTo>
                  <a:pt x="163081" y="21508"/>
                </a:lnTo>
                <a:lnTo>
                  <a:pt x="175795" y="14139"/>
                </a:lnTo>
                <a:lnTo>
                  <a:pt x="185864" y="8304"/>
                </a:lnTo>
                <a:lnTo>
                  <a:pt x="193286" y="4002"/>
                </a:lnTo>
                <a:lnTo>
                  <a:pt x="198063" y="1234"/>
                </a:lnTo>
                <a:lnTo>
                  <a:pt x="200193" y="0"/>
                </a:lnTo>
              </a:path>
            </a:pathLst>
          </a:custGeom>
          <a:noFill/>
          <a:ln w="5334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335" name="knowledge-edge">
            <a:extLst>
              <a:ext uri="{FF2B5EF4-FFF2-40B4-BE49-F238E27FC236}">
                <a16:creationId xmlns:a16="http://schemas.microsoft.com/office/drawing/2014/main" id="{11904E9E-C873-4F99-919A-D52B4EF8DFD7}"/>
              </a:ext>
            </a:extLst>
          </p:cNvPr>
          <p:cNvSpPr>
            <a:spLocks noGrp="1"/>
          </p:cNvSpPr>
          <p:nvPr/>
        </p:nvSpPr>
        <p:spPr>
          <a:xfrm>
            <a:off x="8468782" y="5971181"/>
            <a:ext cx="351257" cy="129802"/>
          </a:xfrm>
          <a:custGeom>
            <a:avLst/>
            <a:gdLst/>
            <a:ahLst/>
            <a:cxnLst/>
            <a:rect l="0" t="0" r="0" b="0"/>
            <a:pathLst>
              <a:path w="351257" h="129802">
                <a:moveTo>
                  <a:pt x="0" y="129802"/>
                </a:moveTo>
                <a:lnTo>
                  <a:pt x="25090" y="120301"/>
                </a:lnTo>
                <a:lnTo>
                  <a:pt x="50180" y="110836"/>
                </a:lnTo>
                <a:lnTo>
                  <a:pt x="75269" y="101406"/>
                </a:lnTo>
                <a:lnTo>
                  <a:pt x="100359" y="92011"/>
                </a:lnTo>
                <a:lnTo>
                  <a:pt x="125449" y="82651"/>
                </a:lnTo>
                <a:lnTo>
                  <a:pt x="150539" y="73327"/>
                </a:lnTo>
                <a:lnTo>
                  <a:pt x="175628" y="64038"/>
                </a:lnTo>
                <a:lnTo>
                  <a:pt x="200718" y="54784"/>
                </a:lnTo>
                <a:lnTo>
                  <a:pt x="225808" y="45565"/>
                </a:lnTo>
                <a:lnTo>
                  <a:pt x="250898" y="36381"/>
                </a:lnTo>
                <a:lnTo>
                  <a:pt x="275987" y="27233"/>
                </a:lnTo>
                <a:lnTo>
                  <a:pt x="301077" y="18120"/>
                </a:lnTo>
                <a:lnTo>
                  <a:pt x="326167" y="9042"/>
                </a:lnTo>
                <a:lnTo>
                  <a:pt x="351257" y="0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36" name="knowledge-edge">
            <a:extLst>
              <a:ext uri="{FF2B5EF4-FFF2-40B4-BE49-F238E27FC236}">
                <a16:creationId xmlns:a16="http://schemas.microsoft.com/office/drawing/2014/main" id="{42AA76AD-8102-468F-B098-D0BE5CD81E2A}"/>
              </a:ext>
            </a:extLst>
          </p:cNvPr>
          <p:cNvSpPr>
            <a:spLocks noGrp="1"/>
          </p:cNvSpPr>
          <p:nvPr/>
        </p:nvSpPr>
        <p:spPr>
          <a:xfrm>
            <a:off x="8686646" y="6264569"/>
            <a:ext cx="253232" cy="49090"/>
          </a:xfrm>
          <a:custGeom>
            <a:avLst/>
            <a:gdLst/>
            <a:ahLst/>
            <a:cxnLst/>
            <a:rect l="0" t="0" r="0" b="0"/>
            <a:pathLst>
              <a:path w="253232" h="49090">
                <a:moveTo>
                  <a:pt x="0" y="0"/>
                </a:moveTo>
                <a:lnTo>
                  <a:pt x="18088" y="12548"/>
                </a:lnTo>
                <a:lnTo>
                  <a:pt x="36176" y="23251"/>
                </a:lnTo>
                <a:lnTo>
                  <a:pt x="54264" y="32109"/>
                </a:lnTo>
                <a:lnTo>
                  <a:pt x="72352" y="39122"/>
                </a:lnTo>
                <a:lnTo>
                  <a:pt x="90440" y="44289"/>
                </a:lnTo>
                <a:lnTo>
                  <a:pt x="108528" y="47612"/>
                </a:lnTo>
                <a:lnTo>
                  <a:pt x="126616" y="49090"/>
                </a:lnTo>
                <a:lnTo>
                  <a:pt x="144704" y="48723"/>
                </a:lnTo>
                <a:lnTo>
                  <a:pt x="162792" y="46511"/>
                </a:lnTo>
                <a:lnTo>
                  <a:pt x="180880" y="42454"/>
                </a:lnTo>
                <a:lnTo>
                  <a:pt x="198968" y="36551"/>
                </a:lnTo>
                <a:lnTo>
                  <a:pt x="217056" y="28804"/>
                </a:lnTo>
                <a:lnTo>
                  <a:pt x="235144" y="19212"/>
                </a:lnTo>
                <a:lnTo>
                  <a:pt x="253232" y="7775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37" name="knowledge-cross-edge">
            <a:extLst>
              <a:ext uri="{FF2B5EF4-FFF2-40B4-BE49-F238E27FC236}">
                <a16:creationId xmlns:a16="http://schemas.microsoft.com/office/drawing/2014/main" id="{4D111C65-02FE-42ED-9AE1-9DE7754E604F}"/>
              </a:ext>
            </a:extLst>
          </p:cNvPr>
          <p:cNvSpPr>
            <a:spLocks noGrp="1"/>
          </p:cNvSpPr>
          <p:nvPr/>
        </p:nvSpPr>
        <p:spPr>
          <a:xfrm>
            <a:off x="8682420" y="5971181"/>
            <a:ext cx="137619" cy="293388"/>
          </a:xfrm>
          <a:custGeom>
            <a:avLst/>
            <a:gdLst/>
            <a:ahLst/>
            <a:cxnLst/>
            <a:rect l="0" t="0" r="0" b="0"/>
            <a:pathLst>
              <a:path w="137619" h="293388">
                <a:moveTo>
                  <a:pt x="4226" y="293388"/>
                </a:moveTo>
                <a:lnTo>
                  <a:pt x="790" y="255312"/>
                </a:lnTo>
                <a:lnTo>
                  <a:pt x="0" y="219714"/>
                </a:lnTo>
                <a:lnTo>
                  <a:pt x="1856" y="186594"/>
                </a:lnTo>
                <a:lnTo>
                  <a:pt x="6357" y="155951"/>
                </a:lnTo>
                <a:lnTo>
                  <a:pt x="13505" y="127785"/>
                </a:lnTo>
                <a:lnTo>
                  <a:pt x="23298" y="102098"/>
                </a:lnTo>
                <a:lnTo>
                  <a:pt x="35737" y="78887"/>
                </a:lnTo>
                <a:lnTo>
                  <a:pt x="50822" y="58155"/>
                </a:lnTo>
                <a:lnTo>
                  <a:pt x="68552" y="39900"/>
                </a:lnTo>
                <a:lnTo>
                  <a:pt x="88929" y="24122"/>
                </a:lnTo>
                <a:lnTo>
                  <a:pt x="111951" y="10822"/>
                </a:lnTo>
                <a:lnTo>
                  <a:pt x="137619" y="0"/>
                </a:lnTo>
              </a:path>
            </a:pathLst>
          </a:custGeom>
          <a:noFill/>
          <a:ln w="4953">
            <a:solidFill>
              <a:srgbClr val="F79E11">
                <a:alpha val="12000"/>
              </a:srgbClr>
            </a:solidFill>
            <a:prstDash val="solid"/>
          </a:ln>
        </p:spPr>
      </p:sp>
      <p:sp>
        <p:nvSpPr>
          <p:cNvPr id="338" name="knowledge-edge">
            <a:extLst>
              <a:ext uri="{FF2B5EF4-FFF2-40B4-BE49-F238E27FC236}">
                <a16:creationId xmlns:a16="http://schemas.microsoft.com/office/drawing/2014/main" id="{B5B9CCE1-5C72-4DAA-B10E-FC567A165C27}"/>
              </a:ext>
            </a:extLst>
          </p:cNvPr>
          <p:cNvSpPr>
            <a:spLocks noGrp="1"/>
          </p:cNvSpPr>
          <p:nvPr/>
        </p:nvSpPr>
        <p:spPr>
          <a:xfrm>
            <a:off x="8552886" y="6480562"/>
            <a:ext cx="362579" cy="92199"/>
          </a:xfrm>
          <a:custGeom>
            <a:avLst/>
            <a:gdLst/>
            <a:ahLst/>
            <a:cxnLst/>
            <a:rect l="0" t="0" r="0" b="0"/>
            <a:pathLst>
              <a:path w="362579" h="92199">
                <a:moveTo>
                  <a:pt x="0" y="92199"/>
                </a:moveTo>
                <a:lnTo>
                  <a:pt x="25898" y="70416"/>
                </a:lnTo>
                <a:lnTo>
                  <a:pt x="51797" y="51564"/>
                </a:lnTo>
                <a:lnTo>
                  <a:pt x="77695" y="35643"/>
                </a:lnTo>
                <a:lnTo>
                  <a:pt x="103594" y="22653"/>
                </a:lnTo>
                <a:lnTo>
                  <a:pt x="129492" y="12593"/>
                </a:lnTo>
                <a:lnTo>
                  <a:pt x="155391" y="5465"/>
                </a:lnTo>
                <a:lnTo>
                  <a:pt x="181289" y="1267"/>
                </a:lnTo>
                <a:lnTo>
                  <a:pt x="207188" y="0"/>
                </a:lnTo>
                <a:lnTo>
                  <a:pt x="233086" y="1664"/>
                </a:lnTo>
                <a:lnTo>
                  <a:pt x="258985" y="6259"/>
                </a:lnTo>
                <a:lnTo>
                  <a:pt x="284883" y="13784"/>
                </a:lnTo>
                <a:lnTo>
                  <a:pt x="310782" y="24241"/>
                </a:lnTo>
                <a:lnTo>
                  <a:pt x="336680" y="37628"/>
                </a:lnTo>
                <a:lnTo>
                  <a:pt x="362579" y="53946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39" name="knowledge-cross-edge">
            <a:extLst>
              <a:ext uri="{FF2B5EF4-FFF2-40B4-BE49-F238E27FC236}">
                <a16:creationId xmlns:a16="http://schemas.microsoft.com/office/drawing/2014/main" id="{04E86B90-8885-4C50-8C5A-87DBC82D0ADF}"/>
              </a:ext>
            </a:extLst>
          </p:cNvPr>
          <p:cNvSpPr>
            <a:spLocks noGrp="1"/>
          </p:cNvSpPr>
          <p:nvPr/>
        </p:nvSpPr>
        <p:spPr>
          <a:xfrm>
            <a:off x="8552886" y="6239667"/>
            <a:ext cx="386991" cy="333094"/>
          </a:xfrm>
          <a:custGeom>
            <a:avLst/>
            <a:gdLst/>
            <a:ahLst/>
            <a:cxnLst/>
            <a:rect l="0" t="0" r="0" b="0"/>
            <a:pathLst>
              <a:path w="386991" h="333094">
                <a:moveTo>
                  <a:pt x="0" y="333094"/>
                </a:moveTo>
                <a:lnTo>
                  <a:pt x="17697" y="264149"/>
                </a:lnTo>
                <a:lnTo>
                  <a:pt x="38040" y="203187"/>
                </a:lnTo>
                <a:lnTo>
                  <a:pt x="61029" y="150209"/>
                </a:lnTo>
                <a:lnTo>
                  <a:pt x="86664" y="105215"/>
                </a:lnTo>
                <a:lnTo>
                  <a:pt x="114944" y="68204"/>
                </a:lnTo>
                <a:lnTo>
                  <a:pt x="145871" y="39177"/>
                </a:lnTo>
                <a:lnTo>
                  <a:pt x="179443" y="18134"/>
                </a:lnTo>
                <a:lnTo>
                  <a:pt x="215661" y="5075"/>
                </a:lnTo>
                <a:lnTo>
                  <a:pt x="254525" y="0"/>
                </a:lnTo>
                <a:lnTo>
                  <a:pt x="296034" y="2908"/>
                </a:lnTo>
                <a:lnTo>
                  <a:pt x="340190" y="13801"/>
                </a:lnTo>
                <a:lnTo>
                  <a:pt x="386991" y="32677"/>
                </a:lnTo>
              </a:path>
            </a:pathLst>
          </a:custGeom>
          <a:noFill/>
          <a:ln w="4953">
            <a:solidFill>
              <a:srgbClr val="F79E11">
                <a:alpha val="12000"/>
              </a:srgbClr>
            </a:solidFill>
            <a:prstDash val="solid"/>
          </a:ln>
        </p:spPr>
      </p:sp>
      <p:sp>
        <p:nvSpPr>
          <p:cNvPr id="340" name="knowledge-edge">
            <a:extLst>
              <a:ext uri="{FF2B5EF4-FFF2-40B4-BE49-F238E27FC236}">
                <a16:creationId xmlns:a16="http://schemas.microsoft.com/office/drawing/2014/main" id="{8B3312E7-56F6-4121-8A9C-162433BC3720}"/>
              </a:ext>
            </a:extLst>
          </p:cNvPr>
          <p:cNvSpPr>
            <a:spLocks noGrp="1"/>
          </p:cNvSpPr>
          <p:nvPr/>
        </p:nvSpPr>
        <p:spPr>
          <a:xfrm>
            <a:off x="8660163" y="6852593"/>
            <a:ext cx="165666" cy="137916"/>
          </a:xfrm>
          <a:custGeom>
            <a:avLst/>
            <a:gdLst/>
            <a:ahLst/>
            <a:cxnLst/>
            <a:rect l="0" t="0" r="0" b="0"/>
            <a:pathLst>
              <a:path w="165666" h="137916">
                <a:moveTo>
                  <a:pt x="0" y="113565"/>
                </a:moveTo>
                <a:lnTo>
                  <a:pt x="11833" y="123913"/>
                </a:lnTo>
                <a:lnTo>
                  <a:pt x="23667" y="131421"/>
                </a:lnTo>
                <a:lnTo>
                  <a:pt x="35500" y="136088"/>
                </a:lnTo>
                <a:lnTo>
                  <a:pt x="47333" y="137916"/>
                </a:lnTo>
                <a:lnTo>
                  <a:pt x="59166" y="136904"/>
                </a:lnTo>
                <a:lnTo>
                  <a:pt x="71000" y="133052"/>
                </a:lnTo>
                <a:lnTo>
                  <a:pt x="82833" y="126361"/>
                </a:lnTo>
                <a:lnTo>
                  <a:pt x="94666" y="116829"/>
                </a:lnTo>
                <a:lnTo>
                  <a:pt x="106500" y="104457"/>
                </a:lnTo>
                <a:lnTo>
                  <a:pt x="118333" y="89246"/>
                </a:lnTo>
                <a:lnTo>
                  <a:pt x="130166" y="71194"/>
                </a:lnTo>
                <a:lnTo>
                  <a:pt x="141999" y="50303"/>
                </a:lnTo>
                <a:lnTo>
                  <a:pt x="153833" y="26571"/>
                </a:lnTo>
                <a:lnTo>
                  <a:pt x="165666" y="0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41" name="knowledge-long-edge">
            <a:extLst>
              <a:ext uri="{FF2B5EF4-FFF2-40B4-BE49-F238E27FC236}">
                <a16:creationId xmlns:a16="http://schemas.microsoft.com/office/drawing/2014/main" id="{DA071921-B08B-4142-8B53-01B9D62249C5}"/>
              </a:ext>
            </a:extLst>
          </p:cNvPr>
          <p:cNvSpPr>
            <a:spLocks noGrp="1"/>
          </p:cNvSpPr>
          <p:nvPr/>
        </p:nvSpPr>
        <p:spPr>
          <a:xfrm>
            <a:off x="8660163" y="6492077"/>
            <a:ext cx="654034" cy="474082"/>
          </a:xfrm>
          <a:custGeom>
            <a:avLst/>
            <a:gdLst/>
            <a:ahLst/>
            <a:cxnLst/>
            <a:rect l="0" t="0" r="0" b="0"/>
            <a:pathLst>
              <a:path w="654034" h="474082">
                <a:moveTo>
                  <a:pt x="0" y="474082"/>
                </a:moveTo>
                <a:lnTo>
                  <a:pt x="40877" y="377321"/>
                </a:lnTo>
                <a:lnTo>
                  <a:pt x="81754" y="291582"/>
                </a:lnTo>
                <a:lnTo>
                  <a:pt x="122631" y="216863"/>
                </a:lnTo>
                <a:lnTo>
                  <a:pt x="163509" y="153166"/>
                </a:lnTo>
                <a:lnTo>
                  <a:pt x="204386" y="100491"/>
                </a:lnTo>
                <a:lnTo>
                  <a:pt x="245263" y="58836"/>
                </a:lnTo>
                <a:lnTo>
                  <a:pt x="286140" y="28203"/>
                </a:lnTo>
                <a:lnTo>
                  <a:pt x="327017" y="8591"/>
                </a:lnTo>
                <a:lnTo>
                  <a:pt x="367894" y="0"/>
                </a:lnTo>
                <a:lnTo>
                  <a:pt x="408771" y="2430"/>
                </a:lnTo>
                <a:lnTo>
                  <a:pt x="449649" y="15882"/>
                </a:lnTo>
                <a:lnTo>
                  <a:pt x="490526" y="40355"/>
                </a:lnTo>
                <a:lnTo>
                  <a:pt x="531403" y="75849"/>
                </a:lnTo>
                <a:lnTo>
                  <a:pt x="572280" y="122364"/>
                </a:lnTo>
                <a:lnTo>
                  <a:pt x="613157" y="179901"/>
                </a:lnTo>
                <a:lnTo>
                  <a:pt x="654034" y="248458"/>
                </a:lnTo>
              </a:path>
            </a:pathLst>
          </a:custGeom>
          <a:noFill/>
          <a:ln w="4286">
            <a:solidFill>
              <a:srgbClr val="F79E11">
                <a:alpha val="9000"/>
              </a:srgbClr>
            </a:solidFill>
            <a:prstDash val="solid"/>
          </a:ln>
        </p:spPr>
      </p:sp>
      <p:sp>
        <p:nvSpPr>
          <p:cNvPr id="342" name="knowledge-edge">
            <a:extLst>
              <a:ext uri="{FF2B5EF4-FFF2-40B4-BE49-F238E27FC236}">
                <a16:creationId xmlns:a16="http://schemas.microsoft.com/office/drawing/2014/main" id="{6B576DDC-37D0-441C-8201-08B645A62F5A}"/>
              </a:ext>
            </a:extLst>
          </p:cNvPr>
          <p:cNvSpPr>
            <a:spLocks noGrp="1"/>
          </p:cNvSpPr>
          <p:nvPr/>
        </p:nvSpPr>
        <p:spPr>
          <a:xfrm>
            <a:off x="8992962" y="5635507"/>
            <a:ext cx="531971" cy="137049"/>
          </a:xfrm>
          <a:custGeom>
            <a:avLst/>
            <a:gdLst/>
            <a:ahLst/>
            <a:cxnLst/>
            <a:rect l="0" t="0" r="0" b="0"/>
            <a:pathLst>
              <a:path w="531971" h="137049">
                <a:moveTo>
                  <a:pt x="0" y="137049"/>
                </a:moveTo>
                <a:lnTo>
                  <a:pt x="37998" y="114380"/>
                </a:lnTo>
                <a:lnTo>
                  <a:pt x="75996" y="93756"/>
                </a:lnTo>
                <a:lnTo>
                  <a:pt x="113994" y="75177"/>
                </a:lnTo>
                <a:lnTo>
                  <a:pt x="151992" y="58643"/>
                </a:lnTo>
                <a:lnTo>
                  <a:pt x="189990" y="44154"/>
                </a:lnTo>
                <a:lnTo>
                  <a:pt x="227988" y="31711"/>
                </a:lnTo>
                <a:lnTo>
                  <a:pt x="265986" y="21313"/>
                </a:lnTo>
                <a:lnTo>
                  <a:pt x="303984" y="12960"/>
                </a:lnTo>
                <a:lnTo>
                  <a:pt x="341981" y="6652"/>
                </a:lnTo>
                <a:lnTo>
                  <a:pt x="379979" y="2390"/>
                </a:lnTo>
                <a:lnTo>
                  <a:pt x="417977" y="172"/>
                </a:lnTo>
                <a:lnTo>
                  <a:pt x="455975" y="0"/>
                </a:lnTo>
                <a:lnTo>
                  <a:pt x="493973" y="1873"/>
                </a:lnTo>
                <a:lnTo>
                  <a:pt x="531971" y="5791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43" name="knowledge-cross-edge">
            <a:extLst>
              <a:ext uri="{FF2B5EF4-FFF2-40B4-BE49-F238E27FC236}">
                <a16:creationId xmlns:a16="http://schemas.microsoft.com/office/drawing/2014/main" id="{3A3CC4A7-483B-48DD-84B2-F7DA6A927359}"/>
              </a:ext>
            </a:extLst>
          </p:cNvPr>
          <p:cNvSpPr>
            <a:spLocks noGrp="1"/>
          </p:cNvSpPr>
          <p:nvPr/>
        </p:nvSpPr>
        <p:spPr>
          <a:xfrm>
            <a:off x="8992962" y="5643290"/>
            <a:ext cx="483070" cy="129265"/>
          </a:xfrm>
          <a:custGeom>
            <a:avLst/>
            <a:gdLst/>
            <a:ahLst/>
            <a:cxnLst/>
            <a:rect l="0" t="0" r="0" b="0"/>
            <a:pathLst>
              <a:path w="483070" h="129265">
                <a:moveTo>
                  <a:pt x="0" y="129265"/>
                </a:moveTo>
                <a:lnTo>
                  <a:pt x="54808" y="122591"/>
                </a:lnTo>
                <a:lnTo>
                  <a:pt x="106970" y="115171"/>
                </a:lnTo>
                <a:lnTo>
                  <a:pt x="156486" y="107007"/>
                </a:lnTo>
                <a:lnTo>
                  <a:pt x="203357" y="98097"/>
                </a:lnTo>
                <a:lnTo>
                  <a:pt x="247581" y="88443"/>
                </a:lnTo>
                <a:lnTo>
                  <a:pt x="289160" y="78043"/>
                </a:lnTo>
                <a:lnTo>
                  <a:pt x="328093" y="66898"/>
                </a:lnTo>
                <a:lnTo>
                  <a:pt x="364380" y="55009"/>
                </a:lnTo>
                <a:lnTo>
                  <a:pt x="398021" y="42374"/>
                </a:lnTo>
                <a:lnTo>
                  <a:pt x="429017" y="28994"/>
                </a:lnTo>
                <a:lnTo>
                  <a:pt x="457366" y="14870"/>
                </a:lnTo>
                <a:lnTo>
                  <a:pt x="483070" y="0"/>
                </a:lnTo>
              </a:path>
            </a:pathLst>
          </a:custGeom>
          <a:noFill/>
          <a:ln w="5334">
            <a:solidFill>
              <a:srgbClr val="F9AD0B">
                <a:alpha val="13000"/>
              </a:srgbClr>
            </a:solidFill>
            <a:prstDash val="solid"/>
          </a:ln>
        </p:spPr>
      </p:sp>
      <p:sp>
        <p:nvSpPr>
          <p:cNvPr id="344" name="knowledge-long-edge">
            <a:extLst>
              <a:ext uri="{FF2B5EF4-FFF2-40B4-BE49-F238E27FC236}">
                <a16:creationId xmlns:a16="http://schemas.microsoft.com/office/drawing/2014/main" id="{73C67EF8-E3FD-4022-B3D4-E6BC46CAF28C}"/>
              </a:ext>
            </a:extLst>
          </p:cNvPr>
          <p:cNvSpPr>
            <a:spLocks noGrp="1"/>
          </p:cNvSpPr>
          <p:nvPr/>
        </p:nvSpPr>
        <p:spPr>
          <a:xfrm>
            <a:off x="8992962" y="5246581"/>
            <a:ext cx="858760" cy="525975"/>
          </a:xfrm>
          <a:custGeom>
            <a:avLst/>
            <a:gdLst/>
            <a:ahLst/>
            <a:cxnLst/>
            <a:rect l="0" t="0" r="0" b="0"/>
            <a:pathLst>
              <a:path w="858760" h="525975">
                <a:moveTo>
                  <a:pt x="0" y="525975"/>
                </a:moveTo>
                <a:lnTo>
                  <a:pt x="53673" y="428284"/>
                </a:lnTo>
                <a:lnTo>
                  <a:pt x="107345" y="340614"/>
                </a:lnTo>
                <a:lnTo>
                  <a:pt x="161018" y="262965"/>
                </a:lnTo>
                <a:lnTo>
                  <a:pt x="214690" y="195337"/>
                </a:lnTo>
                <a:lnTo>
                  <a:pt x="268363" y="137729"/>
                </a:lnTo>
                <a:lnTo>
                  <a:pt x="322035" y="90142"/>
                </a:lnTo>
                <a:lnTo>
                  <a:pt x="375708" y="52575"/>
                </a:lnTo>
                <a:lnTo>
                  <a:pt x="429380" y="25030"/>
                </a:lnTo>
                <a:lnTo>
                  <a:pt x="483053" y="7504"/>
                </a:lnTo>
                <a:lnTo>
                  <a:pt x="536725" y="0"/>
                </a:lnTo>
                <a:lnTo>
                  <a:pt x="590398" y="2516"/>
                </a:lnTo>
                <a:lnTo>
                  <a:pt x="644070" y="15053"/>
                </a:lnTo>
                <a:lnTo>
                  <a:pt x="697743" y="37611"/>
                </a:lnTo>
                <a:lnTo>
                  <a:pt x="751415" y="70189"/>
                </a:lnTo>
                <a:lnTo>
                  <a:pt x="805088" y="112788"/>
                </a:lnTo>
                <a:lnTo>
                  <a:pt x="858760" y="165407"/>
                </a:lnTo>
              </a:path>
            </a:pathLst>
          </a:custGeom>
          <a:noFill/>
          <a:ln w="4286">
            <a:solidFill>
              <a:srgbClr val="F9AD0B">
                <a:alpha val="9000"/>
              </a:srgbClr>
            </a:solidFill>
            <a:prstDash val="solid"/>
          </a:ln>
        </p:spPr>
      </p:sp>
      <p:sp>
        <p:nvSpPr>
          <p:cNvPr id="345" name="knowledge-edge">
            <a:extLst>
              <a:ext uri="{FF2B5EF4-FFF2-40B4-BE49-F238E27FC236}">
                <a16:creationId xmlns:a16="http://schemas.microsoft.com/office/drawing/2014/main" id="{4AE924BB-E8DB-4F10-9FCB-4611FEF25765}"/>
              </a:ext>
            </a:extLst>
          </p:cNvPr>
          <p:cNvSpPr>
            <a:spLocks noGrp="1"/>
          </p:cNvSpPr>
          <p:nvPr/>
        </p:nvSpPr>
        <p:spPr>
          <a:xfrm>
            <a:off x="9102720" y="5635840"/>
            <a:ext cx="373313" cy="208174"/>
          </a:xfrm>
          <a:custGeom>
            <a:avLst/>
            <a:gdLst/>
            <a:ahLst/>
            <a:cxnLst/>
            <a:rect l="0" t="0" r="0" b="0"/>
            <a:pathLst>
              <a:path w="373313" h="208174">
                <a:moveTo>
                  <a:pt x="0" y="208174"/>
                </a:moveTo>
                <a:lnTo>
                  <a:pt x="26665" y="174269"/>
                </a:lnTo>
                <a:lnTo>
                  <a:pt x="53330" y="143374"/>
                </a:lnTo>
                <a:lnTo>
                  <a:pt x="79996" y="115490"/>
                </a:lnTo>
                <a:lnTo>
                  <a:pt x="106661" y="90616"/>
                </a:lnTo>
                <a:lnTo>
                  <a:pt x="133326" y="68752"/>
                </a:lnTo>
                <a:lnTo>
                  <a:pt x="159991" y="49899"/>
                </a:lnTo>
                <a:lnTo>
                  <a:pt x="186656" y="34057"/>
                </a:lnTo>
                <a:lnTo>
                  <a:pt x="213322" y="21224"/>
                </a:lnTo>
                <a:lnTo>
                  <a:pt x="239987" y="11403"/>
                </a:lnTo>
                <a:lnTo>
                  <a:pt x="266652" y="4591"/>
                </a:lnTo>
                <a:lnTo>
                  <a:pt x="293317" y="790"/>
                </a:lnTo>
                <a:lnTo>
                  <a:pt x="319982" y="0"/>
                </a:lnTo>
                <a:lnTo>
                  <a:pt x="346647" y="2220"/>
                </a:lnTo>
                <a:lnTo>
                  <a:pt x="373313" y="745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46" name="knowledge-cross-edge">
            <a:extLst>
              <a:ext uri="{FF2B5EF4-FFF2-40B4-BE49-F238E27FC236}">
                <a16:creationId xmlns:a16="http://schemas.microsoft.com/office/drawing/2014/main" id="{4DF591C0-30A0-4FAB-B952-801AC03C7016}"/>
              </a:ext>
            </a:extLst>
          </p:cNvPr>
          <p:cNvSpPr>
            <a:spLocks noGrp="1"/>
          </p:cNvSpPr>
          <p:nvPr/>
        </p:nvSpPr>
        <p:spPr>
          <a:xfrm>
            <a:off x="9102720" y="5713700"/>
            <a:ext cx="242695" cy="130313"/>
          </a:xfrm>
          <a:custGeom>
            <a:avLst/>
            <a:gdLst/>
            <a:ahLst/>
            <a:cxnLst/>
            <a:rect l="0" t="0" r="0" b="0"/>
            <a:pathLst>
              <a:path w="242695" h="130313">
                <a:moveTo>
                  <a:pt x="0" y="130313"/>
                </a:moveTo>
                <a:lnTo>
                  <a:pt x="34777" y="102619"/>
                </a:lnTo>
                <a:lnTo>
                  <a:pt x="66907" y="78229"/>
                </a:lnTo>
                <a:lnTo>
                  <a:pt x="96392" y="57142"/>
                </a:lnTo>
                <a:lnTo>
                  <a:pt x="123232" y="39359"/>
                </a:lnTo>
                <a:lnTo>
                  <a:pt x="147425" y="24880"/>
                </a:lnTo>
                <a:lnTo>
                  <a:pt x="168972" y="13704"/>
                </a:lnTo>
                <a:lnTo>
                  <a:pt x="187874" y="5832"/>
                </a:lnTo>
                <a:lnTo>
                  <a:pt x="204130" y="1264"/>
                </a:lnTo>
                <a:lnTo>
                  <a:pt x="217740" y="0"/>
                </a:lnTo>
                <a:lnTo>
                  <a:pt x="228704" y="2039"/>
                </a:lnTo>
                <a:lnTo>
                  <a:pt x="237022" y="7383"/>
                </a:lnTo>
                <a:lnTo>
                  <a:pt x="242695" y="16030"/>
                </a:lnTo>
              </a:path>
            </a:pathLst>
          </a:custGeom>
          <a:noFill/>
          <a:ln w="5334">
            <a:solidFill>
              <a:srgbClr val="F9AD0B">
                <a:alpha val="13000"/>
              </a:srgbClr>
            </a:solidFill>
            <a:prstDash val="solid"/>
          </a:ln>
        </p:spPr>
      </p:sp>
      <p:sp>
        <p:nvSpPr>
          <p:cNvPr id="347" name="knowledge-long-edge">
            <a:extLst>
              <a:ext uri="{FF2B5EF4-FFF2-40B4-BE49-F238E27FC236}">
                <a16:creationId xmlns:a16="http://schemas.microsoft.com/office/drawing/2014/main" id="{085B18CD-2F15-4B11-B175-F1CB453CD0D6}"/>
              </a:ext>
            </a:extLst>
          </p:cNvPr>
          <p:cNvSpPr>
            <a:spLocks noGrp="1"/>
          </p:cNvSpPr>
          <p:nvPr/>
        </p:nvSpPr>
        <p:spPr>
          <a:xfrm>
            <a:off x="9102720" y="5158401"/>
            <a:ext cx="526181" cy="685613"/>
          </a:xfrm>
          <a:custGeom>
            <a:avLst/>
            <a:gdLst/>
            <a:ahLst/>
            <a:cxnLst/>
            <a:rect l="0" t="0" r="0" b="0"/>
            <a:pathLst>
              <a:path w="526181" h="685613">
                <a:moveTo>
                  <a:pt x="0" y="685613"/>
                </a:moveTo>
                <a:lnTo>
                  <a:pt x="32886" y="559204"/>
                </a:lnTo>
                <a:lnTo>
                  <a:pt x="65773" y="445650"/>
                </a:lnTo>
                <a:lnTo>
                  <a:pt x="98659" y="344951"/>
                </a:lnTo>
                <a:lnTo>
                  <a:pt x="131545" y="257107"/>
                </a:lnTo>
                <a:lnTo>
                  <a:pt x="164431" y="182118"/>
                </a:lnTo>
                <a:lnTo>
                  <a:pt x="197318" y="119984"/>
                </a:lnTo>
                <a:lnTo>
                  <a:pt x="230204" y="70705"/>
                </a:lnTo>
                <a:lnTo>
                  <a:pt x="263090" y="34282"/>
                </a:lnTo>
                <a:lnTo>
                  <a:pt x="295977" y="10713"/>
                </a:lnTo>
                <a:lnTo>
                  <a:pt x="328863" y="0"/>
                </a:lnTo>
                <a:lnTo>
                  <a:pt x="361749" y="2142"/>
                </a:lnTo>
                <a:lnTo>
                  <a:pt x="394636" y="17139"/>
                </a:lnTo>
                <a:lnTo>
                  <a:pt x="427522" y="44990"/>
                </a:lnTo>
                <a:lnTo>
                  <a:pt x="460408" y="85697"/>
                </a:lnTo>
                <a:lnTo>
                  <a:pt x="493294" y="139260"/>
                </a:lnTo>
                <a:lnTo>
                  <a:pt x="526181" y="205677"/>
                </a:lnTo>
              </a:path>
            </a:pathLst>
          </a:custGeom>
          <a:noFill/>
          <a:ln w="4286">
            <a:solidFill>
              <a:srgbClr val="F9AD0B">
                <a:alpha val="9000"/>
              </a:srgbClr>
            </a:solidFill>
            <a:prstDash val="solid"/>
          </a:ln>
        </p:spPr>
      </p:sp>
      <p:sp>
        <p:nvSpPr>
          <p:cNvPr id="348" name="knowledge-edge">
            <a:extLst>
              <a:ext uri="{FF2B5EF4-FFF2-40B4-BE49-F238E27FC236}">
                <a16:creationId xmlns:a16="http://schemas.microsoft.com/office/drawing/2014/main" id="{29B15FB5-562B-4ECA-8911-8DFA5053244E}"/>
              </a:ext>
            </a:extLst>
          </p:cNvPr>
          <p:cNvSpPr>
            <a:spLocks noGrp="1"/>
          </p:cNvSpPr>
          <p:nvPr/>
        </p:nvSpPr>
        <p:spPr>
          <a:xfrm>
            <a:off x="8854364" y="5729730"/>
            <a:ext cx="491051" cy="106014"/>
          </a:xfrm>
          <a:custGeom>
            <a:avLst/>
            <a:gdLst/>
            <a:ahLst/>
            <a:cxnLst/>
            <a:rect l="0" t="0" r="0" b="0"/>
            <a:pathLst>
              <a:path w="491051" h="106014">
                <a:moveTo>
                  <a:pt x="0" y="106014"/>
                </a:moveTo>
                <a:lnTo>
                  <a:pt x="35075" y="105461"/>
                </a:lnTo>
                <a:lnTo>
                  <a:pt x="70150" y="103828"/>
                </a:lnTo>
                <a:lnTo>
                  <a:pt x="105225" y="101115"/>
                </a:lnTo>
                <a:lnTo>
                  <a:pt x="140300" y="97322"/>
                </a:lnTo>
                <a:lnTo>
                  <a:pt x="175375" y="92450"/>
                </a:lnTo>
                <a:lnTo>
                  <a:pt x="210450" y="86497"/>
                </a:lnTo>
                <a:lnTo>
                  <a:pt x="245525" y="79464"/>
                </a:lnTo>
                <a:lnTo>
                  <a:pt x="280600" y="71352"/>
                </a:lnTo>
                <a:lnTo>
                  <a:pt x="315676" y="62160"/>
                </a:lnTo>
                <a:lnTo>
                  <a:pt x="350751" y="51888"/>
                </a:lnTo>
                <a:lnTo>
                  <a:pt x="385826" y="40536"/>
                </a:lnTo>
                <a:lnTo>
                  <a:pt x="420901" y="28104"/>
                </a:lnTo>
                <a:lnTo>
                  <a:pt x="455976" y="14592"/>
                </a:lnTo>
                <a:lnTo>
                  <a:pt x="491051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49" name="knowledge-cross-edge">
            <a:extLst>
              <a:ext uri="{FF2B5EF4-FFF2-40B4-BE49-F238E27FC236}">
                <a16:creationId xmlns:a16="http://schemas.microsoft.com/office/drawing/2014/main" id="{79D7A023-BECE-4114-8489-8CFA6C3F1231}"/>
              </a:ext>
            </a:extLst>
          </p:cNvPr>
          <p:cNvSpPr>
            <a:spLocks noGrp="1"/>
          </p:cNvSpPr>
          <p:nvPr/>
        </p:nvSpPr>
        <p:spPr>
          <a:xfrm>
            <a:off x="8854364" y="5809072"/>
            <a:ext cx="641986" cy="30920"/>
          </a:xfrm>
          <a:custGeom>
            <a:avLst/>
            <a:gdLst/>
            <a:ahLst/>
            <a:cxnLst/>
            <a:rect l="0" t="0" r="0" b="0"/>
            <a:pathLst>
              <a:path w="641986" h="30920">
                <a:moveTo>
                  <a:pt x="0" y="26672"/>
                </a:moveTo>
                <a:lnTo>
                  <a:pt x="68051" y="28897"/>
                </a:lnTo>
                <a:lnTo>
                  <a:pt x="133456" y="30312"/>
                </a:lnTo>
                <a:lnTo>
                  <a:pt x="196215" y="30920"/>
                </a:lnTo>
                <a:lnTo>
                  <a:pt x="256329" y="30719"/>
                </a:lnTo>
                <a:lnTo>
                  <a:pt x="313796" y="29709"/>
                </a:lnTo>
                <a:lnTo>
                  <a:pt x="368618" y="27890"/>
                </a:lnTo>
                <a:lnTo>
                  <a:pt x="420794" y="25263"/>
                </a:lnTo>
                <a:lnTo>
                  <a:pt x="470324" y="21828"/>
                </a:lnTo>
                <a:lnTo>
                  <a:pt x="517208" y="17584"/>
                </a:lnTo>
                <a:lnTo>
                  <a:pt x="561447" y="12531"/>
                </a:lnTo>
                <a:lnTo>
                  <a:pt x="603039" y="6670"/>
                </a:lnTo>
                <a:lnTo>
                  <a:pt x="641986" y="0"/>
                </a:lnTo>
              </a:path>
            </a:pathLst>
          </a:custGeom>
          <a:noFill/>
          <a:ln w="5334">
            <a:solidFill>
              <a:srgbClr val="F9AD0B">
                <a:alpha val="13000"/>
              </a:srgbClr>
            </a:solidFill>
            <a:prstDash val="solid"/>
          </a:ln>
        </p:spPr>
      </p:sp>
      <p:sp>
        <p:nvSpPr>
          <p:cNvPr id="350" name="knowledge-cross-edge">
            <a:extLst>
              <a:ext uri="{FF2B5EF4-FFF2-40B4-BE49-F238E27FC236}">
                <a16:creationId xmlns:a16="http://schemas.microsoft.com/office/drawing/2014/main" id="{C6AF6D3A-DE7F-417F-BD52-D314397F5DD0}"/>
              </a:ext>
            </a:extLst>
          </p:cNvPr>
          <p:cNvSpPr>
            <a:spLocks noGrp="1"/>
          </p:cNvSpPr>
          <p:nvPr/>
        </p:nvSpPr>
        <p:spPr>
          <a:xfrm>
            <a:off x="8854364" y="5643290"/>
            <a:ext cx="621669" cy="192454"/>
          </a:xfrm>
          <a:custGeom>
            <a:avLst/>
            <a:gdLst/>
            <a:ahLst/>
            <a:cxnLst/>
            <a:rect l="0" t="0" r="0" b="0"/>
            <a:pathLst>
              <a:path w="621669" h="192454">
                <a:moveTo>
                  <a:pt x="0" y="192454"/>
                </a:moveTo>
                <a:lnTo>
                  <a:pt x="37254" y="167667"/>
                </a:lnTo>
                <a:lnTo>
                  <a:pt x="77153" y="144471"/>
                </a:lnTo>
                <a:lnTo>
                  <a:pt x="119698" y="122866"/>
                </a:lnTo>
                <a:lnTo>
                  <a:pt x="164890" y="102851"/>
                </a:lnTo>
                <a:lnTo>
                  <a:pt x="212727" y="84427"/>
                </a:lnTo>
                <a:lnTo>
                  <a:pt x="263209" y="67594"/>
                </a:lnTo>
                <a:lnTo>
                  <a:pt x="316338" y="52352"/>
                </a:lnTo>
                <a:lnTo>
                  <a:pt x="372112" y="38700"/>
                </a:lnTo>
                <a:lnTo>
                  <a:pt x="430533" y="26639"/>
                </a:lnTo>
                <a:lnTo>
                  <a:pt x="491599" y="16168"/>
                </a:lnTo>
                <a:lnTo>
                  <a:pt x="555311" y="7289"/>
                </a:lnTo>
                <a:lnTo>
                  <a:pt x="621669" y="0"/>
                </a:lnTo>
              </a:path>
            </a:pathLst>
          </a:custGeom>
          <a:noFill/>
          <a:ln w="4953">
            <a:solidFill>
              <a:srgbClr val="F9AD0B">
                <a:alpha val="12000"/>
              </a:srgbClr>
            </a:solidFill>
            <a:prstDash val="solid"/>
          </a:ln>
        </p:spPr>
      </p:sp>
      <p:sp>
        <p:nvSpPr>
          <p:cNvPr id="351" name="knowledge-edge">
            <a:extLst>
              <a:ext uri="{FF2B5EF4-FFF2-40B4-BE49-F238E27FC236}">
                <a16:creationId xmlns:a16="http://schemas.microsoft.com/office/drawing/2014/main" id="{88212549-5166-4AFF-85AB-BCFE4F75CE0B}"/>
              </a:ext>
            </a:extLst>
          </p:cNvPr>
          <p:cNvSpPr>
            <a:spLocks noGrp="1"/>
          </p:cNvSpPr>
          <p:nvPr/>
        </p:nvSpPr>
        <p:spPr>
          <a:xfrm>
            <a:off x="8820039" y="5809072"/>
            <a:ext cx="676311" cy="162109"/>
          </a:xfrm>
          <a:custGeom>
            <a:avLst/>
            <a:gdLst/>
            <a:ahLst/>
            <a:cxnLst/>
            <a:rect l="0" t="0" r="0" b="0"/>
            <a:pathLst>
              <a:path w="676311" h="162109">
                <a:moveTo>
                  <a:pt x="0" y="162109"/>
                </a:moveTo>
                <a:lnTo>
                  <a:pt x="48308" y="151342"/>
                </a:lnTo>
                <a:lnTo>
                  <a:pt x="96616" y="140451"/>
                </a:lnTo>
                <a:lnTo>
                  <a:pt x="144924" y="129434"/>
                </a:lnTo>
                <a:lnTo>
                  <a:pt x="193232" y="118293"/>
                </a:lnTo>
                <a:lnTo>
                  <a:pt x="241540" y="107026"/>
                </a:lnTo>
                <a:lnTo>
                  <a:pt x="289848" y="95635"/>
                </a:lnTo>
                <a:lnTo>
                  <a:pt x="338155" y="84118"/>
                </a:lnTo>
                <a:lnTo>
                  <a:pt x="386463" y="72477"/>
                </a:lnTo>
                <a:lnTo>
                  <a:pt x="434771" y="60710"/>
                </a:lnTo>
                <a:lnTo>
                  <a:pt x="483079" y="48818"/>
                </a:lnTo>
                <a:lnTo>
                  <a:pt x="531387" y="36801"/>
                </a:lnTo>
                <a:lnTo>
                  <a:pt x="579695" y="24659"/>
                </a:lnTo>
                <a:lnTo>
                  <a:pt x="628003" y="12392"/>
                </a:lnTo>
                <a:lnTo>
                  <a:pt x="676311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52" name="knowledge-cross-edge">
            <a:extLst>
              <a:ext uri="{FF2B5EF4-FFF2-40B4-BE49-F238E27FC236}">
                <a16:creationId xmlns:a16="http://schemas.microsoft.com/office/drawing/2014/main" id="{B80D7965-C116-4B4F-90FB-05C058055613}"/>
              </a:ext>
            </a:extLst>
          </p:cNvPr>
          <p:cNvSpPr>
            <a:spLocks noGrp="1"/>
          </p:cNvSpPr>
          <p:nvPr/>
        </p:nvSpPr>
        <p:spPr>
          <a:xfrm>
            <a:off x="8820039" y="5933062"/>
            <a:ext cx="490711" cy="283543"/>
          </a:xfrm>
          <a:custGeom>
            <a:avLst/>
            <a:gdLst/>
            <a:ahLst/>
            <a:cxnLst/>
            <a:rect l="0" t="0" r="0" b="0"/>
            <a:pathLst>
              <a:path w="490711" h="283543">
                <a:moveTo>
                  <a:pt x="0" y="38119"/>
                </a:moveTo>
                <a:lnTo>
                  <a:pt x="55445" y="18044"/>
                </a:lnTo>
                <a:lnTo>
                  <a:pt x="108243" y="5338"/>
                </a:lnTo>
                <a:lnTo>
                  <a:pt x="158396" y="0"/>
                </a:lnTo>
                <a:lnTo>
                  <a:pt x="205904" y="2031"/>
                </a:lnTo>
                <a:lnTo>
                  <a:pt x="250765" y="11430"/>
                </a:lnTo>
                <a:lnTo>
                  <a:pt x="292980" y="28198"/>
                </a:lnTo>
                <a:lnTo>
                  <a:pt x="332550" y="52334"/>
                </a:lnTo>
                <a:lnTo>
                  <a:pt x="369474" y="83839"/>
                </a:lnTo>
                <a:lnTo>
                  <a:pt x="403752" y="122712"/>
                </a:lnTo>
                <a:lnTo>
                  <a:pt x="435384" y="168954"/>
                </a:lnTo>
                <a:lnTo>
                  <a:pt x="464370" y="222564"/>
                </a:lnTo>
                <a:lnTo>
                  <a:pt x="490711" y="283543"/>
                </a:lnTo>
              </a:path>
            </a:pathLst>
          </a:custGeom>
          <a:noFill/>
          <a:ln w="5334">
            <a:solidFill>
              <a:srgbClr val="F9AD0B">
                <a:alpha val="13000"/>
              </a:srgbClr>
            </a:solidFill>
            <a:prstDash val="solid"/>
          </a:ln>
        </p:spPr>
      </p:sp>
      <p:sp>
        <p:nvSpPr>
          <p:cNvPr id="353" name="knowledge-cross-edge">
            <a:extLst>
              <a:ext uri="{FF2B5EF4-FFF2-40B4-BE49-F238E27FC236}">
                <a16:creationId xmlns:a16="http://schemas.microsoft.com/office/drawing/2014/main" id="{D41A4771-5B07-49B2-9DA7-EE7AF0D6ACCA}"/>
              </a:ext>
            </a:extLst>
          </p:cNvPr>
          <p:cNvSpPr>
            <a:spLocks noGrp="1"/>
          </p:cNvSpPr>
          <p:nvPr/>
        </p:nvSpPr>
        <p:spPr>
          <a:xfrm>
            <a:off x="8820039" y="5729730"/>
            <a:ext cx="525376" cy="241451"/>
          </a:xfrm>
          <a:custGeom>
            <a:avLst/>
            <a:gdLst/>
            <a:ahLst/>
            <a:cxnLst/>
            <a:rect l="0" t="0" r="0" b="0"/>
            <a:pathLst>
              <a:path w="525376" h="241451">
                <a:moveTo>
                  <a:pt x="0" y="241451"/>
                </a:moveTo>
                <a:lnTo>
                  <a:pt x="29229" y="204704"/>
                </a:lnTo>
                <a:lnTo>
                  <a:pt x="61104" y="170980"/>
                </a:lnTo>
                <a:lnTo>
                  <a:pt x="95625" y="140279"/>
                </a:lnTo>
                <a:lnTo>
                  <a:pt x="132792" y="112601"/>
                </a:lnTo>
                <a:lnTo>
                  <a:pt x="172604" y="87946"/>
                </a:lnTo>
                <a:lnTo>
                  <a:pt x="215063" y="66314"/>
                </a:lnTo>
                <a:lnTo>
                  <a:pt x="260167" y="47705"/>
                </a:lnTo>
                <a:lnTo>
                  <a:pt x="307917" y="32118"/>
                </a:lnTo>
                <a:lnTo>
                  <a:pt x="358313" y="19554"/>
                </a:lnTo>
                <a:lnTo>
                  <a:pt x="411355" y="10013"/>
                </a:lnTo>
                <a:lnTo>
                  <a:pt x="467042" y="3495"/>
                </a:lnTo>
                <a:lnTo>
                  <a:pt x="525376" y="0"/>
                </a:lnTo>
              </a:path>
            </a:pathLst>
          </a:custGeom>
          <a:noFill/>
          <a:ln w="4953">
            <a:solidFill>
              <a:srgbClr val="F9AD0B">
                <a:alpha val="12000"/>
              </a:srgbClr>
            </a:solidFill>
            <a:prstDash val="solid"/>
          </a:ln>
        </p:spPr>
      </p:sp>
      <p:sp>
        <p:nvSpPr>
          <p:cNvPr id="354" name="knowledge-long-edge">
            <a:extLst>
              <a:ext uri="{FF2B5EF4-FFF2-40B4-BE49-F238E27FC236}">
                <a16:creationId xmlns:a16="http://schemas.microsoft.com/office/drawing/2014/main" id="{3A886DB7-92F3-421D-8725-B138EC29C3AC}"/>
              </a:ext>
            </a:extLst>
          </p:cNvPr>
          <p:cNvSpPr>
            <a:spLocks noGrp="1"/>
          </p:cNvSpPr>
          <p:nvPr/>
        </p:nvSpPr>
        <p:spPr>
          <a:xfrm>
            <a:off x="8820039" y="5702539"/>
            <a:ext cx="939808" cy="441162"/>
          </a:xfrm>
          <a:custGeom>
            <a:avLst/>
            <a:gdLst/>
            <a:ahLst/>
            <a:cxnLst/>
            <a:rect l="0" t="0" r="0" b="0"/>
            <a:pathLst>
              <a:path w="939808" h="441162">
                <a:moveTo>
                  <a:pt x="0" y="268642"/>
                </a:moveTo>
                <a:lnTo>
                  <a:pt x="58738" y="197491"/>
                </a:lnTo>
                <a:lnTo>
                  <a:pt x="117476" y="137265"/>
                </a:lnTo>
                <a:lnTo>
                  <a:pt x="176214" y="87963"/>
                </a:lnTo>
                <a:lnTo>
                  <a:pt x="234952" y="49586"/>
                </a:lnTo>
                <a:lnTo>
                  <a:pt x="293690" y="22133"/>
                </a:lnTo>
                <a:lnTo>
                  <a:pt x="352428" y="5604"/>
                </a:lnTo>
                <a:lnTo>
                  <a:pt x="411166" y="0"/>
                </a:lnTo>
                <a:lnTo>
                  <a:pt x="469904" y="5320"/>
                </a:lnTo>
                <a:lnTo>
                  <a:pt x="528642" y="21565"/>
                </a:lnTo>
                <a:lnTo>
                  <a:pt x="587380" y="48734"/>
                </a:lnTo>
                <a:lnTo>
                  <a:pt x="646118" y="86828"/>
                </a:lnTo>
                <a:lnTo>
                  <a:pt x="704856" y="135846"/>
                </a:lnTo>
                <a:lnTo>
                  <a:pt x="763594" y="195788"/>
                </a:lnTo>
                <a:lnTo>
                  <a:pt x="822332" y="266655"/>
                </a:lnTo>
                <a:lnTo>
                  <a:pt x="881070" y="348447"/>
                </a:lnTo>
                <a:lnTo>
                  <a:pt x="939808" y="441162"/>
                </a:lnTo>
              </a:path>
            </a:pathLst>
          </a:custGeom>
          <a:noFill/>
          <a:ln w="4286">
            <a:solidFill>
              <a:srgbClr val="F9AD0B">
                <a:alpha val="9000"/>
              </a:srgbClr>
            </a:solidFill>
            <a:prstDash val="solid"/>
          </a:ln>
        </p:spPr>
      </p:sp>
      <p:sp>
        <p:nvSpPr>
          <p:cNvPr id="355" name="knowledge-edge">
            <a:extLst>
              <a:ext uri="{FF2B5EF4-FFF2-40B4-BE49-F238E27FC236}">
                <a16:creationId xmlns:a16="http://schemas.microsoft.com/office/drawing/2014/main" id="{C6A6710C-1B04-4345-93C7-45B2A9F9B323}"/>
              </a:ext>
            </a:extLst>
          </p:cNvPr>
          <p:cNvSpPr>
            <a:spLocks noGrp="1"/>
          </p:cNvSpPr>
          <p:nvPr/>
        </p:nvSpPr>
        <p:spPr>
          <a:xfrm>
            <a:off x="8939878" y="6216605"/>
            <a:ext cx="370872" cy="89297"/>
          </a:xfrm>
          <a:custGeom>
            <a:avLst/>
            <a:gdLst/>
            <a:ahLst/>
            <a:cxnLst/>
            <a:rect l="0" t="0" r="0" b="0"/>
            <a:pathLst>
              <a:path w="370872" h="89297">
                <a:moveTo>
                  <a:pt x="0" y="55739"/>
                </a:moveTo>
                <a:lnTo>
                  <a:pt x="26491" y="67203"/>
                </a:lnTo>
                <a:lnTo>
                  <a:pt x="52982" y="76291"/>
                </a:lnTo>
                <a:lnTo>
                  <a:pt x="79473" y="83002"/>
                </a:lnTo>
                <a:lnTo>
                  <a:pt x="105963" y="87338"/>
                </a:lnTo>
                <a:lnTo>
                  <a:pt x="132454" y="89297"/>
                </a:lnTo>
                <a:lnTo>
                  <a:pt x="158945" y="88880"/>
                </a:lnTo>
                <a:lnTo>
                  <a:pt x="185436" y="86086"/>
                </a:lnTo>
                <a:lnTo>
                  <a:pt x="211927" y="80917"/>
                </a:lnTo>
                <a:lnTo>
                  <a:pt x="238418" y="73371"/>
                </a:lnTo>
                <a:lnTo>
                  <a:pt x="264909" y="63449"/>
                </a:lnTo>
                <a:lnTo>
                  <a:pt x="291400" y="51151"/>
                </a:lnTo>
                <a:lnTo>
                  <a:pt x="317890" y="36477"/>
                </a:lnTo>
                <a:lnTo>
                  <a:pt x="344381" y="19427"/>
                </a:lnTo>
                <a:lnTo>
                  <a:pt x="370872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56" name="knowledge-cross-edge">
            <a:extLst>
              <a:ext uri="{FF2B5EF4-FFF2-40B4-BE49-F238E27FC236}">
                <a16:creationId xmlns:a16="http://schemas.microsoft.com/office/drawing/2014/main" id="{0DC7CCEC-8C76-4F21-B30C-FBAA9918175C}"/>
              </a:ext>
            </a:extLst>
          </p:cNvPr>
          <p:cNvSpPr>
            <a:spLocks noGrp="1"/>
          </p:cNvSpPr>
          <p:nvPr/>
        </p:nvSpPr>
        <p:spPr>
          <a:xfrm>
            <a:off x="8939878" y="6245261"/>
            <a:ext cx="332554" cy="204301"/>
          </a:xfrm>
          <a:custGeom>
            <a:avLst/>
            <a:gdLst/>
            <a:ahLst/>
            <a:cxnLst/>
            <a:rect l="0" t="0" r="0" b="0"/>
            <a:pathLst>
              <a:path w="332554" h="204301">
                <a:moveTo>
                  <a:pt x="0" y="27082"/>
                </a:moveTo>
                <a:lnTo>
                  <a:pt x="42265" y="12767"/>
                </a:lnTo>
                <a:lnTo>
                  <a:pt x="81884" y="3739"/>
                </a:lnTo>
                <a:lnTo>
                  <a:pt x="118857" y="0"/>
                </a:lnTo>
                <a:lnTo>
                  <a:pt x="153185" y="1548"/>
                </a:lnTo>
                <a:lnTo>
                  <a:pt x="184866" y="8385"/>
                </a:lnTo>
                <a:lnTo>
                  <a:pt x="213902" y="20509"/>
                </a:lnTo>
                <a:lnTo>
                  <a:pt x="240292" y="37921"/>
                </a:lnTo>
                <a:lnTo>
                  <a:pt x="264036" y="60621"/>
                </a:lnTo>
                <a:lnTo>
                  <a:pt x="285134" y="88610"/>
                </a:lnTo>
                <a:lnTo>
                  <a:pt x="303586" y="121886"/>
                </a:lnTo>
                <a:lnTo>
                  <a:pt x="319393" y="160449"/>
                </a:lnTo>
                <a:lnTo>
                  <a:pt x="332554" y="204301"/>
                </a:lnTo>
              </a:path>
            </a:pathLst>
          </a:custGeom>
          <a:noFill/>
          <a:ln w="5334">
            <a:solidFill>
              <a:srgbClr val="F9AD0B">
                <a:alpha val="13000"/>
              </a:srgbClr>
            </a:solidFill>
            <a:prstDash val="solid"/>
          </a:ln>
        </p:spPr>
      </p:sp>
      <p:sp>
        <p:nvSpPr>
          <p:cNvPr id="357" name="knowledge-edge">
            <a:extLst>
              <a:ext uri="{FF2B5EF4-FFF2-40B4-BE49-F238E27FC236}">
                <a16:creationId xmlns:a16="http://schemas.microsoft.com/office/drawing/2014/main" id="{678746A3-7194-4407-85DA-41E933E28AAC}"/>
              </a:ext>
            </a:extLst>
          </p:cNvPr>
          <p:cNvSpPr>
            <a:spLocks noGrp="1"/>
          </p:cNvSpPr>
          <p:nvPr/>
        </p:nvSpPr>
        <p:spPr>
          <a:xfrm>
            <a:off x="8915465" y="6449563"/>
            <a:ext cx="356966" cy="84946"/>
          </a:xfrm>
          <a:custGeom>
            <a:avLst/>
            <a:gdLst/>
            <a:ahLst/>
            <a:cxnLst/>
            <a:rect l="0" t="0" r="0" b="0"/>
            <a:pathLst>
              <a:path w="356966" h="84946">
                <a:moveTo>
                  <a:pt x="0" y="84946"/>
                </a:moveTo>
                <a:lnTo>
                  <a:pt x="25498" y="76902"/>
                </a:lnTo>
                <a:lnTo>
                  <a:pt x="50995" y="69161"/>
                </a:lnTo>
                <a:lnTo>
                  <a:pt x="76493" y="61725"/>
                </a:lnTo>
                <a:lnTo>
                  <a:pt x="101990" y="54593"/>
                </a:lnTo>
                <a:lnTo>
                  <a:pt x="127488" y="47766"/>
                </a:lnTo>
                <a:lnTo>
                  <a:pt x="152985" y="41242"/>
                </a:lnTo>
                <a:lnTo>
                  <a:pt x="178483" y="35022"/>
                </a:lnTo>
                <a:lnTo>
                  <a:pt x="203980" y="29107"/>
                </a:lnTo>
                <a:lnTo>
                  <a:pt x="229478" y="23495"/>
                </a:lnTo>
                <a:lnTo>
                  <a:pt x="254976" y="18188"/>
                </a:lnTo>
                <a:lnTo>
                  <a:pt x="280473" y="13185"/>
                </a:lnTo>
                <a:lnTo>
                  <a:pt x="305971" y="8486"/>
                </a:lnTo>
                <a:lnTo>
                  <a:pt x="331468" y="4091"/>
                </a:lnTo>
                <a:lnTo>
                  <a:pt x="356966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58" name="knowledge-edge">
            <a:extLst>
              <a:ext uri="{FF2B5EF4-FFF2-40B4-BE49-F238E27FC236}">
                <a16:creationId xmlns:a16="http://schemas.microsoft.com/office/drawing/2014/main" id="{1E23DE2B-C1D6-4E19-908B-285A893BC777}"/>
              </a:ext>
            </a:extLst>
          </p:cNvPr>
          <p:cNvSpPr>
            <a:spLocks noGrp="1"/>
          </p:cNvSpPr>
          <p:nvPr/>
        </p:nvSpPr>
        <p:spPr>
          <a:xfrm>
            <a:off x="8825829" y="6740535"/>
            <a:ext cx="488368" cy="112058"/>
          </a:xfrm>
          <a:custGeom>
            <a:avLst/>
            <a:gdLst/>
            <a:ahLst/>
            <a:cxnLst/>
            <a:rect l="0" t="0" r="0" b="0"/>
            <a:pathLst>
              <a:path w="488368" h="112058">
                <a:moveTo>
                  <a:pt x="0" y="112058"/>
                </a:moveTo>
                <a:lnTo>
                  <a:pt x="34883" y="109981"/>
                </a:lnTo>
                <a:lnTo>
                  <a:pt x="69767" y="106992"/>
                </a:lnTo>
                <a:lnTo>
                  <a:pt x="104650" y="103092"/>
                </a:lnTo>
                <a:lnTo>
                  <a:pt x="139534" y="98279"/>
                </a:lnTo>
                <a:lnTo>
                  <a:pt x="174417" y="92554"/>
                </a:lnTo>
                <a:lnTo>
                  <a:pt x="209301" y="85918"/>
                </a:lnTo>
                <a:lnTo>
                  <a:pt x="244184" y="78370"/>
                </a:lnTo>
                <a:lnTo>
                  <a:pt x="279068" y="69910"/>
                </a:lnTo>
                <a:lnTo>
                  <a:pt x="313951" y="60538"/>
                </a:lnTo>
                <a:lnTo>
                  <a:pt x="348835" y="50254"/>
                </a:lnTo>
                <a:lnTo>
                  <a:pt x="383718" y="39058"/>
                </a:lnTo>
                <a:lnTo>
                  <a:pt x="418602" y="26951"/>
                </a:lnTo>
                <a:lnTo>
                  <a:pt x="453485" y="13931"/>
                </a:lnTo>
                <a:lnTo>
                  <a:pt x="488368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59" name="knowledge-edge">
            <a:extLst>
              <a:ext uri="{FF2B5EF4-FFF2-40B4-BE49-F238E27FC236}">
                <a16:creationId xmlns:a16="http://schemas.microsoft.com/office/drawing/2014/main" id="{C2FDD0AE-4D31-491C-BC03-659DD23ED2EB}"/>
              </a:ext>
            </a:extLst>
          </p:cNvPr>
          <p:cNvSpPr>
            <a:spLocks noGrp="1"/>
          </p:cNvSpPr>
          <p:nvPr/>
        </p:nvSpPr>
        <p:spPr>
          <a:xfrm>
            <a:off x="9524933" y="5364077"/>
            <a:ext cx="103967" cy="277221"/>
          </a:xfrm>
          <a:custGeom>
            <a:avLst/>
            <a:gdLst/>
            <a:ahLst/>
            <a:cxnLst/>
            <a:rect l="0" t="0" r="0" b="0"/>
            <a:pathLst>
              <a:path w="103967" h="277221">
                <a:moveTo>
                  <a:pt x="0" y="277221"/>
                </a:moveTo>
                <a:lnTo>
                  <a:pt x="7426" y="250480"/>
                </a:lnTo>
                <a:lnTo>
                  <a:pt x="14852" y="224806"/>
                </a:lnTo>
                <a:lnTo>
                  <a:pt x="22279" y="200200"/>
                </a:lnTo>
                <a:lnTo>
                  <a:pt x="29705" y="176662"/>
                </a:lnTo>
                <a:lnTo>
                  <a:pt x="37131" y="154192"/>
                </a:lnTo>
                <a:lnTo>
                  <a:pt x="44557" y="132789"/>
                </a:lnTo>
                <a:lnTo>
                  <a:pt x="51984" y="112453"/>
                </a:lnTo>
                <a:lnTo>
                  <a:pt x="59410" y="93186"/>
                </a:lnTo>
                <a:lnTo>
                  <a:pt x="66836" y="74986"/>
                </a:lnTo>
                <a:lnTo>
                  <a:pt x="74262" y="57853"/>
                </a:lnTo>
                <a:lnTo>
                  <a:pt x="81689" y="41789"/>
                </a:lnTo>
                <a:lnTo>
                  <a:pt x="89115" y="26791"/>
                </a:lnTo>
                <a:lnTo>
                  <a:pt x="96541" y="12862"/>
                </a:lnTo>
                <a:lnTo>
                  <a:pt x="103967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60" name="knowledge-edge">
            <a:extLst>
              <a:ext uri="{FF2B5EF4-FFF2-40B4-BE49-F238E27FC236}">
                <a16:creationId xmlns:a16="http://schemas.microsoft.com/office/drawing/2014/main" id="{F6A34AA9-6B33-488A-913B-56F0B9188228}"/>
              </a:ext>
            </a:extLst>
          </p:cNvPr>
          <p:cNvSpPr>
            <a:spLocks noGrp="1"/>
          </p:cNvSpPr>
          <p:nvPr/>
        </p:nvSpPr>
        <p:spPr>
          <a:xfrm>
            <a:off x="9476033" y="5411988"/>
            <a:ext cx="375690" cy="231302"/>
          </a:xfrm>
          <a:custGeom>
            <a:avLst/>
            <a:gdLst/>
            <a:ahLst/>
            <a:cxnLst/>
            <a:rect l="0" t="0" r="0" b="0"/>
            <a:pathLst>
              <a:path w="375690" h="231302">
                <a:moveTo>
                  <a:pt x="0" y="231302"/>
                </a:moveTo>
                <a:lnTo>
                  <a:pt x="26835" y="228583"/>
                </a:lnTo>
                <a:lnTo>
                  <a:pt x="53670" y="223741"/>
                </a:lnTo>
                <a:lnTo>
                  <a:pt x="80505" y="216775"/>
                </a:lnTo>
                <a:lnTo>
                  <a:pt x="107340" y="207685"/>
                </a:lnTo>
                <a:lnTo>
                  <a:pt x="134175" y="196472"/>
                </a:lnTo>
                <a:lnTo>
                  <a:pt x="161010" y="183136"/>
                </a:lnTo>
                <a:lnTo>
                  <a:pt x="187845" y="167676"/>
                </a:lnTo>
                <a:lnTo>
                  <a:pt x="214680" y="150093"/>
                </a:lnTo>
                <a:lnTo>
                  <a:pt x="241515" y="130386"/>
                </a:lnTo>
                <a:lnTo>
                  <a:pt x="268350" y="108556"/>
                </a:lnTo>
                <a:lnTo>
                  <a:pt x="295185" y="84602"/>
                </a:lnTo>
                <a:lnTo>
                  <a:pt x="322020" y="58525"/>
                </a:lnTo>
                <a:lnTo>
                  <a:pt x="348855" y="30324"/>
                </a:lnTo>
                <a:lnTo>
                  <a:pt x="375690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61" name="knowledge-cross-edge">
            <a:extLst>
              <a:ext uri="{FF2B5EF4-FFF2-40B4-BE49-F238E27FC236}">
                <a16:creationId xmlns:a16="http://schemas.microsoft.com/office/drawing/2014/main" id="{E8342A8B-D213-4B69-A622-E272AC88FA88}"/>
              </a:ext>
            </a:extLst>
          </p:cNvPr>
          <p:cNvSpPr>
            <a:spLocks noGrp="1"/>
          </p:cNvSpPr>
          <p:nvPr/>
        </p:nvSpPr>
        <p:spPr>
          <a:xfrm>
            <a:off x="9474219" y="5326410"/>
            <a:ext cx="154681" cy="316880"/>
          </a:xfrm>
          <a:custGeom>
            <a:avLst/>
            <a:gdLst/>
            <a:ahLst/>
            <a:cxnLst/>
            <a:rect l="0" t="0" r="0" b="0"/>
            <a:pathLst>
              <a:path w="154681" h="316880">
                <a:moveTo>
                  <a:pt x="1813" y="316880"/>
                </a:moveTo>
                <a:lnTo>
                  <a:pt x="0" y="249828"/>
                </a:lnTo>
                <a:lnTo>
                  <a:pt x="833" y="190737"/>
                </a:lnTo>
                <a:lnTo>
                  <a:pt x="4311" y="139606"/>
                </a:lnTo>
                <a:lnTo>
                  <a:pt x="10436" y="96437"/>
                </a:lnTo>
                <a:lnTo>
                  <a:pt x="19206" y="61228"/>
                </a:lnTo>
                <a:lnTo>
                  <a:pt x="30622" y="33980"/>
                </a:lnTo>
                <a:lnTo>
                  <a:pt x="44684" y="14692"/>
                </a:lnTo>
                <a:lnTo>
                  <a:pt x="61392" y="3366"/>
                </a:lnTo>
                <a:lnTo>
                  <a:pt x="80745" y="0"/>
                </a:lnTo>
                <a:lnTo>
                  <a:pt x="102745" y="4595"/>
                </a:lnTo>
                <a:lnTo>
                  <a:pt x="127390" y="17151"/>
                </a:lnTo>
                <a:lnTo>
                  <a:pt x="154681" y="37667"/>
                </a:lnTo>
              </a:path>
            </a:pathLst>
          </a:custGeom>
          <a:noFill/>
          <a:ln w="4953">
            <a:solidFill>
              <a:srgbClr val="FBBC05">
                <a:alpha val="12000"/>
              </a:srgbClr>
            </a:solidFill>
            <a:prstDash val="solid"/>
          </a:ln>
        </p:spPr>
      </p:sp>
      <p:sp>
        <p:nvSpPr>
          <p:cNvPr id="362" name="knowledge-long-edge">
            <a:extLst>
              <a:ext uri="{FF2B5EF4-FFF2-40B4-BE49-F238E27FC236}">
                <a16:creationId xmlns:a16="http://schemas.microsoft.com/office/drawing/2014/main" id="{3EEE76E6-A953-4301-98B0-F6C3ED33E482}"/>
              </a:ext>
            </a:extLst>
          </p:cNvPr>
          <p:cNvSpPr>
            <a:spLocks noGrp="1"/>
          </p:cNvSpPr>
          <p:nvPr/>
        </p:nvSpPr>
        <p:spPr>
          <a:xfrm>
            <a:off x="9476033" y="5138365"/>
            <a:ext cx="592835" cy="504925"/>
          </a:xfrm>
          <a:custGeom>
            <a:avLst/>
            <a:gdLst/>
            <a:ahLst/>
            <a:cxnLst/>
            <a:rect l="0" t="0" r="0" b="0"/>
            <a:pathLst>
              <a:path w="592835" h="504925">
                <a:moveTo>
                  <a:pt x="0" y="504925"/>
                </a:moveTo>
                <a:lnTo>
                  <a:pt x="37052" y="410770"/>
                </a:lnTo>
                <a:lnTo>
                  <a:pt x="74104" y="326318"/>
                </a:lnTo>
                <a:lnTo>
                  <a:pt x="111157" y="251568"/>
                </a:lnTo>
                <a:lnTo>
                  <a:pt x="148209" y="186521"/>
                </a:lnTo>
                <a:lnTo>
                  <a:pt x="185261" y="131177"/>
                </a:lnTo>
                <a:lnTo>
                  <a:pt x="222313" y="85536"/>
                </a:lnTo>
                <a:lnTo>
                  <a:pt x="259365" y="49598"/>
                </a:lnTo>
                <a:lnTo>
                  <a:pt x="296418" y="23363"/>
                </a:lnTo>
                <a:lnTo>
                  <a:pt x="333470" y="6830"/>
                </a:lnTo>
                <a:lnTo>
                  <a:pt x="370522" y="0"/>
                </a:lnTo>
                <a:lnTo>
                  <a:pt x="407574" y="2873"/>
                </a:lnTo>
                <a:lnTo>
                  <a:pt x="444627" y="15449"/>
                </a:lnTo>
                <a:lnTo>
                  <a:pt x="481679" y="37727"/>
                </a:lnTo>
                <a:lnTo>
                  <a:pt x="518731" y="69708"/>
                </a:lnTo>
                <a:lnTo>
                  <a:pt x="555783" y="111392"/>
                </a:lnTo>
                <a:lnTo>
                  <a:pt x="592835" y="162779"/>
                </a:lnTo>
              </a:path>
            </a:pathLst>
          </a:custGeom>
          <a:noFill/>
          <a:ln w="4286">
            <a:solidFill>
              <a:srgbClr val="FBBC05">
                <a:alpha val="9000"/>
              </a:srgbClr>
            </a:solidFill>
            <a:prstDash val="solid"/>
          </a:ln>
        </p:spPr>
      </p:sp>
      <p:sp>
        <p:nvSpPr>
          <p:cNvPr id="363" name="knowledge-edge">
            <a:extLst>
              <a:ext uri="{FF2B5EF4-FFF2-40B4-BE49-F238E27FC236}">
                <a16:creationId xmlns:a16="http://schemas.microsoft.com/office/drawing/2014/main" id="{BB437945-BAF6-4AA3-9007-BC139928E975}"/>
              </a:ext>
            </a:extLst>
          </p:cNvPr>
          <p:cNvSpPr>
            <a:spLocks noGrp="1"/>
          </p:cNvSpPr>
          <p:nvPr/>
        </p:nvSpPr>
        <p:spPr>
          <a:xfrm>
            <a:off x="9345415" y="5533456"/>
            <a:ext cx="460397" cy="196274"/>
          </a:xfrm>
          <a:custGeom>
            <a:avLst/>
            <a:gdLst/>
            <a:ahLst/>
            <a:cxnLst/>
            <a:rect l="0" t="0" r="0" b="0"/>
            <a:pathLst>
              <a:path w="460397" h="196274">
                <a:moveTo>
                  <a:pt x="0" y="196274"/>
                </a:moveTo>
                <a:lnTo>
                  <a:pt x="32886" y="164409"/>
                </a:lnTo>
                <a:lnTo>
                  <a:pt x="65771" y="135364"/>
                </a:lnTo>
                <a:lnTo>
                  <a:pt x="98657" y="109138"/>
                </a:lnTo>
                <a:lnTo>
                  <a:pt x="131542" y="85732"/>
                </a:lnTo>
                <a:lnTo>
                  <a:pt x="164428" y="65146"/>
                </a:lnTo>
                <a:lnTo>
                  <a:pt x="197313" y="47380"/>
                </a:lnTo>
                <a:lnTo>
                  <a:pt x="230199" y="32434"/>
                </a:lnTo>
                <a:lnTo>
                  <a:pt x="263084" y="20307"/>
                </a:lnTo>
                <a:lnTo>
                  <a:pt x="295970" y="11001"/>
                </a:lnTo>
                <a:lnTo>
                  <a:pt x="328855" y="4514"/>
                </a:lnTo>
                <a:lnTo>
                  <a:pt x="361741" y="847"/>
                </a:lnTo>
                <a:lnTo>
                  <a:pt x="394626" y="0"/>
                </a:lnTo>
                <a:lnTo>
                  <a:pt x="427512" y="1973"/>
                </a:lnTo>
                <a:lnTo>
                  <a:pt x="460397" y="6765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64" name="knowledge-cross-edge">
            <a:extLst>
              <a:ext uri="{FF2B5EF4-FFF2-40B4-BE49-F238E27FC236}">
                <a16:creationId xmlns:a16="http://schemas.microsoft.com/office/drawing/2014/main" id="{4414FEBB-73BC-4925-80CE-5C5ED1E40486}"/>
              </a:ext>
            </a:extLst>
          </p:cNvPr>
          <p:cNvSpPr>
            <a:spLocks noGrp="1"/>
          </p:cNvSpPr>
          <p:nvPr/>
        </p:nvSpPr>
        <p:spPr>
          <a:xfrm>
            <a:off x="9345415" y="5409973"/>
            <a:ext cx="506308" cy="319757"/>
          </a:xfrm>
          <a:custGeom>
            <a:avLst/>
            <a:gdLst/>
            <a:ahLst/>
            <a:cxnLst/>
            <a:rect l="0" t="0" r="0" b="0"/>
            <a:pathLst>
              <a:path w="506308" h="319757">
                <a:moveTo>
                  <a:pt x="0" y="319757"/>
                </a:moveTo>
                <a:lnTo>
                  <a:pt x="27640" y="264785"/>
                </a:lnTo>
                <a:lnTo>
                  <a:pt x="57926" y="214993"/>
                </a:lnTo>
                <a:lnTo>
                  <a:pt x="90858" y="170382"/>
                </a:lnTo>
                <a:lnTo>
                  <a:pt x="126436" y="130952"/>
                </a:lnTo>
                <a:lnTo>
                  <a:pt x="164660" y="96702"/>
                </a:lnTo>
                <a:lnTo>
                  <a:pt x="205529" y="67633"/>
                </a:lnTo>
                <a:lnTo>
                  <a:pt x="249044" y="43745"/>
                </a:lnTo>
                <a:lnTo>
                  <a:pt x="295205" y="25038"/>
                </a:lnTo>
                <a:lnTo>
                  <a:pt x="344012" y="11511"/>
                </a:lnTo>
                <a:lnTo>
                  <a:pt x="395465" y="3165"/>
                </a:lnTo>
                <a:lnTo>
                  <a:pt x="449563" y="0"/>
                </a:lnTo>
                <a:lnTo>
                  <a:pt x="506308" y="2016"/>
                </a:lnTo>
              </a:path>
            </a:pathLst>
          </a:custGeom>
          <a:noFill/>
          <a:ln w="4953">
            <a:solidFill>
              <a:srgbClr val="FBBC05">
                <a:alpha val="12000"/>
              </a:srgbClr>
            </a:solidFill>
            <a:prstDash val="solid"/>
          </a:ln>
        </p:spPr>
      </p:sp>
      <p:sp>
        <p:nvSpPr>
          <p:cNvPr id="365" name="knowledge-edge">
            <a:extLst>
              <a:ext uri="{FF2B5EF4-FFF2-40B4-BE49-F238E27FC236}">
                <a16:creationId xmlns:a16="http://schemas.microsoft.com/office/drawing/2014/main" id="{321C889A-A9FC-41AB-B9AC-7D64384F5761}"/>
              </a:ext>
            </a:extLst>
          </p:cNvPr>
          <p:cNvSpPr>
            <a:spLocks noGrp="1"/>
          </p:cNvSpPr>
          <p:nvPr/>
        </p:nvSpPr>
        <p:spPr>
          <a:xfrm>
            <a:off x="9496350" y="5809072"/>
            <a:ext cx="433968" cy="66631"/>
          </a:xfrm>
          <a:custGeom>
            <a:avLst/>
            <a:gdLst/>
            <a:ahLst/>
            <a:cxnLst/>
            <a:rect l="0" t="0" r="0" b="0"/>
            <a:pathLst>
              <a:path w="433968" h="66631">
                <a:moveTo>
                  <a:pt x="0" y="0"/>
                </a:moveTo>
                <a:lnTo>
                  <a:pt x="30998" y="14730"/>
                </a:lnTo>
                <a:lnTo>
                  <a:pt x="61995" y="27629"/>
                </a:lnTo>
                <a:lnTo>
                  <a:pt x="92993" y="38696"/>
                </a:lnTo>
                <a:lnTo>
                  <a:pt x="123991" y="47931"/>
                </a:lnTo>
                <a:lnTo>
                  <a:pt x="154988" y="55334"/>
                </a:lnTo>
                <a:lnTo>
                  <a:pt x="185986" y="60906"/>
                </a:lnTo>
                <a:lnTo>
                  <a:pt x="216984" y="64646"/>
                </a:lnTo>
                <a:lnTo>
                  <a:pt x="247981" y="66554"/>
                </a:lnTo>
                <a:lnTo>
                  <a:pt x="278979" y="66631"/>
                </a:lnTo>
                <a:lnTo>
                  <a:pt x="309977" y="64876"/>
                </a:lnTo>
                <a:lnTo>
                  <a:pt x="340975" y="61289"/>
                </a:lnTo>
                <a:lnTo>
                  <a:pt x="371972" y="55871"/>
                </a:lnTo>
                <a:lnTo>
                  <a:pt x="402970" y="48621"/>
                </a:lnTo>
                <a:lnTo>
                  <a:pt x="433968" y="39539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66" name="knowledge-cross-edge">
            <a:extLst>
              <a:ext uri="{FF2B5EF4-FFF2-40B4-BE49-F238E27FC236}">
                <a16:creationId xmlns:a16="http://schemas.microsoft.com/office/drawing/2014/main" id="{B2B711BF-FB9F-4221-83B2-BBA5AC03ED38}"/>
              </a:ext>
            </a:extLst>
          </p:cNvPr>
          <p:cNvSpPr>
            <a:spLocks noGrp="1"/>
          </p:cNvSpPr>
          <p:nvPr/>
        </p:nvSpPr>
        <p:spPr>
          <a:xfrm>
            <a:off x="9496350" y="5803249"/>
            <a:ext cx="263497" cy="340452"/>
          </a:xfrm>
          <a:custGeom>
            <a:avLst/>
            <a:gdLst/>
            <a:ahLst/>
            <a:cxnLst/>
            <a:rect l="0" t="0" r="0" b="0"/>
            <a:pathLst>
              <a:path w="263497" h="340452">
                <a:moveTo>
                  <a:pt x="0" y="5823"/>
                </a:moveTo>
                <a:lnTo>
                  <a:pt x="36510" y="0"/>
                </a:lnTo>
                <a:lnTo>
                  <a:pt x="70375" y="306"/>
                </a:lnTo>
                <a:lnTo>
                  <a:pt x="101593" y="6740"/>
                </a:lnTo>
                <a:lnTo>
                  <a:pt x="130166" y="19304"/>
                </a:lnTo>
                <a:lnTo>
                  <a:pt x="156093" y="37996"/>
                </a:lnTo>
                <a:lnTo>
                  <a:pt x="179374" y="62817"/>
                </a:lnTo>
                <a:lnTo>
                  <a:pt x="200009" y="93768"/>
                </a:lnTo>
                <a:lnTo>
                  <a:pt x="217998" y="130847"/>
                </a:lnTo>
                <a:lnTo>
                  <a:pt x="233342" y="174055"/>
                </a:lnTo>
                <a:lnTo>
                  <a:pt x="246039" y="223391"/>
                </a:lnTo>
                <a:lnTo>
                  <a:pt x="256091" y="278857"/>
                </a:lnTo>
                <a:lnTo>
                  <a:pt x="263497" y="340452"/>
                </a:lnTo>
              </a:path>
            </a:pathLst>
          </a:custGeom>
          <a:noFill/>
          <a:ln w="5334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367" name="knowledge-edge">
            <a:extLst>
              <a:ext uri="{FF2B5EF4-FFF2-40B4-BE49-F238E27FC236}">
                <a16:creationId xmlns:a16="http://schemas.microsoft.com/office/drawing/2014/main" id="{4ACD4A58-EEDF-4AD0-A87C-8214C4037265}"/>
              </a:ext>
            </a:extLst>
          </p:cNvPr>
          <p:cNvSpPr>
            <a:spLocks noGrp="1"/>
          </p:cNvSpPr>
          <p:nvPr/>
        </p:nvSpPr>
        <p:spPr>
          <a:xfrm>
            <a:off x="9310750" y="6116631"/>
            <a:ext cx="449098" cy="99973"/>
          </a:xfrm>
          <a:custGeom>
            <a:avLst/>
            <a:gdLst/>
            <a:ahLst/>
            <a:cxnLst/>
            <a:rect l="0" t="0" r="0" b="0"/>
            <a:pathLst>
              <a:path w="449098" h="99973">
                <a:moveTo>
                  <a:pt x="0" y="99973"/>
                </a:moveTo>
                <a:lnTo>
                  <a:pt x="32078" y="79424"/>
                </a:lnTo>
                <a:lnTo>
                  <a:pt x="64157" y="61235"/>
                </a:lnTo>
                <a:lnTo>
                  <a:pt x="96235" y="45406"/>
                </a:lnTo>
                <a:lnTo>
                  <a:pt x="128314" y="31938"/>
                </a:lnTo>
                <a:lnTo>
                  <a:pt x="160392" y="20830"/>
                </a:lnTo>
                <a:lnTo>
                  <a:pt x="192470" y="12082"/>
                </a:lnTo>
                <a:lnTo>
                  <a:pt x="224549" y="5694"/>
                </a:lnTo>
                <a:lnTo>
                  <a:pt x="256627" y="1667"/>
                </a:lnTo>
                <a:lnTo>
                  <a:pt x="288706" y="0"/>
                </a:lnTo>
                <a:lnTo>
                  <a:pt x="320784" y="693"/>
                </a:lnTo>
                <a:lnTo>
                  <a:pt x="352863" y="3747"/>
                </a:lnTo>
                <a:lnTo>
                  <a:pt x="384941" y="9161"/>
                </a:lnTo>
                <a:lnTo>
                  <a:pt x="417019" y="16935"/>
                </a:lnTo>
                <a:lnTo>
                  <a:pt x="449098" y="2707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68" name="knowledge-cross-edge">
            <a:extLst>
              <a:ext uri="{FF2B5EF4-FFF2-40B4-BE49-F238E27FC236}">
                <a16:creationId xmlns:a16="http://schemas.microsoft.com/office/drawing/2014/main" id="{F07694E0-1A27-4697-823A-D5B68A517D00}"/>
              </a:ext>
            </a:extLst>
          </p:cNvPr>
          <p:cNvSpPr>
            <a:spLocks noGrp="1"/>
          </p:cNvSpPr>
          <p:nvPr/>
        </p:nvSpPr>
        <p:spPr>
          <a:xfrm>
            <a:off x="9310750" y="6216605"/>
            <a:ext cx="371317" cy="286711"/>
          </a:xfrm>
          <a:custGeom>
            <a:avLst/>
            <a:gdLst/>
            <a:ahLst/>
            <a:cxnLst/>
            <a:rect l="0" t="0" r="0" b="0"/>
            <a:pathLst>
              <a:path w="371317" h="286711">
                <a:moveTo>
                  <a:pt x="0" y="0"/>
                </a:moveTo>
                <a:lnTo>
                  <a:pt x="45495" y="2148"/>
                </a:lnTo>
                <a:lnTo>
                  <a:pt x="88344" y="8250"/>
                </a:lnTo>
                <a:lnTo>
                  <a:pt x="128548" y="18305"/>
                </a:lnTo>
                <a:lnTo>
                  <a:pt x="166106" y="32314"/>
                </a:lnTo>
                <a:lnTo>
                  <a:pt x="201017" y="50276"/>
                </a:lnTo>
                <a:lnTo>
                  <a:pt x="233283" y="72192"/>
                </a:lnTo>
                <a:lnTo>
                  <a:pt x="262903" y="98061"/>
                </a:lnTo>
                <a:lnTo>
                  <a:pt x="289878" y="127884"/>
                </a:lnTo>
                <a:lnTo>
                  <a:pt x="314206" y="161660"/>
                </a:lnTo>
                <a:lnTo>
                  <a:pt x="335889" y="199390"/>
                </a:lnTo>
                <a:lnTo>
                  <a:pt x="354926" y="241074"/>
                </a:lnTo>
                <a:lnTo>
                  <a:pt x="371317" y="286711"/>
                </a:lnTo>
              </a:path>
            </a:pathLst>
          </a:custGeom>
          <a:noFill/>
          <a:ln w="5334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369" name="knowledge-edge">
            <a:extLst>
              <a:ext uri="{FF2B5EF4-FFF2-40B4-BE49-F238E27FC236}">
                <a16:creationId xmlns:a16="http://schemas.microsoft.com/office/drawing/2014/main" id="{25DBCD30-38CC-4976-86E0-8E773D694AEA}"/>
              </a:ext>
            </a:extLst>
          </p:cNvPr>
          <p:cNvSpPr>
            <a:spLocks noGrp="1"/>
          </p:cNvSpPr>
          <p:nvPr/>
        </p:nvSpPr>
        <p:spPr>
          <a:xfrm>
            <a:off x="9272431" y="6446425"/>
            <a:ext cx="409635" cy="56890"/>
          </a:xfrm>
          <a:custGeom>
            <a:avLst/>
            <a:gdLst/>
            <a:ahLst/>
            <a:cxnLst/>
            <a:rect l="0" t="0" r="0" b="0"/>
            <a:pathLst>
              <a:path w="409635" h="56890">
                <a:moveTo>
                  <a:pt x="0" y="3137"/>
                </a:moveTo>
                <a:lnTo>
                  <a:pt x="29260" y="1203"/>
                </a:lnTo>
                <a:lnTo>
                  <a:pt x="58519" y="158"/>
                </a:lnTo>
                <a:lnTo>
                  <a:pt x="87779" y="0"/>
                </a:lnTo>
                <a:lnTo>
                  <a:pt x="117039" y="731"/>
                </a:lnTo>
                <a:lnTo>
                  <a:pt x="146298" y="2350"/>
                </a:lnTo>
                <a:lnTo>
                  <a:pt x="175558" y="4857"/>
                </a:lnTo>
                <a:lnTo>
                  <a:pt x="204818" y="8252"/>
                </a:lnTo>
                <a:lnTo>
                  <a:pt x="234077" y="12536"/>
                </a:lnTo>
                <a:lnTo>
                  <a:pt x="263337" y="17708"/>
                </a:lnTo>
                <a:lnTo>
                  <a:pt x="292597" y="23768"/>
                </a:lnTo>
                <a:lnTo>
                  <a:pt x="321856" y="30716"/>
                </a:lnTo>
                <a:lnTo>
                  <a:pt x="351116" y="38552"/>
                </a:lnTo>
                <a:lnTo>
                  <a:pt x="380375" y="47277"/>
                </a:lnTo>
                <a:lnTo>
                  <a:pt x="409635" y="5689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70" name="knowledge-cross-edge">
            <a:extLst>
              <a:ext uri="{FF2B5EF4-FFF2-40B4-BE49-F238E27FC236}">
                <a16:creationId xmlns:a16="http://schemas.microsoft.com/office/drawing/2014/main" id="{1B696C0C-895F-48A2-BAEB-DC99B5810652}"/>
              </a:ext>
            </a:extLst>
          </p:cNvPr>
          <p:cNvSpPr>
            <a:spLocks noGrp="1"/>
          </p:cNvSpPr>
          <p:nvPr/>
        </p:nvSpPr>
        <p:spPr>
          <a:xfrm>
            <a:off x="9272431" y="6449563"/>
            <a:ext cx="427530" cy="100666"/>
          </a:xfrm>
          <a:custGeom>
            <a:avLst/>
            <a:gdLst/>
            <a:ahLst/>
            <a:cxnLst/>
            <a:rect l="0" t="0" r="0" b="0"/>
            <a:pathLst>
              <a:path w="427530" h="100666">
                <a:moveTo>
                  <a:pt x="0" y="0"/>
                </a:moveTo>
                <a:lnTo>
                  <a:pt x="50180" y="10214"/>
                </a:lnTo>
                <a:lnTo>
                  <a:pt x="97713" y="20096"/>
                </a:lnTo>
                <a:lnTo>
                  <a:pt x="142601" y="29647"/>
                </a:lnTo>
                <a:lnTo>
                  <a:pt x="184843" y="38865"/>
                </a:lnTo>
                <a:lnTo>
                  <a:pt x="224440" y="47752"/>
                </a:lnTo>
                <a:lnTo>
                  <a:pt x="261390" y="56307"/>
                </a:lnTo>
                <a:lnTo>
                  <a:pt x="295695" y="64530"/>
                </a:lnTo>
                <a:lnTo>
                  <a:pt x="327353" y="72421"/>
                </a:lnTo>
                <a:lnTo>
                  <a:pt x="356366" y="79980"/>
                </a:lnTo>
                <a:lnTo>
                  <a:pt x="382733" y="87207"/>
                </a:lnTo>
                <a:lnTo>
                  <a:pt x="406455" y="94103"/>
                </a:lnTo>
                <a:lnTo>
                  <a:pt x="427530" y="100666"/>
                </a:lnTo>
              </a:path>
            </a:pathLst>
          </a:custGeom>
          <a:noFill/>
          <a:ln w="5334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371" name="knowledge-cross-edge">
            <a:extLst>
              <a:ext uri="{FF2B5EF4-FFF2-40B4-BE49-F238E27FC236}">
                <a16:creationId xmlns:a16="http://schemas.microsoft.com/office/drawing/2014/main" id="{516439C3-079D-4156-83A8-D583986CA6DC}"/>
              </a:ext>
            </a:extLst>
          </p:cNvPr>
          <p:cNvSpPr>
            <a:spLocks noGrp="1"/>
          </p:cNvSpPr>
          <p:nvPr/>
        </p:nvSpPr>
        <p:spPr>
          <a:xfrm>
            <a:off x="9272431" y="6143701"/>
            <a:ext cx="487416" cy="305862"/>
          </a:xfrm>
          <a:custGeom>
            <a:avLst/>
            <a:gdLst/>
            <a:ahLst/>
            <a:cxnLst/>
            <a:rect l="0" t="0" r="0" b="0"/>
            <a:pathLst>
              <a:path w="487416" h="305862">
                <a:moveTo>
                  <a:pt x="0" y="305862"/>
                </a:moveTo>
                <a:lnTo>
                  <a:pt x="26066" y="264502"/>
                </a:lnTo>
                <a:lnTo>
                  <a:pt x="54778" y="226028"/>
                </a:lnTo>
                <a:lnTo>
                  <a:pt x="86135" y="190440"/>
                </a:lnTo>
                <a:lnTo>
                  <a:pt x="120139" y="157738"/>
                </a:lnTo>
                <a:lnTo>
                  <a:pt x="156788" y="127921"/>
                </a:lnTo>
                <a:lnTo>
                  <a:pt x="196083" y="100989"/>
                </a:lnTo>
                <a:lnTo>
                  <a:pt x="238024" y="76944"/>
                </a:lnTo>
                <a:lnTo>
                  <a:pt x="282611" y="55784"/>
                </a:lnTo>
                <a:lnTo>
                  <a:pt x="329843" y="37509"/>
                </a:lnTo>
                <a:lnTo>
                  <a:pt x="379722" y="22121"/>
                </a:lnTo>
                <a:lnTo>
                  <a:pt x="432246" y="9617"/>
                </a:lnTo>
                <a:lnTo>
                  <a:pt x="487416" y="0"/>
                </a:lnTo>
              </a:path>
            </a:pathLst>
          </a:custGeom>
          <a:noFill/>
          <a:ln w="4953">
            <a:solidFill>
              <a:srgbClr val="FBBC05">
                <a:alpha val="12000"/>
              </a:srgbClr>
            </a:solidFill>
            <a:prstDash val="solid"/>
          </a:ln>
        </p:spPr>
      </p:sp>
      <p:sp>
        <p:nvSpPr>
          <p:cNvPr id="372" name="knowledge-edge">
            <a:extLst>
              <a:ext uri="{FF2B5EF4-FFF2-40B4-BE49-F238E27FC236}">
                <a16:creationId xmlns:a16="http://schemas.microsoft.com/office/drawing/2014/main" id="{9A26BFF5-9E62-47C3-A5B8-F405BDDEA004}"/>
              </a:ext>
            </a:extLst>
          </p:cNvPr>
          <p:cNvSpPr>
            <a:spLocks noGrp="1"/>
          </p:cNvSpPr>
          <p:nvPr/>
        </p:nvSpPr>
        <p:spPr>
          <a:xfrm>
            <a:off x="9314198" y="6550229"/>
            <a:ext cx="385763" cy="190306"/>
          </a:xfrm>
          <a:custGeom>
            <a:avLst/>
            <a:gdLst/>
            <a:ahLst/>
            <a:cxnLst/>
            <a:rect l="0" t="0" r="0" b="0"/>
            <a:pathLst>
              <a:path w="385763" h="190306">
                <a:moveTo>
                  <a:pt x="0" y="190306"/>
                </a:moveTo>
                <a:lnTo>
                  <a:pt x="27555" y="183754"/>
                </a:lnTo>
                <a:lnTo>
                  <a:pt x="55109" y="176119"/>
                </a:lnTo>
                <a:lnTo>
                  <a:pt x="82664" y="167400"/>
                </a:lnTo>
                <a:lnTo>
                  <a:pt x="110218" y="157599"/>
                </a:lnTo>
                <a:lnTo>
                  <a:pt x="137773" y="146714"/>
                </a:lnTo>
                <a:lnTo>
                  <a:pt x="165327" y="134745"/>
                </a:lnTo>
                <a:lnTo>
                  <a:pt x="192882" y="121694"/>
                </a:lnTo>
                <a:lnTo>
                  <a:pt x="220436" y="107559"/>
                </a:lnTo>
                <a:lnTo>
                  <a:pt x="247991" y="92341"/>
                </a:lnTo>
                <a:lnTo>
                  <a:pt x="275545" y="76039"/>
                </a:lnTo>
                <a:lnTo>
                  <a:pt x="303100" y="58654"/>
                </a:lnTo>
                <a:lnTo>
                  <a:pt x="330654" y="40186"/>
                </a:lnTo>
                <a:lnTo>
                  <a:pt x="358209" y="20635"/>
                </a:lnTo>
                <a:lnTo>
                  <a:pt x="385763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73" name="knowledge-edge">
            <a:extLst>
              <a:ext uri="{FF2B5EF4-FFF2-40B4-BE49-F238E27FC236}">
                <a16:creationId xmlns:a16="http://schemas.microsoft.com/office/drawing/2014/main" id="{F3E09B4E-EC1B-4265-9110-859B829AD952}"/>
              </a:ext>
            </a:extLst>
          </p:cNvPr>
          <p:cNvSpPr>
            <a:spLocks noGrp="1"/>
          </p:cNvSpPr>
          <p:nvPr/>
        </p:nvSpPr>
        <p:spPr>
          <a:xfrm>
            <a:off x="9628901" y="5181559"/>
            <a:ext cx="485772" cy="182518"/>
          </a:xfrm>
          <a:custGeom>
            <a:avLst/>
            <a:gdLst/>
            <a:ahLst/>
            <a:cxnLst/>
            <a:rect l="0" t="0" r="0" b="0"/>
            <a:pathLst>
              <a:path w="485772" h="182518">
                <a:moveTo>
                  <a:pt x="0" y="182518"/>
                </a:moveTo>
                <a:lnTo>
                  <a:pt x="34698" y="151904"/>
                </a:lnTo>
                <a:lnTo>
                  <a:pt x="69396" y="124095"/>
                </a:lnTo>
                <a:lnTo>
                  <a:pt x="104094" y="99089"/>
                </a:lnTo>
                <a:lnTo>
                  <a:pt x="138792" y="76888"/>
                </a:lnTo>
                <a:lnTo>
                  <a:pt x="173490" y="57491"/>
                </a:lnTo>
                <a:lnTo>
                  <a:pt x="208188" y="40899"/>
                </a:lnTo>
                <a:lnTo>
                  <a:pt x="242886" y="27110"/>
                </a:lnTo>
                <a:lnTo>
                  <a:pt x="277584" y="16126"/>
                </a:lnTo>
                <a:lnTo>
                  <a:pt x="312282" y="7947"/>
                </a:lnTo>
                <a:lnTo>
                  <a:pt x="346980" y="2571"/>
                </a:lnTo>
                <a:lnTo>
                  <a:pt x="381678" y="0"/>
                </a:lnTo>
                <a:lnTo>
                  <a:pt x="416376" y="233"/>
                </a:lnTo>
                <a:lnTo>
                  <a:pt x="451074" y="3271"/>
                </a:lnTo>
                <a:lnTo>
                  <a:pt x="485772" y="9112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74" name="knowledge-cross-edge">
            <a:extLst>
              <a:ext uri="{FF2B5EF4-FFF2-40B4-BE49-F238E27FC236}">
                <a16:creationId xmlns:a16="http://schemas.microsoft.com/office/drawing/2014/main" id="{EB7F8903-EB6B-49C8-842C-7E98917579BC}"/>
              </a:ext>
            </a:extLst>
          </p:cNvPr>
          <p:cNvSpPr>
            <a:spLocks noGrp="1"/>
          </p:cNvSpPr>
          <p:nvPr/>
        </p:nvSpPr>
        <p:spPr>
          <a:xfrm>
            <a:off x="9628901" y="5272893"/>
            <a:ext cx="683250" cy="91184"/>
          </a:xfrm>
          <a:custGeom>
            <a:avLst/>
            <a:gdLst/>
            <a:ahLst/>
            <a:cxnLst/>
            <a:rect l="0" t="0" r="0" b="0"/>
            <a:pathLst>
              <a:path w="683250" h="91184">
                <a:moveTo>
                  <a:pt x="0" y="91184"/>
                </a:moveTo>
                <a:lnTo>
                  <a:pt x="71490" y="76726"/>
                </a:lnTo>
                <a:lnTo>
                  <a:pt x="140333" y="63516"/>
                </a:lnTo>
                <a:lnTo>
                  <a:pt x="206531" y="51552"/>
                </a:lnTo>
                <a:lnTo>
                  <a:pt x="270083" y="40836"/>
                </a:lnTo>
                <a:lnTo>
                  <a:pt x="330989" y="31367"/>
                </a:lnTo>
                <a:lnTo>
                  <a:pt x="389250" y="23145"/>
                </a:lnTo>
                <a:lnTo>
                  <a:pt x="444864" y="16169"/>
                </a:lnTo>
                <a:lnTo>
                  <a:pt x="497833" y="10441"/>
                </a:lnTo>
                <a:lnTo>
                  <a:pt x="548156" y="5960"/>
                </a:lnTo>
                <a:lnTo>
                  <a:pt x="595833" y="2727"/>
                </a:lnTo>
                <a:lnTo>
                  <a:pt x="640864" y="740"/>
                </a:lnTo>
                <a:lnTo>
                  <a:pt x="683250" y="0"/>
                </a:lnTo>
              </a:path>
            </a:pathLst>
          </a:custGeom>
          <a:noFill/>
          <a:ln w="5334">
            <a:solidFill>
              <a:srgbClr val="E2BA0F">
                <a:alpha val="13000"/>
              </a:srgbClr>
            </a:solidFill>
            <a:prstDash val="solid"/>
          </a:ln>
        </p:spPr>
      </p:sp>
      <p:sp>
        <p:nvSpPr>
          <p:cNvPr id="375" name="knowledge-long-edge">
            <a:extLst>
              <a:ext uri="{FF2B5EF4-FFF2-40B4-BE49-F238E27FC236}">
                <a16:creationId xmlns:a16="http://schemas.microsoft.com/office/drawing/2014/main" id="{6C90B957-698E-4B5B-8E97-08A35DD34721}"/>
              </a:ext>
            </a:extLst>
          </p:cNvPr>
          <p:cNvSpPr>
            <a:spLocks noGrp="1"/>
          </p:cNvSpPr>
          <p:nvPr/>
        </p:nvSpPr>
        <p:spPr>
          <a:xfrm>
            <a:off x="9628901" y="4859258"/>
            <a:ext cx="883722" cy="504819"/>
          </a:xfrm>
          <a:custGeom>
            <a:avLst/>
            <a:gdLst/>
            <a:ahLst/>
            <a:cxnLst/>
            <a:rect l="0" t="0" r="0" b="0"/>
            <a:pathLst>
              <a:path w="883722" h="504819">
                <a:moveTo>
                  <a:pt x="0" y="504819"/>
                </a:moveTo>
                <a:lnTo>
                  <a:pt x="55233" y="411340"/>
                </a:lnTo>
                <a:lnTo>
                  <a:pt x="110465" y="327416"/>
                </a:lnTo>
                <a:lnTo>
                  <a:pt x="165698" y="253047"/>
                </a:lnTo>
                <a:lnTo>
                  <a:pt x="220930" y="188232"/>
                </a:lnTo>
                <a:lnTo>
                  <a:pt x="276163" y="132973"/>
                </a:lnTo>
                <a:lnTo>
                  <a:pt x="331396" y="87268"/>
                </a:lnTo>
                <a:lnTo>
                  <a:pt x="386628" y="51119"/>
                </a:lnTo>
                <a:lnTo>
                  <a:pt x="441861" y="24524"/>
                </a:lnTo>
                <a:lnTo>
                  <a:pt x="497093" y="7485"/>
                </a:lnTo>
                <a:lnTo>
                  <a:pt x="552326" y="0"/>
                </a:lnTo>
                <a:lnTo>
                  <a:pt x="607559" y="2070"/>
                </a:lnTo>
                <a:lnTo>
                  <a:pt x="662791" y="13695"/>
                </a:lnTo>
                <a:lnTo>
                  <a:pt x="718024" y="34876"/>
                </a:lnTo>
                <a:lnTo>
                  <a:pt x="773256" y="65611"/>
                </a:lnTo>
                <a:lnTo>
                  <a:pt x="828489" y="105901"/>
                </a:lnTo>
                <a:lnTo>
                  <a:pt x="883722" y="155746"/>
                </a:lnTo>
              </a:path>
            </a:pathLst>
          </a:custGeom>
          <a:noFill/>
          <a:ln w="4286">
            <a:solidFill>
              <a:srgbClr val="E2BA0F">
                <a:alpha val="9000"/>
              </a:srgbClr>
            </a:solidFill>
            <a:prstDash val="solid"/>
          </a:ln>
        </p:spPr>
      </p:sp>
      <p:sp>
        <p:nvSpPr>
          <p:cNvPr id="376" name="knowledge-edge">
            <a:extLst>
              <a:ext uri="{FF2B5EF4-FFF2-40B4-BE49-F238E27FC236}">
                <a16:creationId xmlns:a16="http://schemas.microsoft.com/office/drawing/2014/main" id="{A8A7E270-F1BF-4943-A0BD-2D0CA3F59201}"/>
              </a:ext>
            </a:extLst>
          </p:cNvPr>
          <p:cNvSpPr>
            <a:spLocks noGrp="1"/>
          </p:cNvSpPr>
          <p:nvPr/>
        </p:nvSpPr>
        <p:spPr>
          <a:xfrm>
            <a:off x="9851723" y="5271421"/>
            <a:ext cx="460428" cy="140567"/>
          </a:xfrm>
          <a:custGeom>
            <a:avLst/>
            <a:gdLst/>
            <a:ahLst/>
            <a:cxnLst/>
            <a:rect l="0" t="0" r="0" b="0"/>
            <a:pathLst>
              <a:path w="460428" h="140567">
                <a:moveTo>
                  <a:pt x="0" y="140567"/>
                </a:moveTo>
                <a:lnTo>
                  <a:pt x="32888" y="119224"/>
                </a:lnTo>
                <a:lnTo>
                  <a:pt x="65775" y="99636"/>
                </a:lnTo>
                <a:lnTo>
                  <a:pt x="98663" y="81803"/>
                </a:lnTo>
                <a:lnTo>
                  <a:pt x="131551" y="65725"/>
                </a:lnTo>
                <a:lnTo>
                  <a:pt x="164438" y="51402"/>
                </a:lnTo>
                <a:lnTo>
                  <a:pt x="197326" y="38834"/>
                </a:lnTo>
                <a:lnTo>
                  <a:pt x="230214" y="28021"/>
                </a:lnTo>
                <a:lnTo>
                  <a:pt x="263102" y="18963"/>
                </a:lnTo>
                <a:lnTo>
                  <a:pt x="295989" y="11661"/>
                </a:lnTo>
                <a:lnTo>
                  <a:pt x="328877" y="6113"/>
                </a:lnTo>
                <a:lnTo>
                  <a:pt x="361765" y="2320"/>
                </a:lnTo>
                <a:lnTo>
                  <a:pt x="394652" y="283"/>
                </a:lnTo>
                <a:lnTo>
                  <a:pt x="427540" y="0"/>
                </a:lnTo>
                <a:lnTo>
                  <a:pt x="460428" y="1472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77" name="knowledge-edge">
            <a:extLst>
              <a:ext uri="{FF2B5EF4-FFF2-40B4-BE49-F238E27FC236}">
                <a16:creationId xmlns:a16="http://schemas.microsoft.com/office/drawing/2014/main" id="{1797B379-742C-4FF1-A975-D5B123DFE47C}"/>
              </a:ext>
            </a:extLst>
          </p:cNvPr>
          <p:cNvSpPr>
            <a:spLocks noGrp="1"/>
          </p:cNvSpPr>
          <p:nvPr/>
        </p:nvSpPr>
        <p:spPr>
          <a:xfrm>
            <a:off x="9805812" y="5301145"/>
            <a:ext cx="263056" cy="239076"/>
          </a:xfrm>
          <a:custGeom>
            <a:avLst/>
            <a:gdLst/>
            <a:ahLst/>
            <a:cxnLst/>
            <a:rect l="0" t="0" r="0" b="0"/>
            <a:pathLst>
              <a:path w="263056" h="239076">
                <a:moveTo>
                  <a:pt x="0" y="239076"/>
                </a:moveTo>
                <a:lnTo>
                  <a:pt x="18790" y="215017"/>
                </a:lnTo>
                <a:lnTo>
                  <a:pt x="37579" y="192031"/>
                </a:lnTo>
                <a:lnTo>
                  <a:pt x="56369" y="170120"/>
                </a:lnTo>
                <a:lnTo>
                  <a:pt x="75159" y="149283"/>
                </a:lnTo>
                <a:lnTo>
                  <a:pt x="93949" y="129521"/>
                </a:lnTo>
                <a:lnTo>
                  <a:pt x="112738" y="110832"/>
                </a:lnTo>
                <a:lnTo>
                  <a:pt x="131528" y="93218"/>
                </a:lnTo>
                <a:lnTo>
                  <a:pt x="150318" y="76679"/>
                </a:lnTo>
                <a:lnTo>
                  <a:pt x="169108" y="61213"/>
                </a:lnTo>
                <a:lnTo>
                  <a:pt x="187897" y="46822"/>
                </a:lnTo>
                <a:lnTo>
                  <a:pt x="206687" y="33505"/>
                </a:lnTo>
                <a:lnTo>
                  <a:pt x="225477" y="21262"/>
                </a:lnTo>
                <a:lnTo>
                  <a:pt x="244266" y="10094"/>
                </a:lnTo>
                <a:lnTo>
                  <a:pt x="263056" y="0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78" name="knowledge-cross-edge">
            <a:extLst>
              <a:ext uri="{FF2B5EF4-FFF2-40B4-BE49-F238E27FC236}">
                <a16:creationId xmlns:a16="http://schemas.microsoft.com/office/drawing/2014/main" id="{1F250AA0-8CD1-4EDE-B234-9088DDD6236B}"/>
              </a:ext>
            </a:extLst>
          </p:cNvPr>
          <p:cNvSpPr>
            <a:spLocks noGrp="1"/>
          </p:cNvSpPr>
          <p:nvPr/>
        </p:nvSpPr>
        <p:spPr>
          <a:xfrm>
            <a:off x="9805812" y="5539324"/>
            <a:ext cx="273236" cy="174660"/>
          </a:xfrm>
          <a:custGeom>
            <a:avLst/>
            <a:gdLst/>
            <a:ahLst/>
            <a:cxnLst/>
            <a:rect l="0" t="0" r="0" b="0"/>
            <a:pathLst>
              <a:path w="273236" h="174660">
                <a:moveTo>
                  <a:pt x="0" y="897"/>
                </a:moveTo>
                <a:lnTo>
                  <a:pt x="37322" y="0"/>
                </a:lnTo>
                <a:lnTo>
                  <a:pt x="71998" y="1898"/>
                </a:lnTo>
                <a:lnTo>
                  <a:pt x="104028" y="6593"/>
                </a:lnTo>
                <a:lnTo>
                  <a:pt x="133412" y="14083"/>
                </a:lnTo>
                <a:lnTo>
                  <a:pt x="160150" y="24370"/>
                </a:lnTo>
                <a:lnTo>
                  <a:pt x="184243" y="37452"/>
                </a:lnTo>
                <a:lnTo>
                  <a:pt x="205690" y="53330"/>
                </a:lnTo>
                <a:lnTo>
                  <a:pt x="224491" y="72004"/>
                </a:lnTo>
                <a:lnTo>
                  <a:pt x="240646" y="93474"/>
                </a:lnTo>
                <a:lnTo>
                  <a:pt x="254155" y="117740"/>
                </a:lnTo>
                <a:lnTo>
                  <a:pt x="265018" y="144802"/>
                </a:lnTo>
                <a:lnTo>
                  <a:pt x="273236" y="174660"/>
                </a:lnTo>
              </a:path>
            </a:pathLst>
          </a:custGeom>
          <a:noFill/>
          <a:ln w="5334">
            <a:solidFill>
              <a:srgbClr val="E2BA0F">
                <a:alpha val="13000"/>
              </a:srgbClr>
            </a:solidFill>
            <a:prstDash val="solid"/>
          </a:ln>
        </p:spPr>
      </p:sp>
      <p:sp>
        <p:nvSpPr>
          <p:cNvPr id="379" name="knowledge-cross-edge">
            <a:extLst>
              <a:ext uri="{FF2B5EF4-FFF2-40B4-BE49-F238E27FC236}">
                <a16:creationId xmlns:a16="http://schemas.microsoft.com/office/drawing/2014/main" id="{DDD48902-88DA-4D34-A928-1C215FCBCE01}"/>
              </a:ext>
            </a:extLst>
          </p:cNvPr>
          <p:cNvSpPr>
            <a:spLocks noGrp="1"/>
          </p:cNvSpPr>
          <p:nvPr/>
        </p:nvSpPr>
        <p:spPr>
          <a:xfrm>
            <a:off x="9805812" y="5272893"/>
            <a:ext cx="506338" cy="267328"/>
          </a:xfrm>
          <a:custGeom>
            <a:avLst/>
            <a:gdLst/>
            <a:ahLst/>
            <a:cxnLst/>
            <a:rect l="0" t="0" r="0" b="0"/>
            <a:pathLst>
              <a:path w="506338" h="267328">
                <a:moveTo>
                  <a:pt x="0" y="267328"/>
                </a:moveTo>
                <a:lnTo>
                  <a:pt x="27643" y="230672"/>
                </a:lnTo>
                <a:lnTo>
                  <a:pt x="57931" y="196630"/>
                </a:lnTo>
                <a:lnTo>
                  <a:pt x="90866" y="165203"/>
                </a:lnTo>
                <a:lnTo>
                  <a:pt x="126446" y="136390"/>
                </a:lnTo>
                <a:lnTo>
                  <a:pt x="164672" y="110191"/>
                </a:lnTo>
                <a:lnTo>
                  <a:pt x="205544" y="86607"/>
                </a:lnTo>
                <a:lnTo>
                  <a:pt x="249062" y="65636"/>
                </a:lnTo>
                <a:lnTo>
                  <a:pt x="295226" y="47280"/>
                </a:lnTo>
                <a:lnTo>
                  <a:pt x="344035" y="31539"/>
                </a:lnTo>
                <a:lnTo>
                  <a:pt x="395490" y="18412"/>
                </a:lnTo>
                <a:lnTo>
                  <a:pt x="449591" y="7899"/>
                </a:lnTo>
                <a:lnTo>
                  <a:pt x="506338" y="0"/>
                </a:lnTo>
              </a:path>
            </a:pathLst>
          </a:custGeom>
          <a:noFill/>
          <a:ln w="4953">
            <a:solidFill>
              <a:srgbClr val="E2BA0F">
                <a:alpha val="12000"/>
              </a:srgbClr>
            </a:solidFill>
            <a:prstDash val="solid"/>
          </a:ln>
        </p:spPr>
      </p:sp>
      <p:sp>
        <p:nvSpPr>
          <p:cNvPr id="380" name="knowledge-edge">
            <a:extLst>
              <a:ext uri="{FF2B5EF4-FFF2-40B4-BE49-F238E27FC236}">
                <a16:creationId xmlns:a16="http://schemas.microsoft.com/office/drawing/2014/main" id="{B46710D2-C0FB-4FB5-98F6-50B264A96E4C}"/>
              </a:ext>
            </a:extLst>
          </p:cNvPr>
          <p:cNvSpPr>
            <a:spLocks noGrp="1"/>
          </p:cNvSpPr>
          <p:nvPr/>
        </p:nvSpPr>
        <p:spPr>
          <a:xfrm>
            <a:off x="9930318" y="5713984"/>
            <a:ext cx="148730" cy="134627"/>
          </a:xfrm>
          <a:custGeom>
            <a:avLst/>
            <a:gdLst/>
            <a:ahLst/>
            <a:cxnLst/>
            <a:rect l="0" t="0" r="0" b="0"/>
            <a:pathLst>
              <a:path w="148730" h="134627">
                <a:moveTo>
                  <a:pt x="0" y="134627"/>
                </a:moveTo>
                <a:lnTo>
                  <a:pt x="10624" y="129869"/>
                </a:lnTo>
                <a:lnTo>
                  <a:pt x="21247" y="124363"/>
                </a:lnTo>
                <a:lnTo>
                  <a:pt x="31871" y="118110"/>
                </a:lnTo>
                <a:lnTo>
                  <a:pt x="42494" y="111110"/>
                </a:lnTo>
                <a:lnTo>
                  <a:pt x="53118" y="103362"/>
                </a:lnTo>
                <a:lnTo>
                  <a:pt x="63741" y="94867"/>
                </a:lnTo>
                <a:lnTo>
                  <a:pt x="74365" y="85625"/>
                </a:lnTo>
                <a:lnTo>
                  <a:pt x="84989" y="75635"/>
                </a:lnTo>
                <a:lnTo>
                  <a:pt x="95612" y="64897"/>
                </a:lnTo>
                <a:lnTo>
                  <a:pt x="106236" y="53413"/>
                </a:lnTo>
                <a:lnTo>
                  <a:pt x="116859" y="41181"/>
                </a:lnTo>
                <a:lnTo>
                  <a:pt x="127483" y="28201"/>
                </a:lnTo>
                <a:lnTo>
                  <a:pt x="138106" y="14474"/>
                </a:lnTo>
                <a:lnTo>
                  <a:pt x="148730" y="0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81" name="knowledge-cross-edge">
            <a:extLst>
              <a:ext uri="{FF2B5EF4-FFF2-40B4-BE49-F238E27FC236}">
                <a16:creationId xmlns:a16="http://schemas.microsoft.com/office/drawing/2014/main" id="{24C29BEC-D0D8-4C63-A6DE-5E389913D5A0}"/>
              </a:ext>
            </a:extLst>
          </p:cNvPr>
          <p:cNvSpPr>
            <a:spLocks noGrp="1"/>
          </p:cNvSpPr>
          <p:nvPr/>
        </p:nvSpPr>
        <p:spPr>
          <a:xfrm>
            <a:off x="9926951" y="5301145"/>
            <a:ext cx="141917" cy="547466"/>
          </a:xfrm>
          <a:custGeom>
            <a:avLst/>
            <a:gdLst/>
            <a:ahLst/>
            <a:cxnLst/>
            <a:rect l="0" t="0" r="0" b="0"/>
            <a:pathLst>
              <a:path w="141917" h="547466">
                <a:moveTo>
                  <a:pt x="3367" y="547466"/>
                </a:moveTo>
                <a:lnTo>
                  <a:pt x="360" y="456986"/>
                </a:lnTo>
                <a:lnTo>
                  <a:pt x="0" y="374661"/>
                </a:lnTo>
                <a:lnTo>
                  <a:pt x="2285" y="300492"/>
                </a:lnTo>
                <a:lnTo>
                  <a:pt x="7217" y="234480"/>
                </a:lnTo>
                <a:lnTo>
                  <a:pt x="14794" y="176623"/>
                </a:lnTo>
                <a:lnTo>
                  <a:pt x="25017" y="126923"/>
                </a:lnTo>
                <a:lnTo>
                  <a:pt x="37886" y="85379"/>
                </a:lnTo>
                <a:lnTo>
                  <a:pt x="53400" y="51991"/>
                </a:lnTo>
                <a:lnTo>
                  <a:pt x="71561" y="26759"/>
                </a:lnTo>
                <a:lnTo>
                  <a:pt x="92367" y="9683"/>
                </a:lnTo>
                <a:lnTo>
                  <a:pt x="115819" y="764"/>
                </a:lnTo>
                <a:lnTo>
                  <a:pt x="141917" y="0"/>
                </a:lnTo>
              </a:path>
            </a:pathLst>
          </a:custGeom>
          <a:noFill/>
          <a:ln w="4953">
            <a:solidFill>
              <a:srgbClr val="E2BA0F">
                <a:alpha val="12000"/>
              </a:srgbClr>
            </a:solidFill>
            <a:prstDash val="solid"/>
          </a:ln>
        </p:spPr>
      </p:sp>
      <p:sp>
        <p:nvSpPr>
          <p:cNvPr id="382" name="knowledge-edge">
            <a:extLst>
              <a:ext uri="{FF2B5EF4-FFF2-40B4-BE49-F238E27FC236}">
                <a16:creationId xmlns:a16="http://schemas.microsoft.com/office/drawing/2014/main" id="{920A2B98-807A-4370-96CA-8C542E2F12B0}"/>
              </a:ext>
            </a:extLst>
          </p:cNvPr>
          <p:cNvSpPr>
            <a:spLocks noGrp="1"/>
          </p:cNvSpPr>
          <p:nvPr/>
        </p:nvSpPr>
        <p:spPr>
          <a:xfrm>
            <a:off x="9759847" y="5972881"/>
            <a:ext cx="486663" cy="170820"/>
          </a:xfrm>
          <a:custGeom>
            <a:avLst/>
            <a:gdLst/>
            <a:ahLst/>
            <a:cxnLst/>
            <a:rect l="0" t="0" r="0" b="0"/>
            <a:pathLst>
              <a:path w="486663" h="170820">
                <a:moveTo>
                  <a:pt x="0" y="170820"/>
                </a:moveTo>
                <a:lnTo>
                  <a:pt x="34762" y="154341"/>
                </a:lnTo>
                <a:lnTo>
                  <a:pt x="69523" y="138519"/>
                </a:lnTo>
                <a:lnTo>
                  <a:pt x="104285" y="123356"/>
                </a:lnTo>
                <a:lnTo>
                  <a:pt x="139047" y="108851"/>
                </a:lnTo>
                <a:lnTo>
                  <a:pt x="173808" y="95004"/>
                </a:lnTo>
                <a:lnTo>
                  <a:pt x="208570" y="81815"/>
                </a:lnTo>
                <a:lnTo>
                  <a:pt x="243332" y="69284"/>
                </a:lnTo>
                <a:lnTo>
                  <a:pt x="278093" y="57412"/>
                </a:lnTo>
                <a:lnTo>
                  <a:pt x="312855" y="46198"/>
                </a:lnTo>
                <a:lnTo>
                  <a:pt x="347616" y="35642"/>
                </a:lnTo>
                <a:lnTo>
                  <a:pt x="382378" y="25744"/>
                </a:lnTo>
                <a:lnTo>
                  <a:pt x="417140" y="16504"/>
                </a:lnTo>
                <a:lnTo>
                  <a:pt x="451901" y="7923"/>
                </a:lnTo>
                <a:lnTo>
                  <a:pt x="486663" y="0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83" name="knowledge-edge">
            <a:extLst>
              <a:ext uri="{FF2B5EF4-FFF2-40B4-BE49-F238E27FC236}">
                <a16:creationId xmlns:a16="http://schemas.microsoft.com/office/drawing/2014/main" id="{6E164290-14D5-48E7-A274-00BECC54B387}"/>
              </a:ext>
            </a:extLst>
          </p:cNvPr>
          <p:cNvSpPr>
            <a:spLocks noGrp="1"/>
          </p:cNvSpPr>
          <p:nvPr/>
        </p:nvSpPr>
        <p:spPr>
          <a:xfrm>
            <a:off x="9682066" y="6212877"/>
            <a:ext cx="371081" cy="290438"/>
          </a:xfrm>
          <a:custGeom>
            <a:avLst/>
            <a:gdLst/>
            <a:ahLst/>
            <a:cxnLst/>
            <a:rect l="0" t="0" r="0" b="0"/>
            <a:pathLst>
              <a:path w="371081" h="290438">
                <a:moveTo>
                  <a:pt x="0" y="290438"/>
                </a:moveTo>
                <a:lnTo>
                  <a:pt x="26506" y="249874"/>
                </a:lnTo>
                <a:lnTo>
                  <a:pt x="53012" y="212359"/>
                </a:lnTo>
                <a:lnTo>
                  <a:pt x="79517" y="177892"/>
                </a:lnTo>
                <a:lnTo>
                  <a:pt x="106023" y="146475"/>
                </a:lnTo>
                <a:lnTo>
                  <a:pt x="132529" y="118107"/>
                </a:lnTo>
                <a:lnTo>
                  <a:pt x="159035" y="92788"/>
                </a:lnTo>
                <a:lnTo>
                  <a:pt x="185540" y="70518"/>
                </a:lnTo>
                <a:lnTo>
                  <a:pt x="212046" y="51297"/>
                </a:lnTo>
                <a:lnTo>
                  <a:pt x="238552" y="35125"/>
                </a:lnTo>
                <a:lnTo>
                  <a:pt x="265058" y="22002"/>
                </a:lnTo>
                <a:lnTo>
                  <a:pt x="291563" y="11928"/>
                </a:lnTo>
                <a:lnTo>
                  <a:pt x="318069" y="4903"/>
                </a:lnTo>
                <a:lnTo>
                  <a:pt x="344575" y="927"/>
                </a:lnTo>
                <a:lnTo>
                  <a:pt x="371081" y="0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84" name="knowledge-cross-edge">
            <a:extLst>
              <a:ext uri="{FF2B5EF4-FFF2-40B4-BE49-F238E27FC236}">
                <a16:creationId xmlns:a16="http://schemas.microsoft.com/office/drawing/2014/main" id="{DF0E3EC3-6874-4E5E-95D2-ACEFC8958D00}"/>
              </a:ext>
            </a:extLst>
          </p:cNvPr>
          <p:cNvSpPr>
            <a:spLocks noGrp="1"/>
          </p:cNvSpPr>
          <p:nvPr/>
        </p:nvSpPr>
        <p:spPr>
          <a:xfrm>
            <a:off x="9682066" y="6469279"/>
            <a:ext cx="535423" cy="81182"/>
          </a:xfrm>
          <a:custGeom>
            <a:avLst/>
            <a:gdLst/>
            <a:ahLst/>
            <a:cxnLst/>
            <a:rect l="0" t="0" r="0" b="0"/>
            <a:pathLst>
              <a:path w="535423" h="81182">
                <a:moveTo>
                  <a:pt x="0" y="34036"/>
                </a:moveTo>
                <a:lnTo>
                  <a:pt x="59171" y="21094"/>
                </a:lnTo>
                <a:lnTo>
                  <a:pt x="115695" y="11219"/>
                </a:lnTo>
                <a:lnTo>
                  <a:pt x="169574" y="4412"/>
                </a:lnTo>
                <a:lnTo>
                  <a:pt x="220808" y="672"/>
                </a:lnTo>
                <a:lnTo>
                  <a:pt x="269395" y="0"/>
                </a:lnTo>
                <a:lnTo>
                  <a:pt x="315336" y="2395"/>
                </a:lnTo>
                <a:lnTo>
                  <a:pt x="358632" y="7858"/>
                </a:lnTo>
                <a:lnTo>
                  <a:pt x="399282" y="16388"/>
                </a:lnTo>
                <a:lnTo>
                  <a:pt x="437286" y="27985"/>
                </a:lnTo>
                <a:lnTo>
                  <a:pt x="472644" y="42650"/>
                </a:lnTo>
                <a:lnTo>
                  <a:pt x="505356" y="60382"/>
                </a:lnTo>
                <a:lnTo>
                  <a:pt x="535423" y="81182"/>
                </a:lnTo>
              </a:path>
            </a:pathLst>
          </a:custGeom>
          <a:noFill/>
          <a:ln w="5334">
            <a:solidFill>
              <a:srgbClr val="E2BA0F">
                <a:alpha val="13000"/>
              </a:srgbClr>
            </a:solidFill>
            <a:prstDash val="solid"/>
          </a:ln>
        </p:spPr>
      </p:sp>
      <p:sp>
        <p:nvSpPr>
          <p:cNvPr id="385" name="knowledge-cross-edge">
            <a:extLst>
              <a:ext uri="{FF2B5EF4-FFF2-40B4-BE49-F238E27FC236}">
                <a16:creationId xmlns:a16="http://schemas.microsoft.com/office/drawing/2014/main" id="{55AAEC6D-C8E2-45B7-85F6-6B4F9F44556C}"/>
              </a:ext>
            </a:extLst>
          </p:cNvPr>
          <p:cNvSpPr>
            <a:spLocks noGrp="1"/>
          </p:cNvSpPr>
          <p:nvPr/>
        </p:nvSpPr>
        <p:spPr>
          <a:xfrm>
            <a:off x="9682066" y="5972881"/>
            <a:ext cx="564444" cy="530435"/>
          </a:xfrm>
          <a:custGeom>
            <a:avLst/>
            <a:gdLst/>
            <a:ahLst/>
            <a:cxnLst/>
            <a:rect l="0" t="0" r="0" b="0"/>
            <a:pathLst>
              <a:path w="564444" h="530435">
                <a:moveTo>
                  <a:pt x="0" y="530435"/>
                </a:moveTo>
                <a:lnTo>
                  <a:pt x="32485" y="450478"/>
                </a:lnTo>
                <a:lnTo>
                  <a:pt x="67616" y="377022"/>
                </a:lnTo>
                <a:lnTo>
                  <a:pt x="105392" y="310067"/>
                </a:lnTo>
                <a:lnTo>
                  <a:pt x="145815" y="249612"/>
                </a:lnTo>
                <a:lnTo>
                  <a:pt x="188883" y="195658"/>
                </a:lnTo>
                <a:lnTo>
                  <a:pt x="234597" y="148205"/>
                </a:lnTo>
                <a:lnTo>
                  <a:pt x="282957" y="107252"/>
                </a:lnTo>
                <a:lnTo>
                  <a:pt x="333963" y="72800"/>
                </a:lnTo>
                <a:lnTo>
                  <a:pt x="387614" y="44849"/>
                </a:lnTo>
                <a:lnTo>
                  <a:pt x="443912" y="23399"/>
                </a:lnTo>
                <a:lnTo>
                  <a:pt x="502855" y="8449"/>
                </a:lnTo>
                <a:lnTo>
                  <a:pt x="564444" y="0"/>
                </a:lnTo>
              </a:path>
            </a:pathLst>
          </a:custGeom>
          <a:noFill/>
          <a:ln w="4953">
            <a:solidFill>
              <a:srgbClr val="E2BA0F">
                <a:alpha val="12000"/>
              </a:srgbClr>
            </a:solidFill>
            <a:prstDash val="solid"/>
          </a:ln>
        </p:spPr>
      </p:sp>
      <p:sp>
        <p:nvSpPr>
          <p:cNvPr id="386" name="knowledge-edge">
            <a:extLst>
              <a:ext uri="{FF2B5EF4-FFF2-40B4-BE49-F238E27FC236}">
                <a16:creationId xmlns:a16="http://schemas.microsoft.com/office/drawing/2014/main" id="{7A794101-1B9D-4B97-82D5-C7061B525F28}"/>
              </a:ext>
            </a:extLst>
          </p:cNvPr>
          <p:cNvSpPr>
            <a:spLocks noGrp="1"/>
          </p:cNvSpPr>
          <p:nvPr/>
        </p:nvSpPr>
        <p:spPr>
          <a:xfrm>
            <a:off x="9699961" y="6478948"/>
            <a:ext cx="517528" cy="71513"/>
          </a:xfrm>
          <a:custGeom>
            <a:avLst/>
            <a:gdLst/>
            <a:ahLst/>
            <a:cxnLst/>
            <a:rect l="0" t="0" r="0" b="0"/>
            <a:pathLst>
              <a:path w="517528" h="71513">
                <a:moveTo>
                  <a:pt x="0" y="71281"/>
                </a:moveTo>
                <a:lnTo>
                  <a:pt x="36966" y="52356"/>
                </a:lnTo>
                <a:lnTo>
                  <a:pt x="73933" y="36344"/>
                </a:lnTo>
                <a:lnTo>
                  <a:pt x="110899" y="23247"/>
                </a:lnTo>
                <a:lnTo>
                  <a:pt x="147865" y="13064"/>
                </a:lnTo>
                <a:lnTo>
                  <a:pt x="184831" y="5795"/>
                </a:lnTo>
                <a:lnTo>
                  <a:pt x="221798" y="1441"/>
                </a:lnTo>
                <a:lnTo>
                  <a:pt x="258764" y="0"/>
                </a:lnTo>
                <a:lnTo>
                  <a:pt x="295730" y="1474"/>
                </a:lnTo>
                <a:lnTo>
                  <a:pt x="332696" y="5861"/>
                </a:lnTo>
                <a:lnTo>
                  <a:pt x="369663" y="13163"/>
                </a:lnTo>
                <a:lnTo>
                  <a:pt x="406629" y="23380"/>
                </a:lnTo>
                <a:lnTo>
                  <a:pt x="443595" y="36510"/>
                </a:lnTo>
                <a:lnTo>
                  <a:pt x="480562" y="52554"/>
                </a:lnTo>
                <a:lnTo>
                  <a:pt x="517528" y="71513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87" name="knowledge-cross-edge">
            <a:extLst>
              <a:ext uri="{FF2B5EF4-FFF2-40B4-BE49-F238E27FC236}">
                <a16:creationId xmlns:a16="http://schemas.microsoft.com/office/drawing/2014/main" id="{DA6F38C2-5F0F-4526-9620-589956669749}"/>
              </a:ext>
            </a:extLst>
          </p:cNvPr>
          <p:cNvSpPr>
            <a:spLocks noGrp="1"/>
          </p:cNvSpPr>
          <p:nvPr/>
        </p:nvSpPr>
        <p:spPr>
          <a:xfrm>
            <a:off x="9699961" y="6208143"/>
            <a:ext cx="353186" cy="342086"/>
          </a:xfrm>
          <a:custGeom>
            <a:avLst/>
            <a:gdLst/>
            <a:ahLst/>
            <a:cxnLst/>
            <a:rect l="0" t="0" r="0" b="0"/>
            <a:pathLst>
              <a:path w="353186" h="342086">
                <a:moveTo>
                  <a:pt x="0" y="342086"/>
                </a:moveTo>
                <a:lnTo>
                  <a:pt x="14880" y="281127"/>
                </a:lnTo>
                <a:lnTo>
                  <a:pt x="32406" y="226139"/>
                </a:lnTo>
                <a:lnTo>
                  <a:pt x="52578" y="177124"/>
                </a:lnTo>
                <a:lnTo>
                  <a:pt x="75395" y="134081"/>
                </a:lnTo>
                <a:lnTo>
                  <a:pt x="100859" y="97010"/>
                </a:lnTo>
                <a:lnTo>
                  <a:pt x="128968" y="65911"/>
                </a:lnTo>
                <a:lnTo>
                  <a:pt x="159723" y="40785"/>
                </a:lnTo>
                <a:lnTo>
                  <a:pt x="193124" y="21630"/>
                </a:lnTo>
                <a:lnTo>
                  <a:pt x="229171" y="8448"/>
                </a:lnTo>
                <a:lnTo>
                  <a:pt x="267863" y="1238"/>
                </a:lnTo>
                <a:lnTo>
                  <a:pt x="309202" y="0"/>
                </a:lnTo>
                <a:lnTo>
                  <a:pt x="353186" y="4734"/>
                </a:lnTo>
              </a:path>
            </a:pathLst>
          </a:custGeom>
          <a:noFill/>
          <a:ln w="4953">
            <a:solidFill>
              <a:srgbClr val="E2BA0F">
                <a:alpha val="12000"/>
              </a:srgbClr>
            </a:solidFill>
            <a:prstDash val="solid"/>
          </a:ln>
        </p:spPr>
      </p:sp>
      <p:sp>
        <p:nvSpPr>
          <p:cNvPr id="388" name="knowledge-edge">
            <a:extLst>
              <a:ext uri="{FF2B5EF4-FFF2-40B4-BE49-F238E27FC236}">
                <a16:creationId xmlns:a16="http://schemas.microsoft.com/office/drawing/2014/main" id="{18799227-CAB4-4175-AF86-6D59F29C675E}"/>
              </a:ext>
            </a:extLst>
          </p:cNvPr>
          <p:cNvSpPr>
            <a:spLocks noGrp="1"/>
          </p:cNvSpPr>
          <p:nvPr/>
        </p:nvSpPr>
        <p:spPr>
          <a:xfrm>
            <a:off x="10114672" y="4991263"/>
            <a:ext cx="365757" cy="199408"/>
          </a:xfrm>
          <a:custGeom>
            <a:avLst/>
            <a:gdLst/>
            <a:ahLst/>
            <a:cxnLst/>
            <a:rect l="0" t="0" r="0" b="0"/>
            <a:pathLst>
              <a:path w="365757" h="199408">
                <a:moveTo>
                  <a:pt x="0" y="199408"/>
                </a:moveTo>
                <a:lnTo>
                  <a:pt x="26126" y="195757"/>
                </a:lnTo>
                <a:lnTo>
                  <a:pt x="52251" y="190477"/>
                </a:lnTo>
                <a:lnTo>
                  <a:pt x="78377" y="183567"/>
                </a:lnTo>
                <a:lnTo>
                  <a:pt x="104502" y="175027"/>
                </a:lnTo>
                <a:lnTo>
                  <a:pt x="130628" y="164858"/>
                </a:lnTo>
                <a:lnTo>
                  <a:pt x="156753" y="153059"/>
                </a:lnTo>
                <a:lnTo>
                  <a:pt x="182879" y="139630"/>
                </a:lnTo>
                <a:lnTo>
                  <a:pt x="209004" y="124572"/>
                </a:lnTo>
                <a:lnTo>
                  <a:pt x="235130" y="107884"/>
                </a:lnTo>
                <a:lnTo>
                  <a:pt x="261255" y="89567"/>
                </a:lnTo>
                <a:lnTo>
                  <a:pt x="287381" y="69619"/>
                </a:lnTo>
                <a:lnTo>
                  <a:pt x="313506" y="48043"/>
                </a:lnTo>
                <a:lnTo>
                  <a:pt x="339632" y="24836"/>
                </a:lnTo>
                <a:lnTo>
                  <a:pt x="365757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89" name="knowledge-edge">
            <a:extLst>
              <a:ext uri="{FF2B5EF4-FFF2-40B4-BE49-F238E27FC236}">
                <a16:creationId xmlns:a16="http://schemas.microsoft.com/office/drawing/2014/main" id="{333BD4CF-403B-4120-9027-C4C0CC40EE0F}"/>
              </a:ext>
            </a:extLst>
          </p:cNvPr>
          <p:cNvSpPr>
            <a:spLocks noGrp="1"/>
          </p:cNvSpPr>
          <p:nvPr/>
        </p:nvSpPr>
        <p:spPr>
          <a:xfrm>
            <a:off x="10312150" y="5015004"/>
            <a:ext cx="200472" cy="257890"/>
          </a:xfrm>
          <a:custGeom>
            <a:avLst/>
            <a:gdLst/>
            <a:ahLst/>
            <a:cxnLst/>
            <a:rect l="0" t="0" r="0" b="0"/>
            <a:pathLst>
              <a:path w="200472" h="257890">
                <a:moveTo>
                  <a:pt x="0" y="257890"/>
                </a:moveTo>
                <a:lnTo>
                  <a:pt x="14319" y="248680"/>
                </a:lnTo>
                <a:lnTo>
                  <a:pt x="28639" y="238053"/>
                </a:lnTo>
                <a:lnTo>
                  <a:pt x="42958" y="226009"/>
                </a:lnTo>
                <a:lnTo>
                  <a:pt x="57278" y="212548"/>
                </a:lnTo>
                <a:lnTo>
                  <a:pt x="71597" y="197670"/>
                </a:lnTo>
                <a:lnTo>
                  <a:pt x="85917" y="181375"/>
                </a:lnTo>
                <a:lnTo>
                  <a:pt x="100236" y="163663"/>
                </a:lnTo>
                <a:lnTo>
                  <a:pt x="114555" y="144534"/>
                </a:lnTo>
                <a:lnTo>
                  <a:pt x="128875" y="123987"/>
                </a:lnTo>
                <a:lnTo>
                  <a:pt x="143194" y="102024"/>
                </a:lnTo>
                <a:lnTo>
                  <a:pt x="157514" y="78644"/>
                </a:lnTo>
                <a:lnTo>
                  <a:pt x="171833" y="53846"/>
                </a:lnTo>
                <a:lnTo>
                  <a:pt x="186153" y="27632"/>
                </a:lnTo>
                <a:lnTo>
                  <a:pt x="200472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90" name="knowledge-cross-edge">
            <a:extLst>
              <a:ext uri="{FF2B5EF4-FFF2-40B4-BE49-F238E27FC236}">
                <a16:creationId xmlns:a16="http://schemas.microsoft.com/office/drawing/2014/main" id="{C84A978F-F07A-4F0F-A949-6D7DF7622235}"/>
              </a:ext>
            </a:extLst>
          </p:cNvPr>
          <p:cNvSpPr>
            <a:spLocks noGrp="1"/>
          </p:cNvSpPr>
          <p:nvPr/>
        </p:nvSpPr>
        <p:spPr>
          <a:xfrm>
            <a:off x="10311621" y="4989177"/>
            <a:ext cx="168808" cy="283716"/>
          </a:xfrm>
          <a:custGeom>
            <a:avLst/>
            <a:gdLst/>
            <a:ahLst/>
            <a:cxnLst/>
            <a:rect l="0" t="0" r="0" b="0"/>
            <a:pathLst>
              <a:path w="168808" h="283716">
                <a:moveTo>
                  <a:pt x="529" y="283716"/>
                </a:moveTo>
                <a:lnTo>
                  <a:pt x="0" y="234692"/>
                </a:lnTo>
                <a:lnTo>
                  <a:pt x="2117" y="190314"/>
                </a:lnTo>
                <a:lnTo>
                  <a:pt x="6880" y="150583"/>
                </a:lnTo>
                <a:lnTo>
                  <a:pt x="14289" y="115498"/>
                </a:lnTo>
                <a:lnTo>
                  <a:pt x="24343" y="85059"/>
                </a:lnTo>
                <a:lnTo>
                  <a:pt x="37043" y="59267"/>
                </a:lnTo>
                <a:lnTo>
                  <a:pt x="52390" y="38121"/>
                </a:lnTo>
                <a:lnTo>
                  <a:pt x="70382" y="21621"/>
                </a:lnTo>
                <a:lnTo>
                  <a:pt x="91019" y="9768"/>
                </a:lnTo>
                <a:lnTo>
                  <a:pt x="114303" y="2561"/>
                </a:lnTo>
                <a:lnTo>
                  <a:pt x="140233" y="0"/>
                </a:lnTo>
                <a:lnTo>
                  <a:pt x="168808" y="2086"/>
                </a:lnTo>
              </a:path>
            </a:pathLst>
          </a:custGeom>
          <a:noFill/>
          <a:ln w="4953">
            <a:solidFill>
              <a:srgbClr val="C9B719">
                <a:alpha val="12000"/>
              </a:srgbClr>
            </a:solidFill>
            <a:prstDash val="solid"/>
          </a:ln>
        </p:spPr>
      </p:sp>
      <p:sp>
        <p:nvSpPr>
          <p:cNvPr id="391" name="knowledge-long-edge">
            <a:extLst>
              <a:ext uri="{FF2B5EF4-FFF2-40B4-BE49-F238E27FC236}">
                <a16:creationId xmlns:a16="http://schemas.microsoft.com/office/drawing/2014/main" id="{6C3E418B-C0D5-4321-B27F-8AFAF871E524}"/>
              </a:ext>
            </a:extLst>
          </p:cNvPr>
          <p:cNvSpPr>
            <a:spLocks noGrp="1"/>
          </p:cNvSpPr>
          <p:nvPr/>
        </p:nvSpPr>
        <p:spPr>
          <a:xfrm>
            <a:off x="10312150" y="4557045"/>
            <a:ext cx="752070" cy="715848"/>
          </a:xfrm>
          <a:custGeom>
            <a:avLst/>
            <a:gdLst/>
            <a:ahLst/>
            <a:cxnLst/>
            <a:rect l="0" t="0" r="0" b="0"/>
            <a:pathLst>
              <a:path w="752070" h="715848">
                <a:moveTo>
                  <a:pt x="0" y="715848"/>
                </a:moveTo>
                <a:lnTo>
                  <a:pt x="47004" y="588375"/>
                </a:lnTo>
                <a:lnTo>
                  <a:pt x="94009" y="473381"/>
                </a:lnTo>
                <a:lnTo>
                  <a:pt x="141013" y="370866"/>
                </a:lnTo>
                <a:lnTo>
                  <a:pt x="188018" y="280830"/>
                </a:lnTo>
                <a:lnTo>
                  <a:pt x="235022" y="203274"/>
                </a:lnTo>
                <a:lnTo>
                  <a:pt x="282026" y="138197"/>
                </a:lnTo>
                <a:lnTo>
                  <a:pt x="329031" y="85599"/>
                </a:lnTo>
                <a:lnTo>
                  <a:pt x="376035" y="45480"/>
                </a:lnTo>
                <a:lnTo>
                  <a:pt x="423040" y="17841"/>
                </a:lnTo>
                <a:lnTo>
                  <a:pt x="470044" y="2681"/>
                </a:lnTo>
                <a:lnTo>
                  <a:pt x="517048" y="0"/>
                </a:lnTo>
                <a:lnTo>
                  <a:pt x="564053" y="9798"/>
                </a:lnTo>
                <a:lnTo>
                  <a:pt x="611057" y="32076"/>
                </a:lnTo>
                <a:lnTo>
                  <a:pt x="658062" y="66833"/>
                </a:lnTo>
                <a:lnTo>
                  <a:pt x="705066" y="114069"/>
                </a:lnTo>
                <a:lnTo>
                  <a:pt x="752070" y="173785"/>
                </a:lnTo>
              </a:path>
            </a:pathLst>
          </a:custGeom>
          <a:noFill/>
          <a:ln w="4286">
            <a:solidFill>
              <a:srgbClr val="C9B719">
                <a:alpha val="9000"/>
              </a:srgbClr>
            </a:solidFill>
            <a:prstDash val="solid"/>
          </a:ln>
        </p:spPr>
      </p:sp>
      <p:sp>
        <p:nvSpPr>
          <p:cNvPr id="392" name="knowledge-edge">
            <a:extLst>
              <a:ext uri="{FF2B5EF4-FFF2-40B4-BE49-F238E27FC236}">
                <a16:creationId xmlns:a16="http://schemas.microsoft.com/office/drawing/2014/main" id="{29EC0CC2-0FBE-4E66-9F9F-F6E611952754}"/>
              </a:ext>
            </a:extLst>
          </p:cNvPr>
          <p:cNvSpPr>
            <a:spLocks noGrp="1"/>
          </p:cNvSpPr>
          <p:nvPr/>
        </p:nvSpPr>
        <p:spPr>
          <a:xfrm>
            <a:off x="10068868" y="5256841"/>
            <a:ext cx="372382" cy="47581"/>
          </a:xfrm>
          <a:custGeom>
            <a:avLst/>
            <a:gdLst/>
            <a:ahLst/>
            <a:cxnLst/>
            <a:rect l="0" t="0" r="0" b="0"/>
            <a:pathLst>
              <a:path w="372382" h="47581">
                <a:moveTo>
                  <a:pt x="0" y="44304"/>
                </a:moveTo>
                <a:lnTo>
                  <a:pt x="26599" y="46170"/>
                </a:lnTo>
                <a:lnTo>
                  <a:pt x="53197" y="47263"/>
                </a:lnTo>
                <a:lnTo>
                  <a:pt x="79796" y="47581"/>
                </a:lnTo>
                <a:lnTo>
                  <a:pt x="106395" y="47125"/>
                </a:lnTo>
                <a:lnTo>
                  <a:pt x="132994" y="45896"/>
                </a:lnTo>
                <a:lnTo>
                  <a:pt x="159592" y="43892"/>
                </a:lnTo>
                <a:lnTo>
                  <a:pt x="186191" y="41115"/>
                </a:lnTo>
                <a:lnTo>
                  <a:pt x="212790" y="37563"/>
                </a:lnTo>
                <a:lnTo>
                  <a:pt x="239388" y="33238"/>
                </a:lnTo>
                <a:lnTo>
                  <a:pt x="265987" y="28138"/>
                </a:lnTo>
                <a:lnTo>
                  <a:pt x="292586" y="22264"/>
                </a:lnTo>
                <a:lnTo>
                  <a:pt x="319184" y="15617"/>
                </a:lnTo>
                <a:lnTo>
                  <a:pt x="345783" y="8195"/>
                </a:lnTo>
                <a:lnTo>
                  <a:pt x="372382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93" name="knowledge-cross-edge">
            <a:extLst>
              <a:ext uri="{FF2B5EF4-FFF2-40B4-BE49-F238E27FC236}">
                <a16:creationId xmlns:a16="http://schemas.microsoft.com/office/drawing/2014/main" id="{6D398791-1FD8-4FC0-ADBA-FB0C42B27023}"/>
              </a:ext>
            </a:extLst>
          </p:cNvPr>
          <p:cNvSpPr>
            <a:spLocks noGrp="1"/>
          </p:cNvSpPr>
          <p:nvPr/>
        </p:nvSpPr>
        <p:spPr>
          <a:xfrm>
            <a:off x="10068868" y="5275101"/>
            <a:ext cx="585262" cy="185493"/>
          </a:xfrm>
          <a:custGeom>
            <a:avLst/>
            <a:gdLst/>
            <a:ahLst/>
            <a:cxnLst/>
            <a:rect l="0" t="0" r="0" b="0"/>
            <a:pathLst>
              <a:path w="585262" h="185493">
                <a:moveTo>
                  <a:pt x="0" y="26044"/>
                </a:moveTo>
                <a:lnTo>
                  <a:pt x="63324" y="12481"/>
                </a:lnTo>
                <a:lnTo>
                  <a:pt x="124002" y="3799"/>
                </a:lnTo>
                <a:lnTo>
                  <a:pt x="182034" y="0"/>
                </a:lnTo>
                <a:lnTo>
                  <a:pt x="237421" y="1083"/>
                </a:lnTo>
                <a:lnTo>
                  <a:pt x="290161" y="7047"/>
                </a:lnTo>
                <a:lnTo>
                  <a:pt x="340256" y="17893"/>
                </a:lnTo>
                <a:lnTo>
                  <a:pt x="387705" y="33622"/>
                </a:lnTo>
                <a:lnTo>
                  <a:pt x="432508" y="54232"/>
                </a:lnTo>
                <a:lnTo>
                  <a:pt x="474665" y="79724"/>
                </a:lnTo>
                <a:lnTo>
                  <a:pt x="514177" y="110099"/>
                </a:lnTo>
                <a:lnTo>
                  <a:pt x="551042" y="145355"/>
                </a:lnTo>
                <a:lnTo>
                  <a:pt x="585262" y="185493"/>
                </a:lnTo>
              </a:path>
            </a:pathLst>
          </a:custGeom>
          <a:noFill/>
          <a:ln w="5334">
            <a:solidFill>
              <a:srgbClr val="C9B719">
                <a:alpha val="13000"/>
              </a:srgbClr>
            </a:solidFill>
            <a:prstDash val="solid"/>
          </a:ln>
        </p:spPr>
      </p:sp>
      <p:sp>
        <p:nvSpPr>
          <p:cNvPr id="394" name="knowledge-edge">
            <a:extLst>
              <a:ext uri="{FF2B5EF4-FFF2-40B4-BE49-F238E27FC236}">
                <a16:creationId xmlns:a16="http://schemas.microsoft.com/office/drawing/2014/main" id="{3E7BFF89-E109-4DBD-A39D-6DFD35960B65}"/>
              </a:ext>
            </a:extLst>
          </p:cNvPr>
          <p:cNvSpPr>
            <a:spLocks noGrp="1"/>
          </p:cNvSpPr>
          <p:nvPr/>
        </p:nvSpPr>
        <p:spPr>
          <a:xfrm>
            <a:off x="10079048" y="5460593"/>
            <a:ext cx="575082" cy="253391"/>
          </a:xfrm>
          <a:custGeom>
            <a:avLst/>
            <a:gdLst/>
            <a:ahLst/>
            <a:cxnLst/>
            <a:rect l="0" t="0" r="0" b="0"/>
            <a:pathLst>
              <a:path w="575082" h="253391">
                <a:moveTo>
                  <a:pt x="0" y="253391"/>
                </a:moveTo>
                <a:lnTo>
                  <a:pt x="41077" y="224779"/>
                </a:lnTo>
                <a:lnTo>
                  <a:pt x="82155" y="197784"/>
                </a:lnTo>
                <a:lnTo>
                  <a:pt x="123232" y="172406"/>
                </a:lnTo>
                <a:lnTo>
                  <a:pt x="164309" y="148646"/>
                </a:lnTo>
                <a:lnTo>
                  <a:pt x="205387" y="126504"/>
                </a:lnTo>
                <a:lnTo>
                  <a:pt x="246464" y="105978"/>
                </a:lnTo>
                <a:lnTo>
                  <a:pt x="287541" y="87070"/>
                </a:lnTo>
                <a:lnTo>
                  <a:pt x="328618" y="69780"/>
                </a:lnTo>
                <a:lnTo>
                  <a:pt x="369696" y="54106"/>
                </a:lnTo>
                <a:lnTo>
                  <a:pt x="410773" y="40050"/>
                </a:lnTo>
                <a:lnTo>
                  <a:pt x="451850" y="27612"/>
                </a:lnTo>
                <a:lnTo>
                  <a:pt x="492928" y="16791"/>
                </a:lnTo>
                <a:lnTo>
                  <a:pt x="534005" y="7587"/>
                </a:lnTo>
                <a:lnTo>
                  <a:pt x="575082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95" name="knowledge-cross-edge">
            <a:extLst>
              <a:ext uri="{FF2B5EF4-FFF2-40B4-BE49-F238E27FC236}">
                <a16:creationId xmlns:a16="http://schemas.microsoft.com/office/drawing/2014/main" id="{BAA8104C-5487-4AA8-A455-930A9BC106AD}"/>
              </a:ext>
            </a:extLst>
          </p:cNvPr>
          <p:cNvSpPr>
            <a:spLocks noGrp="1"/>
          </p:cNvSpPr>
          <p:nvPr/>
        </p:nvSpPr>
        <p:spPr>
          <a:xfrm>
            <a:off x="10079048" y="5711291"/>
            <a:ext cx="634711" cy="94203"/>
          </a:xfrm>
          <a:custGeom>
            <a:avLst/>
            <a:gdLst/>
            <a:ahLst/>
            <a:cxnLst/>
            <a:rect l="0" t="0" r="0" b="0"/>
            <a:pathLst>
              <a:path w="634711" h="94203">
                <a:moveTo>
                  <a:pt x="0" y="2693"/>
                </a:moveTo>
                <a:lnTo>
                  <a:pt x="67445" y="449"/>
                </a:lnTo>
                <a:lnTo>
                  <a:pt x="132243" y="0"/>
                </a:lnTo>
                <a:lnTo>
                  <a:pt x="194396" y="1345"/>
                </a:lnTo>
                <a:lnTo>
                  <a:pt x="253904" y="4485"/>
                </a:lnTo>
                <a:lnTo>
                  <a:pt x="310765" y="9419"/>
                </a:lnTo>
                <a:lnTo>
                  <a:pt x="364980" y="16148"/>
                </a:lnTo>
                <a:lnTo>
                  <a:pt x="416550" y="24671"/>
                </a:lnTo>
                <a:lnTo>
                  <a:pt x="465474" y="34988"/>
                </a:lnTo>
                <a:lnTo>
                  <a:pt x="511752" y="47100"/>
                </a:lnTo>
                <a:lnTo>
                  <a:pt x="555384" y="61007"/>
                </a:lnTo>
                <a:lnTo>
                  <a:pt x="596370" y="76708"/>
                </a:lnTo>
                <a:lnTo>
                  <a:pt x="634711" y="94203"/>
                </a:lnTo>
              </a:path>
            </a:pathLst>
          </a:custGeom>
          <a:noFill/>
          <a:ln w="5334">
            <a:solidFill>
              <a:srgbClr val="C9B719">
                <a:alpha val="13000"/>
              </a:srgbClr>
            </a:solidFill>
            <a:prstDash val="solid"/>
          </a:ln>
        </p:spPr>
      </p:sp>
      <p:sp>
        <p:nvSpPr>
          <p:cNvPr id="396" name="knowledge-long-edge">
            <a:extLst>
              <a:ext uri="{FF2B5EF4-FFF2-40B4-BE49-F238E27FC236}">
                <a16:creationId xmlns:a16="http://schemas.microsoft.com/office/drawing/2014/main" id="{F1C1C81C-1E8E-43FA-A1F3-9422B8E01784}"/>
              </a:ext>
            </a:extLst>
          </p:cNvPr>
          <p:cNvSpPr>
            <a:spLocks noGrp="1"/>
          </p:cNvSpPr>
          <p:nvPr/>
        </p:nvSpPr>
        <p:spPr>
          <a:xfrm>
            <a:off x="10079048" y="5531741"/>
            <a:ext cx="917362" cy="337112"/>
          </a:xfrm>
          <a:custGeom>
            <a:avLst/>
            <a:gdLst/>
            <a:ahLst/>
            <a:cxnLst/>
            <a:rect l="0" t="0" r="0" b="0"/>
            <a:pathLst>
              <a:path w="917362" h="337112">
                <a:moveTo>
                  <a:pt x="0" y="182243"/>
                </a:moveTo>
                <a:lnTo>
                  <a:pt x="57335" y="132399"/>
                </a:lnTo>
                <a:lnTo>
                  <a:pt x="114670" y="90491"/>
                </a:lnTo>
                <a:lnTo>
                  <a:pt x="172005" y="56520"/>
                </a:lnTo>
                <a:lnTo>
                  <a:pt x="229341" y="30485"/>
                </a:lnTo>
                <a:lnTo>
                  <a:pt x="286676" y="12387"/>
                </a:lnTo>
                <a:lnTo>
                  <a:pt x="344011" y="2225"/>
                </a:lnTo>
                <a:lnTo>
                  <a:pt x="401346" y="0"/>
                </a:lnTo>
                <a:lnTo>
                  <a:pt x="458681" y="5711"/>
                </a:lnTo>
                <a:lnTo>
                  <a:pt x="516016" y="19359"/>
                </a:lnTo>
                <a:lnTo>
                  <a:pt x="573351" y="40943"/>
                </a:lnTo>
                <a:lnTo>
                  <a:pt x="630686" y="70463"/>
                </a:lnTo>
                <a:lnTo>
                  <a:pt x="688022" y="107920"/>
                </a:lnTo>
                <a:lnTo>
                  <a:pt x="745357" y="153313"/>
                </a:lnTo>
                <a:lnTo>
                  <a:pt x="802692" y="206643"/>
                </a:lnTo>
                <a:lnTo>
                  <a:pt x="860027" y="267909"/>
                </a:lnTo>
                <a:lnTo>
                  <a:pt x="917362" y="337112"/>
                </a:lnTo>
              </a:path>
            </a:pathLst>
          </a:custGeom>
          <a:noFill/>
          <a:ln w="4286">
            <a:solidFill>
              <a:srgbClr val="C9B719">
                <a:alpha val="9000"/>
              </a:srgbClr>
            </a:solidFill>
            <a:prstDash val="solid"/>
          </a:ln>
        </p:spPr>
      </p:sp>
      <p:sp>
        <p:nvSpPr>
          <p:cNvPr id="397" name="knowledge-edge">
            <a:extLst>
              <a:ext uri="{FF2B5EF4-FFF2-40B4-BE49-F238E27FC236}">
                <a16:creationId xmlns:a16="http://schemas.microsoft.com/office/drawing/2014/main" id="{AE15030C-2515-4183-827A-81520F699C07}"/>
              </a:ext>
            </a:extLst>
          </p:cNvPr>
          <p:cNvSpPr>
            <a:spLocks noGrp="1"/>
          </p:cNvSpPr>
          <p:nvPr/>
        </p:nvSpPr>
        <p:spPr>
          <a:xfrm>
            <a:off x="10246511" y="5805494"/>
            <a:ext cx="467248" cy="168828"/>
          </a:xfrm>
          <a:custGeom>
            <a:avLst/>
            <a:gdLst/>
            <a:ahLst/>
            <a:cxnLst/>
            <a:rect l="0" t="0" r="0" b="0"/>
            <a:pathLst>
              <a:path w="467248" h="168828">
                <a:moveTo>
                  <a:pt x="0" y="167386"/>
                </a:moveTo>
                <a:lnTo>
                  <a:pt x="33375" y="168828"/>
                </a:lnTo>
                <a:lnTo>
                  <a:pt x="66750" y="168209"/>
                </a:lnTo>
                <a:lnTo>
                  <a:pt x="100125" y="165529"/>
                </a:lnTo>
                <a:lnTo>
                  <a:pt x="133499" y="160787"/>
                </a:lnTo>
                <a:lnTo>
                  <a:pt x="166874" y="153984"/>
                </a:lnTo>
                <a:lnTo>
                  <a:pt x="200249" y="145120"/>
                </a:lnTo>
                <a:lnTo>
                  <a:pt x="233624" y="134194"/>
                </a:lnTo>
                <a:lnTo>
                  <a:pt x="266999" y="121207"/>
                </a:lnTo>
                <a:lnTo>
                  <a:pt x="300374" y="106159"/>
                </a:lnTo>
                <a:lnTo>
                  <a:pt x="333749" y="89050"/>
                </a:lnTo>
                <a:lnTo>
                  <a:pt x="367123" y="69879"/>
                </a:lnTo>
                <a:lnTo>
                  <a:pt x="400498" y="48647"/>
                </a:lnTo>
                <a:lnTo>
                  <a:pt x="433873" y="25354"/>
                </a:lnTo>
                <a:lnTo>
                  <a:pt x="467248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98" name="knowledge-edge">
            <a:extLst>
              <a:ext uri="{FF2B5EF4-FFF2-40B4-BE49-F238E27FC236}">
                <a16:creationId xmlns:a16="http://schemas.microsoft.com/office/drawing/2014/main" id="{8A645EA4-48F2-46E4-B8BA-08E48A1EF2B5}"/>
              </a:ext>
            </a:extLst>
          </p:cNvPr>
          <p:cNvSpPr>
            <a:spLocks noGrp="1"/>
          </p:cNvSpPr>
          <p:nvPr/>
        </p:nvSpPr>
        <p:spPr>
          <a:xfrm>
            <a:off x="10053147" y="6167449"/>
            <a:ext cx="433111" cy="45428"/>
          </a:xfrm>
          <a:custGeom>
            <a:avLst/>
            <a:gdLst/>
            <a:ahLst/>
            <a:cxnLst/>
            <a:rect l="0" t="0" r="0" b="0"/>
            <a:pathLst>
              <a:path w="433111" h="45428">
                <a:moveTo>
                  <a:pt x="0" y="45428"/>
                </a:moveTo>
                <a:lnTo>
                  <a:pt x="30937" y="39230"/>
                </a:lnTo>
                <a:lnTo>
                  <a:pt x="61873" y="33485"/>
                </a:lnTo>
                <a:lnTo>
                  <a:pt x="92810" y="28196"/>
                </a:lnTo>
                <a:lnTo>
                  <a:pt x="123746" y="23361"/>
                </a:lnTo>
                <a:lnTo>
                  <a:pt x="154683" y="18980"/>
                </a:lnTo>
                <a:lnTo>
                  <a:pt x="185619" y="15053"/>
                </a:lnTo>
                <a:lnTo>
                  <a:pt x="216556" y="11581"/>
                </a:lnTo>
                <a:lnTo>
                  <a:pt x="247492" y="8564"/>
                </a:lnTo>
                <a:lnTo>
                  <a:pt x="278429" y="6000"/>
                </a:lnTo>
                <a:lnTo>
                  <a:pt x="309365" y="3891"/>
                </a:lnTo>
                <a:lnTo>
                  <a:pt x="340302" y="2237"/>
                </a:lnTo>
                <a:lnTo>
                  <a:pt x="371238" y="1037"/>
                </a:lnTo>
                <a:lnTo>
                  <a:pt x="402175" y="291"/>
                </a:lnTo>
                <a:lnTo>
                  <a:pt x="433111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99" name="knowledge-long-edge">
            <a:extLst>
              <a:ext uri="{FF2B5EF4-FFF2-40B4-BE49-F238E27FC236}">
                <a16:creationId xmlns:a16="http://schemas.microsoft.com/office/drawing/2014/main" id="{4D694F78-56C0-4D87-ACF9-4DA0C5DD0D08}"/>
              </a:ext>
            </a:extLst>
          </p:cNvPr>
          <p:cNvSpPr>
            <a:spLocks noGrp="1"/>
          </p:cNvSpPr>
          <p:nvPr/>
        </p:nvSpPr>
        <p:spPr>
          <a:xfrm>
            <a:off x="10053147" y="5654647"/>
            <a:ext cx="943263" cy="558230"/>
          </a:xfrm>
          <a:custGeom>
            <a:avLst/>
            <a:gdLst/>
            <a:ahLst/>
            <a:cxnLst/>
            <a:rect l="0" t="0" r="0" b="0"/>
            <a:pathLst>
              <a:path w="943263" h="558230">
                <a:moveTo>
                  <a:pt x="0" y="558230"/>
                </a:moveTo>
                <a:lnTo>
                  <a:pt x="58954" y="450925"/>
                </a:lnTo>
                <a:lnTo>
                  <a:pt x="117908" y="355060"/>
                </a:lnTo>
                <a:lnTo>
                  <a:pt x="176862" y="270636"/>
                </a:lnTo>
                <a:lnTo>
                  <a:pt x="235816" y="197652"/>
                </a:lnTo>
                <a:lnTo>
                  <a:pt x="294770" y="136109"/>
                </a:lnTo>
                <a:lnTo>
                  <a:pt x="353723" y="86006"/>
                </a:lnTo>
                <a:lnTo>
                  <a:pt x="412677" y="47344"/>
                </a:lnTo>
                <a:lnTo>
                  <a:pt x="471631" y="20122"/>
                </a:lnTo>
                <a:lnTo>
                  <a:pt x="530585" y="4341"/>
                </a:lnTo>
                <a:lnTo>
                  <a:pt x="589539" y="0"/>
                </a:lnTo>
                <a:lnTo>
                  <a:pt x="648493" y="7100"/>
                </a:lnTo>
                <a:lnTo>
                  <a:pt x="707447" y="25640"/>
                </a:lnTo>
                <a:lnTo>
                  <a:pt x="766401" y="55621"/>
                </a:lnTo>
                <a:lnTo>
                  <a:pt x="825355" y="97042"/>
                </a:lnTo>
                <a:lnTo>
                  <a:pt x="884309" y="149904"/>
                </a:lnTo>
                <a:lnTo>
                  <a:pt x="943263" y="214207"/>
                </a:lnTo>
              </a:path>
            </a:pathLst>
          </a:custGeom>
          <a:noFill/>
          <a:ln w="4286">
            <a:solidFill>
              <a:srgbClr val="C9B719">
                <a:alpha val="9000"/>
              </a:srgbClr>
            </a:solidFill>
            <a:prstDash val="solid"/>
          </a:ln>
        </p:spPr>
      </p:sp>
      <p:sp>
        <p:nvSpPr>
          <p:cNvPr id="400" name="knowledge-edge">
            <a:extLst>
              <a:ext uri="{FF2B5EF4-FFF2-40B4-BE49-F238E27FC236}">
                <a16:creationId xmlns:a16="http://schemas.microsoft.com/office/drawing/2014/main" id="{B6457CDE-8355-4F6D-A103-50CC6F1BF076}"/>
              </a:ext>
            </a:extLst>
          </p:cNvPr>
          <p:cNvSpPr>
            <a:spLocks noGrp="1"/>
          </p:cNvSpPr>
          <p:nvPr/>
        </p:nvSpPr>
        <p:spPr>
          <a:xfrm>
            <a:off x="10217489" y="6215713"/>
            <a:ext cx="358014" cy="334748"/>
          </a:xfrm>
          <a:custGeom>
            <a:avLst/>
            <a:gdLst/>
            <a:ahLst/>
            <a:cxnLst/>
            <a:rect l="0" t="0" r="0" b="0"/>
            <a:pathLst>
              <a:path w="358014" h="334748">
                <a:moveTo>
                  <a:pt x="0" y="334748"/>
                </a:moveTo>
                <a:lnTo>
                  <a:pt x="25572" y="315200"/>
                </a:lnTo>
                <a:lnTo>
                  <a:pt x="51145" y="294980"/>
                </a:lnTo>
                <a:lnTo>
                  <a:pt x="76717" y="274090"/>
                </a:lnTo>
                <a:lnTo>
                  <a:pt x="102290" y="252528"/>
                </a:lnTo>
                <a:lnTo>
                  <a:pt x="127862" y="230295"/>
                </a:lnTo>
                <a:lnTo>
                  <a:pt x="153434" y="207391"/>
                </a:lnTo>
                <a:lnTo>
                  <a:pt x="179007" y="183816"/>
                </a:lnTo>
                <a:lnTo>
                  <a:pt x="204579" y="159570"/>
                </a:lnTo>
                <a:lnTo>
                  <a:pt x="230152" y="134653"/>
                </a:lnTo>
                <a:lnTo>
                  <a:pt x="255724" y="109064"/>
                </a:lnTo>
                <a:lnTo>
                  <a:pt x="281296" y="82805"/>
                </a:lnTo>
                <a:lnTo>
                  <a:pt x="306869" y="55874"/>
                </a:lnTo>
                <a:lnTo>
                  <a:pt x="332441" y="28273"/>
                </a:lnTo>
                <a:lnTo>
                  <a:pt x="358014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401" name="knowledge-edge">
            <a:extLst>
              <a:ext uri="{FF2B5EF4-FFF2-40B4-BE49-F238E27FC236}">
                <a16:creationId xmlns:a16="http://schemas.microsoft.com/office/drawing/2014/main" id="{37393597-E842-4392-AB68-5C1FFA3273EE}"/>
              </a:ext>
            </a:extLst>
          </p:cNvPr>
          <p:cNvSpPr>
            <a:spLocks noGrp="1"/>
          </p:cNvSpPr>
          <p:nvPr/>
        </p:nvSpPr>
        <p:spPr>
          <a:xfrm>
            <a:off x="10480429" y="4730830"/>
            <a:ext cx="583791" cy="260433"/>
          </a:xfrm>
          <a:custGeom>
            <a:avLst/>
            <a:gdLst/>
            <a:ahLst/>
            <a:cxnLst/>
            <a:rect l="0" t="0" r="0" b="0"/>
            <a:pathLst>
              <a:path w="583791" h="260433">
                <a:moveTo>
                  <a:pt x="0" y="260433"/>
                </a:moveTo>
                <a:lnTo>
                  <a:pt x="41699" y="256542"/>
                </a:lnTo>
                <a:lnTo>
                  <a:pt x="83399" y="250388"/>
                </a:lnTo>
                <a:lnTo>
                  <a:pt x="125098" y="241970"/>
                </a:lnTo>
                <a:lnTo>
                  <a:pt x="166797" y="231290"/>
                </a:lnTo>
                <a:lnTo>
                  <a:pt x="208497" y="218346"/>
                </a:lnTo>
                <a:lnTo>
                  <a:pt x="250196" y="203138"/>
                </a:lnTo>
                <a:lnTo>
                  <a:pt x="291896" y="185667"/>
                </a:lnTo>
                <a:lnTo>
                  <a:pt x="333595" y="165933"/>
                </a:lnTo>
                <a:lnTo>
                  <a:pt x="375294" y="143936"/>
                </a:lnTo>
                <a:lnTo>
                  <a:pt x="416994" y="119676"/>
                </a:lnTo>
                <a:lnTo>
                  <a:pt x="458693" y="93152"/>
                </a:lnTo>
                <a:lnTo>
                  <a:pt x="500392" y="64364"/>
                </a:lnTo>
                <a:lnTo>
                  <a:pt x="542092" y="33314"/>
                </a:lnTo>
                <a:lnTo>
                  <a:pt x="583791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402" name="knowledge-cross-edge">
            <a:extLst>
              <a:ext uri="{FF2B5EF4-FFF2-40B4-BE49-F238E27FC236}">
                <a16:creationId xmlns:a16="http://schemas.microsoft.com/office/drawing/2014/main" id="{4E87B3DA-DC90-4A2A-B0CC-F1F645973C9B}"/>
              </a:ext>
            </a:extLst>
          </p:cNvPr>
          <p:cNvSpPr>
            <a:spLocks noGrp="1"/>
          </p:cNvSpPr>
          <p:nvPr/>
        </p:nvSpPr>
        <p:spPr>
          <a:xfrm>
            <a:off x="10480429" y="4878611"/>
            <a:ext cx="665383" cy="112652"/>
          </a:xfrm>
          <a:custGeom>
            <a:avLst/>
            <a:gdLst/>
            <a:ahLst/>
            <a:cxnLst/>
            <a:rect l="0" t="0" r="0" b="0"/>
            <a:pathLst>
              <a:path w="665383" h="112652">
                <a:moveTo>
                  <a:pt x="0" y="112652"/>
                </a:moveTo>
                <a:lnTo>
                  <a:pt x="70001" y="99900"/>
                </a:lnTo>
                <a:lnTo>
                  <a:pt x="137356" y="87760"/>
                </a:lnTo>
                <a:lnTo>
                  <a:pt x="202065" y="76232"/>
                </a:lnTo>
                <a:lnTo>
                  <a:pt x="264128" y="65315"/>
                </a:lnTo>
                <a:lnTo>
                  <a:pt x="323545" y="55010"/>
                </a:lnTo>
                <a:lnTo>
                  <a:pt x="380317" y="45316"/>
                </a:lnTo>
                <a:lnTo>
                  <a:pt x="434442" y="36235"/>
                </a:lnTo>
                <a:lnTo>
                  <a:pt x="485922" y="27764"/>
                </a:lnTo>
                <a:lnTo>
                  <a:pt x="534756" y="19906"/>
                </a:lnTo>
                <a:lnTo>
                  <a:pt x="580944" y="12659"/>
                </a:lnTo>
                <a:lnTo>
                  <a:pt x="624487" y="6024"/>
                </a:lnTo>
                <a:lnTo>
                  <a:pt x="665383" y="0"/>
                </a:lnTo>
              </a:path>
            </a:pathLst>
          </a:custGeom>
          <a:noFill/>
          <a:ln w="5334">
            <a:solidFill>
              <a:srgbClr val="B0B522">
                <a:alpha val="13000"/>
              </a:srgbClr>
            </a:solidFill>
            <a:prstDash val="solid"/>
          </a:ln>
        </p:spPr>
      </p:sp>
      <p:sp>
        <p:nvSpPr>
          <p:cNvPr id="403" name="knowledge-edge">
            <a:extLst>
              <a:ext uri="{FF2B5EF4-FFF2-40B4-BE49-F238E27FC236}">
                <a16:creationId xmlns:a16="http://schemas.microsoft.com/office/drawing/2014/main" id="{50FB768F-349E-4032-8D51-44B99056AB57}"/>
              </a:ext>
            </a:extLst>
          </p:cNvPr>
          <p:cNvSpPr>
            <a:spLocks noGrp="1"/>
          </p:cNvSpPr>
          <p:nvPr/>
        </p:nvSpPr>
        <p:spPr>
          <a:xfrm>
            <a:off x="10512622" y="4878611"/>
            <a:ext cx="633191" cy="137509"/>
          </a:xfrm>
          <a:custGeom>
            <a:avLst/>
            <a:gdLst/>
            <a:ahLst/>
            <a:cxnLst/>
            <a:rect l="0" t="0" r="0" b="0"/>
            <a:pathLst>
              <a:path w="633191" h="137509">
                <a:moveTo>
                  <a:pt x="0" y="136393"/>
                </a:moveTo>
                <a:lnTo>
                  <a:pt x="45228" y="137509"/>
                </a:lnTo>
                <a:lnTo>
                  <a:pt x="90456" y="136955"/>
                </a:lnTo>
                <a:lnTo>
                  <a:pt x="135684" y="134730"/>
                </a:lnTo>
                <a:lnTo>
                  <a:pt x="180912" y="130835"/>
                </a:lnTo>
                <a:lnTo>
                  <a:pt x="226139" y="125269"/>
                </a:lnTo>
                <a:lnTo>
                  <a:pt x="271367" y="118033"/>
                </a:lnTo>
                <a:lnTo>
                  <a:pt x="316595" y="109126"/>
                </a:lnTo>
                <a:lnTo>
                  <a:pt x="361823" y="98548"/>
                </a:lnTo>
                <a:lnTo>
                  <a:pt x="407051" y="86300"/>
                </a:lnTo>
                <a:lnTo>
                  <a:pt x="452279" y="72381"/>
                </a:lnTo>
                <a:lnTo>
                  <a:pt x="497507" y="56792"/>
                </a:lnTo>
                <a:lnTo>
                  <a:pt x="542735" y="39532"/>
                </a:lnTo>
                <a:lnTo>
                  <a:pt x="587963" y="20601"/>
                </a:lnTo>
                <a:lnTo>
                  <a:pt x="633191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404" name="knowledge-cross-edge">
            <a:extLst>
              <a:ext uri="{FF2B5EF4-FFF2-40B4-BE49-F238E27FC236}">
                <a16:creationId xmlns:a16="http://schemas.microsoft.com/office/drawing/2014/main" id="{57FB306E-FC4C-4B2A-9F7A-F9391204782A}"/>
              </a:ext>
            </a:extLst>
          </p:cNvPr>
          <p:cNvSpPr>
            <a:spLocks noGrp="1"/>
          </p:cNvSpPr>
          <p:nvPr/>
        </p:nvSpPr>
        <p:spPr>
          <a:xfrm>
            <a:off x="10512622" y="4730830"/>
            <a:ext cx="551598" cy="284174"/>
          </a:xfrm>
          <a:custGeom>
            <a:avLst/>
            <a:gdLst/>
            <a:ahLst/>
            <a:cxnLst/>
            <a:rect l="0" t="0" r="0" b="0"/>
            <a:pathLst>
              <a:path w="551598" h="284174">
                <a:moveTo>
                  <a:pt x="0" y="284174"/>
                </a:moveTo>
                <a:lnTo>
                  <a:pt x="31414" y="247099"/>
                </a:lnTo>
                <a:lnTo>
                  <a:pt x="65475" y="212460"/>
                </a:lnTo>
                <a:lnTo>
                  <a:pt x="102181" y="180256"/>
                </a:lnTo>
                <a:lnTo>
                  <a:pt x="141533" y="150487"/>
                </a:lnTo>
                <a:lnTo>
                  <a:pt x="183531" y="123153"/>
                </a:lnTo>
                <a:lnTo>
                  <a:pt x="228174" y="98255"/>
                </a:lnTo>
                <a:lnTo>
                  <a:pt x="275464" y="75791"/>
                </a:lnTo>
                <a:lnTo>
                  <a:pt x="325399" y="55763"/>
                </a:lnTo>
                <a:lnTo>
                  <a:pt x="377980" y="38169"/>
                </a:lnTo>
                <a:lnTo>
                  <a:pt x="433207" y="23011"/>
                </a:lnTo>
                <a:lnTo>
                  <a:pt x="491080" y="10288"/>
                </a:lnTo>
                <a:lnTo>
                  <a:pt x="551598" y="0"/>
                </a:lnTo>
              </a:path>
            </a:pathLst>
          </a:custGeom>
          <a:noFill/>
          <a:ln w="4953">
            <a:solidFill>
              <a:srgbClr val="B0B522">
                <a:alpha val="12000"/>
              </a:srgbClr>
            </a:solidFill>
            <a:prstDash val="solid"/>
          </a:ln>
        </p:spPr>
      </p:sp>
      <p:sp>
        <p:nvSpPr>
          <p:cNvPr id="405" name="knowledge-edge">
            <a:extLst>
              <a:ext uri="{FF2B5EF4-FFF2-40B4-BE49-F238E27FC236}">
                <a16:creationId xmlns:a16="http://schemas.microsoft.com/office/drawing/2014/main" id="{0976A4A9-4B70-4C2F-8F81-375DE5BFD21F}"/>
              </a:ext>
            </a:extLst>
          </p:cNvPr>
          <p:cNvSpPr>
            <a:spLocks noGrp="1"/>
          </p:cNvSpPr>
          <p:nvPr/>
        </p:nvSpPr>
        <p:spPr>
          <a:xfrm>
            <a:off x="10441250" y="5126823"/>
            <a:ext cx="694082" cy="130281"/>
          </a:xfrm>
          <a:custGeom>
            <a:avLst/>
            <a:gdLst/>
            <a:ahLst/>
            <a:cxnLst/>
            <a:rect l="0" t="0" r="0" b="0"/>
            <a:pathLst>
              <a:path w="694082" h="130281">
                <a:moveTo>
                  <a:pt x="0" y="130017"/>
                </a:moveTo>
                <a:lnTo>
                  <a:pt x="49577" y="130281"/>
                </a:lnTo>
                <a:lnTo>
                  <a:pt x="99155" y="129076"/>
                </a:lnTo>
                <a:lnTo>
                  <a:pt x="148732" y="126401"/>
                </a:lnTo>
                <a:lnTo>
                  <a:pt x="198309" y="122257"/>
                </a:lnTo>
                <a:lnTo>
                  <a:pt x="247886" y="116643"/>
                </a:lnTo>
                <a:lnTo>
                  <a:pt x="297464" y="109560"/>
                </a:lnTo>
                <a:lnTo>
                  <a:pt x="347041" y="101008"/>
                </a:lnTo>
                <a:lnTo>
                  <a:pt x="396618" y="90986"/>
                </a:lnTo>
                <a:lnTo>
                  <a:pt x="446196" y="79495"/>
                </a:lnTo>
                <a:lnTo>
                  <a:pt x="495773" y="66535"/>
                </a:lnTo>
                <a:lnTo>
                  <a:pt x="545350" y="52105"/>
                </a:lnTo>
                <a:lnTo>
                  <a:pt x="594928" y="36206"/>
                </a:lnTo>
                <a:lnTo>
                  <a:pt x="644505" y="18838"/>
                </a:lnTo>
                <a:lnTo>
                  <a:pt x="694082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406" name="knowledge-cross-edge">
            <a:extLst>
              <a:ext uri="{FF2B5EF4-FFF2-40B4-BE49-F238E27FC236}">
                <a16:creationId xmlns:a16="http://schemas.microsoft.com/office/drawing/2014/main" id="{26C32380-0E99-4E5E-92F9-C07B9A589314}"/>
              </a:ext>
            </a:extLst>
          </p:cNvPr>
          <p:cNvSpPr>
            <a:spLocks noGrp="1"/>
          </p:cNvSpPr>
          <p:nvPr/>
        </p:nvSpPr>
        <p:spPr>
          <a:xfrm>
            <a:off x="10441250" y="5242969"/>
            <a:ext cx="459336" cy="273195"/>
          </a:xfrm>
          <a:custGeom>
            <a:avLst/>
            <a:gdLst/>
            <a:ahLst/>
            <a:cxnLst/>
            <a:rect l="0" t="0" r="0" b="0"/>
            <a:pathLst>
              <a:path w="459336" h="273195">
                <a:moveTo>
                  <a:pt x="0" y="13872"/>
                </a:moveTo>
                <a:lnTo>
                  <a:pt x="52830" y="4081"/>
                </a:lnTo>
                <a:lnTo>
                  <a:pt x="103014" y="0"/>
                </a:lnTo>
                <a:lnTo>
                  <a:pt x="150553" y="1628"/>
                </a:lnTo>
                <a:lnTo>
                  <a:pt x="195445" y="8965"/>
                </a:lnTo>
                <a:lnTo>
                  <a:pt x="237692" y="22011"/>
                </a:lnTo>
                <a:lnTo>
                  <a:pt x="277293" y="40767"/>
                </a:lnTo>
                <a:lnTo>
                  <a:pt x="314248" y="65232"/>
                </a:lnTo>
                <a:lnTo>
                  <a:pt x="348557" y="95406"/>
                </a:lnTo>
                <a:lnTo>
                  <a:pt x="380221" y="131289"/>
                </a:lnTo>
                <a:lnTo>
                  <a:pt x="409238" y="172882"/>
                </a:lnTo>
                <a:lnTo>
                  <a:pt x="435610" y="220184"/>
                </a:lnTo>
                <a:lnTo>
                  <a:pt x="459336" y="273195"/>
                </a:lnTo>
              </a:path>
            </a:pathLst>
          </a:custGeom>
          <a:noFill/>
          <a:ln w="5334">
            <a:solidFill>
              <a:srgbClr val="B0B522">
                <a:alpha val="13000"/>
              </a:srgbClr>
            </a:solidFill>
            <a:prstDash val="solid"/>
          </a:ln>
        </p:spPr>
      </p:sp>
      <p:sp>
        <p:nvSpPr>
          <p:cNvPr id="407" name="knowledge-cross-edge">
            <a:extLst>
              <a:ext uri="{FF2B5EF4-FFF2-40B4-BE49-F238E27FC236}">
                <a16:creationId xmlns:a16="http://schemas.microsoft.com/office/drawing/2014/main" id="{3DFA0B2C-2218-4818-90FD-890546E7FA96}"/>
              </a:ext>
            </a:extLst>
          </p:cNvPr>
          <p:cNvSpPr>
            <a:spLocks noGrp="1"/>
          </p:cNvSpPr>
          <p:nvPr/>
        </p:nvSpPr>
        <p:spPr>
          <a:xfrm>
            <a:off x="10441250" y="4873015"/>
            <a:ext cx="704563" cy="383826"/>
          </a:xfrm>
          <a:custGeom>
            <a:avLst/>
            <a:gdLst/>
            <a:ahLst/>
            <a:cxnLst/>
            <a:rect l="0" t="0" r="0" b="0"/>
            <a:pathLst>
              <a:path w="704563" h="383826">
                <a:moveTo>
                  <a:pt x="0" y="383826"/>
                </a:moveTo>
                <a:lnTo>
                  <a:pt x="44161" y="315192"/>
                </a:lnTo>
                <a:lnTo>
                  <a:pt x="90969" y="253306"/>
                </a:lnTo>
                <a:lnTo>
                  <a:pt x="140422" y="198168"/>
                </a:lnTo>
                <a:lnTo>
                  <a:pt x="192521" y="149778"/>
                </a:lnTo>
                <a:lnTo>
                  <a:pt x="247266" y="108137"/>
                </a:lnTo>
                <a:lnTo>
                  <a:pt x="304656" y="73244"/>
                </a:lnTo>
                <a:lnTo>
                  <a:pt x="364693" y="45099"/>
                </a:lnTo>
                <a:lnTo>
                  <a:pt x="427375" y="23702"/>
                </a:lnTo>
                <a:lnTo>
                  <a:pt x="492703" y="9053"/>
                </a:lnTo>
                <a:lnTo>
                  <a:pt x="560677" y="1152"/>
                </a:lnTo>
                <a:lnTo>
                  <a:pt x="631297" y="0"/>
                </a:lnTo>
                <a:lnTo>
                  <a:pt x="704563" y="5596"/>
                </a:lnTo>
              </a:path>
            </a:pathLst>
          </a:custGeom>
          <a:noFill/>
          <a:ln w="4953">
            <a:solidFill>
              <a:srgbClr val="B0B522">
                <a:alpha val="12000"/>
              </a:srgbClr>
            </a:solidFill>
            <a:prstDash val="solid"/>
          </a:ln>
        </p:spPr>
      </p:sp>
      <p:sp>
        <p:nvSpPr>
          <p:cNvPr id="408" name="knowledge-edge">
            <a:extLst>
              <a:ext uri="{FF2B5EF4-FFF2-40B4-BE49-F238E27FC236}">
                <a16:creationId xmlns:a16="http://schemas.microsoft.com/office/drawing/2014/main" id="{78F08DBA-29F5-4BAB-B854-769304AD0947}"/>
              </a:ext>
            </a:extLst>
          </p:cNvPr>
          <p:cNvSpPr>
            <a:spLocks noGrp="1"/>
          </p:cNvSpPr>
          <p:nvPr/>
        </p:nvSpPr>
        <p:spPr>
          <a:xfrm>
            <a:off x="10654130" y="5429726"/>
            <a:ext cx="246456" cy="86437"/>
          </a:xfrm>
          <a:custGeom>
            <a:avLst/>
            <a:gdLst/>
            <a:ahLst/>
            <a:cxnLst/>
            <a:rect l="0" t="0" r="0" b="0"/>
            <a:pathLst>
              <a:path w="246456" h="86437">
                <a:moveTo>
                  <a:pt x="0" y="30867"/>
                </a:moveTo>
                <a:lnTo>
                  <a:pt x="17604" y="20186"/>
                </a:lnTo>
                <a:lnTo>
                  <a:pt x="35208" y="11759"/>
                </a:lnTo>
                <a:lnTo>
                  <a:pt x="52812" y="5585"/>
                </a:lnTo>
                <a:lnTo>
                  <a:pt x="70416" y="1666"/>
                </a:lnTo>
                <a:lnTo>
                  <a:pt x="88020" y="0"/>
                </a:lnTo>
                <a:lnTo>
                  <a:pt x="105624" y="588"/>
                </a:lnTo>
                <a:lnTo>
                  <a:pt x="123228" y="3431"/>
                </a:lnTo>
                <a:lnTo>
                  <a:pt x="140832" y="8527"/>
                </a:lnTo>
                <a:lnTo>
                  <a:pt x="158436" y="15877"/>
                </a:lnTo>
                <a:lnTo>
                  <a:pt x="176040" y="25481"/>
                </a:lnTo>
                <a:lnTo>
                  <a:pt x="193644" y="37339"/>
                </a:lnTo>
                <a:lnTo>
                  <a:pt x="211248" y="51451"/>
                </a:lnTo>
                <a:lnTo>
                  <a:pt x="228852" y="67817"/>
                </a:lnTo>
                <a:lnTo>
                  <a:pt x="246456" y="86437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409" name="knowledge-cross-edge">
            <a:extLst>
              <a:ext uri="{FF2B5EF4-FFF2-40B4-BE49-F238E27FC236}">
                <a16:creationId xmlns:a16="http://schemas.microsoft.com/office/drawing/2014/main" id="{47A06BDD-1236-4BB0-81B0-3539C8268469}"/>
              </a:ext>
            </a:extLst>
          </p:cNvPr>
          <p:cNvSpPr>
            <a:spLocks noGrp="1"/>
          </p:cNvSpPr>
          <p:nvPr/>
        </p:nvSpPr>
        <p:spPr>
          <a:xfrm>
            <a:off x="10654130" y="5460593"/>
            <a:ext cx="342280" cy="408260"/>
          </a:xfrm>
          <a:custGeom>
            <a:avLst/>
            <a:gdLst/>
            <a:ahLst/>
            <a:cxnLst/>
            <a:rect l="0" t="0" r="0" b="0"/>
            <a:pathLst>
              <a:path w="342280" h="408260">
                <a:moveTo>
                  <a:pt x="0" y="0"/>
                </a:moveTo>
                <a:lnTo>
                  <a:pt x="43075" y="2761"/>
                </a:lnTo>
                <a:lnTo>
                  <a:pt x="83505" y="11206"/>
                </a:lnTo>
                <a:lnTo>
                  <a:pt x="121289" y="25335"/>
                </a:lnTo>
                <a:lnTo>
                  <a:pt x="156427" y="45147"/>
                </a:lnTo>
                <a:lnTo>
                  <a:pt x="188919" y="70643"/>
                </a:lnTo>
                <a:lnTo>
                  <a:pt x="218765" y="101823"/>
                </a:lnTo>
                <a:lnTo>
                  <a:pt x="245965" y="138687"/>
                </a:lnTo>
                <a:lnTo>
                  <a:pt x="270520" y="181234"/>
                </a:lnTo>
                <a:lnTo>
                  <a:pt x="292429" y="229465"/>
                </a:lnTo>
                <a:lnTo>
                  <a:pt x="311692" y="283380"/>
                </a:lnTo>
                <a:lnTo>
                  <a:pt x="328309" y="342978"/>
                </a:lnTo>
                <a:lnTo>
                  <a:pt x="342280" y="408260"/>
                </a:lnTo>
              </a:path>
            </a:pathLst>
          </a:custGeom>
          <a:noFill/>
          <a:ln w="5334">
            <a:solidFill>
              <a:srgbClr val="B0B522">
                <a:alpha val="13000"/>
              </a:srgbClr>
            </a:solidFill>
            <a:prstDash val="solid"/>
          </a:ln>
        </p:spPr>
      </p:sp>
      <p:sp>
        <p:nvSpPr>
          <p:cNvPr id="410" name="knowledge-long-edge">
            <a:extLst>
              <a:ext uri="{FF2B5EF4-FFF2-40B4-BE49-F238E27FC236}">
                <a16:creationId xmlns:a16="http://schemas.microsoft.com/office/drawing/2014/main" id="{1735C28D-BC81-47E5-8DD7-6F45859DDFC8}"/>
              </a:ext>
            </a:extLst>
          </p:cNvPr>
          <p:cNvSpPr>
            <a:spLocks noGrp="1"/>
          </p:cNvSpPr>
          <p:nvPr/>
        </p:nvSpPr>
        <p:spPr>
          <a:xfrm>
            <a:off x="10654130" y="5213160"/>
            <a:ext cx="738907" cy="476804"/>
          </a:xfrm>
          <a:custGeom>
            <a:avLst/>
            <a:gdLst/>
            <a:ahLst/>
            <a:cxnLst/>
            <a:rect l="0" t="0" r="0" b="0"/>
            <a:pathLst>
              <a:path w="738907" h="476804">
                <a:moveTo>
                  <a:pt x="0" y="247434"/>
                </a:moveTo>
                <a:lnTo>
                  <a:pt x="46182" y="178964"/>
                </a:lnTo>
                <a:lnTo>
                  <a:pt x="92363" y="121535"/>
                </a:lnTo>
                <a:lnTo>
                  <a:pt x="138545" y="75146"/>
                </a:lnTo>
                <a:lnTo>
                  <a:pt x="184727" y="39799"/>
                </a:lnTo>
                <a:lnTo>
                  <a:pt x="230908" y="15492"/>
                </a:lnTo>
                <a:lnTo>
                  <a:pt x="277090" y="2225"/>
                </a:lnTo>
                <a:lnTo>
                  <a:pt x="323272" y="0"/>
                </a:lnTo>
                <a:lnTo>
                  <a:pt x="369454" y="8815"/>
                </a:lnTo>
                <a:lnTo>
                  <a:pt x="415635" y="28671"/>
                </a:lnTo>
                <a:lnTo>
                  <a:pt x="461817" y="59568"/>
                </a:lnTo>
                <a:lnTo>
                  <a:pt x="507999" y="101506"/>
                </a:lnTo>
                <a:lnTo>
                  <a:pt x="554180" y="154484"/>
                </a:lnTo>
                <a:lnTo>
                  <a:pt x="600362" y="218503"/>
                </a:lnTo>
                <a:lnTo>
                  <a:pt x="646544" y="293563"/>
                </a:lnTo>
                <a:lnTo>
                  <a:pt x="692725" y="379663"/>
                </a:lnTo>
                <a:lnTo>
                  <a:pt x="738907" y="476804"/>
                </a:lnTo>
              </a:path>
            </a:pathLst>
          </a:custGeom>
          <a:noFill/>
          <a:ln w="4286">
            <a:solidFill>
              <a:srgbClr val="B0B522">
                <a:alpha val="9000"/>
              </a:srgbClr>
            </a:solidFill>
            <a:prstDash val="solid"/>
          </a:ln>
        </p:spPr>
      </p:sp>
      <p:sp>
        <p:nvSpPr>
          <p:cNvPr id="411" name="knowledge-edge">
            <a:extLst>
              <a:ext uri="{FF2B5EF4-FFF2-40B4-BE49-F238E27FC236}">
                <a16:creationId xmlns:a16="http://schemas.microsoft.com/office/drawing/2014/main" id="{F5E7C3BD-31BE-4F1B-BFDC-F9F7B4F6F634}"/>
              </a:ext>
            </a:extLst>
          </p:cNvPr>
          <p:cNvSpPr>
            <a:spLocks noGrp="1"/>
          </p:cNvSpPr>
          <p:nvPr/>
        </p:nvSpPr>
        <p:spPr>
          <a:xfrm>
            <a:off x="10713758" y="5805494"/>
            <a:ext cx="282651" cy="78354"/>
          </a:xfrm>
          <a:custGeom>
            <a:avLst/>
            <a:gdLst/>
            <a:ahLst/>
            <a:cxnLst/>
            <a:rect l="0" t="0" r="0" b="0"/>
            <a:pathLst>
              <a:path w="282651" h="78354">
                <a:moveTo>
                  <a:pt x="0" y="0"/>
                </a:moveTo>
                <a:lnTo>
                  <a:pt x="20189" y="15282"/>
                </a:lnTo>
                <a:lnTo>
                  <a:pt x="40379" y="28910"/>
                </a:lnTo>
                <a:lnTo>
                  <a:pt x="60568" y="40882"/>
                </a:lnTo>
                <a:lnTo>
                  <a:pt x="80758" y="51200"/>
                </a:lnTo>
                <a:lnTo>
                  <a:pt x="100947" y="59863"/>
                </a:lnTo>
                <a:lnTo>
                  <a:pt x="121136" y="66871"/>
                </a:lnTo>
                <a:lnTo>
                  <a:pt x="141326" y="72224"/>
                </a:lnTo>
                <a:lnTo>
                  <a:pt x="161515" y="75922"/>
                </a:lnTo>
                <a:lnTo>
                  <a:pt x="181704" y="77965"/>
                </a:lnTo>
                <a:lnTo>
                  <a:pt x="201894" y="78354"/>
                </a:lnTo>
                <a:lnTo>
                  <a:pt x="222083" y="77087"/>
                </a:lnTo>
                <a:lnTo>
                  <a:pt x="242273" y="74166"/>
                </a:lnTo>
                <a:lnTo>
                  <a:pt x="262462" y="69590"/>
                </a:lnTo>
                <a:lnTo>
                  <a:pt x="282651" y="63359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412" name="knowledge-cross-edge">
            <a:extLst>
              <a:ext uri="{FF2B5EF4-FFF2-40B4-BE49-F238E27FC236}">
                <a16:creationId xmlns:a16="http://schemas.microsoft.com/office/drawing/2014/main" id="{87561B59-593C-4B8B-B8BF-7B21A4037DF3}"/>
              </a:ext>
            </a:extLst>
          </p:cNvPr>
          <p:cNvSpPr>
            <a:spLocks noGrp="1"/>
          </p:cNvSpPr>
          <p:nvPr/>
        </p:nvSpPr>
        <p:spPr>
          <a:xfrm>
            <a:off x="10713758" y="5776706"/>
            <a:ext cx="437112" cy="201779"/>
          </a:xfrm>
          <a:custGeom>
            <a:avLst/>
            <a:gdLst/>
            <a:ahLst/>
            <a:cxnLst/>
            <a:rect l="0" t="0" r="0" b="0"/>
            <a:pathLst>
              <a:path w="437112" h="201779">
                <a:moveTo>
                  <a:pt x="0" y="28788"/>
                </a:moveTo>
                <a:lnTo>
                  <a:pt x="50978" y="13856"/>
                </a:lnTo>
                <a:lnTo>
                  <a:pt x="99310" y="4260"/>
                </a:lnTo>
                <a:lnTo>
                  <a:pt x="144997" y="0"/>
                </a:lnTo>
                <a:lnTo>
                  <a:pt x="188037" y="1076"/>
                </a:lnTo>
                <a:lnTo>
                  <a:pt x="228432" y="7488"/>
                </a:lnTo>
                <a:lnTo>
                  <a:pt x="266181" y="19236"/>
                </a:lnTo>
                <a:lnTo>
                  <a:pt x="301284" y="36319"/>
                </a:lnTo>
                <a:lnTo>
                  <a:pt x="333741" y="58739"/>
                </a:lnTo>
                <a:lnTo>
                  <a:pt x="363553" y="86495"/>
                </a:lnTo>
                <a:lnTo>
                  <a:pt x="390718" y="119587"/>
                </a:lnTo>
                <a:lnTo>
                  <a:pt x="415238" y="158015"/>
                </a:lnTo>
                <a:lnTo>
                  <a:pt x="437112" y="201779"/>
                </a:lnTo>
              </a:path>
            </a:pathLst>
          </a:custGeom>
          <a:noFill/>
          <a:ln w="5334">
            <a:solidFill>
              <a:srgbClr val="B0B522">
                <a:alpha val="13000"/>
              </a:srgbClr>
            </a:solidFill>
            <a:prstDash val="solid"/>
          </a:ln>
        </p:spPr>
      </p:sp>
      <p:sp>
        <p:nvSpPr>
          <p:cNvPr id="413" name="knowledge-edge">
            <a:extLst>
              <a:ext uri="{FF2B5EF4-FFF2-40B4-BE49-F238E27FC236}">
                <a16:creationId xmlns:a16="http://schemas.microsoft.com/office/drawing/2014/main" id="{02745CB7-B4B0-455E-82F4-D952B96A6990}"/>
              </a:ext>
            </a:extLst>
          </p:cNvPr>
          <p:cNvSpPr>
            <a:spLocks noGrp="1"/>
          </p:cNvSpPr>
          <p:nvPr/>
        </p:nvSpPr>
        <p:spPr>
          <a:xfrm>
            <a:off x="10486258" y="5978485"/>
            <a:ext cx="664612" cy="189270"/>
          </a:xfrm>
          <a:custGeom>
            <a:avLst/>
            <a:gdLst/>
            <a:ahLst/>
            <a:cxnLst/>
            <a:rect l="0" t="0" r="0" b="0"/>
            <a:pathLst>
              <a:path w="664612" h="189270">
                <a:moveTo>
                  <a:pt x="0" y="188965"/>
                </a:moveTo>
                <a:lnTo>
                  <a:pt x="47472" y="189270"/>
                </a:lnTo>
                <a:lnTo>
                  <a:pt x="94945" y="187451"/>
                </a:lnTo>
                <a:lnTo>
                  <a:pt x="142417" y="183509"/>
                </a:lnTo>
                <a:lnTo>
                  <a:pt x="189889" y="177443"/>
                </a:lnTo>
                <a:lnTo>
                  <a:pt x="237361" y="169254"/>
                </a:lnTo>
                <a:lnTo>
                  <a:pt x="284834" y="158942"/>
                </a:lnTo>
                <a:lnTo>
                  <a:pt x="332306" y="146506"/>
                </a:lnTo>
                <a:lnTo>
                  <a:pt x="379778" y="131947"/>
                </a:lnTo>
                <a:lnTo>
                  <a:pt x="427251" y="115265"/>
                </a:lnTo>
                <a:lnTo>
                  <a:pt x="474723" y="96458"/>
                </a:lnTo>
                <a:lnTo>
                  <a:pt x="522195" y="75529"/>
                </a:lnTo>
                <a:lnTo>
                  <a:pt x="569668" y="52476"/>
                </a:lnTo>
                <a:lnTo>
                  <a:pt x="617140" y="27300"/>
                </a:lnTo>
                <a:lnTo>
                  <a:pt x="664612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414" name="knowledge-cross-edge">
            <a:extLst>
              <a:ext uri="{FF2B5EF4-FFF2-40B4-BE49-F238E27FC236}">
                <a16:creationId xmlns:a16="http://schemas.microsoft.com/office/drawing/2014/main" id="{C459BCC6-0E2F-4AC5-8C13-297EBA3D73DF}"/>
              </a:ext>
            </a:extLst>
          </p:cNvPr>
          <p:cNvSpPr>
            <a:spLocks noGrp="1"/>
          </p:cNvSpPr>
          <p:nvPr/>
        </p:nvSpPr>
        <p:spPr>
          <a:xfrm>
            <a:off x="10486258" y="6083891"/>
            <a:ext cx="365178" cy="83558"/>
          </a:xfrm>
          <a:custGeom>
            <a:avLst/>
            <a:gdLst/>
            <a:ahLst/>
            <a:cxnLst/>
            <a:rect l="0" t="0" r="0" b="0"/>
            <a:pathLst>
              <a:path w="365178" h="83558">
                <a:moveTo>
                  <a:pt x="0" y="83558"/>
                </a:moveTo>
                <a:lnTo>
                  <a:pt x="44984" y="59340"/>
                </a:lnTo>
                <a:lnTo>
                  <a:pt x="87321" y="39239"/>
                </a:lnTo>
                <a:lnTo>
                  <a:pt x="127013" y="23255"/>
                </a:lnTo>
                <a:lnTo>
                  <a:pt x="164059" y="11387"/>
                </a:lnTo>
                <a:lnTo>
                  <a:pt x="198460" y="3635"/>
                </a:lnTo>
                <a:lnTo>
                  <a:pt x="230214" y="0"/>
                </a:lnTo>
                <a:lnTo>
                  <a:pt x="259323" y="481"/>
                </a:lnTo>
                <a:lnTo>
                  <a:pt x="285785" y="5079"/>
                </a:lnTo>
                <a:lnTo>
                  <a:pt x="309602" y="13793"/>
                </a:lnTo>
                <a:lnTo>
                  <a:pt x="330773" y="26624"/>
                </a:lnTo>
                <a:lnTo>
                  <a:pt x="349299" y="43571"/>
                </a:lnTo>
                <a:lnTo>
                  <a:pt x="365178" y="64635"/>
                </a:lnTo>
              </a:path>
            </a:pathLst>
          </a:custGeom>
          <a:noFill/>
          <a:ln w="5334">
            <a:solidFill>
              <a:srgbClr val="B0B522">
                <a:alpha val="13000"/>
              </a:srgbClr>
            </a:solidFill>
            <a:prstDash val="solid"/>
          </a:ln>
        </p:spPr>
      </p:sp>
      <p:sp>
        <p:nvSpPr>
          <p:cNvPr id="415" name="knowledge-edge">
            <a:extLst>
              <a:ext uri="{FF2B5EF4-FFF2-40B4-BE49-F238E27FC236}">
                <a16:creationId xmlns:a16="http://schemas.microsoft.com/office/drawing/2014/main" id="{A3960CE8-6602-428D-9B12-EB9EDBF1CAC7}"/>
              </a:ext>
            </a:extLst>
          </p:cNvPr>
          <p:cNvSpPr>
            <a:spLocks noGrp="1"/>
          </p:cNvSpPr>
          <p:nvPr/>
        </p:nvSpPr>
        <p:spPr>
          <a:xfrm>
            <a:off x="10575503" y="6148526"/>
            <a:ext cx="275934" cy="67187"/>
          </a:xfrm>
          <a:custGeom>
            <a:avLst/>
            <a:gdLst/>
            <a:ahLst/>
            <a:cxnLst/>
            <a:rect l="0" t="0" r="0" b="0"/>
            <a:pathLst>
              <a:path w="275934" h="67187">
                <a:moveTo>
                  <a:pt x="0" y="67187"/>
                </a:moveTo>
                <a:lnTo>
                  <a:pt x="19710" y="61580"/>
                </a:lnTo>
                <a:lnTo>
                  <a:pt x="39419" y="56097"/>
                </a:lnTo>
                <a:lnTo>
                  <a:pt x="59129" y="50739"/>
                </a:lnTo>
                <a:lnTo>
                  <a:pt x="78838" y="45505"/>
                </a:lnTo>
                <a:lnTo>
                  <a:pt x="98548" y="40395"/>
                </a:lnTo>
                <a:lnTo>
                  <a:pt x="118257" y="35409"/>
                </a:lnTo>
                <a:lnTo>
                  <a:pt x="137967" y="30548"/>
                </a:lnTo>
                <a:lnTo>
                  <a:pt x="157676" y="25811"/>
                </a:lnTo>
                <a:lnTo>
                  <a:pt x="177386" y="21199"/>
                </a:lnTo>
                <a:lnTo>
                  <a:pt x="197095" y="16710"/>
                </a:lnTo>
                <a:lnTo>
                  <a:pt x="216805" y="12346"/>
                </a:lnTo>
                <a:lnTo>
                  <a:pt x="236515" y="8107"/>
                </a:lnTo>
                <a:lnTo>
                  <a:pt x="256224" y="3991"/>
                </a:lnTo>
                <a:lnTo>
                  <a:pt x="275934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416" name="knowledge-cross-edge">
            <a:extLst>
              <a:ext uri="{FF2B5EF4-FFF2-40B4-BE49-F238E27FC236}">
                <a16:creationId xmlns:a16="http://schemas.microsoft.com/office/drawing/2014/main" id="{E995DDEF-E381-4BA6-8EAF-1202983F4419}"/>
              </a:ext>
            </a:extLst>
          </p:cNvPr>
          <p:cNvSpPr>
            <a:spLocks noGrp="1"/>
          </p:cNvSpPr>
          <p:nvPr/>
        </p:nvSpPr>
        <p:spPr>
          <a:xfrm>
            <a:off x="10575503" y="5948010"/>
            <a:ext cx="575368" cy="267703"/>
          </a:xfrm>
          <a:custGeom>
            <a:avLst/>
            <a:gdLst/>
            <a:ahLst/>
            <a:cxnLst/>
            <a:rect l="0" t="0" r="0" b="0"/>
            <a:pathLst>
              <a:path w="575368" h="267703">
                <a:moveTo>
                  <a:pt x="0" y="267703"/>
                </a:moveTo>
                <a:lnTo>
                  <a:pt x="33395" y="211356"/>
                </a:lnTo>
                <a:lnTo>
                  <a:pt x="69436" y="161660"/>
                </a:lnTo>
                <a:lnTo>
                  <a:pt x="108123" y="118614"/>
                </a:lnTo>
                <a:lnTo>
                  <a:pt x="149456" y="82219"/>
                </a:lnTo>
                <a:lnTo>
                  <a:pt x="193434" y="52474"/>
                </a:lnTo>
                <a:lnTo>
                  <a:pt x="240059" y="29380"/>
                </a:lnTo>
                <a:lnTo>
                  <a:pt x="289329" y="12936"/>
                </a:lnTo>
                <a:lnTo>
                  <a:pt x="341245" y="3143"/>
                </a:lnTo>
                <a:lnTo>
                  <a:pt x="395807" y="0"/>
                </a:lnTo>
                <a:lnTo>
                  <a:pt x="453015" y="3508"/>
                </a:lnTo>
                <a:lnTo>
                  <a:pt x="512868" y="13666"/>
                </a:lnTo>
                <a:lnTo>
                  <a:pt x="575368" y="30475"/>
                </a:lnTo>
              </a:path>
            </a:pathLst>
          </a:custGeom>
          <a:noFill/>
          <a:ln w="4953">
            <a:solidFill>
              <a:srgbClr val="B0B522">
                <a:alpha val="12000"/>
              </a:srgbClr>
            </a:solidFill>
            <a:prstDash val="solid"/>
          </a:ln>
        </p:spPr>
      </p:sp>
      <p:sp>
        <p:nvSpPr>
          <p:cNvPr id="417" name="knowledge-edge">
            <a:extLst>
              <a:ext uri="{FF2B5EF4-FFF2-40B4-BE49-F238E27FC236}">
                <a16:creationId xmlns:a16="http://schemas.microsoft.com/office/drawing/2014/main" id="{45BA5EEE-401E-4A6C-83FE-7AF10BAF0DC3}"/>
              </a:ext>
            </a:extLst>
          </p:cNvPr>
          <p:cNvSpPr>
            <a:spLocks noGrp="1"/>
          </p:cNvSpPr>
          <p:nvPr/>
        </p:nvSpPr>
        <p:spPr>
          <a:xfrm>
            <a:off x="11064221" y="4534428"/>
            <a:ext cx="462376" cy="196402"/>
          </a:xfrm>
          <a:custGeom>
            <a:avLst/>
            <a:gdLst/>
            <a:ahLst/>
            <a:cxnLst/>
            <a:rect l="0" t="0" r="0" b="0"/>
            <a:pathLst>
              <a:path w="462376" h="196402">
                <a:moveTo>
                  <a:pt x="0" y="196402"/>
                </a:moveTo>
                <a:lnTo>
                  <a:pt x="33027" y="177742"/>
                </a:lnTo>
                <a:lnTo>
                  <a:pt x="66054" y="159795"/>
                </a:lnTo>
                <a:lnTo>
                  <a:pt x="99081" y="142561"/>
                </a:lnTo>
                <a:lnTo>
                  <a:pt x="132108" y="126038"/>
                </a:lnTo>
                <a:lnTo>
                  <a:pt x="165134" y="110229"/>
                </a:lnTo>
                <a:lnTo>
                  <a:pt x="198161" y="95131"/>
                </a:lnTo>
                <a:lnTo>
                  <a:pt x="231188" y="80746"/>
                </a:lnTo>
                <a:lnTo>
                  <a:pt x="264215" y="67074"/>
                </a:lnTo>
                <a:lnTo>
                  <a:pt x="297242" y="54114"/>
                </a:lnTo>
                <a:lnTo>
                  <a:pt x="330269" y="41866"/>
                </a:lnTo>
                <a:lnTo>
                  <a:pt x="363296" y="30331"/>
                </a:lnTo>
                <a:lnTo>
                  <a:pt x="396323" y="19508"/>
                </a:lnTo>
                <a:lnTo>
                  <a:pt x="429349" y="9398"/>
                </a:lnTo>
                <a:lnTo>
                  <a:pt x="462376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418" name="knowledge-cross-edge">
            <a:extLst>
              <a:ext uri="{FF2B5EF4-FFF2-40B4-BE49-F238E27FC236}">
                <a16:creationId xmlns:a16="http://schemas.microsoft.com/office/drawing/2014/main" id="{4810DDA9-E955-45B6-893B-09A96AEACA37}"/>
              </a:ext>
            </a:extLst>
          </p:cNvPr>
          <p:cNvSpPr>
            <a:spLocks noGrp="1"/>
          </p:cNvSpPr>
          <p:nvPr/>
        </p:nvSpPr>
        <p:spPr>
          <a:xfrm>
            <a:off x="11064221" y="4704371"/>
            <a:ext cx="466483" cy="159224"/>
          </a:xfrm>
          <a:custGeom>
            <a:avLst/>
            <a:gdLst/>
            <a:ahLst/>
            <a:cxnLst/>
            <a:rect l="0" t="0" r="0" b="0"/>
            <a:pathLst>
              <a:path w="466483" h="159224">
                <a:moveTo>
                  <a:pt x="0" y="26460"/>
                </a:moveTo>
                <a:lnTo>
                  <a:pt x="53426" y="13221"/>
                </a:lnTo>
                <a:lnTo>
                  <a:pt x="104205" y="4401"/>
                </a:lnTo>
                <a:lnTo>
                  <a:pt x="152339" y="0"/>
                </a:lnTo>
                <a:lnTo>
                  <a:pt x="197828" y="17"/>
                </a:lnTo>
                <a:lnTo>
                  <a:pt x="240670" y="4453"/>
                </a:lnTo>
                <a:lnTo>
                  <a:pt x="280866" y="13308"/>
                </a:lnTo>
                <a:lnTo>
                  <a:pt x="318417" y="26581"/>
                </a:lnTo>
                <a:lnTo>
                  <a:pt x="353322" y="44272"/>
                </a:lnTo>
                <a:lnTo>
                  <a:pt x="385581" y="66382"/>
                </a:lnTo>
                <a:lnTo>
                  <a:pt x="415194" y="92911"/>
                </a:lnTo>
                <a:lnTo>
                  <a:pt x="442161" y="123859"/>
                </a:lnTo>
                <a:lnTo>
                  <a:pt x="466483" y="159224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419" name="knowledge-edge">
            <a:extLst>
              <a:ext uri="{FF2B5EF4-FFF2-40B4-BE49-F238E27FC236}">
                <a16:creationId xmlns:a16="http://schemas.microsoft.com/office/drawing/2014/main" id="{6E02F814-6DE5-4E3D-ADD5-43730796F8E8}"/>
              </a:ext>
            </a:extLst>
          </p:cNvPr>
          <p:cNvSpPr>
            <a:spLocks noGrp="1"/>
          </p:cNvSpPr>
          <p:nvPr/>
        </p:nvSpPr>
        <p:spPr>
          <a:xfrm>
            <a:off x="11145813" y="4863595"/>
            <a:ext cx="384891" cy="27926"/>
          </a:xfrm>
          <a:custGeom>
            <a:avLst/>
            <a:gdLst/>
            <a:ahLst/>
            <a:cxnLst/>
            <a:rect l="0" t="0" r="0" b="0"/>
            <a:pathLst>
              <a:path w="384891" h="27926">
                <a:moveTo>
                  <a:pt x="0" y="15016"/>
                </a:moveTo>
                <a:lnTo>
                  <a:pt x="27492" y="19183"/>
                </a:lnTo>
                <a:lnTo>
                  <a:pt x="54984" y="22543"/>
                </a:lnTo>
                <a:lnTo>
                  <a:pt x="82477" y="25098"/>
                </a:lnTo>
                <a:lnTo>
                  <a:pt x="109969" y="26847"/>
                </a:lnTo>
                <a:lnTo>
                  <a:pt x="137461" y="27790"/>
                </a:lnTo>
                <a:lnTo>
                  <a:pt x="164953" y="27926"/>
                </a:lnTo>
                <a:lnTo>
                  <a:pt x="192445" y="27257"/>
                </a:lnTo>
                <a:lnTo>
                  <a:pt x="219938" y="25781"/>
                </a:lnTo>
                <a:lnTo>
                  <a:pt x="247430" y="23499"/>
                </a:lnTo>
                <a:lnTo>
                  <a:pt x="274922" y="20412"/>
                </a:lnTo>
                <a:lnTo>
                  <a:pt x="302414" y="16518"/>
                </a:lnTo>
                <a:lnTo>
                  <a:pt x="329906" y="11818"/>
                </a:lnTo>
                <a:lnTo>
                  <a:pt x="357399" y="6312"/>
                </a:lnTo>
                <a:lnTo>
                  <a:pt x="384891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420" name="knowledge-cross-edge">
            <a:extLst>
              <a:ext uri="{FF2B5EF4-FFF2-40B4-BE49-F238E27FC236}">
                <a16:creationId xmlns:a16="http://schemas.microsoft.com/office/drawing/2014/main" id="{E4653299-E86C-4D1D-AC4D-D82ADF7EA165}"/>
              </a:ext>
            </a:extLst>
          </p:cNvPr>
          <p:cNvSpPr>
            <a:spLocks noGrp="1"/>
          </p:cNvSpPr>
          <p:nvPr/>
        </p:nvSpPr>
        <p:spPr>
          <a:xfrm>
            <a:off x="11145813" y="4878611"/>
            <a:ext cx="207097" cy="114799"/>
          </a:xfrm>
          <a:custGeom>
            <a:avLst/>
            <a:gdLst/>
            <a:ahLst/>
            <a:cxnLst/>
            <a:rect l="0" t="0" r="0" b="0"/>
            <a:pathLst>
              <a:path w="207097" h="114799">
                <a:moveTo>
                  <a:pt x="0" y="0"/>
                </a:moveTo>
                <a:lnTo>
                  <a:pt x="31810" y="13489"/>
                </a:lnTo>
                <a:lnTo>
                  <a:pt x="60975" y="26265"/>
                </a:lnTo>
                <a:lnTo>
                  <a:pt x="87493" y="38327"/>
                </a:lnTo>
                <a:lnTo>
                  <a:pt x="111366" y="49677"/>
                </a:lnTo>
                <a:lnTo>
                  <a:pt x="132593" y="60313"/>
                </a:lnTo>
                <a:lnTo>
                  <a:pt x="151174" y="70236"/>
                </a:lnTo>
                <a:lnTo>
                  <a:pt x="167109" y="79446"/>
                </a:lnTo>
                <a:lnTo>
                  <a:pt x="180398" y="87943"/>
                </a:lnTo>
                <a:lnTo>
                  <a:pt x="191042" y="95727"/>
                </a:lnTo>
                <a:lnTo>
                  <a:pt x="199039" y="102798"/>
                </a:lnTo>
                <a:lnTo>
                  <a:pt x="204391" y="109155"/>
                </a:lnTo>
                <a:lnTo>
                  <a:pt x="207097" y="114799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421" name="knowledge-edge">
            <a:extLst>
              <a:ext uri="{FF2B5EF4-FFF2-40B4-BE49-F238E27FC236}">
                <a16:creationId xmlns:a16="http://schemas.microsoft.com/office/drawing/2014/main" id="{62EFF55A-83AF-4CDE-8BFD-AD5DAA18E705}"/>
              </a:ext>
            </a:extLst>
          </p:cNvPr>
          <p:cNvSpPr>
            <a:spLocks noGrp="1"/>
          </p:cNvSpPr>
          <p:nvPr/>
        </p:nvSpPr>
        <p:spPr>
          <a:xfrm>
            <a:off x="11135332" y="4993410"/>
            <a:ext cx="217578" cy="133413"/>
          </a:xfrm>
          <a:custGeom>
            <a:avLst/>
            <a:gdLst/>
            <a:ahLst/>
            <a:cxnLst/>
            <a:rect l="0" t="0" r="0" b="0"/>
            <a:pathLst>
              <a:path w="217578" h="133413">
                <a:moveTo>
                  <a:pt x="0" y="133413"/>
                </a:moveTo>
                <a:lnTo>
                  <a:pt x="15541" y="131829"/>
                </a:lnTo>
                <a:lnTo>
                  <a:pt x="31083" y="129023"/>
                </a:lnTo>
                <a:lnTo>
                  <a:pt x="46624" y="124994"/>
                </a:lnTo>
                <a:lnTo>
                  <a:pt x="62165" y="119743"/>
                </a:lnTo>
                <a:lnTo>
                  <a:pt x="77706" y="113269"/>
                </a:lnTo>
                <a:lnTo>
                  <a:pt x="93248" y="105573"/>
                </a:lnTo>
                <a:lnTo>
                  <a:pt x="108789" y="96655"/>
                </a:lnTo>
                <a:lnTo>
                  <a:pt x="124330" y="86514"/>
                </a:lnTo>
                <a:lnTo>
                  <a:pt x="139872" y="75151"/>
                </a:lnTo>
                <a:lnTo>
                  <a:pt x="155413" y="62566"/>
                </a:lnTo>
                <a:lnTo>
                  <a:pt x="170954" y="48758"/>
                </a:lnTo>
                <a:lnTo>
                  <a:pt x="186495" y="33728"/>
                </a:lnTo>
                <a:lnTo>
                  <a:pt x="202037" y="17475"/>
                </a:lnTo>
                <a:lnTo>
                  <a:pt x="217578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422" name="knowledge-cross-edge">
            <a:extLst>
              <a:ext uri="{FF2B5EF4-FFF2-40B4-BE49-F238E27FC236}">
                <a16:creationId xmlns:a16="http://schemas.microsoft.com/office/drawing/2014/main" id="{B6566F8E-57D5-4C41-8F9C-5B672C4F8EB5}"/>
              </a:ext>
            </a:extLst>
          </p:cNvPr>
          <p:cNvSpPr>
            <a:spLocks noGrp="1"/>
          </p:cNvSpPr>
          <p:nvPr/>
        </p:nvSpPr>
        <p:spPr>
          <a:xfrm>
            <a:off x="11135332" y="5106797"/>
            <a:ext cx="117797" cy="342840"/>
          </a:xfrm>
          <a:custGeom>
            <a:avLst/>
            <a:gdLst/>
            <a:ahLst/>
            <a:cxnLst/>
            <a:rect l="0" t="0" r="0" b="0"/>
            <a:pathLst>
              <a:path w="117797" h="342840">
                <a:moveTo>
                  <a:pt x="0" y="20026"/>
                </a:moveTo>
                <a:lnTo>
                  <a:pt x="23672" y="6322"/>
                </a:lnTo>
                <a:lnTo>
                  <a:pt x="44698" y="0"/>
                </a:lnTo>
                <a:lnTo>
                  <a:pt x="63078" y="1061"/>
                </a:lnTo>
                <a:lnTo>
                  <a:pt x="78813" y="9505"/>
                </a:lnTo>
                <a:lnTo>
                  <a:pt x="91901" y="25332"/>
                </a:lnTo>
                <a:lnTo>
                  <a:pt x="102344" y="48542"/>
                </a:lnTo>
                <a:lnTo>
                  <a:pt x="110141" y="79135"/>
                </a:lnTo>
                <a:lnTo>
                  <a:pt x="115292" y="117110"/>
                </a:lnTo>
                <a:lnTo>
                  <a:pt x="117797" y="162468"/>
                </a:lnTo>
                <a:lnTo>
                  <a:pt x="117657" y="215209"/>
                </a:lnTo>
                <a:lnTo>
                  <a:pt x="114870" y="275333"/>
                </a:lnTo>
                <a:lnTo>
                  <a:pt x="109438" y="342840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423" name="knowledge-long-edge">
            <a:extLst>
              <a:ext uri="{FF2B5EF4-FFF2-40B4-BE49-F238E27FC236}">
                <a16:creationId xmlns:a16="http://schemas.microsoft.com/office/drawing/2014/main" id="{9F90E893-8C5A-4EC1-93A4-6805866B15B3}"/>
              </a:ext>
            </a:extLst>
          </p:cNvPr>
          <p:cNvSpPr>
            <a:spLocks noGrp="1"/>
          </p:cNvSpPr>
          <p:nvPr/>
        </p:nvSpPr>
        <p:spPr>
          <a:xfrm>
            <a:off x="11135332" y="4877719"/>
            <a:ext cx="657114" cy="544651"/>
          </a:xfrm>
          <a:custGeom>
            <a:avLst/>
            <a:gdLst/>
            <a:ahLst/>
            <a:cxnLst/>
            <a:rect l="0" t="0" r="0" b="0"/>
            <a:pathLst>
              <a:path w="657114" h="544651">
                <a:moveTo>
                  <a:pt x="0" y="249104"/>
                </a:moveTo>
                <a:lnTo>
                  <a:pt x="41070" y="177592"/>
                </a:lnTo>
                <a:lnTo>
                  <a:pt x="82139" y="118078"/>
                </a:lnTo>
                <a:lnTo>
                  <a:pt x="123209" y="70562"/>
                </a:lnTo>
                <a:lnTo>
                  <a:pt x="164278" y="35043"/>
                </a:lnTo>
                <a:lnTo>
                  <a:pt x="205348" y="11523"/>
                </a:lnTo>
                <a:lnTo>
                  <a:pt x="246418" y="0"/>
                </a:lnTo>
                <a:lnTo>
                  <a:pt x="287487" y="475"/>
                </a:lnTo>
                <a:lnTo>
                  <a:pt x="328557" y="12948"/>
                </a:lnTo>
                <a:lnTo>
                  <a:pt x="369626" y="37418"/>
                </a:lnTo>
                <a:lnTo>
                  <a:pt x="410696" y="73887"/>
                </a:lnTo>
                <a:lnTo>
                  <a:pt x="451766" y="122353"/>
                </a:lnTo>
                <a:lnTo>
                  <a:pt x="492835" y="182817"/>
                </a:lnTo>
                <a:lnTo>
                  <a:pt x="533905" y="255278"/>
                </a:lnTo>
                <a:lnTo>
                  <a:pt x="574974" y="339738"/>
                </a:lnTo>
                <a:lnTo>
                  <a:pt x="616044" y="436195"/>
                </a:lnTo>
                <a:lnTo>
                  <a:pt x="657114" y="544651"/>
                </a:lnTo>
              </a:path>
            </a:pathLst>
          </a:custGeom>
          <a:noFill/>
          <a:ln w="4286">
            <a:solidFill>
              <a:srgbClr val="98B22C">
                <a:alpha val="9000"/>
              </a:srgbClr>
            </a:solidFill>
            <a:prstDash val="solid"/>
          </a:ln>
        </p:spPr>
      </p:sp>
      <p:sp>
        <p:nvSpPr>
          <p:cNvPr id="424" name="knowledge-edge">
            <a:extLst>
              <a:ext uri="{FF2B5EF4-FFF2-40B4-BE49-F238E27FC236}">
                <a16:creationId xmlns:a16="http://schemas.microsoft.com/office/drawing/2014/main" id="{8DD4AB80-DAA0-477B-9888-E2A98EF14F1D}"/>
              </a:ext>
            </a:extLst>
          </p:cNvPr>
          <p:cNvSpPr>
            <a:spLocks noGrp="1"/>
          </p:cNvSpPr>
          <p:nvPr/>
        </p:nvSpPr>
        <p:spPr>
          <a:xfrm>
            <a:off x="10900586" y="5449637"/>
            <a:ext cx="344185" cy="66526"/>
          </a:xfrm>
          <a:custGeom>
            <a:avLst/>
            <a:gdLst/>
            <a:ahLst/>
            <a:cxnLst/>
            <a:rect l="0" t="0" r="0" b="0"/>
            <a:pathLst>
              <a:path w="344185" h="66526">
                <a:moveTo>
                  <a:pt x="0" y="66526"/>
                </a:moveTo>
                <a:lnTo>
                  <a:pt x="24585" y="59671"/>
                </a:lnTo>
                <a:lnTo>
                  <a:pt x="49169" y="53140"/>
                </a:lnTo>
                <a:lnTo>
                  <a:pt x="73754" y="46932"/>
                </a:lnTo>
                <a:lnTo>
                  <a:pt x="98338" y="41048"/>
                </a:lnTo>
                <a:lnTo>
                  <a:pt x="122923" y="35487"/>
                </a:lnTo>
                <a:lnTo>
                  <a:pt x="147508" y="30250"/>
                </a:lnTo>
                <a:lnTo>
                  <a:pt x="172092" y="25337"/>
                </a:lnTo>
                <a:lnTo>
                  <a:pt x="196677" y="20746"/>
                </a:lnTo>
                <a:lnTo>
                  <a:pt x="221262" y="16480"/>
                </a:lnTo>
                <a:lnTo>
                  <a:pt x="245846" y="12537"/>
                </a:lnTo>
                <a:lnTo>
                  <a:pt x="270431" y="8917"/>
                </a:lnTo>
                <a:lnTo>
                  <a:pt x="295015" y="5621"/>
                </a:lnTo>
                <a:lnTo>
                  <a:pt x="319600" y="2649"/>
                </a:lnTo>
                <a:lnTo>
                  <a:pt x="344185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425" name="knowledge-cross-edge">
            <a:extLst>
              <a:ext uri="{FF2B5EF4-FFF2-40B4-BE49-F238E27FC236}">
                <a16:creationId xmlns:a16="http://schemas.microsoft.com/office/drawing/2014/main" id="{3AC6BF87-7619-49C8-93E0-565BF787052C}"/>
              </a:ext>
            </a:extLst>
          </p:cNvPr>
          <p:cNvSpPr>
            <a:spLocks noGrp="1"/>
          </p:cNvSpPr>
          <p:nvPr/>
        </p:nvSpPr>
        <p:spPr>
          <a:xfrm>
            <a:off x="10900586" y="5486098"/>
            <a:ext cx="492451" cy="203866"/>
          </a:xfrm>
          <a:custGeom>
            <a:avLst/>
            <a:gdLst/>
            <a:ahLst/>
            <a:cxnLst/>
            <a:rect l="0" t="0" r="0" b="0"/>
            <a:pathLst>
              <a:path w="492451" h="203866">
                <a:moveTo>
                  <a:pt x="0" y="30065"/>
                </a:moveTo>
                <a:lnTo>
                  <a:pt x="55590" y="14598"/>
                </a:lnTo>
                <a:lnTo>
                  <a:pt x="108534" y="4576"/>
                </a:lnTo>
                <a:lnTo>
                  <a:pt x="158832" y="0"/>
                </a:lnTo>
                <a:lnTo>
                  <a:pt x="206484" y="869"/>
                </a:lnTo>
                <a:lnTo>
                  <a:pt x="251490" y="7184"/>
                </a:lnTo>
                <a:lnTo>
                  <a:pt x="293851" y="18945"/>
                </a:lnTo>
                <a:lnTo>
                  <a:pt x="333565" y="36151"/>
                </a:lnTo>
                <a:lnTo>
                  <a:pt x="370634" y="58803"/>
                </a:lnTo>
                <a:lnTo>
                  <a:pt x="405057" y="86900"/>
                </a:lnTo>
                <a:lnTo>
                  <a:pt x="436834" y="120443"/>
                </a:lnTo>
                <a:lnTo>
                  <a:pt x="465966" y="159432"/>
                </a:lnTo>
                <a:lnTo>
                  <a:pt x="492451" y="203866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426" name="knowledge-edge">
            <a:extLst>
              <a:ext uri="{FF2B5EF4-FFF2-40B4-BE49-F238E27FC236}">
                <a16:creationId xmlns:a16="http://schemas.microsoft.com/office/drawing/2014/main" id="{26A458AE-A24F-4CBB-B86D-CB1F207B8F9A}"/>
              </a:ext>
            </a:extLst>
          </p:cNvPr>
          <p:cNvSpPr>
            <a:spLocks noGrp="1"/>
          </p:cNvSpPr>
          <p:nvPr/>
        </p:nvSpPr>
        <p:spPr>
          <a:xfrm>
            <a:off x="10996410" y="5689964"/>
            <a:ext cx="396627" cy="179517"/>
          </a:xfrm>
          <a:custGeom>
            <a:avLst/>
            <a:gdLst/>
            <a:ahLst/>
            <a:cxnLst/>
            <a:rect l="0" t="0" r="0" b="0"/>
            <a:pathLst>
              <a:path w="396627" h="179517">
                <a:moveTo>
                  <a:pt x="0" y="178889"/>
                </a:moveTo>
                <a:lnTo>
                  <a:pt x="28331" y="179517"/>
                </a:lnTo>
                <a:lnTo>
                  <a:pt x="56661" y="178082"/>
                </a:lnTo>
                <a:lnTo>
                  <a:pt x="84992" y="174584"/>
                </a:lnTo>
                <a:lnTo>
                  <a:pt x="113322" y="169025"/>
                </a:lnTo>
                <a:lnTo>
                  <a:pt x="141653" y="161403"/>
                </a:lnTo>
                <a:lnTo>
                  <a:pt x="169983" y="151718"/>
                </a:lnTo>
                <a:lnTo>
                  <a:pt x="198314" y="139972"/>
                </a:lnTo>
                <a:lnTo>
                  <a:pt x="226644" y="126163"/>
                </a:lnTo>
                <a:lnTo>
                  <a:pt x="254975" y="110291"/>
                </a:lnTo>
                <a:lnTo>
                  <a:pt x="283305" y="92358"/>
                </a:lnTo>
                <a:lnTo>
                  <a:pt x="311636" y="72362"/>
                </a:lnTo>
                <a:lnTo>
                  <a:pt x="339966" y="50304"/>
                </a:lnTo>
                <a:lnTo>
                  <a:pt x="368297" y="26183"/>
                </a:lnTo>
                <a:lnTo>
                  <a:pt x="396627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427" name="knowledge-cross-edge">
            <a:extLst>
              <a:ext uri="{FF2B5EF4-FFF2-40B4-BE49-F238E27FC236}">
                <a16:creationId xmlns:a16="http://schemas.microsoft.com/office/drawing/2014/main" id="{D39E4928-345B-4B84-9D0C-71537A74AB13}"/>
              </a:ext>
            </a:extLst>
          </p:cNvPr>
          <p:cNvSpPr>
            <a:spLocks noGrp="1"/>
          </p:cNvSpPr>
          <p:nvPr/>
        </p:nvSpPr>
        <p:spPr>
          <a:xfrm>
            <a:off x="10996410" y="5849518"/>
            <a:ext cx="544101" cy="19336"/>
          </a:xfrm>
          <a:custGeom>
            <a:avLst/>
            <a:gdLst/>
            <a:ahLst/>
            <a:cxnLst/>
            <a:rect l="0" t="0" r="0" b="0"/>
            <a:pathLst>
              <a:path w="544101" h="19336">
                <a:moveTo>
                  <a:pt x="0" y="19336"/>
                </a:moveTo>
                <a:lnTo>
                  <a:pt x="59894" y="19006"/>
                </a:lnTo>
                <a:lnTo>
                  <a:pt x="117142" y="18444"/>
                </a:lnTo>
                <a:lnTo>
                  <a:pt x="171744" y="17648"/>
                </a:lnTo>
                <a:lnTo>
                  <a:pt x="223700" y="16619"/>
                </a:lnTo>
                <a:lnTo>
                  <a:pt x="273011" y="15358"/>
                </a:lnTo>
                <a:lnTo>
                  <a:pt x="319676" y="13863"/>
                </a:lnTo>
                <a:lnTo>
                  <a:pt x="363694" y="12135"/>
                </a:lnTo>
                <a:lnTo>
                  <a:pt x="405067" y="10174"/>
                </a:lnTo>
                <a:lnTo>
                  <a:pt x="443795" y="7980"/>
                </a:lnTo>
                <a:lnTo>
                  <a:pt x="479876" y="5553"/>
                </a:lnTo>
                <a:lnTo>
                  <a:pt x="513311" y="2893"/>
                </a:lnTo>
                <a:lnTo>
                  <a:pt x="544101" y="0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428" name="knowledge-edge">
            <a:extLst>
              <a:ext uri="{FF2B5EF4-FFF2-40B4-BE49-F238E27FC236}">
                <a16:creationId xmlns:a16="http://schemas.microsoft.com/office/drawing/2014/main" id="{FAC81422-1F18-4705-9282-456B877508FC}"/>
              </a:ext>
            </a:extLst>
          </p:cNvPr>
          <p:cNvSpPr>
            <a:spLocks noGrp="1"/>
          </p:cNvSpPr>
          <p:nvPr/>
        </p:nvSpPr>
        <p:spPr>
          <a:xfrm>
            <a:off x="11150870" y="5849518"/>
            <a:ext cx="389640" cy="128967"/>
          </a:xfrm>
          <a:custGeom>
            <a:avLst/>
            <a:gdLst/>
            <a:ahLst/>
            <a:cxnLst/>
            <a:rect l="0" t="0" r="0" b="0"/>
            <a:pathLst>
              <a:path w="389640" h="128967">
                <a:moveTo>
                  <a:pt x="0" y="128967"/>
                </a:moveTo>
                <a:lnTo>
                  <a:pt x="27831" y="114894"/>
                </a:lnTo>
                <a:lnTo>
                  <a:pt x="55663" y="101570"/>
                </a:lnTo>
                <a:lnTo>
                  <a:pt x="83494" y="88993"/>
                </a:lnTo>
                <a:lnTo>
                  <a:pt x="111326" y="77163"/>
                </a:lnTo>
                <a:lnTo>
                  <a:pt x="139157" y="66082"/>
                </a:lnTo>
                <a:lnTo>
                  <a:pt x="166989" y="55748"/>
                </a:lnTo>
                <a:lnTo>
                  <a:pt x="194820" y="46162"/>
                </a:lnTo>
                <a:lnTo>
                  <a:pt x="222652" y="37324"/>
                </a:lnTo>
                <a:lnTo>
                  <a:pt x="250483" y="29234"/>
                </a:lnTo>
                <a:lnTo>
                  <a:pt x="278315" y="21892"/>
                </a:lnTo>
                <a:lnTo>
                  <a:pt x="306146" y="15297"/>
                </a:lnTo>
                <a:lnTo>
                  <a:pt x="333978" y="9450"/>
                </a:lnTo>
                <a:lnTo>
                  <a:pt x="361809" y="4351"/>
                </a:lnTo>
                <a:lnTo>
                  <a:pt x="389640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429" name="knowledge-cross-edge">
            <a:extLst>
              <a:ext uri="{FF2B5EF4-FFF2-40B4-BE49-F238E27FC236}">
                <a16:creationId xmlns:a16="http://schemas.microsoft.com/office/drawing/2014/main" id="{C84CC419-A01E-45CC-8F5A-F23AFFA0F084}"/>
              </a:ext>
            </a:extLst>
          </p:cNvPr>
          <p:cNvSpPr>
            <a:spLocks noGrp="1"/>
          </p:cNvSpPr>
          <p:nvPr/>
        </p:nvSpPr>
        <p:spPr>
          <a:xfrm>
            <a:off x="11150870" y="5858201"/>
            <a:ext cx="120038" cy="120284"/>
          </a:xfrm>
          <a:custGeom>
            <a:avLst/>
            <a:gdLst/>
            <a:ahLst/>
            <a:cxnLst/>
            <a:rect l="0" t="0" r="0" b="0"/>
            <a:pathLst>
              <a:path w="120038" h="120284">
                <a:moveTo>
                  <a:pt x="0" y="120284"/>
                </a:moveTo>
                <a:lnTo>
                  <a:pt x="23910" y="115239"/>
                </a:lnTo>
                <a:lnTo>
                  <a:pt x="45174" y="109288"/>
                </a:lnTo>
                <a:lnTo>
                  <a:pt x="63793" y="102433"/>
                </a:lnTo>
                <a:lnTo>
                  <a:pt x="79765" y="94672"/>
                </a:lnTo>
                <a:lnTo>
                  <a:pt x="93092" y="86006"/>
                </a:lnTo>
                <a:lnTo>
                  <a:pt x="103773" y="76435"/>
                </a:lnTo>
                <a:lnTo>
                  <a:pt x="111808" y="65959"/>
                </a:lnTo>
                <a:lnTo>
                  <a:pt x="117197" y="54578"/>
                </a:lnTo>
                <a:lnTo>
                  <a:pt x="119940" y="42291"/>
                </a:lnTo>
                <a:lnTo>
                  <a:pt x="120038" y="29099"/>
                </a:lnTo>
                <a:lnTo>
                  <a:pt x="117489" y="15002"/>
                </a:lnTo>
                <a:lnTo>
                  <a:pt x="112295" y="0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430" name="knowledge-long-edge">
            <a:extLst>
              <a:ext uri="{FF2B5EF4-FFF2-40B4-BE49-F238E27FC236}">
                <a16:creationId xmlns:a16="http://schemas.microsoft.com/office/drawing/2014/main" id="{F231CE66-39D6-4DE3-808D-E20EA091C750}"/>
              </a:ext>
            </a:extLst>
          </p:cNvPr>
          <p:cNvSpPr>
            <a:spLocks noGrp="1"/>
          </p:cNvSpPr>
          <p:nvPr/>
        </p:nvSpPr>
        <p:spPr>
          <a:xfrm>
            <a:off x="11150870" y="5377356"/>
            <a:ext cx="745952" cy="601128"/>
          </a:xfrm>
          <a:custGeom>
            <a:avLst/>
            <a:gdLst/>
            <a:ahLst/>
            <a:cxnLst/>
            <a:rect l="0" t="0" r="0" b="0"/>
            <a:pathLst>
              <a:path w="745952" h="601128">
                <a:moveTo>
                  <a:pt x="0" y="601128"/>
                </a:moveTo>
                <a:lnTo>
                  <a:pt x="46622" y="486647"/>
                </a:lnTo>
                <a:lnTo>
                  <a:pt x="93244" y="384247"/>
                </a:lnTo>
                <a:lnTo>
                  <a:pt x="139866" y="293929"/>
                </a:lnTo>
                <a:lnTo>
                  <a:pt x="186488" y="215694"/>
                </a:lnTo>
                <a:lnTo>
                  <a:pt x="233110" y="149540"/>
                </a:lnTo>
                <a:lnTo>
                  <a:pt x="279732" y="95468"/>
                </a:lnTo>
                <a:lnTo>
                  <a:pt x="326354" y="53478"/>
                </a:lnTo>
                <a:lnTo>
                  <a:pt x="372976" y="23570"/>
                </a:lnTo>
                <a:lnTo>
                  <a:pt x="419598" y="5744"/>
                </a:lnTo>
                <a:lnTo>
                  <a:pt x="466220" y="0"/>
                </a:lnTo>
                <a:lnTo>
                  <a:pt x="512842" y="6338"/>
                </a:lnTo>
                <a:lnTo>
                  <a:pt x="559464" y="24758"/>
                </a:lnTo>
                <a:lnTo>
                  <a:pt x="606086" y="55259"/>
                </a:lnTo>
                <a:lnTo>
                  <a:pt x="652708" y="97843"/>
                </a:lnTo>
                <a:lnTo>
                  <a:pt x="699330" y="152508"/>
                </a:lnTo>
                <a:lnTo>
                  <a:pt x="745952" y="219256"/>
                </a:lnTo>
              </a:path>
            </a:pathLst>
          </a:custGeom>
          <a:noFill/>
          <a:ln w="4286">
            <a:solidFill>
              <a:srgbClr val="98B22C">
                <a:alpha val="9000"/>
              </a:srgbClr>
            </a:solidFill>
            <a:prstDash val="solid"/>
          </a:ln>
        </p:spPr>
      </p:sp>
      <p:sp>
        <p:nvSpPr>
          <p:cNvPr id="431" name="knowledge-edge">
            <a:extLst>
              <a:ext uri="{FF2B5EF4-FFF2-40B4-BE49-F238E27FC236}">
                <a16:creationId xmlns:a16="http://schemas.microsoft.com/office/drawing/2014/main" id="{E015C7E1-A415-4265-B243-1BEB5B8B048E}"/>
              </a:ext>
            </a:extLst>
          </p:cNvPr>
          <p:cNvSpPr>
            <a:spLocks noGrp="1"/>
          </p:cNvSpPr>
          <p:nvPr/>
        </p:nvSpPr>
        <p:spPr>
          <a:xfrm>
            <a:off x="10851436" y="5858201"/>
            <a:ext cx="411729" cy="290325"/>
          </a:xfrm>
          <a:custGeom>
            <a:avLst/>
            <a:gdLst/>
            <a:ahLst/>
            <a:cxnLst/>
            <a:rect l="0" t="0" r="0" b="0"/>
            <a:pathLst>
              <a:path w="411729" h="290325">
                <a:moveTo>
                  <a:pt x="0" y="290325"/>
                </a:moveTo>
                <a:lnTo>
                  <a:pt x="29409" y="288054"/>
                </a:lnTo>
                <a:lnTo>
                  <a:pt x="58818" y="282942"/>
                </a:lnTo>
                <a:lnTo>
                  <a:pt x="88228" y="274990"/>
                </a:lnTo>
                <a:lnTo>
                  <a:pt x="117637" y="264196"/>
                </a:lnTo>
                <a:lnTo>
                  <a:pt x="147046" y="250561"/>
                </a:lnTo>
                <a:lnTo>
                  <a:pt x="176455" y="234085"/>
                </a:lnTo>
                <a:lnTo>
                  <a:pt x="205865" y="214768"/>
                </a:lnTo>
                <a:lnTo>
                  <a:pt x="235274" y="192610"/>
                </a:lnTo>
                <a:lnTo>
                  <a:pt x="264683" y="167611"/>
                </a:lnTo>
                <a:lnTo>
                  <a:pt x="294092" y="139770"/>
                </a:lnTo>
                <a:lnTo>
                  <a:pt x="323502" y="109089"/>
                </a:lnTo>
                <a:lnTo>
                  <a:pt x="352911" y="75567"/>
                </a:lnTo>
                <a:lnTo>
                  <a:pt x="382320" y="39204"/>
                </a:lnTo>
                <a:lnTo>
                  <a:pt x="411729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432" name="knowledge-edge">
            <a:extLst>
              <a:ext uri="{FF2B5EF4-FFF2-40B4-BE49-F238E27FC236}">
                <a16:creationId xmlns:a16="http://schemas.microsoft.com/office/drawing/2014/main" id="{C2616623-2C44-4186-A0AD-8DF554E84D8D}"/>
              </a:ext>
            </a:extLst>
          </p:cNvPr>
          <p:cNvSpPr>
            <a:spLocks noGrp="1"/>
          </p:cNvSpPr>
          <p:nvPr/>
        </p:nvSpPr>
        <p:spPr>
          <a:xfrm>
            <a:off x="11526597" y="4420599"/>
            <a:ext cx="286755" cy="113829"/>
          </a:xfrm>
          <a:custGeom>
            <a:avLst/>
            <a:gdLst/>
            <a:ahLst/>
            <a:cxnLst/>
            <a:rect l="0" t="0" r="0" b="0"/>
            <a:pathLst>
              <a:path w="286755" h="113829">
                <a:moveTo>
                  <a:pt x="0" y="113829"/>
                </a:moveTo>
                <a:lnTo>
                  <a:pt x="20482" y="106114"/>
                </a:lnTo>
                <a:lnTo>
                  <a:pt x="40965" y="98334"/>
                </a:lnTo>
                <a:lnTo>
                  <a:pt x="61447" y="90491"/>
                </a:lnTo>
                <a:lnTo>
                  <a:pt x="81930" y="82583"/>
                </a:lnTo>
                <a:lnTo>
                  <a:pt x="102412" y="74612"/>
                </a:lnTo>
                <a:lnTo>
                  <a:pt x="122895" y="66577"/>
                </a:lnTo>
                <a:lnTo>
                  <a:pt x="143377" y="58479"/>
                </a:lnTo>
                <a:lnTo>
                  <a:pt x="163860" y="50316"/>
                </a:lnTo>
                <a:lnTo>
                  <a:pt x="184342" y="42090"/>
                </a:lnTo>
                <a:lnTo>
                  <a:pt x="204825" y="33799"/>
                </a:lnTo>
                <a:lnTo>
                  <a:pt x="225307" y="25445"/>
                </a:lnTo>
                <a:lnTo>
                  <a:pt x="245790" y="17027"/>
                </a:lnTo>
                <a:lnTo>
                  <a:pt x="266272" y="8546"/>
                </a:lnTo>
                <a:lnTo>
                  <a:pt x="286755" y="0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33" name="knowledge-edge">
            <a:extLst>
              <a:ext uri="{FF2B5EF4-FFF2-40B4-BE49-F238E27FC236}">
                <a16:creationId xmlns:a16="http://schemas.microsoft.com/office/drawing/2014/main" id="{0D8CF497-904C-4686-AA4D-95C57020213F}"/>
              </a:ext>
            </a:extLst>
          </p:cNvPr>
          <p:cNvSpPr>
            <a:spLocks noGrp="1"/>
          </p:cNvSpPr>
          <p:nvPr/>
        </p:nvSpPr>
        <p:spPr>
          <a:xfrm>
            <a:off x="11530704" y="4756388"/>
            <a:ext cx="421007" cy="107207"/>
          </a:xfrm>
          <a:custGeom>
            <a:avLst/>
            <a:gdLst/>
            <a:ahLst/>
            <a:cxnLst/>
            <a:rect l="0" t="0" r="0" b="0"/>
            <a:pathLst>
              <a:path w="421007" h="107207">
                <a:moveTo>
                  <a:pt x="0" y="107207"/>
                </a:moveTo>
                <a:lnTo>
                  <a:pt x="30072" y="104654"/>
                </a:lnTo>
                <a:lnTo>
                  <a:pt x="60144" y="101316"/>
                </a:lnTo>
                <a:lnTo>
                  <a:pt x="90216" y="97192"/>
                </a:lnTo>
                <a:lnTo>
                  <a:pt x="120288" y="92283"/>
                </a:lnTo>
                <a:lnTo>
                  <a:pt x="150360" y="86588"/>
                </a:lnTo>
                <a:lnTo>
                  <a:pt x="180432" y="80109"/>
                </a:lnTo>
                <a:lnTo>
                  <a:pt x="210504" y="72844"/>
                </a:lnTo>
                <a:lnTo>
                  <a:pt x="240576" y="64793"/>
                </a:lnTo>
                <a:lnTo>
                  <a:pt x="270648" y="55958"/>
                </a:lnTo>
                <a:lnTo>
                  <a:pt x="300719" y="46337"/>
                </a:lnTo>
                <a:lnTo>
                  <a:pt x="330791" y="35931"/>
                </a:lnTo>
                <a:lnTo>
                  <a:pt x="360863" y="24739"/>
                </a:lnTo>
                <a:lnTo>
                  <a:pt x="390935" y="12762"/>
                </a:lnTo>
                <a:lnTo>
                  <a:pt x="421007" y="0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34" name="knowledge-edge">
            <a:extLst>
              <a:ext uri="{FF2B5EF4-FFF2-40B4-BE49-F238E27FC236}">
                <a16:creationId xmlns:a16="http://schemas.microsoft.com/office/drawing/2014/main" id="{8F5E066E-0FDB-49F5-AAA3-1FEE7BC77F47}"/>
              </a:ext>
            </a:extLst>
          </p:cNvPr>
          <p:cNvSpPr>
            <a:spLocks noGrp="1"/>
          </p:cNvSpPr>
          <p:nvPr/>
        </p:nvSpPr>
        <p:spPr>
          <a:xfrm>
            <a:off x="11352910" y="4993410"/>
            <a:ext cx="314044" cy="34977"/>
          </a:xfrm>
          <a:custGeom>
            <a:avLst/>
            <a:gdLst/>
            <a:ahLst/>
            <a:cxnLst/>
            <a:rect l="0" t="0" r="0" b="0"/>
            <a:pathLst>
              <a:path w="314044" h="34977">
                <a:moveTo>
                  <a:pt x="0" y="0"/>
                </a:moveTo>
                <a:lnTo>
                  <a:pt x="22432" y="7809"/>
                </a:lnTo>
                <a:lnTo>
                  <a:pt x="44863" y="14636"/>
                </a:lnTo>
                <a:lnTo>
                  <a:pt x="67295" y="20482"/>
                </a:lnTo>
                <a:lnTo>
                  <a:pt x="89727" y="25345"/>
                </a:lnTo>
                <a:lnTo>
                  <a:pt x="112158" y="29226"/>
                </a:lnTo>
                <a:lnTo>
                  <a:pt x="134590" y="32125"/>
                </a:lnTo>
                <a:lnTo>
                  <a:pt x="157022" y="34042"/>
                </a:lnTo>
                <a:lnTo>
                  <a:pt x="179453" y="34977"/>
                </a:lnTo>
                <a:lnTo>
                  <a:pt x="201885" y="34930"/>
                </a:lnTo>
                <a:lnTo>
                  <a:pt x="224317" y="33900"/>
                </a:lnTo>
                <a:lnTo>
                  <a:pt x="246749" y="31889"/>
                </a:lnTo>
                <a:lnTo>
                  <a:pt x="269180" y="28896"/>
                </a:lnTo>
                <a:lnTo>
                  <a:pt x="291612" y="24921"/>
                </a:lnTo>
                <a:lnTo>
                  <a:pt x="314044" y="19963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35" name="knowledge-cross-edge">
            <a:extLst>
              <a:ext uri="{FF2B5EF4-FFF2-40B4-BE49-F238E27FC236}">
                <a16:creationId xmlns:a16="http://schemas.microsoft.com/office/drawing/2014/main" id="{B53E6C10-7022-4CB1-8C36-06C3C8825500}"/>
              </a:ext>
            </a:extLst>
          </p:cNvPr>
          <p:cNvSpPr>
            <a:spLocks noGrp="1"/>
          </p:cNvSpPr>
          <p:nvPr/>
        </p:nvSpPr>
        <p:spPr>
          <a:xfrm>
            <a:off x="11352910" y="4967983"/>
            <a:ext cx="439536" cy="454387"/>
          </a:xfrm>
          <a:custGeom>
            <a:avLst/>
            <a:gdLst/>
            <a:ahLst/>
            <a:cxnLst/>
            <a:rect l="0" t="0" r="0" b="0"/>
            <a:pathLst>
              <a:path w="439536" h="454387">
                <a:moveTo>
                  <a:pt x="0" y="25428"/>
                </a:moveTo>
                <a:lnTo>
                  <a:pt x="51180" y="7868"/>
                </a:lnTo>
                <a:lnTo>
                  <a:pt x="99714" y="0"/>
                </a:lnTo>
                <a:lnTo>
                  <a:pt x="145603" y="1824"/>
                </a:lnTo>
                <a:lnTo>
                  <a:pt x="188845" y="13341"/>
                </a:lnTo>
                <a:lnTo>
                  <a:pt x="229442" y="34549"/>
                </a:lnTo>
                <a:lnTo>
                  <a:pt x="267393" y="65450"/>
                </a:lnTo>
                <a:lnTo>
                  <a:pt x="302698" y="106042"/>
                </a:lnTo>
                <a:lnTo>
                  <a:pt x="335357" y="156327"/>
                </a:lnTo>
                <a:lnTo>
                  <a:pt x="365371" y="216304"/>
                </a:lnTo>
                <a:lnTo>
                  <a:pt x="392738" y="285973"/>
                </a:lnTo>
                <a:lnTo>
                  <a:pt x="417460" y="365334"/>
                </a:lnTo>
                <a:lnTo>
                  <a:pt x="439536" y="454387"/>
                </a:lnTo>
              </a:path>
            </a:pathLst>
          </a:custGeom>
          <a:noFill/>
          <a:ln w="5334">
            <a:solidFill>
              <a:srgbClr val="7FB036">
                <a:alpha val="13000"/>
              </a:srgbClr>
            </a:solidFill>
            <a:prstDash val="solid"/>
          </a:ln>
        </p:spPr>
      </p:sp>
      <p:sp>
        <p:nvSpPr>
          <p:cNvPr id="436" name="knowledge-edge">
            <a:extLst>
              <a:ext uri="{FF2B5EF4-FFF2-40B4-BE49-F238E27FC236}">
                <a16:creationId xmlns:a16="http://schemas.microsoft.com/office/drawing/2014/main" id="{AFC3EAA2-B0F9-46CE-B6E1-3D186C67A6BB}"/>
              </a:ext>
            </a:extLst>
          </p:cNvPr>
          <p:cNvSpPr>
            <a:spLocks noGrp="1"/>
          </p:cNvSpPr>
          <p:nvPr/>
        </p:nvSpPr>
        <p:spPr>
          <a:xfrm>
            <a:off x="11244770" y="5395402"/>
            <a:ext cx="547675" cy="54235"/>
          </a:xfrm>
          <a:custGeom>
            <a:avLst/>
            <a:gdLst/>
            <a:ahLst/>
            <a:cxnLst/>
            <a:rect l="0" t="0" r="0" b="0"/>
            <a:pathLst>
              <a:path w="547675" h="54235">
                <a:moveTo>
                  <a:pt x="0" y="54235"/>
                </a:moveTo>
                <a:lnTo>
                  <a:pt x="39120" y="41818"/>
                </a:lnTo>
                <a:lnTo>
                  <a:pt x="78239" y="31013"/>
                </a:lnTo>
                <a:lnTo>
                  <a:pt x="117359" y="21818"/>
                </a:lnTo>
                <a:lnTo>
                  <a:pt x="156479" y="14233"/>
                </a:lnTo>
                <a:lnTo>
                  <a:pt x="195598" y="8259"/>
                </a:lnTo>
                <a:lnTo>
                  <a:pt x="234718" y="3895"/>
                </a:lnTo>
                <a:lnTo>
                  <a:pt x="273838" y="1142"/>
                </a:lnTo>
                <a:lnTo>
                  <a:pt x="312957" y="0"/>
                </a:lnTo>
                <a:lnTo>
                  <a:pt x="352077" y="468"/>
                </a:lnTo>
                <a:lnTo>
                  <a:pt x="391197" y="2547"/>
                </a:lnTo>
                <a:lnTo>
                  <a:pt x="430316" y="6236"/>
                </a:lnTo>
                <a:lnTo>
                  <a:pt x="469436" y="11536"/>
                </a:lnTo>
                <a:lnTo>
                  <a:pt x="508556" y="18446"/>
                </a:lnTo>
                <a:lnTo>
                  <a:pt x="547675" y="26967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37" name="knowledge-edge">
            <a:extLst>
              <a:ext uri="{FF2B5EF4-FFF2-40B4-BE49-F238E27FC236}">
                <a16:creationId xmlns:a16="http://schemas.microsoft.com/office/drawing/2014/main" id="{DABAC5EC-D38C-4E7F-AF39-FE4B21DC030D}"/>
              </a:ext>
            </a:extLst>
          </p:cNvPr>
          <p:cNvSpPr>
            <a:spLocks noGrp="1"/>
          </p:cNvSpPr>
          <p:nvPr/>
        </p:nvSpPr>
        <p:spPr>
          <a:xfrm>
            <a:off x="11393037" y="5596612"/>
            <a:ext cx="503785" cy="124138"/>
          </a:xfrm>
          <a:custGeom>
            <a:avLst/>
            <a:gdLst/>
            <a:ahLst/>
            <a:cxnLst/>
            <a:rect l="0" t="0" r="0" b="0"/>
            <a:pathLst>
              <a:path w="503785" h="124138">
                <a:moveTo>
                  <a:pt x="0" y="93352"/>
                </a:moveTo>
                <a:lnTo>
                  <a:pt x="35985" y="105209"/>
                </a:lnTo>
                <a:lnTo>
                  <a:pt x="71969" y="114216"/>
                </a:lnTo>
                <a:lnTo>
                  <a:pt x="107954" y="120373"/>
                </a:lnTo>
                <a:lnTo>
                  <a:pt x="143939" y="123681"/>
                </a:lnTo>
                <a:lnTo>
                  <a:pt x="179923" y="124138"/>
                </a:lnTo>
                <a:lnTo>
                  <a:pt x="215908" y="121745"/>
                </a:lnTo>
                <a:lnTo>
                  <a:pt x="251892" y="116502"/>
                </a:lnTo>
                <a:lnTo>
                  <a:pt x="287877" y="108409"/>
                </a:lnTo>
                <a:lnTo>
                  <a:pt x="323862" y="97466"/>
                </a:lnTo>
                <a:lnTo>
                  <a:pt x="359846" y="83673"/>
                </a:lnTo>
                <a:lnTo>
                  <a:pt x="395831" y="67030"/>
                </a:lnTo>
                <a:lnTo>
                  <a:pt x="431816" y="47536"/>
                </a:lnTo>
                <a:lnTo>
                  <a:pt x="467800" y="25193"/>
                </a:lnTo>
                <a:lnTo>
                  <a:pt x="503785" y="0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38" name="knowledge-cross-edge">
            <a:extLst>
              <a:ext uri="{FF2B5EF4-FFF2-40B4-BE49-F238E27FC236}">
                <a16:creationId xmlns:a16="http://schemas.microsoft.com/office/drawing/2014/main" id="{F8449886-6A57-4DC1-9882-2106992AAB54}"/>
              </a:ext>
            </a:extLst>
          </p:cNvPr>
          <p:cNvSpPr>
            <a:spLocks noGrp="1"/>
          </p:cNvSpPr>
          <p:nvPr/>
        </p:nvSpPr>
        <p:spPr>
          <a:xfrm>
            <a:off x="11393037" y="5666996"/>
            <a:ext cx="437840" cy="68199"/>
          </a:xfrm>
          <a:custGeom>
            <a:avLst/>
            <a:gdLst/>
            <a:ahLst/>
            <a:cxnLst/>
            <a:rect l="0" t="0" r="0" b="0"/>
            <a:pathLst>
              <a:path w="437840" h="68199">
                <a:moveTo>
                  <a:pt x="0" y="22968"/>
                </a:moveTo>
                <a:lnTo>
                  <a:pt x="51039" y="13659"/>
                </a:lnTo>
                <a:lnTo>
                  <a:pt x="99432" y="6728"/>
                </a:lnTo>
                <a:lnTo>
                  <a:pt x="145179" y="2175"/>
                </a:lnTo>
                <a:lnTo>
                  <a:pt x="188280" y="0"/>
                </a:lnTo>
                <a:lnTo>
                  <a:pt x="228735" y="203"/>
                </a:lnTo>
                <a:lnTo>
                  <a:pt x="266545" y="2783"/>
                </a:lnTo>
                <a:lnTo>
                  <a:pt x="301709" y="7741"/>
                </a:lnTo>
                <a:lnTo>
                  <a:pt x="334226" y="15077"/>
                </a:lnTo>
                <a:lnTo>
                  <a:pt x="364099" y="24791"/>
                </a:lnTo>
                <a:lnTo>
                  <a:pt x="391325" y="36882"/>
                </a:lnTo>
                <a:lnTo>
                  <a:pt x="415905" y="51352"/>
                </a:lnTo>
                <a:lnTo>
                  <a:pt x="437840" y="68199"/>
                </a:lnTo>
              </a:path>
            </a:pathLst>
          </a:custGeom>
          <a:noFill/>
          <a:ln w="5334">
            <a:solidFill>
              <a:srgbClr val="7FB036">
                <a:alpha val="13000"/>
              </a:srgbClr>
            </a:solidFill>
            <a:prstDash val="solid"/>
          </a:ln>
        </p:spPr>
      </p:sp>
      <p:sp>
        <p:nvSpPr>
          <p:cNvPr id="439" name="knowledge-edge">
            <a:extLst>
              <a:ext uri="{FF2B5EF4-FFF2-40B4-BE49-F238E27FC236}">
                <a16:creationId xmlns:a16="http://schemas.microsoft.com/office/drawing/2014/main" id="{14F9123D-9684-45EC-9453-BED4EDFBF270}"/>
              </a:ext>
            </a:extLst>
          </p:cNvPr>
          <p:cNvSpPr>
            <a:spLocks noGrp="1"/>
          </p:cNvSpPr>
          <p:nvPr/>
        </p:nvSpPr>
        <p:spPr>
          <a:xfrm>
            <a:off x="11540511" y="5735195"/>
            <a:ext cx="290366" cy="120170"/>
          </a:xfrm>
          <a:custGeom>
            <a:avLst/>
            <a:gdLst/>
            <a:ahLst/>
            <a:cxnLst/>
            <a:rect l="0" t="0" r="0" b="0"/>
            <a:pathLst>
              <a:path w="290366" h="120170">
                <a:moveTo>
                  <a:pt x="0" y="114323"/>
                </a:moveTo>
                <a:lnTo>
                  <a:pt x="20740" y="118111"/>
                </a:lnTo>
                <a:lnTo>
                  <a:pt x="41481" y="120060"/>
                </a:lnTo>
                <a:lnTo>
                  <a:pt x="62221" y="120170"/>
                </a:lnTo>
                <a:lnTo>
                  <a:pt x="82962" y="118442"/>
                </a:lnTo>
                <a:lnTo>
                  <a:pt x="103702" y="114873"/>
                </a:lnTo>
                <a:lnTo>
                  <a:pt x="124443" y="109466"/>
                </a:lnTo>
                <a:lnTo>
                  <a:pt x="145183" y="102220"/>
                </a:lnTo>
                <a:lnTo>
                  <a:pt x="165923" y="93134"/>
                </a:lnTo>
                <a:lnTo>
                  <a:pt x="186664" y="82210"/>
                </a:lnTo>
                <a:lnTo>
                  <a:pt x="207404" y="69446"/>
                </a:lnTo>
                <a:lnTo>
                  <a:pt x="228145" y="54843"/>
                </a:lnTo>
                <a:lnTo>
                  <a:pt x="248885" y="38401"/>
                </a:lnTo>
                <a:lnTo>
                  <a:pt x="269625" y="20120"/>
                </a:lnTo>
                <a:lnTo>
                  <a:pt x="290366" y="0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40" name="knowledge-cross-edge">
            <a:extLst>
              <a:ext uri="{FF2B5EF4-FFF2-40B4-BE49-F238E27FC236}">
                <a16:creationId xmlns:a16="http://schemas.microsoft.com/office/drawing/2014/main" id="{74623B85-3B8B-49A3-AFF0-59C2F2767F4F}"/>
              </a:ext>
            </a:extLst>
          </p:cNvPr>
          <p:cNvSpPr>
            <a:spLocks noGrp="1"/>
          </p:cNvSpPr>
          <p:nvPr/>
        </p:nvSpPr>
        <p:spPr>
          <a:xfrm>
            <a:off x="11540511" y="5716214"/>
            <a:ext cx="236583" cy="133303"/>
          </a:xfrm>
          <a:custGeom>
            <a:avLst/>
            <a:gdLst/>
            <a:ahLst/>
            <a:cxnLst/>
            <a:rect l="0" t="0" r="0" b="0"/>
            <a:pathLst>
              <a:path w="236583" h="133303">
                <a:moveTo>
                  <a:pt x="0" y="133303"/>
                </a:moveTo>
                <a:lnTo>
                  <a:pt x="34267" y="111026"/>
                </a:lnTo>
                <a:lnTo>
                  <a:pt x="65889" y="90780"/>
                </a:lnTo>
                <a:lnTo>
                  <a:pt x="94864" y="72566"/>
                </a:lnTo>
                <a:lnTo>
                  <a:pt x="121194" y="56384"/>
                </a:lnTo>
                <a:lnTo>
                  <a:pt x="144878" y="42233"/>
                </a:lnTo>
                <a:lnTo>
                  <a:pt x="165916" y="30115"/>
                </a:lnTo>
                <a:lnTo>
                  <a:pt x="184309" y="20028"/>
                </a:lnTo>
                <a:lnTo>
                  <a:pt x="200055" y="11973"/>
                </a:lnTo>
                <a:lnTo>
                  <a:pt x="213156" y="5950"/>
                </a:lnTo>
                <a:lnTo>
                  <a:pt x="223611" y="1959"/>
                </a:lnTo>
                <a:lnTo>
                  <a:pt x="231420" y="0"/>
                </a:lnTo>
                <a:lnTo>
                  <a:pt x="236583" y="72"/>
                </a:lnTo>
              </a:path>
            </a:pathLst>
          </a:custGeom>
          <a:noFill/>
          <a:ln w="5334">
            <a:solidFill>
              <a:srgbClr val="7FB036">
                <a:alpha val="13000"/>
              </a:srgbClr>
            </a:solidFill>
            <a:prstDash val="solid"/>
          </a:ln>
        </p:spPr>
      </p:sp>
      <p:sp>
        <p:nvSpPr>
          <p:cNvPr id="441" name="knowledge-cross-edge">
            <a:extLst>
              <a:ext uri="{FF2B5EF4-FFF2-40B4-BE49-F238E27FC236}">
                <a16:creationId xmlns:a16="http://schemas.microsoft.com/office/drawing/2014/main" id="{E8ADB043-D2B1-47C8-B6A7-7D5A03F167E1}"/>
              </a:ext>
            </a:extLst>
          </p:cNvPr>
          <p:cNvSpPr>
            <a:spLocks noGrp="1"/>
          </p:cNvSpPr>
          <p:nvPr/>
        </p:nvSpPr>
        <p:spPr>
          <a:xfrm>
            <a:off x="11540511" y="5575191"/>
            <a:ext cx="356311" cy="274327"/>
          </a:xfrm>
          <a:custGeom>
            <a:avLst/>
            <a:gdLst/>
            <a:ahLst/>
            <a:cxnLst/>
            <a:rect l="0" t="0" r="0" b="0"/>
            <a:pathLst>
              <a:path w="356311" h="274327">
                <a:moveTo>
                  <a:pt x="0" y="274327"/>
                </a:moveTo>
                <a:lnTo>
                  <a:pt x="15141" y="218765"/>
                </a:lnTo>
                <a:lnTo>
                  <a:pt x="32927" y="169474"/>
                </a:lnTo>
                <a:lnTo>
                  <a:pt x="53359" y="126453"/>
                </a:lnTo>
                <a:lnTo>
                  <a:pt x="76437" y="89702"/>
                </a:lnTo>
                <a:lnTo>
                  <a:pt x="102161" y="59221"/>
                </a:lnTo>
                <a:lnTo>
                  <a:pt x="130531" y="35010"/>
                </a:lnTo>
                <a:lnTo>
                  <a:pt x="161546" y="17070"/>
                </a:lnTo>
                <a:lnTo>
                  <a:pt x="195207" y="5400"/>
                </a:lnTo>
                <a:lnTo>
                  <a:pt x="231515" y="0"/>
                </a:lnTo>
                <a:lnTo>
                  <a:pt x="270468" y="870"/>
                </a:lnTo>
                <a:lnTo>
                  <a:pt x="312066" y="8011"/>
                </a:lnTo>
                <a:lnTo>
                  <a:pt x="356311" y="21422"/>
                </a:lnTo>
              </a:path>
            </a:pathLst>
          </a:custGeom>
          <a:noFill/>
          <a:ln w="4953">
            <a:solidFill>
              <a:srgbClr val="7FB036">
                <a:alpha val="12000"/>
              </a:srgbClr>
            </a:solidFill>
            <a:prstDash val="solid"/>
          </a:ln>
        </p:spPr>
      </p:sp>
      <p:sp>
        <p:nvSpPr>
          <p:cNvPr id="442" name="knowledge-edge">
            <a:extLst>
              <a:ext uri="{FF2B5EF4-FFF2-40B4-BE49-F238E27FC236}">
                <a16:creationId xmlns:a16="http://schemas.microsoft.com/office/drawing/2014/main" id="{92901F74-95AC-4EA6-BFCA-3FFAC8914FD0}"/>
              </a:ext>
            </a:extLst>
          </p:cNvPr>
          <p:cNvSpPr>
            <a:spLocks noGrp="1"/>
          </p:cNvSpPr>
          <p:nvPr/>
        </p:nvSpPr>
        <p:spPr>
          <a:xfrm>
            <a:off x="11263166" y="5716287"/>
            <a:ext cx="513928" cy="141914"/>
          </a:xfrm>
          <a:custGeom>
            <a:avLst/>
            <a:gdLst/>
            <a:ahLst/>
            <a:cxnLst/>
            <a:rect l="0" t="0" r="0" b="0"/>
            <a:pathLst>
              <a:path w="513928" h="141914">
                <a:moveTo>
                  <a:pt x="0" y="141914"/>
                </a:moveTo>
                <a:lnTo>
                  <a:pt x="36709" y="132640"/>
                </a:lnTo>
                <a:lnTo>
                  <a:pt x="73418" y="123234"/>
                </a:lnTo>
                <a:lnTo>
                  <a:pt x="110127" y="113695"/>
                </a:lnTo>
                <a:lnTo>
                  <a:pt x="146837" y="104022"/>
                </a:lnTo>
                <a:lnTo>
                  <a:pt x="183546" y="94218"/>
                </a:lnTo>
                <a:lnTo>
                  <a:pt x="220255" y="84280"/>
                </a:lnTo>
                <a:lnTo>
                  <a:pt x="256964" y="74210"/>
                </a:lnTo>
                <a:lnTo>
                  <a:pt x="293673" y="64007"/>
                </a:lnTo>
                <a:lnTo>
                  <a:pt x="330382" y="53671"/>
                </a:lnTo>
                <a:lnTo>
                  <a:pt x="367091" y="43202"/>
                </a:lnTo>
                <a:lnTo>
                  <a:pt x="403801" y="32601"/>
                </a:lnTo>
                <a:lnTo>
                  <a:pt x="440510" y="21867"/>
                </a:lnTo>
                <a:lnTo>
                  <a:pt x="477219" y="11000"/>
                </a:lnTo>
                <a:lnTo>
                  <a:pt x="513928" y="0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43" name="knowledge-edge">
            <a:extLst>
              <a:ext uri="{FF2B5EF4-FFF2-40B4-BE49-F238E27FC236}">
                <a16:creationId xmlns:a16="http://schemas.microsoft.com/office/drawing/2014/main" id="{0934CF25-46BA-4EC7-91F1-3862E992144B}"/>
              </a:ext>
            </a:extLst>
          </p:cNvPr>
          <p:cNvSpPr>
            <a:spLocks noGrp="1"/>
          </p:cNvSpPr>
          <p:nvPr/>
        </p:nvSpPr>
        <p:spPr>
          <a:xfrm>
            <a:off x="11813352" y="4417357"/>
            <a:ext cx="275057" cy="72214"/>
          </a:xfrm>
          <a:custGeom>
            <a:avLst/>
            <a:gdLst/>
            <a:ahLst/>
            <a:cxnLst/>
            <a:rect l="0" t="0" r="0" b="0"/>
            <a:pathLst>
              <a:path w="275057" h="72214">
                <a:moveTo>
                  <a:pt x="0" y="3242"/>
                </a:moveTo>
                <a:lnTo>
                  <a:pt x="19647" y="1075"/>
                </a:lnTo>
                <a:lnTo>
                  <a:pt x="39294" y="0"/>
                </a:lnTo>
                <a:lnTo>
                  <a:pt x="58941" y="16"/>
                </a:lnTo>
                <a:lnTo>
                  <a:pt x="78588" y="1123"/>
                </a:lnTo>
                <a:lnTo>
                  <a:pt x="98235" y="3321"/>
                </a:lnTo>
                <a:lnTo>
                  <a:pt x="117882" y="6611"/>
                </a:lnTo>
                <a:lnTo>
                  <a:pt x="137529" y="10992"/>
                </a:lnTo>
                <a:lnTo>
                  <a:pt x="157175" y="16464"/>
                </a:lnTo>
                <a:lnTo>
                  <a:pt x="176822" y="23028"/>
                </a:lnTo>
                <a:lnTo>
                  <a:pt x="196469" y="30682"/>
                </a:lnTo>
                <a:lnTo>
                  <a:pt x="216116" y="39428"/>
                </a:lnTo>
                <a:lnTo>
                  <a:pt x="235763" y="49266"/>
                </a:lnTo>
                <a:lnTo>
                  <a:pt x="255410" y="60194"/>
                </a:lnTo>
                <a:lnTo>
                  <a:pt x="275057" y="72214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44" name="knowledge-edge">
            <a:extLst>
              <a:ext uri="{FF2B5EF4-FFF2-40B4-BE49-F238E27FC236}">
                <a16:creationId xmlns:a16="http://schemas.microsoft.com/office/drawing/2014/main" id="{D9B8B38B-92D9-4A00-9088-003E6C665F72}"/>
              </a:ext>
            </a:extLst>
          </p:cNvPr>
          <p:cNvSpPr>
            <a:spLocks noGrp="1"/>
          </p:cNvSpPr>
          <p:nvPr/>
        </p:nvSpPr>
        <p:spPr>
          <a:xfrm>
            <a:off x="11951711" y="4756388"/>
            <a:ext cx="236181" cy="21922"/>
          </a:xfrm>
          <a:custGeom>
            <a:avLst/>
            <a:gdLst/>
            <a:ahLst/>
            <a:cxnLst/>
            <a:rect l="0" t="0" r="0" b="0"/>
            <a:pathLst>
              <a:path w="236181" h="21922">
                <a:moveTo>
                  <a:pt x="0" y="0"/>
                </a:moveTo>
                <a:lnTo>
                  <a:pt x="16870" y="4905"/>
                </a:lnTo>
                <a:lnTo>
                  <a:pt x="33740" y="9192"/>
                </a:lnTo>
                <a:lnTo>
                  <a:pt x="50610" y="12860"/>
                </a:lnTo>
                <a:lnTo>
                  <a:pt x="67480" y="15910"/>
                </a:lnTo>
                <a:lnTo>
                  <a:pt x="84350" y="18341"/>
                </a:lnTo>
                <a:lnTo>
                  <a:pt x="101220" y="20153"/>
                </a:lnTo>
                <a:lnTo>
                  <a:pt x="118090" y="21347"/>
                </a:lnTo>
                <a:lnTo>
                  <a:pt x="134960" y="21922"/>
                </a:lnTo>
                <a:lnTo>
                  <a:pt x="151830" y="21878"/>
                </a:lnTo>
                <a:lnTo>
                  <a:pt x="168701" y="21216"/>
                </a:lnTo>
                <a:lnTo>
                  <a:pt x="185571" y="19935"/>
                </a:lnTo>
                <a:lnTo>
                  <a:pt x="202441" y="18035"/>
                </a:lnTo>
                <a:lnTo>
                  <a:pt x="219311" y="15517"/>
                </a:lnTo>
                <a:lnTo>
                  <a:pt x="236181" y="12381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45" name="knowledge-edge">
            <a:extLst>
              <a:ext uri="{FF2B5EF4-FFF2-40B4-BE49-F238E27FC236}">
                <a16:creationId xmlns:a16="http://schemas.microsoft.com/office/drawing/2014/main" id="{A9659566-C9AC-477D-A040-AE5BA03DD8A3}"/>
              </a:ext>
            </a:extLst>
          </p:cNvPr>
          <p:cNvSpPr>
            <a:spLocks noGrp="1"/>
          </p:cNvSpPr>
          <p:nvPr/>
        </p:nvSpPr>
        <p:spPr>
          <a:xfrm>
            <a:off x="11666953" y="4968711"/>
            <a:ext cx="516503" cy="95276"/>
          </a:xfrm>
          <a:custGeom>
            <a:avLst/>
            <a:gdLst/>
            <a:ahLst/>
            <a:cxnLst/>
            <a:rect l="0" t="0" r="0" b="0"/>
            <a:pathLst>
              <a:path w="516503" h="95276">
                <a:moveTo>
                  <a:pt x="0" y="44663"/>
                </a:moveTo>
                <a:lnTo>
                  <a:pt x="36893" y="30307"/>
                </a:lnTo>
                <a:lnTo>
                  <a:pt x="73786" y="18716"/>
                </a:lnTo>
                <a:lnTo>
                  <a:pt x="110679" y="9890"/>
                </a:lnTo>
                <a:lnTo>
                  <a:pt x="147572" y="3829"/>
                </a:lnTo>
                <a:lnTo>
                  <a:pt x="184465" y="532"/>
                </a:lnTo>
                <a:lnTo>
                  <a:pt x="221358" y="0"/>
                </a:lnTo>
                <a:lnTo>
                  <a:pt x="258251" y="2233"/>
                </a:lnTo>
                <a:lnTo>
                  <a:pt x="295144" y="7230"/>
                </a:lnTo>
                <a:lnTo>
                  <a:pt x="332038" y="14993"/>
                </a:lnTo>
                <a:lnTo>
                  <a:pt x="368931" y="25520"/>
                </a:lnTo>
                <a:lnTo>
                  <a:pt x="405824" y="38812"/>
                </a:lnTo>
                <a:lnTo>
                  <a:pt x="442717" y="54868"/>
                </a:lnTo>
                <a:lnTo>
                  <a:pt x="479610" y="73690"/>
                </a:lnTo>
                <a:lnTo>
                  <a:pt x="516503" y="95276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46" name="knowledge-cross-edge">
            <a:extLst>
              <a:ext uri="{FF2B5EF4-FFF2-40B4-BE49-F238E27FC236}">
                <a16:creationId xmlns:a16="http://schemas.microsoft.com/office/drawing/2014/main" id="{52983DD7-C408-43A8-800F-818624300CC8}"/>
              </a:ext>
            </a:extLst>
          </p:cNvPr>
          <p:cNvSpPr>
            <a:spLocks noGrp="1"/>
          </p:cNvSpPr>
          <p:nvPr/>
        </p:nvSpPr>
        <p:spPr>
          <a:xfrm>
            <a:off x="11666953" y="4971998"/>
            <a:ext cx="446939" cy="326042"/>
          </a:xfrm>
          <a:custGeom>
            <a:avLst/>
            <a:gdLst/>
            <a:ahLst/>
            <a:cxnLst/>
            <a:rect l="0" t="0" r="0" b="0"/>
            <a:pathLst>
              <a:path w="446939" h="326042">
                <a:moveTo>
                  <a:pt x="0" y="41376"/>
                </a:moveTo>
                <a:lnTo>
                  <a:pt x="51797" y="19248"/>
                </a:lnTo>
                <a:lnTo>
                  <a:pt x="100948" y="5456"/>
                </a:lnTo>
                <a:lnTo>
                  <a:pt x="147453" y="0"/>
                </a:lnTo>
                <a:lnTo>
                  <a:pt x="191313" y="2881"/>
                </a:lnTo>
                <a:lnTo>
                  <a:pt x="232527" y="14098"/>
                </a:lnTo>
                <a:lnTo>
                  <a:pt x="271094" y="33652"/>
                </a:lnTo>
                <a:lnTo>
                  <a:pt x="307016" y="61543"/>
                </a:lnTo>
                <a:lnTo>
                  <a:pt x="340292" y="97770"/>
                </a:lnTo>
                <a:lnTo>
                  <a:pt x="370923" y="142333"/>
                </a:lnTo>
                <a:lnTo>
                  <a:pt x="398907" y="195233"/>
                </a:lnTo>
                <a:lnTo>
                  <a:pt x="424246" y="256470"/>
                </a:lnTo>
                <a:lnTo>
                  <a:pt x="446939" y="326042"/>
                </a:lnTo>
              </a:path>
            </a:pathLst>
          </a:custGeom>
          <a:noFill/>
          <a:ln w="5334">
            <a:solidFill>
              <a:srgbClr val="66AD40">
                <a:alpha val="13000"/>
              </a:srgbClr>
            </a:solidFill>
            <a:prstDash val="solid"/>
          </a:ln>
        </p:spPr>
      </p:sp>
      <p:sp>
        <p:nvSpPr>
          <p:cNvPr id="447" name="knowledge-long-edge">
            <a:extLst>
              <a:ext uri="{FF2B5EF4-FFF2-40B4-BE49-F238E27FC236}">
                <a16:creationId xmlns:a16="http://schemas.microsoft.com/office/drawing/2014/main" id="{5B2A50AC-E3FB-4A12-B1C1-C3A33BA18252}"/>
              </a:ext>
            </a:extLst>
          </p:cNvPr>
          <p:cNvSpPr>
            <a:spLocks noGrp="1"/>
          </p:cNvSpPr>
          <p:nvPr/>
        </p:nvSpPr>
        <p:spPr>
          <a:xfrm>
            <a:off x="11666953" y="4527649"/>
            <a:ext cx="1044459" cy="485725"/>
          </a:xfrm>
          <a:custGeom>
            <a:avLst/>
            <a:gdLst/>
            <a:ahLst/>
            <a:cxnLst/>
            <a:rect l="0" t="0" r="0" b="0"/>
            <a:pathLst>
              <a:path w="1044459" h="485725">
                <a:moveTo>
                  <a:pt x="0" y="485725"/>
                </a:moveTo>
                <a:lnTo>
                  <a:pt x="65279" y="395914"/>
                </a:lnTo>
                <a:lnTo>
                  <a:pt x="130557" y="315267"/>
                </a:lnTo>
                <a:lnTo>
                  <a:pt x="195836" y="243784"/>
                </a:lnTo>
                <a:lnTo>
                  <a:pt x="261115" y="181465"/>
                </a:lnTo>
                <a:lnTo>
                  <a:pt x="326394" y="128311"/>
                </a:lnTo>
                <a:lnTo>
                  <a:pt x="391672" y="84320"/>
                </a:lnTo>
                <a:lnTo>
                  <a:pt x="456951" y="49494"/>
                </a:lnTo>
                <a:lnTo>
                  <a:pt x="522230" y="23832"/>
                </a:lnTo>
                <a:lnTo>
                  <a:pt x="587508" y="7334"/>
                </a:lnTo>
                <a:lnTo>
                  <a:pt x="652787" y="0"/>
                </a:lnTo>
                <a:lnTo>
                  <a:pt x="718066" y="1830"/>
                </a:lnTo>
                <a:lnTo>
                  <a:pt x="783344" y="12825"/>
                </a:lnTo>
                <a:lnTo>
                  <a:pt x="848623" y="32983"/>
                </a:lnTo>
                <a:lnTo>
                  <a:pt x="913902" y="62306"/>
                </a:lnTo>
                <a:lnTo>
                  <a:pt x="979181" y="100792"/>
                </a:lnTo>
                <a:lnTo>
                  <a:pt x="1044459" y="148443"/>
                </a:lnTo>
              </a:path>
            </a:pathLst>
          </a:custGeom>
          <a:noFill/>
          <a:ln w="4286">
            <a:solidFill>
              <a:srgbClr val="66AD40">
                <a:alpha val="9000"/>
              </a:srgbClr>
            </a:solidFill>
            <a:prstDash val="solid"/>
          </a:ln>
        </p:spPr>
      </p:sp>
      <p:sp>
        <p:nvSpPr>
          <p:cNvPr id="448" name="knowledge-edge">
            <a:extLst>
              <a:ext uri="{FF2B5EF4-FFF2-40B4-BE49-F238E27FC236}">
                <a16:creationId xmlns:a16="http://schemas.microsoft.com/office/drawing/2014/main" id="{0716FDDC-7FA8-40DA-BEF0-1616DB1D5952}"/>
              </a:ext>
            </a:extLst>
          </p:cNvPr>
          <p:cNvSpPr>
            <a:spLocks noGrp="1"/>
          </p:cNvSpPr>
          <p:nvPr/>
        </p:nvSpPr>
        <p:spPr>
          <a:xfrm>
            <a:off x="11792446" y="5293179"/>
            <a:ext cx="321447" cy="129190"/>
          </a:xfrm>
          <a:custGeom>
            <a:avLst/>
            <a:gdLst/>
            <a:ahLst/>
            <a:cxnLst/>
            <a:rect l="0" t="0" r="0" b="0"/>
            <a:pathLst>
              <a:path w="321447" h="129190">
                <a:moveTo>
                  <a:pt x="0" y="129190"/>
                </a:moveTo>
                <a:lnTo>
                  <a:pt x="22960" y="108056"/>
                </a:lnTo>
                <a:lnTo>
                  <a:pt x="45921" y="88807"/>
                </a:lnTo>
                <a:lnTo>
                  <a:pt x="68881" y="71443"/>
                </a:lnTo>
                <a:lnTo>
                  <a:pt x="91842" y="55964"/>
                </a:lnTo>
                <a:lnTo>
                  <a:pt x="114802" y="42370"/>
                </a:lnTo>
                <a:lnTo>
                  <a:pt x="137763" y="30662"/>
                </a:lnTo>
                <a:lnTo>
                  <a:pt x="160723" y="20839"/>
                </a:lnTo>
                <a:lnTo>
                  <a:pt x="183684" y="12901"/>
                </a:lnTo>
                <a:lnTo>
                  <a:pt x="206644" y="6848"/>
                </a:lnTo>
                <a:lnTo>
                  <a:pt x="229605" y="2680"/>
                </a:lnTo>
                <a:lnTo>
                  <a:pt x="252565" y="397"/>
                </a:lnTo>
                <a:lnTo>
                  <a:pt x="275526" y="0"/>
                </a:lnTo>
                <a:lnTo>
                  <a:pt x="298486" y="1488"/>
                </a:lnTo>
                <a:lnTo>
                  <a:pt x="321447" y="4861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49" name="knowledge-cross-edge">
            <a:extLst>
              <a:ext uri="{FF2B5EF4-FFF2-40B4-BE49-F238E27FC236}">
                <a16:creationId xmlns:a16="http://schemas.microsoft.com/office/drawing/2014/main" id="{16831771-EBBD-4FE1-95B5-92B2AE35E284}"/>
              </a:ext>
            </a:extLst>
          </p:cNvPr>
          <p:cNvSpPr>
            <a:spLocks noGrp="1"/>
          </p:cNvSpPr>
          <p:nvPr/>
        </p:nvSpPr>
        <p:spPr>
          <a:xfrm>
            <a:off x="11792446" y="5063986"/>
            <a:ext cx="391011" cy="358383"/>
          </a:xfrm>
          <a:custGeom>
            <a:avLst/>
            <a:gdLst/>
            <a:ahLst/>
            <a:cxnLst/>
            <a:rect l="0" t="0" r="0" b="0"/>
            <a:pathLst>
              <a:path w="391011" h="358383">
                <a:moveTo>
                  <a:pt x="0" y="358383"/>
                </a:moveTo>
                <a:lnTo>
                  <a:pt x="18032" y="310321"/>
                </a:lnTo>
                <a:lnTo>
                  <a:pt x="38710" y="265568"/>
                </a:lnTo>
                <a:lnTo>
                  <a:pt x="62034" y="224123"/>
                </a:lnTo>
                <a:lnTo>
                  <a:pt x="88004" y="185986"/>
                </a:lnTo>
                <a:lnTo>
                  <a:pt x="116619" y="151158"/>
                </a:lnTo>
                <a:lnTo>
                  <a:pt x="147880" y="119639"/>
                </a:lnTo>
                <a:lnTo>
                  <a:pt x="181788" y="91428"/>
                </a:lnTo>
                <a:lnTo>
                  <a:pt x="218341" y="66525"/>
                </a:lnTo>
                <a:lnTo>
                  <a:pt x="257539" y="44931"/>
                </a:lnTo>
                <a:lnTo>
                  <a:pt x="299384" y="26646"/>
                </a:lnTo>
                <a:lnTo>
                  <a:pt x="343874" y="11669"/>
                </a:lnTo>
                <a:lnTo>
                  <a:pt x="391011" y="0"/>
                </a:lnTo>
              </a:path>
            </a:pathLst>
          </a:custGeom>
          <a:noFill/>
          <a:ln w="4953">
            <a:solidFill>
              <a:srgbClr val="66AD40">
                <a:alpha val="12000"/>
              </a:srgbClr>
            </a:solidFill>
            <a:prstDash val="solid"/>
          </a:ln>
        </p:spPr>
      </p:sp>
      <p:sp>
        <p:nvSpPr>
          <p:cNvPr id="450" name="knowledge-edge">
            <a:extLst>
              <a:ext uri="{FF2B5EF4-FFF2-40B4-BE49-F238E27FC236}">
                <a16:creationId xmlns:a16="http://schemas.microsoft.com/office/drawing/2014/main" id="{3B26EF35-058C-4694-B7CB-6D4FB5CED7D3}"/>
              </a:ext>
            </a:extLst>
          </p:cNvPr>
          <p:cNvSpPr>
            <a:spLocks noGrp="1"/>
          </p:cNvSpPr>
          <p:nvPr/>
        </p:nvSpPr>
        <p:spPr>
          <a:xfrm>
            <a:off x="11896822" y="5446337"/>
            <a:ext cx="393067" cy="154616"/>
          </a:xfrm>
          <a:custGeom>
            <a:avLst/>
            <a:gdLst/>
            <a:ahLst/>
            <a:cxnLst/>
            <a:rect l="0" t="0" r="0" b="0"/>
            <a:pathLst>
              <a:path w="393067" h="154616">
                <a:moveTo>
                  <a:pt x="0" y="150275"/>
                </a:moveTo>
                <a:lnTo>
                  <a:pt x="28076" y="153521"/>
                </a:lnTo>
                <a:lnTo>
                  <a:pt x="56152" y="154616"/>
                </a:lnTo>
                <a:lnTo>
                  <a:pt x="84229" y="153560"/>
                </a:lnTo>
                <a:lnTo>
                  <a:pt x="112305" y="150353"/>
                </a:lnTo>
                <a:lnTo>
                  <a:pt x="140381" y="144996"/>
                </a:lnTo>
                <a:lnTo>
                  <a:pt x="168457" y="137488"/>
                </a:lnTo>
                <a:lnTo>
                  <a:pt x="196533" y="127830"/>
                </a:lnTo>
                <a:lnTo>
                  <a:pt x="224610" y="116020"/>
                </a:lnTo>
                <a:lnTo>
                  <a:pt x="252686" y="102060"/>
                </a:lnTo>
                <a:lnTo>
                  <a:pt x="280762" y="85950"/>
                </a:lnTo>
                <a:lnTo>
                  <a:pt x="308838" y="67688"/>
                </a:lnTo>
                <a:lnTo>
                  <a:pt x="336914" y="47276"/>
                </a:lnTo>
                <a:lnTo>
                  <a:pt x="364991" y="24713"/>
                </a:lnTo>
                <a:lnTo>
                  <a:pt x="393067" y="0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51" name="knowledge-cross-edge">
            <a:extLst>
              <a:ext uri="{FF2B5EF4-FFF2-40B4-BE49-F238E27FC236}">
                <a16:creationId xmlns:a16="http://schemas.microsoft.com/office/drawing/2014/main" id="{4BDBB45D-27A4-4BAC-B947-9EA81DE80BAF}"/>
              </a:ext>
            </a:extLst>
          </p:cNvPr>
          <p:cNvSpPr>
            <a:spLocks noGrp="1"/>
          </p:cNvSpPr>
          <p:nvPr/>
        </p:nvSpPr>
        <p:spPr>
          <a:xfrm>
            <a:off x="11896822" y="5283201"/>
            <a:ext cx="217070" cy="313412"/>
          </a:xfrm>
          <a:custGeom>
            <a:avLst/>
            <a:gdLst/>
            <a:ahLst/>
            <a:cxnLst/>
            <a:rect l="0" t="0" r="0" b="0"/>
            <a:pathLst>
              <a:path w="217070" h="313412">
                <a:moveTo>
                  <a:pt x="0" y="313412"/>
                </a:moveTo>
                <a:lnTo>
                  <a:pt x="3537" y="253000"/>
                </a:lnTo>
                <a:lnTo>
                  <a:pt x="9720" y="199048"/>
                </a:lnTo>
                <a:lnTo>
                  <a:pt x="18549" y="151557"/>
                </a:lnTo>
                <a:lnTo>
                  <a:pt x="30023" y="110525"/>
                </a:lnTo>
                <a:lnTo>
                  <a:pt x="44144" y="75954"/>
                </a:lnTo>
                <a:lnTo>
                  <a:pt x="60910" y="47843"/>
                </a:lnTo>
                <a:lnTo>
                  <a:pt x="80322" y="26192"/>
                </a:lnTo>
                <a:lnTo>
                  <a:pt x="102380" y="11001"/>
                </a:lnTo>
                <a:lnTo>
                  <a:pt x="127084" y="2271"/>
                </a:lnTo>
                <a:lnTo>
                  <a:pt x="154434" y="0"/>
                </a:lnTo>
                <a:lnTo>
                  <a:pt x="184429" y="4190"/>
                </a:lnTo>
                <a:lnTo>
                  <a:pt x="217070" y="14839"/>
                </a:lnTo>
              </a:path>
            </a:pathLst>
          </a:custGeom>
          <a:noFill/>
          <a:ln w="4953">
            <a:solidFill>
              <a:srgbClr val="66AD40">
                <a:alpha val="12000"/>
              </a:srgbClr>
            </a:solidFill>
            <a:prstDash val="solid"/>
          </a:ln>
        </p:spPr>
      </p:sp>
      <p:sp>
        <p:nvSpPr>
          <p:cNvPr id="452" name="knowledge-edge">
            <a:extLst>
              <a:ext uri="{FF2B5EF4-FFF2-40B4-BE49-F238E27FC236}">
                <a16:creationId xmlns:a16="http://schemas.microsoft.com/office/drawing/2014/main" id="{E3546972-3E21-4A37-8F86-F29783B23E18}"/>
              </a:ext>
            </a:extLst>
          </p:cNvPr>
          <p:cNvSpPr>
            <a:spLocks noGrp="1"/>
          </p:cNvSpPr>
          <p:nvPr/>
        </p:nvSpPr>
        <p:spPr>
          <a:xfrm>
            <a:off x="11830877" y="5472480"/>
            <a:ext cx="283869" cy="262715"/>
          </a:xfrm>
          <a:custGeom>
            <a:avLst/>
            <a:gdLst/>
            <a:ahLst/>
            <a:cxnLst/>
            <a:rect l="0" t="0" r="0" b="0"/>
            <a:pathLst>
              <a:path w="283869" h="262715">
                <a:moveTo>
                  <a:pt x="0" y="262715"/>
                </a:moveTo>
                <a:lnTo>
                  <a:pt x="20276" y="233421"/>
                </a:lnTo>
                <a:lnTo>
                  <a:pt x="40553" y="205747"/>
                </a:lnTo>
                <a:lnTo>
                  <a:pt x="60829" y="179693"/>
                </a:lnTo>
                <a:lnTo>
                  <a:pt x="81105" y="155258"/>
                </a:lnTo>
                <a:lnTo>
                  <a:pt x="101382" y="132443"/>
                </a:lnTo>
                <a:lnTo>
                  <a:pt x="121658" y="111248"/>
                </a:lnTo>
                <a:lnTo>
                  <a:pt x="141935" y="91673"/>
                </a:lnTo>
                <a:lnTo>
                  <a:pt x="162211" y="73718"/>
                </a:lnTo>
                <a:lnTo>
                  <a:pt x="182487" y="57382"/>
                </a:lnTo>
                <a:lnTo>
                  <a:pt x="202764" y="42666"/>
                </a:lnTo>
                <a:lnTo>
                  <a:pt x="223040" y="29570"/>
                </a:lnTo>
                <a:lnTo>
                  <a:pt x="243316" y="18093"/>
                </a:lnTo>
                <a:lnTo>
                  <a:pt x="263593" y="8237"/>
                </a:lnTo>
                <a:lnTo>
                  <a:pt x="283869" y="0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53" name="knowledge-cross-edge">
            <a:extLst>
              <a:ext uri="{FF2B5EF4-FFF2-40B4-BE49-F238E27FC236}">
                <a16:creationId xmlns:a16="http://schemas.microsoft.com/office/drawing/2014/main" id="{A94A4A8B-C81D-4226-BE25-52F9B712A66F}"/>
              </a:ext>
            </a:extLst>
          </p:cNvPr>
          <p:cNvSpPr>
            <a:spLocks noGrp="1"/>
          </p:cNvSpPr>
          <p:nvPr/>
        </p:nvSpPr>
        <p:spPr>
          <a:xfrm>
            <a:off x="11830877" y="5660538"/>
            <a:ext cx="267811" cy="76939"/>
          </a:xfrm>
          <a:custGeom>
            <a:avLst/>
            <a:gdLst/>
            <a:ahLst/>
            <a:cxnLst/>
            <a:rect l="0" t="0" r="0" b="0"/>
            <a:pathLst>
              <a:path w="267811" h="76939">
                <a:moveTo>
                  <a:pt x="0" y="74657"/>
                </a:moveTo>
                <a:lnTo>
                  <a:pt x="36870" y="76534"/>
                </a:lnTo>
                <a:lnTo>
                  <a:pt x="71093" y="76939"/>
                </a:lnTo>
                <a:lnTo>
                  <a:pt x="102671" y="75871"/>
                </a:lnTo>
                <a:lnTo>
                  <a:pt x="131604" y="73330"/>
                </a:lnTo>
                <a:lnTo>
                  <a:pt x="157890" y="69318"/>
                </a:lnTo>
                <a:lnTo>
                  <a:pt x="181530" y="63832"/>
                </a:lnTo>
                <a:lnTo>
                  <a:pt x="202525" y="56875"/>
                </a:lnTo>
                <a:lnTo>
                  <a:pt x="220874" y="48445"/>
                </a:lnTo>
                <a:lnTo>
                  <a:pt x="236577" y="38542"/>
                </a:lnTo>
                <a:lnTo>
                  <a:pt x="249634" y="27167"/>
                </a:lnTo>
                <a:lnTo>
                  <a:pt x="260045" y="14320"/>
                </a:lnTo>
                <a:lnTo>
                  <a:pt x="267811" y="0"/>
                </a:lnTo>
              </a:path>
            </a:pathLst>
          </a:custGeom>
          <a:noFill/>
          <a:ln w="5334">
            <a:solidFill>
              <a:srgbClr val="66AD40">
                <a:alpha val="13000"/>
              </a:srgbClr>
            </a:solidFill>
            <a:prstDash val="solid"/>
          </a:ln>
        </p:spPr>
      </p:sp>
      <p:sp>
        <p:nvSpPr>
          <p:cNvPr id="454" name="knowledge-edge">
            <a:extLst>
              <a:ext uri="{FF2B5EF4-FFF2-40B4-BE49-F238E27FC236}">
                <a16:creationId xmlns:a16="http://schemas.microsoft.com/office/drawing/2014/main" id="{6BF91CB1-A113-48E5-A642-DD2C5ADB5A3F}"/>
              </a:ext>
            </a:extLst>
          </p:cNvPr>
          <p:cNvSpPr>
            <a:spLocks noGrp="1"/>
          </p:cNvSpPr>
          <p:nvPr/>
        </p:nvSpPr>
        <p:spPr>
          <a:xfrm>
            <a:off x="11777094" y="5660538"/>
            <a:ext cx="321594" cy="55749"/>
          </a:xfrm>
          <a:custGeom>
            <a:avLst/>
            <a:gdLst/>
            <a:ahLst/>
            <a:cxnLst/>
            <a:rect l="0" t="0" r="0" b="0"/>
            <a:pathLst>
              <a:path w="321594" h="55749">
                <a:moveTo>
                  <a:pt x="0" y="55749"/>
                </a:moveTo>
                <a:lnTo>
                  <a:pt x="22971" y="52742"/>
                </a:lnTo>
                <a:lnTo>
                  <a:pt x="45942" y="49584"/>
                </a:lnTo>
                <a:lnTo>
                  <a:pt x="68913" y="46277"/>
                </a:lnTo>
                <a:lnTo>
                  <a:pt x="91884" y="42819"/>
                </a:lnTo>
                <a:lnTo>
                  <a:pt x="114855" y="39212"/>
                </a:lnTo>
                <a:lnTo>
                  <a:pt x="137826" y="35455"/>
                </a:lnTo>
                <a:lnTo>
                  <a:pt x="160797" y="31548"/>
                </a:lnTo>
                <a:lnTo>
                  <a:pt x="183768" y="27491"/>
                </a:lnTo>
                <a:lnTo>
                  <a:pt x="206739" y="23284"/>
                </a:lnTo>
                <a:lnTo>
                  <a:pt x="229710" y="18927"/>
                </a:lnTo>
                <a:lnTo>
                  <a:pt x="252681" y="14420"/>
                </a:lnTo>
                <a:lnTo>
                  <a:pt x="275652" y="9763"/>
                </a:lnTo>
                <a:lnTo>
                  <a:pt x="298623" y="4957"/>
                </a:lnTo>
                <a:lnTo>
                  <a:pt x="321594" y="0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55" name="knowledge-edge">
            <a:extLst>
              <a:ext uri="{FF2B5EF4-FFF2-40B4-BE49-F238E27FC236}">
                <a16:creationId xmlns:a16="http://schemas.microsoft.com/office/drawing/2014/main" id="{FF3927E2-4A68-437C-B3E8-EAA44FC9B782}"/>
              </a:ext>
            </a:extLst>
          </p:cNvPr>
          <p:cNvSpPr>
            <a:spLocks noGrp="1"/>
          </p:cNvSpPr>
          <p:nvPr/>
        </p:nvSpPr>
        <p:spPr>
          <a:xfrm>
            <a:off x="12088409" y="4403829"/>
            <a:ext cx="669208" cy="85742"/>
          </a:xfrm>
          <a:custGeom>
            <a:avLst/>
            <a:gdLst/>
            <a:ahLst/>
            <a:cxnLst/>
            <a:rect l="0" t="0" r="0" b="0"/>
            <a:pathLst>
              <a:path w="669208" h="85742">
                <a:moveTo>
                  <a:pt x="0" y="85742"/>
                </a:moveTo>
                <a:lnTo>
                  <a:pt x="47801" y="65865"/>
                </a:lnTo>
                <a:lnTo>
                  <a:pt x="95601" y="48605"/>
                </a:lnTo>
                <a:lnTo>
                  <a:pt x="143402" y="33962"/>
                </a:lnTo>
                <a:lnTo>
                  <a:pt x="191202" y="21935"/>
                </a:lnTo>
                <a:lnTo>
                  <a:pt x="239003" y="12526"/>
                </a:lnTo>
                <a:lnTo>
                  <a:pt x="286804" y="5734"/>
                </a:lnTo>
                <a:lnTo>
                  <a:pt x="334604" y="1558"/>
                </a:lnTo>
                <a:lnTo>
                  <a:pt x="382405" y="0"/>
                </a:lnTo>
                <a:lnTo>
                  <a:pt x="430205" y="1059"/>
                </a:lnTo>
                <a:lnTo>
                  <a:pt x="478006" y="4734"/>
                </a:lnTo>
                <a:lnTo>
                  <a:pt x="525807" y="11027"/>
                </a:lnTo>
                <a:lnTo>
                  <a:pt x="573607" y="19936"/>
                </a:lnTo>
                <a:lnTo>
                  <a:pt x="621408" y="31463"/>
                </a:lnTo>
                <a:lnTo>
                  <a:pt x="669208" y="45607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56" name="knowledge-cross-edge">
            <a:extLst>
              <a:ext uri="{FF2B5EF4-FFF2-40B4-BE49-F238E27FC236}">
                <a16:creationId xmlns:a16="http://schemas.microsoft.com/office/drawing/2014/main" id="{76FA1D59-120F-4D20-B0CD-728B15EEA98E}"/>
              </a:ext>
            </a:extLst>
          </p:cNvPr>
          <p:cNvSpPr>
            <a:spLocks noGrp="1"/>
          </p:cNvSpPr>
          <p:nvPr/>
        </p:nvSpPr>
        <p:spPr>
          <a:xfrm>
            <a:off x="12088409" y="4467480"/>
            <a:ext cx="623004" cy="208613"/>
          </a:xfrm>
          <a:custGeom>
            <a:avLst/>
            <a:gdLst/>
            <a:ahLst/>
            <a:cxnLst/>
            <a:rect l="0" t="0" r="0" b="0"/>
            <a:pathLst>
              <a:path w="623004" h="208613">
                <a:moveTo>
                  <a:pt x="0" y="22091"/>
                </a:moveTo>
                <a:lnTo>
                  <a:pt x="66469" y="9637"/>
                </a:lnTo>
                <a:lnTo>
                  <a:pt x="130292" y="2273"/>
                </a:lnTo>
                <a:lnTo>
                  <a:pt x="191470" y="0"/>
                </a:lnTo>
                <a:lnTo>
                  <a:pt x="250001" y="2817"/>
                </a:lnTo>
                <a:lnTo>
                  <a:pt x="305887" y="10725"/>
                </a:lnTo>
                <a:lnTo>
                  <a:pt x="359127" y="23723"/>
                </a:lnTo>
                <a:lnTo>
                  <a:pt x="409721" y="41812"/>
                </a:lnTo>
                <a:lnTo>
                  <a:pt x="457669" y="64991"/>
                </a:lnTo>
                <a:lnTo>
                  <a:pt x="502972" y="93261"/>
                </a:lnTo>
                <a:lnTo>
                  <a:pt x="545628" y="126621"/>
                </a:lnTo>
                <a:lnTo>
                  <a:pt x="585639" y="165071"/>
                </a:lnTo>
                <a:lnTo>
                  <a:pt x="623004" y="208613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57" name="knowledge-edge">
            <a:extLst>
              <a:ext uri="{FF2B5EF4-FFF2-40B4-BE49-F238E27FC236}">
                <a16:creationId xmlns:a16="http://schemas.microsoft.com/office/drawing/2014/main" id="{03741D79-665C-47B0-959E-868C3A544074}"/>
              </a:ext>
            </a:extLst>
          </p:cNvPr>
          <p:cNvSpPr>
            <a:spLocks noGrp="1"/>
          </p:cNvSpPr>
          <p:nvPr/>
        </p:nvSpPr>
        <p:spPr>
          <a:xfrm>
            <a:off x="12187892" y="4676092"/>
            <a:ext cx="523521" cy="92676"/>
          </a:xfrm>
          <a:custGeom>
            <a:avLst/>
            <a:gdLst/>
            <a:ahLst/>
            <a:cxnLst/>
            <a:rect l="0" t="0" r="0" b="0"/>
            <a:pathLst>
              <a:path w="523521" h="92676">
                <a:moveTo>
                  <a:pt x="0" y="92676"/>
                </a:moveTo>
                <a:lnTo>
                  <a:pt x="37394" y="92209"/>
                </a:lnTo>
                <a:lnTo>
                  <a:pt x="74789" y="90795"/>
                </a:lnTo>
                <a:lnTo>
                  <a:pt x="112183" y="88435"/>
                </a:lnTo>
                <a:lnTo>
                  <a:pt x="149577" y="85128"/>
                </a:lnTo>
                <a:lnTo>
                  <a:pt x="186972" y="80874"/>
                </a:lnTo>
                <a:lnTo>
                  <a:pt x="224366" y="75674"/>
                </a:lnTo>
                <a:lnTo>
                  <a:pt x="261761" y="69528"/>
                </a:lnTo>
                <a:lnTo>
                  <a:pt x="299155" y="62435"/>
                </a:lnTo>
                <a:lnTo>
                  <a:pt x="336549" y="54395"/>
                </a:lnTo>
                <a:lnTo>
                  <a:pt x="373944" y="45409"/>
                </a:lnTo>
                <a:lnTo>
                  <a:pt x="411338" y="35477"/>
                </a:lnTo>
                <a:lnTo>
                  <a:pt x="448732" y="24598"/>
                </a:lnTo>
                <a:lnTo>
                  <a:pt x="486127" y="12772"/>
                </a:lnTo>
                <a:lnTo>
                  <a:pt x="523521" y="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58" name="knowledge-cross-edge">
            <a:extLst>
              <a:ext uri="{FF2B5EF4-FFF2-40B4-BE49-F238E27FC236}">
                <a16:creationId xmlns:a16="http://schemas.microsoft.com/office/drawing/2014/main" id="{1582DA5E-3E03-4D38-87B0-942BEEE64D34}"/>
              </a:ext>
            </a:extLst>
          </p:cNvPr>
          <p:cNvSpPr>
            <a:spLocks noGrp="1"/>
          </p:cNvSpPr>
          <p:nvPr/>
        </p:nvSpPr>
        <p:spPr>
          <a:xfrm>
            <a:off x="12187892" y="4449435"/>
            <a:ext cx="569726" cy="319333"/>
          </a:xfrm>
          <a:custGeom>
            <a:avLst/>
            <a:gdLst/>
            <a:ahLst/>
            <a:cxnLst/>
            <a:rect l="0" t="0" r="0" b="0"/>
            <a:pathLst>
              <a:path w="569726" h="319333">
                <a:moveTo>
                  <a:pt x="0" y="319333"/>
                </a:moveTo>
                <a:lnTo>
                  <a:pt x="32925" y="275448"/>
                </a:lnTo>
                <a:lnTo>
                  <a:pt x="68496" y="234703"/>
                </a:lnTo>
                <a:lnTo>
                  <a:pt x="106713" y="197099"/>
                </a:lnTo>
                <a:lnTo>
                  <a:pt x="147575" y="162636"/>
                </a:lnTo>
                <a:lnTo>
                  <a:pt x="191084" y="131314"/>
                </a:lnTo>
                <a:lnTo>
                  <a:pt x="237238" y="103133"/>
                </a:lnTo>
                <a:lnTo>
                  <a:pt x="286038" y="78092"/>
                </a:lnTo>
                <a:lnTo>
                  <a:pt x="337484" y="56192"/>
                </a:lnTo>
                <a:lnTo>
                  <a:pt x="391575" y="37433"/>
                </a:lnTo>
                <a:lnTo>
                  <a:pt x="448313" y="21814"/>
                </a:lnTo>
                <a:lnTo>
                  <a:pt x="507696" y="9337"/>
                </a:lnTo>
                <a:lnTo>
                  <a:pt x="569726" y="0"/>
                </a:lnTo>
              </a:path>
            </a:pathLst>
          </a:custGeom>
          <a:noFill/>
          <a:ln w="4953">
            <a:solidFill>
              <a:srgbClr val="4DAB49">
                <a:alpha val="12000"/>
              </a:srgbClr>
            </a:solidFill>
            <a:prstDash val="solid"/>
          </a:ln>
        </p:spPr>
      </p:sp>
      <p:sp>
        <p:nvSpPr>
          <p:cNvPr id="459" name="knowledge-edge">
            <a:extLst>
              <a:ext uri="{FF2B5EF4-FFF2-40B4-BE49-F238E27FC236}">
                <a16:creationId xmlns:a16="http://schemas.microsoft.com/office/drawing/2014/main" id="{A574D597-6220-44EA-A8C3-E165BB71F0C6}"/>
              </a:ext>
            </a:extLst>
          </p:cNvPr>
          <p:cNvSpPr>
            <a:spLocks noGrp="1"/>
          </p:cNvSpPr>
          <p:nvPr/>
        </p:nvSpPr>
        <p:spPr>
          <a:xfrm>
            <a:off x="12183456" y="5035931"/>
            <a:ext cx="370957" cy="61799"/>
          </a:xfrm>
          <a:custGeom>
            <a:avLst/>
            <a:gdLst/>
            <a:ahLst/>
            <a:cxnLst/>
            <a:rect l="0" t="0" r="0" b="0"/>
            <a:pathLst>
              <a:path w="370957" h="61799">
                <a:moveTo>
                  <a:pt x="0" y="28055"/>
                </a:moveTo>
                <a:lnTo>
                  <a:pt x="26497" y="18950"/>
                </a:lnTo>
                <a:lnTo>
                  <a:pt x="52994" y="11617"/>
                </a:lnTo>
                <a:lnTo>
                  <a:pt x="79491" y="6056"/>
                </a:lnTo>
                <a:lnTo>
                  <a:pt x="105988" y="2266"/>
                </a:lnTo>
                <a:lnTo>
                  <a:pt x="132485" y="247"/>
                </a:lnTo>
                <a:lnTo>
                  <a:pt x="158982" y="0"/>
                </a:lnTo>
                <a:lnTo>
                  <a:pt x="185479" y="1525"/>
                </a:lnTo>
                <a:lnTo>
                  <a:pt x="211975" y="4821"/>
                </a:lnTo>
                <a:lnTo>
                  <a:pt x="238472" y="9888"/>
                </a:lnTo>
                <a:lnTo>
                  <a:pt x="264969" y="16727"/>
                </a:lnTo>
                <a:lnTo>
                  <a:pt x="291466" y="25338"/>
                </a:lnTo>
                <a:lnTo>
                  <a:pt x="317963" y="35720"/>
                </a:lnTo>
                <a:lnTo>
                  <a:pt x="344460" y="47874"/>
                </a:lnTo>
                <a:lnTo>
                  <a:pt x="370957" y="61799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60" name="knowledge-cross-edge">
            <a:extLst>
              <a:ext uri="{FF2B5EF4-FFF2-40B4-BE49-F238E27FC236}">
                <a16:creationId xmlns:a16="http://schemas.microsoft.com/office/drawing/2014/main" id="{9CE396DF-F04B-4AC2-B653-5A49C8C997CD}"/>
              </a:ext>
            </a:extLst>
          </p:cNvPr>
          <p:cNvSpPr>
            <a:spLocks noGrp="1"/>
          </p:cNvSpPr>
          <p:nvPr/>
        </p:nvSpPr>
        <p:spPr>
          <a:xfrm>
            <a:off x="12183456" y="5063986"/>
            <a:ext cx="510239" cy="100958"/>
          </a:xfrm>
          <a:custGeom>
            <a:avLst/>
            <a:gdLst/>
            <a:ahLst/>
            <a:cxnLst/>
            <a:rect l="0" t="0" r="0" b="0"/>
            <a:pathLst>
              <a:path w="510239" h="100958">
                <a:moveTo>
                  <a:pt x="0" y="0"/>
                </a:moveTo>
                <a:lnTo>
                  <a:pt x="57072" y="9766"/>
                </a:lnTo>
                <a:lnTo>
                  <a:pt x="111498" y="19286"/>
                </a:lnTo>
                <a:lnTo>
                  <a:pt x="163279" y="28560"/>
                </a:lnTo>
                <a:lnTo>
                  <a:pt x="212413" y="37588"/>
                </a:lnTo>
                <a:lnTo>
                  <a:pt x="258902" y="46370"/>
                </a:lnTo>
                <a:lnTo>
                  <a:pt x="302745" y="54906"/>
                </a:lnTo>
                <a:lnTo>
                  <a:pt x="343942" y="63196"/>
                </a:lnTo>
                <a:lnTo>
                  <a:pt x="382493" y="71240"/>
                </a:lnTo>
                <a:lnTo>
                  <a:pt x="418398" y="79039"/>
                </a:lnTo>
                <a:lnTo>
                  <a:pt x="451658" y="86591"/>
                </a:lnTo>
                <a:lnTo>
                  <a:pt x="482271" y="93898"/>
                </a:lnTo>
                <a:lnTo>
                  <a:pt x="510239" y="100958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61" name="knowledge-edge">
            <a:extLst>
              <a:ext uri="{FF2B5EF4-FFF2-40B4-BE49-F238E27FC236}">
                <a16:creationId xmlns:a16="http://schemas.microsoft.com/office/drawing/2014/main" id="{06FDBB68-0F7E-44BB-84AA-B46EB5DCE9DD}"/>
              </a:ext>
            </a:extLst>
          </p:cNvPr>
          <p:cNvSpPr>
            <a:spLocks noGrp="1"/>
          </p:cNvSpPr>
          <p:nvPr/>
        </p:nvSpPr>
        <p:spPr>
          <a:xfrm>
            <a:off x="12113892" y="5148513"/>
            <a:ext cx="579803" cy="149527"/>
          </a:xfrm>
          <a:custGeom>
            <a:avLst/>
            <a:gdLst/>
            <a:ahLst/>
            <a:cxnLst/>
            <a:rect l="0" t="0" r="0" b="0"/>
            <a:pathLst>
              <a:path w="579803" h="149527">
                <a:moveTo>
                  <a:pt x="0" y="149527"/>
                </a:moveTo>
                <a:lnTo>
                  <a:pt x="41415" y="122321"/>
                </a:lnTo>
                <a:lnTo>
                  <a:pt x="82829" y="97838"/>
                </a:lnTo>
                <a:lnTo>
                  <a:pt x="124244" y="76078"/>
                </a:lnTo>
                <a:lnTo>
                  <a:pt x="165658" y="57041"/>
                </a:lnTo>
                <a:lnTo>
                  <a:pt x="207073" y="40727"/>
                </a:lnTo>
                <a:lnTo>
                  <a:pt x="248487" y="27136"/>
                </a:lnTo>
                <a:lnTo>
                  <a:pt x="289902" y="16267"/>
                </a:lnTo>
                <a:lnTo>
                  <a:pt x="331316" y="8122"/>
                </a:lnTo>
                <a:lnTo>
                  <a:pt x="372731" y="2699"/>
                </a:lnTo>
                <a:lnTo>
                  <a:pt x="414145" y="0"/>
                </a:lnTo>
                <a:lnTo>
                  <a:pt x="455560" y="23"/>
                </a:lnTo>
                <a:lnTo>
                  <a:pt x="496974" y="2770"/>
                </a:lnTo>
                <a:lnTo>
                  <a:pt x="538389" y="8239"/>
                </a:lnTo>
                <a:lnTo>
                  <a:pt x="579803" y="16432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62" name="knowledge-edge">
            <a:extLst>
              <a:ext uri="{FF2B5EF4-FFF2-40B4-BE49-F238E27FC236}">
                <a16:creationId xmlns:a16="http://schemas.microsoft.com/office/drawing/2014/main" id="{5C625A5E-FB7B-4CE0-A7B6-95B2E3724327}"/>
              </a:ext>
            </a:extLst>
          </p:cNvPr>
          <p:cNvSpPr>
            <a:spLocks noGrp="1"/>
          </p:cNvSpPr>
          <p:nvPr/>
        </p:nvSpPr>
        <p:spPr>
          <a:xfrm>
            <a:off x="12289889" y="5272520"/>
            <a:ext cx="360858" cy="186013"/>
          </a:xfrm>
          <a:custGeom>
            <a:avLst/>
            <a:gdLst/>
            <a:ahLst/>
            <a:cxnLst/>
            <a:rect l="0" t="0" r="0" b="0"/>
            <a:pathLst>
              <a:path w="360858" h="186013">
                <a:moveTo>
                  <a:pt x="0" y="173817"/>
                </a:moveTo>
                <a:lnTo>
                  <a:pt x="25776" y="180879"/>
                </a:lnTo>
                <a:lnTo>
                  <a:pt x="51551" y="184944"/>
                </a:lnTo>
                <a:lnTo>
                  <a:pt x="77327" y="186013"/>
                </a:lnTo>
                <a:lnTo>
                  <a:pt x="103102" y="184085"/>
                </a:lnTo>
                <a:lnTo>
                  <a:pt x="128878" y="179161"/>
                </a:lnTo>
                <a:lnTo>
                  <a:pt x="154653" y="171240"/>
                </a:lnTo>
                <a:lnTo>
                  <a:pt x="180429" y="160323"/>
                </a:lnTo>
                <a:lnTo>
                  <a:pt x="206204" y="146409"/>
                </a:lnTo>
                <a:lnTo>
                  <a:pt x="231980" y="129499"/>
                </a:lnTo>
                <a:lnTo>
                  <a:pt x="257755" y="109592"/>
                </a:lnTo>
                <a:lnTo>
                  <a:pt x="283531" y="86689"/>
                </a:lnTo>
                <a:lnTo>
                  <a:pt x="309307" y="60789"/>
                </a:lnTo>
                <a:lnTo>
                  <a:pt x="335082" y="31893"/>
                </a:lnTo>
                <a:lnTo>
                  <a:pt x="360858" y="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63" name="knowledge-cross-edge">
            <a:extLst>
              <a:ext uri="{FF2B5EF4-FFF2-40B4-BE49-F238E27FC236}">
                <a16:creationId xmlns:a16="http://schemas.microsoft.com/office/drawing/2014/main" id="{B6517789-C127-4250-9AF2-539A48EEAB0F}"/>
              </a:ext>
            </a:extLst>
          </p:cNvPr>
          <p:cNvSpPr>
            <a:spLocks noGrp="1"/>
          </p:cNvSpPr>
          <p:nvPr/>
        </p:nvSpPr>
        <p:spPr>
          <a:xfrm>
            <a:off x="12289889" y="5391814"/>
            <a:ext cx="190582" cy="73228"/>
          </a:xfrm>
          <a:custGeom>
            <a:avLst/>
            <a:gdLst/>
            <a:ahLst/>
            <a:cxnLst/>
            <a:rect l="0" t="0" r="0" b="0"/>
            <a:pathLst>
              <a:path w="190582" h="73228">
                <a:moveTo>
                  <a:pt x="0" y="54523"/>
                </a:moveTo>
                <a:lnTo>
                  <a:pt x="30434" y="36564"/>
                </a:lnTo>
                <a:lnTo>
                  <a:pt x="58222" y="22154"/>
                </a:lnTo>
                <a:lnTo>
                  <a:pt x="83364" y="11293"/>
                </a:lnTo>
                <a:lnTo>
                  <a:pt x="105861" y="3980"/>
                </a:lnTo>
                <a:lnTo>
                  <a:pt x="125711" y="216"/>
                </a:lnTo>
                <a:lnTo>
                  <a:pt x="142916" y="0"/>
                </a:lnTo>
                <a:lnTo>
                  <a:pt x="157475" y="3333"/>
                </a:lnTo>
                <a:lnTo>
                  <a:pt x="169388" y="10215"/>
                </a:lnTo>
                <a:lnTo>
                  <a:pt x="178655" y="20645"/>
                </a:lnTo>
                <a:lnTo>
                  <a:pt x="185277" y="34624"/>
                </a:lnTo>
                <a:lnTo>
                  <a:pt x="189253" y="52152"/>
                </a:lnTo>
                <a:lnTo>
                  <a:pt x="190582" y="73228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64" name="knowledge-edge">
            <a:extLst>
              <a:ext uri="{FF2B5EF4-FFF2-40B4-BE49-F238E27FC236}">
                <a16:creationId xmlns:a16="http://schemas.microsoft.com/office/drawing/2014/main" id="{886E5E5C-51F3-4528-8556-B4E2530F8905}"/>
              </a:ext>
            </a:extLst>
          </p:cNvPr>
          <p:cNvSpPr>
            <a:spLocks noGrp="1"/>
          </p:cNvSpPr>
          <p:nvPr/>
        </p:nvSpPr>
        <p:spPr>
          <a:xfrm>
            <a:off x="12114746" y="5465042"/>
            <a:ext cx="365725" cy="9525"/>
          </a:xfrm>
          <a:custGeom>
            <a:avLst/>
            <a:gdLst/>
            <a:ahLst/>
            <a:cxnLst/>
            <a:rect l="0" t="0" r="0" b="0"/>
            <a:pathLst>
              <a:path w="365725" h="9525">
                <a:moveTo>
                  <a:pt x="0" y="7438"/>
                </a:moveTo>
                <a:lnTo>
                  <a:pt x="26123" y="6756"/>
                </a:lnTo>
                <a:lnTo>
                  <a:pt x="52246" y="6098"/>
                </a:lnTo>
                <a:lnTo>
                  <a:pt x="78370" y="5463"/>
                </a:lnTo>
                <a:lnTo>
                  <a:pt x="104493" y="4850"/>
                </a:lnTo>
                <a:lnTo>
                  <a:pt x="130616" y="4261"/>
                </a:lnTo>
                <a:lnTo>
                  <a:pt x="156739" y="3695"/>
                </a:lnTo>
                <a:lnTo>
                  <a:pt x="182863" y="3153"/>
                </a:lnTo>
                <a:lnTo>
                  <a:pt x="208986" y="2633"/>
                </a:lnTo>
                <a:lnTo>
                  <a:pt x="235109" y="2136"/>
                </a:lnTo>
                <a:lnTo>
                  <a:pt x="261232" y="1663"/>
                </a:lnTo>
                <a:lnTo>
                  <a:pt x="287356" y="1212"/>
                </a:lnTo>
                <a:lnTo>
                  <a:pt x="313479" y="785"/>
                </a:lnTo>
                <a:lnTo>
                  <a:pt x="339602" y="381"/>
                </a:lnTo>
                <a:lnTo>
                  <a:pt x="365725" y="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65" name="knowledge-cross-edge">
            <a:extLst>
              <a:ext uri="{FF2B5EF4-FFF2-40B4-BE49-F238E27FC236}">
                <a16:creationId xmlns:a16="http://schemas.microsoft.com/office/drawing/2014/main" id="{4AD3D5C8-D7FB-4250-92AF-7C2B0360705E}"/>
              </a:ext>
            </a:extLst>
          </p:cNvPr>
          <p:cNvSpPr>
            <a:spLocks noGrp="1"/>
          </p:cNvSpPr>
          <p:nvPr/>
        </p:nvSpPr>
        <p:spPr>
          <a:xfrm>
            <a:off x="12114746" y="5416107"/>
            <a:ext cx="638300" cy="122847"/>
          </a:xfrm>
          <a:custGeom>
            <a:avLst/>
            <a:gdLst/>
            <a:ahLst/>
            <a:cxnLst/>
            <a:rect l="0" t="0" r="0" b="0"/>
            <a:pathLst>
              <a:path w="638300" h="122847">
                <a:moveTo>
                  <a:pt x="0" y="56373"/>
                </a:moveTo>
                <a:lnTo>
                  <a:pt x="67744" y="35490"/>
                </a:lnTo>
                <a:lnTo>
                  <a:pt x="132842" y="19412"/>
                </a:lnTo>
                <a:lnTo>
                  <a:pt x="195294" y="8137"/>
                </a:lnTo>
                <a:lnTo>
                  <a:pt x="255100" y="1666"/>
                </a:lnTo>
                <a:lnTo>
                  <a:pt x="312261" y="0"/>
                </a:lnTo>
                <a:lnTo>
                  <a:pt x="366775" y="3138"/>
                </a:lnTo>
                <a:lnTo>
                  <a:pt x="418644" y="11079"/>
                </a:lnTo>
                <a:lnTo>
                  <a:pt x="467867" y="23825"/>
                </a:lnTo>
                <a:lnTo>
                  <a:pt x="514444" y="41374"/>
                </a:lnTo>
                <a:lnTo>
                  <a:pt x="558375" y="63728"/>
                </a:lnTo>
                <a:lnTo>
                  <a:pt x="599661" y="90886"/>
                </a:lnTo>
                <a:lnTo>
                  <a:pt x="638300" y="122847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66" name="knowledge-edge">
            <a:extLst>
              <a:ext uri="{FF2B5EF4-FFF2-40B4-BE49-F238E27FC236}">
                <a16:creationId xmlns:a16="http://schemas.microsoft.com/office/drawing/2014/main" id="{CCB65F22-C320-4F3E-A902-7CE8E1D592AB}"/>
              </a:ext>
            </a:extLst>
          </p:cNvPr>
          <p:cNvSpPr>
            <a:spLocks noGrp="1"/>
          </p:cNvSpPr>
          <p:nvPr/>
        </p:nvSpPr>
        <p:spPr>
          <a:xfrm>
            <a:off x="12098687" y="5538954"/>
            <a:ext cx="654359" cy="138976"/>
          </a:xfrm>
          <a:custGeom>
            <a:avLst/>
            <a:gdLst/>
            <a:ahLst/>
            <a:cxnLst/>
            <a:rect l="0" t="0" r="0" b="0"/>
            <a:pathLst>
              <a:path w="654359" h="138976">
                <a:moveTo>
                  <a:pt x="0" y="121583"/>
                </a:moveTo>
                <a:lnTo>
                  <a:pt x="46740" y="129841"/>
                </a:lnTo>
                <a:lnTo>
                  <a:pt x="93480" y="135493"/>
                </a:lnTo>
                <a:lnTo>
                  <a:pt x="140220" y="138537"/>
                </a:lnTo>
                <a:lnTo>
                  <a:pt x="186960" y="138976"/>
                </a:lnTo>
                <a:lnTo>
                  <a:pt x="233700" y="136808"/>
                </a:lnTo>
                <a:lnTo>
                  <a:pt x="280439" y="132033"/>
                </a:lnTo>
                <a:lnTo>
                  <a:pt x="327179" y="124652"/>
                </a:lnTo>
                <a:lnTo>
                  <a:pt x="373919" y="114664"/>
                </a:lnTo>
                <a:lnTo>
                  <a:pt x="420659" y="102069"/>
                </a:lnTo>
                <a:lnTo>
                  <a:pt x="467399" y="86869"/>
                </a:lnTo>
                <a:lnTo>
                  <a:pt x="514139" y="69061"/>
                </a:lnTo>
                <a:lnTo>
                  <a:pt x="560879" y="48647"/>
                </a:lnTo>
                <a:lnTo>
                  <a:pt x="607619" y="25627"/>
                </a:lnTo>
                <a:lnTo>
                  <a:pt x="654359" y="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67" name="knowledge-node">
            <a:extLst>
              <a:ext uri="{FF2B5EF4-FFF2-40B4-BE49-F238E27FC236}">
                <a16:creationId xmlns:a16="http://schemas.microsoft.com/office/drawing/2014/main" id="{DBB640F5-7A6D-4FFA-8A8D-D82118D2EFB6}"/>
              </a:ext>
            </a:extLst>
          </p:cNvPr>
          <p:cNvSpPr>
            <a:spLocks noGrp="1"/>
          </p:cNvSpPr>
          <p:nvPr/>
        </p:nvSpPr>
        <p:spPr>
          <a:xfrm>
            <a:off x="-509820" y="5774858"/>
            <a:ext cx="74925" cy="74925"/>
          </a:xfrm>
          <a:prstGeom prst="ellipse">
            <a:avLst/>
          </a:prstGeom>
          <a:solidFill>
            <a:srgbClr val="4285F4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68" name="knowledge-node">
            <a:extLst>
              <a:ext uri="{FF2B5EF4-FFF2-40B4-BE49-F238E27FC236}">
                <a16:creationId xmlns:a16="http://schemas.microsoft.com/office/drawing/2014/main" id="{BEA4426D-CA18-4946-9213-261B8E519B9C}"/>
              </a:ext>
            </a:extLst>
          </p:cNvPr>
          <p:cNvSpPr>
            <a:spLocks noGrp="1"/>
          </p:cNvSpPr>
          <p:nvPr/>
        </p:nvSpPr>
        <p:spPr>
          <a:xfrm>
            <a:off x="-326462" y="5851582"/>
            <a:ext cx="19548" cy="19548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knowledge-node">
            <a:extLst>
              <a:ext uri="{FF2B5EF4-FFF2-40B4-BE49-F238E27FC236}">
                <a16:creationId xmlns:a16="http://schemas.microsoft.com/office/drawing/2014/main" id="{5AD090CA-7728-4D8E-B348-DCC0B34BE061}"/>
              </a:ext>
            </a:extLst>
          </p:cNvPr>
          <p:cNvSpPr>
            <a:spLocks noGrp="1"/>
          </p:cNvSpPr>
          <p:nvPr/>
        </p:nvSpPr>
        <p:spPr>
          <a:xfrm>
            <a:off x="-213669" y="5985028"/>
            <a:ext cx="22840" cy="22840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knowledge-node">
            <a:extLst>
              <a:ext uri="{FF2B5EF4-FFF2-40B4-BE49-F238E27FC236}">
                <a16:creationId xmlns:a16="http://schemas.microsoft.com/office/drawing/2014/main" id="{54C81B1C-415E-4A1A-85DF-EC4C99981F73}"/>
              </a:ext>
            </a:extLst>
          </p:cNvPr>
          <p:cNvSpPr>
            <a:spLocks noGrp="1"/>
          </p:cNvSpPr>
          <p:nvPr/>
        </p:nvSpPr>
        <p:spPr>
          <a:xfrm>
            <a:off x="-325617" y="6021159"/>
            <a:ext cx="23531" cy="23531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1" name="knowledge-node">
            <a:extLst>
              <a:ext uri="{FF2B5EF4-FFF2-40B4-BE49-F238E27FC236}">
                <a16:creationId xmlns:a16="http://schemas.microsoft.com/office/drawing/2014/main" id="{351660C7-3C6B-48F4-B901-24AFE827387C}"/>
              </a:ext>
            </a:extLst>
          </p:cNvPr>
          <p:cNvSpPr>
            <a:spLocks noGrp="1"/>
          </p:cNvSpPr>
          <p:nvPr/>
        </p:nvSpPr>
        <p:spPr>
          <a:xfrm>
            <a:off x="-358960" y="6187374"/>
            <a:ext cx="19963" cy="19963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2" name="knowledge-node">
            <a:extLst>
              <a:ext uri="{FF2B5EF4-FFF2-40B4-BE49-F238E27FC236}">
                <a16:creationId xmlns:a16="http://schemas.microsoft.com/office/drawing/2014/main" id="{EFF929FF-C1FA-4114-A8BC-8DDC59CCCFFA}"/>
              </a:ext>
            </a:extLst>
          </p:cNvPr>
          <p:cNvSpPr>
            <a:spLocks noGrp="1"/>
          </p:cNvSpPr>
          <p:nvPr/>
        </p:nvSpPr>
        <p:spPr>
          <a:xfrm>
            <a:off x="-434893" y="6367193"/>
            <a:ext cx="18084" cy="18084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knowledge-node">
            <a:extLst>
              <a:ext uri="{FF2B5EF4-FFF2-40B4-BE49-F238E27FC236}">
                <a16:creationId xmlns:a16="http://schemas.microsoft.com/office/drawing/2014/main" id="{74CF92C2-9C51-4B7B-9D10-3055D57B4CB4}"/>
              </a:ext>
            </a:extLst>
          </p:cNvPr>
          <p:cNvSpPr>
            <a:spLocks noGrp="1"/>
          </p:cNvSpPr>
          <p:nvPr/>
        </p:nvSpPr>
        <p:spPr>
          <a:xfrm>
            <a:off x="-242854" y="6784541"/>
            <a:ext cx="22624" cy="22624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knowledge-node">
            <a:extLst>
              <a:ext uri="{FF2B5EF4-FFF2-40B4-BE49-F238E27FC236}">
                <a16:creationId xmlns:a16="http://schemas.microsoft.com/office/drawing/2014/main" id="{5616479E-4B65-4F2B-81E7-450B00115DCB}"/>
              </a:ext>
            </a:extLst>
          </p:cNvPr>
          <p:cNvSpPr>
            <a:spLocks noGrp="1"/>
          </p:cNvSpPr>
          <p:nvPr/>
        </p:nvSpPr>
        <p:spPr>
          <a:xfrm>
            <a:off x="-28773" y="5734323"/>
            <a:ext cx="23341" cy="23341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knowledge-node">
            <a:extLst>
              <a:ext uri="{FF2B5EF4-FFF2-40B4-BE49-F238E27FC236}">
                <a16:creationId xmlns:a16="http://schemas.microsoft.com/office/drawing/2014/main" id="{F499599A-91C5-40EF-A951-33BB0B8E9DED}"/>
              </a:ext>
            </a:extLst>
          </p:cNvPr>
          <p:cNvSpPr>
            <a:spLocks noGrp="1"/>
          </p:cNvSpPr>
          <p:nvPr/>
        </p:nvSpPr>
        <p:spPr>
          <a:xfrm>
            <a:off x="107575" y="5867078"/>
            <a:ext cx="19810" cy="19810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6" name="knowledge-node">
            <a:extLst>
              <a:ext uri="{FF2B5EF4-FFF2-40B4-BE49-F238E27FC236}">
                <a16:creationId xmlns:a16="http://schemas.microsoft.com/office/drawing/2014/main" id="{9B19C2E1-D194-463D-B089-A3C1F5542DF8}"/>
              </a:ext>
            </a:extLst>
          </p:cNvPr>
          <p:cNvSpPr>
            <a:spLocks noGrp="1"/>
          </p:cNvSpPr>
          <p:nvPr/>
        </p:nvSpPr>
        <p:spPr>
          <a:xfrm>
            <a:off x="197479" y="5950621"/>
            <a:ext cx="20152" cy="20152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knowledge-node">
            <a:extLst>
              <a:ext uri="{FF2B5EF4-FFF2-40B4-BE49-F238E27FC236}">
                <a16:creationId xmlns:a16="http://schemas.microsoft.com/office/drawing/2014/main" id="{73E521E1-8A42-4F3D-8CE2-69FE07AF3544}"/>
              </a:ext>
            </a:extLst>
          </p:cNvPr>
          <p:cNvSpPr>
            <a:spLocks noGrp="1"/>
          </p:cNvSpPr>
          <p:nvPr/>
        </p:nvSpPr>
        <p:spPr>
          <a:xfrm>
            <a:off x="-32085" y="6103423"/>
            <a:ext cx="21853" cy="21853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8" name="knowledge-node">
            <a:extLst>
              <a:ext uri="{FF2B5EF4-FFF2-40B4-BE49-F238E27FC236}">
                <a16:creationId xmlns:a16="http://schemas.microsoft.com/office/drawing/2014/main" id="{4F839A8F-64BD-443A-9799-558EB5977BA1}"/>
              </a:ext>
            </a:extLst>
          </p:cNvPr>
          <p:cNvSpPr>
            <a:spLocks noGrp="1"/>
          </p:cNvSpPr>
          <p:nvPr/>
        </p:nvSpPr>
        <p:spPr>
          <a:xfrm>
            <a:off x="3150" y="6150222"/>
            <a:ext cx="43208" cy="43208"/>
          </a:xfrm>
          <a:prstGeom prst="ellipse">
            <a:avLst/>
          </a:prstGeom>
          <a:solidFill>
            <a:srgbClr val="457CE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79" name="knowledge-node">
            <a:extLst>
              <a:ext uri="{FF2B5EF4-FFF2-40B4-BE49-F238E27FC236}">
                <a16:creationId xmlns:a16="http://schemas.microsoft.com/office/drawing/2014/main" id="{12FC0B15-47A9-4805-941D-D3116372037F}"/>
              </a:ext>
            </a:extLst>
          </p:cNvPr>
          <p:cNvSpPr>
            <a:spLocks noGrp="1"/>
          </p:cNvSpPr>
          <p:nvPr/>
        </p:nvSpPr>
        <p:spPr>
          <a:xfrm>
            <a:off x="74032" y="6474786"/>
            <a:ext cx="16153" cy="16153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knowledge-node">
            <a:extLst>
              <a:ext uri="{FF2B5EF4-FFF2-40B4-BE49-F238E27FC236}">
                <a16:creationId xmlns:a16="http://schemas.microsoft.com/office/drawing/2014/main" id="{126CB9CD-D545-426C-A0D7-52671E2EB162}"/>
              </a:ext>
            </a:extLst>
          </p:cNvPr>
          <p:cNvSpPr>
            <a:spLocks noGrp="1"/>
          </p:cNvSpPr>
          <p:nvPr/>
        </p:nvSpPr>
        <p:spPr>
          <a:xfrm>
            <a:off x="4595" y="6790937"/>
            <a:ext cx="15127" cy="15127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knowledge-node">
            <a:extLst>
              <a:ext uri="{FF2B5EF4-FFF2-40B4-BE49-F238E27FC236}">
                <a16:creationId xmlns:a16="http://schemas.microsoft.com/office/drawing/2014/main" id="{DE3B36BC-83BE-4EEB-9D18-7B523D337D71}"/>
              </a:ext>
            </a:extLst>
          </p:cNvPr>
          <p:cNvSpPr>
            <a:spLocks noGrp="1"/>
          </p:cNvSpPr>
          <p:nvPr/>
        </p:nvSpPr>
        <p:spPr>
          <a:xfrm>
            <a:off x="487588" y="5930518"/>
            <a:ext cx="17820" cy="17820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knowledge-node">
            <a:extLst>
              <a:ext uri="{FF2B5EF4-FFF2-40B4-BE49-F238E27FC236}">
                <a16:creationId xmlns:a16="http://schemas.microsoft.com/office/drawing/2014/main" id="{8472859C-4A7B-402A-A02D-A878CD0D59D5}"/>
              </a:ext>
            </a:extLst>
          </p:cNvPr>
          <p:cNvSpPr>
            <a:spLocks noGrp="1"/>
          </p:cNvSpPr>
          <p:nvPr/>
        </p:nvSpPr>
        <p:spPr>
          <a:xfrm>
            <a:off x="328507" y="6049177"/>
            <a:ext cx="27970" cy="27970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knowledge-node">
            <a:extLst>
              <a:ext uri="{FF2B5EF4-FFF2-40B4-BE49-F238E27FC236}">
                <a16:creationId xmlns:a16="http://schemas.microsoft.com/office/drawing/2014/main" id="{3BFA4E55-5337-4D50-884D-6DF8E061793F}"/>
              </a:ext>
            </a:extLst>
          </p:cNvPr>
          <p:cNvSpPr>
            <a:spLocks noGrp="1"/>
          </p:cNvSpPr>
          <p:nvPr/>
        </p:nvSpPr>
        <p:spPr>
          <a:xfrm>
            <a:off x="415532" y="6114131"/>
            <a:ext cx="16759" cy="16759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4" name="knowledge-node">
            <a:extLst>
              <a:ext uri="{FF2B5EF4-FFF2-40B4-BE49-F238E27FC236}">
                <a16:creationId xmlns:a16="http://schemas.microsoft.com/office/drawing/2014/main" id="{9ABF7099-837F-43C4-B9D7-F735A53479BA}"/>
              </a:ext>
            </a:extLst>
          </p:cNvPr>
          <p:cNvSpPr>
            <a:spLocks noGrp="1"/>
          </p:cNvSpPr>
          <p:nvPr/>
        </p:nvSpPr>
        <p:spPr>
          <a:xfrm>
            <a:off x="617111" y="5985491"/>
            <a:ext cx="46635" cy="46635"/>
          </a:xfrm>
          <a:prstGeom prst="ellipse">
            <a:avLst/>
          </a:prstGeom>
          <a:solidFill>
            <a:srgbClr val="4873D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85" name="knowledge-node">
            <a:extLst>
              <a:ext uri="{FF2B5EF4-FFF2-40B4-BE49-F238E27FC236}">
                <a16:creationId xmlns:a16="http://schemas.microsoft.com/office/drawing/2014/main" id="{85719E25-EFEE-4EC6-8F5C-4C2D29F237BE}"/>
              </a:ext>
            </a:extLst>
          </p:cNvPr>
          <p:cNvSpPr>
            <a:spLocks noGrp="1"/>
          </p:cNvSpPr>
          <p:nvPr/>
        </p:nvSpPr>
        <p:spPr>
          <a:xfrm>
            <a:off x="497731" y="6254017"/>
            <a:ext cx="17569" cy="17569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knowledge-node">
            <a:extLst>
              <a:ext uri="{FF2B5EF4-FFF2-40B4-BE49-F238E27FC236}">
                <a16:creationId xmlns:a16="http://schemas.microsoft.com/office/drawing/2014/main" id="{39C26BF6-071A-43BF-A018-A0266AA612B9}"/>
              </a:ext>
            </a:extLst>
          </p:cNvPr>
          <p:cNvSpPr>
            <a:spLocks noGrp="1"/>
          </p:cNvSpPr>
          <p:nvPr/>
        </p:nvSpPr>
        <p:spPr>
          <a:xfrm>
            <a:off x="606022" y="6496019"/>
            <a:ext cx="21263" cy="21263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knowledge-node">
            <a:extLst>
              <a:ext uri="{FF2B5EF4-FFF2-40B4-BE49-F238E27FC236}">
                <a16:creationId xmlns:a16="http://schemas.microsoft.com/office/drawing/2014/main" id="{76B88B69-DD9F-445D-9FD3-D333353A6EB3}"/>
              </a:ext>
            </a:extLst>
          </p:cNvPr>
          <p:cNvSpPr>
            <a:spLocks noGrp="1"/>
          </p:cNvSpPr>
          <p:nvPr/>
        </p:nvSpPr>
        <p:spPr>
          <a:xfrm>
            <a:off x="790051" y="5918987"/>
            <a:ext cx="20155" cy="20155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knowledge-node">
            <a:extLst>
              <a:ext uri="{FF2B5EF4-FFF2-40B4-BE49-F238E27FC236}">
                <a16:creationId xmlns:a16="http://schemas.microsoft.com/office/drawing/2014/main" id="{C259BB43-CA92-407E-ADD1-9E340B4669C5}"/>
              </a:ext>
            </a:extLst>
          </p:cNvPr>
          <p:cNvSpPr>
            <a:spLocks noGrp="1"/>
          </p:cNvSpPr>
          <p:nvPr/>
        </p:nvSpPr>
        <p:spPr>
          <a:xfrm>
            <a:off x="961306" y="5986498"/>
            <a:ext cx="49883" cy="49883"/>
          </a:xfrm>
          <a:prstGeom prst="ellipse">
            <a:avLst/>
          </a:prstGeom>
          <a:solidFill>
            <a:srgbClr val="4A69D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89" name="knowledge-node">
            <a:extLst>
              <a:ext uri="{FF2B5EF4-FFF2-40B4-BE49-F238E27FC236}">
                <a16:creationId xmlns:a16="http://schemas.microsoft.com/office/drawing/2014/main" id="{1F90BB34-3C57-46B6-A74D-1CEC0FC20E1C}"/>
              </a:ext>
            </a:extLst>
          </p:cNvPr>
          <p:cNvSpPr>
            <a:spLocks noGrp="1"/>
          </p:cNvSpPr>
          <p:nvPr/>
        </p:nvSpPr>
        <p:spPr>
          <a:xfrm>
            <a:off x="866785" y="6113346"/>
            <a:ext cx="26786" cy="26786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knowledge-node">
            <a:extLst>
              <a:ext uri="{FF2B5EF4-FFF2-40B4-BE49-F238E27FC236}">
                <a16:creationId xmlns:a16="http://schemas.microsoft.com/office/drawing/2014/main" id="{0C82207F-F5B2-4669-80AB-1614CA2D772A}"/>
              </a:ext>
            </a:extLst>
          </p:cNvPr>
          <p:cNvSpPr>
            <a:spLocks noGrp="1"/>
          </p:cNvSpPr>
          <p:nvPr/>
        </p:nvSpPr>
        <p:spPr>
          <a:xfrm>
            <a:off x="1012169" y="6097597"/>
            <a:ext cx="27356" cy="27356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1" name="knowledge-node">
            <a:extLst>
              <a:ext uri="{FF2B5EF4-FFF2-40B4-BE49-F238E27FC236}">
                <a16:creationId xmlns:a16="http://schemas.microsoft.com/office/drawing/2014/main" id="{0D2A877D-5FDB-4D1B-A2A3-F8A853BA7118}"/>
              </a:ext>
            </a:extLst>
          </p:cNvPr>
          <p:cNvSpPr>
            <a:spLocks noGrp="1"/>
          </p:cNvSpPr>
          <p:nvPr/>
        </p:nvSpPr>
        <p:spPr>
          <a:xfrm>
            <a:off x="723542" y="6472532"/>
            <a:ext cx="26558" cy="26558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knowledge-node">
            <a:extLst>
              <a:ext uri="{FF2B5EF4-FFF2-40B4-BE49-F238E27FC236}">
                <a16:creationId xmlns:a16="http://schemas.microsoft.com/office/drawing/2014/main" id="{4394AD0E-8437-4152-8B9E-8B05E504804E}"/>
              </a:ext>
            </a:extLst>
          </p:cNvPr>
          <p:cNvSpPr>
            <a:spLocks noGrp="1"/>
          </p:cNvSpPr>
          <p:nvPr/>
        </p:nvSpPr>
        <p:spPr>
          <a:xfrm>
            <a:off x="1178624" y="5971206"/>
            <a:ext cx="23400" cy="23400"/>
          </a:xfrm>
          <a:prstGeom prst="ellipse">
            <a:avLst/>
          </a:prstGeom>
          <a:solidFill>
            <a:srgbClr val="4D60C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knowledge-node">
            <a:extLst>
              <a:ext uri="{FF2B5EF4-FFF2-40B4-BE49-F238E27FC236}">
                <a16:creationId xmlns:a16="http://schemas.microsoft.com/office/drawing/2014/main" id="{E4AFA71B-E7D1-48A5-87CE-906F1C777C5E}"/>
              </a:ext>
            </a:extLst>
          </p:cNvPr>
          <p:cNvSpPr>
            <a:spLocks noGrp="1"/>
          </p:cNvSpPr>
          <p:nvPr/>
        </p:nvSpPr>
        <p:spPr>
          <a:xfrm>
            <a:off x="1259164" y="6026976"/>
            <a:ext cx="69607" cy="69607"/>
          </a:xfrm>
          <a:prstGeom prst="ellipse">
            <a:avLst/>
          </a:prstGeom>
          <a:solidFill>
            <a:srgbClr val="4D60C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94" name="knowledge-node">
            <a:extLst>
              <a:ext uri="{FF2B5EF4-FFF2-40B4-BE49-F238E27FC236}">
                <a16:creationId xmlns:a16="http://schemas.microsoft.com/office/drawing/2014/main" id="{707AB1A3-B757-4D22-A66C-EB8114A913FE}"/>
              </a:ext>
            </a:extLst>
          </p:cNvPr>
          <p:cNvSpPr>
            <a:spLocks noGrp="1"/>
          </p:cNvSpPr>
          <p:nvPr/>
        </p:nvSpPr>
        <p:spPr>
          <a:xfrm>
            <a:off x="1429584" y="6082610"/>
            <a:ext cx="28112" cy="28112"/>
          </a:xfrm>
          <a:prstGeom prst="ellipse">
            <a:avLst/>
          </a:prstGeom>
          <a:solidFill>
            <a:srgbClr val="4D60C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knowledge-node">
            <a:extLst>
              <a:ext uri="{FF2B5EF4-FFF2-40B4-BE49-F238E27FC236}">
                <a16:creationId xmlns:a16="http://schemas.microsoft.com/office/drawing/2014/main" id="{CC2D3D45-A0C2-4EF5-9D29-7C5EF7F7BAFB}"/>
              </a:ext>
            </a:extLst>
          </p:cNvPr>
          <p:cNvSpPr>
            <a:spLocks noGrp="1"/>
          </p:cNvSpPr>
          <p:nvPr/>
        </p:nvSpPr>
        <p:spPr>
          <a:xfrm>
            <a:off x="1236296" y="6315131"/>
            <a:ext cx="20694" cy="20694"/>
          </a:xfrm>
          <a:prstGeom prst="ellipse">
            <a:avLst/>
          </a:prstGeom>
          <a:solidFill>
            <a:srgbClr val="4D60C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6" name="knowledge-node">
            <a:extLst>
              <a:ext uri="{FF2B5EF4-FFF2-40B4-BE49-F238E27FC236}">
                <a16:creationId xmlns:a16="http://schemas.microsoft.com/office/drawing/2014/main" id="{AAEB55E7-987C-4889-B218-1619D1D029AE}"/>
              </a:ext>
            </a:extLst>
          </p:cNvPr>
          <p:cNvSpPr>
            <a:spLocks noGrp="1"/>
          </p:cNvSpPr>
          <p:nvPr/>
        </p:nvSpPr>
        <p:spPr>
          <a:xfrm>
            <a:off x="1126783" y="6545098"/>
            <a:ext cx="22208" cy="22208"/>
          </a:xfrm>
          <a:prstGeom prst="ellipse">
            <a:avLst/>
          </a:prstGeom>
          <a:solidFill>
            <a:srgbClr val="4D60C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knowledge-node">
            <a:extLst>
              <a:ext uri="{FF2B5EF4-FFF2-40B4-BE49-F238E27FC236}">
                <a16:creationId xmlns:a16="http://schemas.microsoft.com/office/drawing/2014/main" id="{96D068F4-896B-45E8-BFCD-8B4519939E26}"/>
              </a:ext>
            </a:extLst>
          </p:cNvPr>
          <p:cNvSpPr>
            <a:spLocks noGrp="1"/>
          </p:cNvSpPr>
          <p:nvPr/>
        </p:nvSpPr>
        <p:spPr>
          <a:xfrm>
            <a:off x="1831540" y="5946793"/>
            <a:ext cx="24452" cy="24452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knowledge-node">
            <a:extLst>
              <a:ext uri="{FF2B5EF4-FFF2-40B4-BE49-F238E27FC236}">
                <a16:creationId xmlns:a16="http://schemas.microsoft.com/office/drawing/2014/main" id="{19D2CFA9-8A9D-4437-B6A5-C567C2A518D8}"/>
              </a:ext>
            </a:extLst>
          </p:cNvPr>
          <p:cNvSpPr>
            <a:spLocks noGrp="1"/>
          </p:cNvSpPr>
          <p:nvPr/>
        </p:nvSpPr>
        <p:spPr>
          <a:xfrm>
            <a:off x="1588219" y="6157167"/>
            <a:ext cx="23514" cy="23514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knowledge-node">
            <a:extLst>
              <a:ext uri="{FF2B5EF4-FFF2-40B4-BE49-F238E27FC236}">
                <a16:creationId xmlns:a16="http://schemas.microsoft.com/office/drawing/2014/main" id="{B51942E4-9FE2-4456-9FFE-76917A88A680}"/>
              </a:ext>
            </a:extLst>
          </p:cNvPr>
          <p:cNvSpPr>
            <a:spLocks noGrp="1"/>
          </p:cNvSpPr>
          <p:nvPr/>
        </p:nvSpPr>
        <p:spPr>
          <a:xfrm>
            <a:off x="1574040" y="6053589"/>
            <a:ext cx="26241" cy="26241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0" name="knowledge-node">
            <a:extLst>
              <a:ext uri="{FF2B5EF4-FFF2-40B4-BE49-F238E27FC236}">
                <a16:creationId xmlns:a16="http://schemas.microsoft.com/office/drawing/2014/main" id="{5E3C147B-7C54-46E5-AA9C-4519C0A8CA5D}"/>
              </a:ext>
            </a:extLst>
          </p:cNvPr>
          <p:cNvSpPr>
            <a:spLocks noGrp="1"/>
          </p:cNvSpPr>
          <p:nvPr/>
        </p:nvSpPr>
        <p:spPr>
          <a:xfrm>
            <a:off x="1559003" y="6401321"/>
            <a:ext cx="17513" cy="17513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knowledge-node">
            <a:extLst>
              <a:ext uri="{FF2B5EF4-FFF2-40B4-BE49-F238E27FC236}">
                <a16:creationId xmlns:a16="http://schemas.microsoft.com/office/drawing/2014/main" id="{66579000-E679-489E-BDDC-2C627F2551CE}"/>
              </a:ext>
            </a:extLst>
          </p:cNvPr>
          <p:cNvSpPr>
            <a:spLocks noGrp="1"/>
          </p:cNvSpPr>
          <p:nvPr/>
        </p:nvSpPr>
        <p:spPr>
          <a:xfrm>
            <a:off x="1819425" y="6672817"/>
            <a:ext cx="25099" cy="25099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knowledge-node">
            <a:extLst>
              <a:ext uri="{FF2B5EF4-FFF2-40B4-BE49-F238E27FC236}">
                <a16:creationId xmlns:a16="http://schemas.microsoft.com/office/drawing/2014/main" id="{93177807-F002-4C4A-96A1-D0EEA2322BA8}"/>
              </a:ext>
            </a:extLst>
          </p:cNvPr>
          <p:cNvSpPr>
            <a:spLocks noGrp="1"/>
          </p:cNvSpPr>
          <p:nvPr/>
        </p:nvSpPr>
        <p:spPr>
          <a:xfrm>
            <a:off x="2179721" y="6083978"/>
            <a:ext cx="25619" cy="25619"/>
          </a:xfrm>
          <a:prstGeom prst="ellipse">
            <a:avLst/>
          </a:prstGeom>
          <a:solidFill>
            <a:srgbClr val="534EA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knowledge-node">
            <a:extLst>
              <a:ext uri="{FF2B5EF4-FFF2-40B4-BE49-F238E27FC236}">
                <a16:creationId xmlns:a16="http://schemas.microsoft.com/office/drawing/2014/main" id="{97B152EC-11C3-48BC-B273-5FA84418F421}"/>
              </a:ext>
            </a:extLst>
          </p:cNvPr>
          <p:cNvSpPr>
            <a:spLocks noGrp="1"/>
          </p:cNvSpPr>
          <p:nvPr/>
        </p:nvSpPr>
        <p:spPr>
          <a:xfrm>
            <a:off x="2079793" y="6124830"/>
            <a:ext cx="64087" cy="64087"/>
          </a:xfrm>
          <a:prstGeom prst="ellipse">
            <a:avLst/>
          </a:prstGeom>
          <a:solidFill>
            <a:srgbClr val="534EA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04" name="knowledge-node">
            <a:extLst>
              <a:ext uri="{FF2B5EF4-FFF2-40B4-BE49-F238E27FC236}">
                <a16:creationId xmlns:a16="http://schemas.microsoft.com/office/drawing/2014/main" id="{EC01E007-7628-4FF8-BDF8-47C0D5F1B094}"/>
              </a:ext>
            </a:extLst>
          </p:cNvPr>
          <p:cNvSpPr>
            <a:spLocks noGrp="1"/>
          </p:cNvSpPr>
          <p:nvPr/>
        </p:nvSpPr>
        <p:spPr>
          <a:xfrm>
            <a:off x="2219674" y="6119743"/>
            <a:ext cx="48857" cy="48857"/>
          </a:xfrm>
          <a:prstGeom prst="ellipse">
            <a:avLst/>
          </a:prstGeom>
          <a:solidFill>
            <a:srgbClr val="534EA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05" name="knowledge-node">
            <a:extLst>
              <a:ext uri="{FF2B5EF4-FFF2-40B4-BE49-F238E27FC236}">
                <a16:creationId xmlns:a16="http://schemas.microsoft.com/office/drawing/2014/main" id="{0BDA9BB5-61D5-40BC-9401-449B622B8F81}"/>
              </a:ext>
            </a:extLst>
          </p:cNvPr>
          <p:cNvSpPr>
            <a:spLocks noGrp="1"/>
          </p:cNvSpPr>
          <p:nvPr/>
        </p:nvSpPr>
        <p:spPr>
          <a:xfrm>
            <a:off x="1970770" y="6304843"/>
            <a:ext cx="19911" cy="19911"/>
          </a:xfrm>
          <a:prstGeom prst="ellipse">
            <a:avLst/>
          </a:prstGeom>
          <a:solidFill>
            <a:srgbClr val="534EA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knowledge-node">
            <a:extLst>
              <a:ext uri="{FF2B5EF4-FFF2-40B4-BE49-F238E27FC236}">
                <a16:creationId xmlns:a16="http://schemas.microsoft.com/office/drawing/2014/main" id="{933BA7D8-1342-44D6-B10E-B5131181F601}"/>
              </a:ext>
            </a:extLst>
          </p:cNvPr>
          <p:cNvSpPr>
            <a:spLocks noGrp="1"/>
          </p:cNvSpPr>
          <p:nvPr/>
        </p:nvSpPr>
        <p:spPr>
          <a:xfrm>
            <a:off x="2152788" y="6759796"/>
            <a:ext cx="20938" cy="20938"/>
          </a:xfrm>
          <a:prstGeom prst="ellipse">
            <a:avLst/>
          </a:prstGeom>
          <a:solidFill>
            <a:srgbClr val="534EA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7" name="knowledge-node">
            <a:extLst>
              <a:ext uri="{FF2B5EF4-FFF2-40B4-BE49-F238E27FC236}">
                <a16:creationId xmlns:a16="http://schemas.microsoft.com/office/drawing/2014/main" id="{A6040382-819E-4395-8A6F-B09CFE750D00}"/>
              </a:ext>
            </a:extLst>
          </p:cNvPr>
          <p:cNvSpPr>
            <a:spLocks noGrp="1"/>
          </p:cNvSpPr>
          <p:nvPr/>
        </p:nvSpPr>
        <p:spPr>
          <a:xfrm>
            <a:off x="2471636" y="5873099"/>
            <a:ext cx="16526" cy="16526"/>
          </a:xfrm>
          <a:prstGeom prst="ellipse">
            <a:avLst/>
          </a:prstGeom>
          <a:solidFill>
            <a:srgbClr val="5544A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knowledge-node">
            <a:extLst>
              <a:ext uri="{FF2B5EF4-FFF2-40B4-BE49-F238E27FC236}">
                <a16:creationId xmlns:a16="http://schemas.microsoft.com/office/drawing/2014/main" id="{F6B9FB4F-234A-4B5C-AC9A-FF4F7EBC7A75}"/>
              </a:ext>
            </a:extLst>
          </p:cNvPr>
          <p:cNvSpPr>
            <a:spLocks noGrp="1"/>
          </p:cNvSpPr>
          <p:nvPr/>
        </p:nvSpPr>
        <p:spPr>
          <a:xfrm>
            <a:off x="2475519" y="6092095"/>
            <a:ext cx="21844" cy="21844"/>
          </a:xfrm>
          <a:prstGeom prst="ellipse">
            <a:avLst/>
          </a:prstGeom>
          <a:solidFill>
            <a:srgbClr val="5544A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9" name="knowledge-node">
            <a:extLst>
              <a:ext uri="{FF2B5EF4-FFF2-40B4-BE49-F238E27FC236}">
                <a16:creationId xmlns:a16="http://schemas.microsoft.com/office/drawing/2014/main" id="{C8C1983F-2F44-4597-967E-6F0D56F22001}"/>
              </a:ext>
            </a:extLst>
          </p:cNvPr>
          <p:cNvSpPr>
            <a:spLocks noGrp="1"/>
          </p:cNvSpPr>
          <p:nvPr/>
        </p:nvSpPr>
        <p:spPr>
          <a:xfrm>
            <a:off x="2361149" y="6249775"/>
            <a:ext cx="46636" cy="46636"/>
          </a:xfrm>
          <a:prstGeom prst="ellipse">
            <a:avLst/>
          </a:prstGeom>
          <a:solidFill>
            <a:srgbClr val="5544A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10" name="knowledge-node">
            <a:extLst>
              <a:ext uri="{FF2B5EF4-FFF2-40B4-BE49-F238E27FC236}">
                <a16:creationId xmlns:a16="http://schemas.microsoft.com/office/drawing/2014/main" id="{035FA8ED-3448-4365-B321-09A39C3F9250}"/>
              </a:ext>
            </a:extLst>
          </p:cNvPr>
          <p:cNvSpPr>
            <a:spLocks noGrp="1"/>
          </p:cNvSpPr>
          <p:nvPr/>
        </p:nvSpPr>
        <p:spPr>
          <a:xfrm>
            <a:off x="2583722" y="6500139"/>
            <a:ext cx="25573" cy="25573"/>
          </a:xfrm>
          <a:prstGeom prst="ellipse">
            <a:avLst/>
          </a:prstGeom>
          <a:solidFill>
            <a:srgbClr val="5544A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knowledge-node">
            <a:extLst>
              <a:ext uri="{FF2B5EF4-FFF2-40B4-BE49-F238E27FC236}">
                <a16:creationId xmlns:a16="http://schemas.microsoft.com/office/drawing/2014/main" id="{313350C5-4569-435E-9606-70546982C976}"/>
              </a:ext>
            </a:extLst>
          </p:cNvPr>
          <p:cNvSpPr>
            <a:spLocks noGrp="1"/>
          </p:cNvSpPr>
          <p:nvPr/>
        </p:nvSpPr>
        <p:spPr>
          <a:xfrm>
            <a:off x="2420204" y="6738030"/>
            <a:ext cx="20104" cy="20104"/>
          </a:xfrm>
          <a:prstGeom prst="ellipse">
            <a:avLst/>
          </a:prstGeom>
          <a:solidFill>
            <a:srgbClr val="5544A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knowledge-node">
            <a:extLst>
              <a:ext uri="{FF2B5EF4-FFF2-40B4-BE49-F238E27FC236}">
                <a16:creationId xmlns:a16="http://schemas.microsoft.com/office/drawing/2014/main" id="{15DA861A-BAC0-44E3-BEE1-12790B88670F}"/>
              </a:ext>
            </a:extLst>
          </p:cNvPr>
          <p:cNvSpPr>
            <a:spLocks noGrp="1"/>
          </p:cNvSpPr>
          <p:nvPr/>
        </p:nvSpPr>
        <p:spPr>
          <a:xfrm>
            <a:off x="2880553" y="5869839"/>
            <a:ext cx="15786" cy="15786"/>
          </a:xfrm>
          <a:prstGeom prst="ellipse">
            <a:avLst/>
          </a:prstGeom>
          <a:solidFill>
            <a:srgbClr val="583B9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knowledge-node">
            <a:extLst>
              <a:ext uri="{FF2B5EF4-FFF2-40B4-BE49-F238E27FC236}">
                <a16:creationId xmlns:a16="http://schemas.microsoft.com/office/drawing/2014/main" id="{32356649-C510-441A-9664-2FE793763E5C}"/>
              </a:ext>
            </a:extLst>
          </p:cNvPr>
          <p:cNvSpPr>
            <a:spLocks noGrp="1"/>
          </p:cNvSpPr>
          <p:nvPr/>
        </p:nvSpPr>
        <p:spPr>
          <a:xfrm>
            <a:off x="2998420" y="6048170"/>
            <a:ext cx="18694" cy="18694"/>
          </a:xfrm>
          <a:prstGeom prst="ellipse">
            <a:avLst/>
          </a:prstGeom>
          <a:solidFill>
            <a:srgbClr val="583B9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knowledge-node">
            <a:extLst>
              <a:ext uri="{FF2B5EF4-FFF2-40B4-BE49-F238E27FC236}">
                <a16:creationId xmlns:a16="http://schemas.microsoft.com/office/drawing/2014/main" id="{29F3ADAE-4E08-4139-9591-5C9B4F4F3DE7}"/>
              </a:ext>
            </a:extLst>
          </p:cNvPr>
          <p:cNvSpPr>
            <a:spLocks noGrp="1"/>
          </p:cNvSpPr>
          <p:nvPr/>
        </p:nvSpPr>
        <p:spPr>
          <a:xfrm>
            <a:off x="3005729" y="6210461"/>
            <a:ext cx="73267" cy="73267"/>
          </a:xfrm>
          <a:prstGeom prst="ellipse">
            <a:avLst/>
          </a:prstGeom>
          <a:solidFill>
            <a:srgbClr val="583B9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15" name="knowledge-node">
            <a:extLst>
              <a:ext uri="{FF2B5EF4-FFF2-40B4-BE49-F238E27FC236}">
                <a16:creationId xmlns:a16="http://schemas.microsoft.com/office/drawing/2014/main" id="{8F3D106E-A1FB-4A74-9FFB-34CA4513FC7A}"/>
              </a:ext>
            </a:extLst>
          </p:cNvPr>
          <p:cNvSpPr>
            <a:spLocks noGrp="1"/>
          </p:cNvSpPr>
          <p:nvPr/>
        </p:nvSpPr>
        <p:spPr>
          <a:xfrm>
            <a:off x="2937548" y="6573872"/>
            <a:ext cx="21060" cy="21060"/>
          </a:xfrm>
          <a:prstGeom prst="ellipse">
            <a:avLst/>
          </a:prstGeom>
          <a:solidFill>
            <a:srgbClr val="583B9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knowledge-node">
            <a:extLst>
              <a:ext uri="{FF2B5EF4-FFF2-40B4-BE49-F238E27FC236}">
                <a16:creationId xmlns:a16="http://schemas.microsoft.com/office/drawing/2014/main" id="{00603A9B-DD6A-4902-A8B0-E7CB9450BE93}"/>
              </a:ext>
            </a:extLst>
          </p:cNvPr>
          <p:cNvSpPr>
            <a:spLocks noGrp="1"/>
          </p:cNvSpPr>
          <p:nvPr/>
        </p:nvSpPr>
        <p:spPr>
          <a:xfrm>
            <a:off x="3271347" y="5858275"/>
            <a:ext cx="22998" cy="22998"/>
          </a:xfrm>
          <a:prstGeom prst="ellipse">
            <a:avLst/>
          </a:prstGeom>
          <a:solidFill>
            <a:srgbClr val="6A3C8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knowledge-node">
            <a:extLst>
              <a:ext uri="{FF2B5EF4-FFF2-40B4-BE49-F238E27FC236}">
                <a16:creationId xmlns:a16="http://schemas.microsoft.com/office/drawing/2014/main" id="{F44D485A-D8D0-4F2A-BD2C-C1D1D0DCB31E}"/>
              </a:ext>
            </a:extLst>
          </p:cNvPr>
          <p:cNvSpPr>
            <a:spLocks noGrp="1"/>
          </p:cNvSpPr>
          <p:nvPr/>
        </p:nvSpPr>
        <p:spPr>
          <a:xfrm>
            <a:off x="3227550" y="6118902"/>
            <a:ext cx="22201" cy="22201"/>
          </a:xfrm>
          <a:prstGeom prst="ellipse">
            <a:avLst/>
          </a:prstGeom>
          <a:solidFill>
            <a:srgbClr val="6A3C8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knowledge-node">
            <a:extLst>
              <a:ext uri="{FF2B5EF4-FFF2-40B4-BE49-F238E27FC236}">
                <a16:creationId xmlns:a16="http://schemas.microsoft.com/office/drawing/2014/main" id="{02E59DBC-F427-4814-8F22-8ED838C7DC04}"/>
              </a:ext>
            </a:extLst>
          </p:cNvPr>
          <p:cNvSpPr>
            <a:spLocks noGrp="1"/>
          </p:cNvSpPr>
          <p:nvPr/>
        </p:nvSpPr>
        <p:spPr>
          <a:xfrm>
            <a:off x="3173409" y="6196843"/>
            <a:ext cx="28054" cy="28054"/>
          </a:xfrm>
          <a:prstGeom prst="ellipse">
            <a:avLst/>
          </a:prstGeom>
          <a:solidFill>
            <a:srgbClr val="6A3C8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9" name="knowledge-node">
            <a:extLst>
              <a:ext uri="{FF2B5EF4-FFF2-40B4-BE49-F238E27FC236}">
                <a16:creationId xmlns:a16="http://schemas.microsoft.com/office/drawing/2014/main" id="{AE82D114-7F6D-40FE-AD34-F28B2B40E4D5}"/>
              </a:ext>
            </a:extLst>
          </p:cNvPr>
          <p:cNvSpPr>
            <a:spLocks noGrp="1"/>
          </p:cNvSpPr>
          <p:nvPr/>
        </p:nvSpPr>
        <p:spPr>
          <a:xfrm>
            <a:off x="3432090" y="6539089"/>
            <a:ext cx="42397" cy="42397"/>
          </a:xfrm>
          <a:prstGeom prst="ellipse">
            <a:avLst/>
          </a:prstGeom>
          <a:solidFill>
            <a:srgbClr val="6A3C8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0" name="knowledge-node">
            <a:extLst>
              <a:ext uri="{FF2B5EF4-FFF2-40B4-BE49-F238E27FC236}">
                <a16:creationId xmlns:a16="http://schemas.microsoft.com/office/drawing/2014/main" id="{E28F14B8-49AA-4728-BB56-A5BB275354C9}"/>
              </a:ext>
            </a:extLst>
          </p:cNvPr>
          <p:cNvSpPr>
            <a:spLocks noGrp="1"/>
          </p:cNvSpPr>
          <p:nvPr/>
        </p:nvSpPr>
        <p:spPr>
          <a:xfrm>
            <a:off x="3618194" y="5972025"/>
            <a:ext cx="22392" cy="22392"/>
          </a:xfrm>
          <a:prstGeom prst="ellipse">
            <a:avLst/>
          </a:prstGeom>
          <a:solidFill>
            <a:srgbClr val="7D3D7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knowledge-node">
            <a:extLst>
              <a:ext uri="{FF2B5EF4-FFF2-40B4-BE49-F238E27FC236}">
                <a16:creationId xmlns:a16="http://schemas.microsoft.com/office/drawing/2014/main" id="{AFC75F62-5D3E-401B-BE99-B944A4F8867E}"/>
              </a:ext>
            </a:extLst>
          </p:cNvPr>
          <p:cNvSpPr>
            <a:spLocks noGrp="1"/>
          </p:cNvSpPr>
          <p:nvPr/>
        </p:nvSpPr>
        <p:spPr>
          <a:xfrm>
            <a:off x="3565077" y="6159489"/>
            <a:ext cx="27884" cy="27884"/>
          </a:xfrm>
          <a:prstGeom prst="ellipse">
            <a:avLst/>
          </a:prstGeom>
          <a:solidFill>
            <a:srgbClr val="7D3D7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2" name="knowledge-node">
            <a:extLst>
              <a:ext uri="{FF2B5EF4-FFF2-40B4-BE49-F238E27FC236}">
                <a16:creationId xmlns:a16="http://schemas.microsoft.com/office/drawing/2014/main" id="{206C3A9E-38BA-47CE-B294-B85EB42B5DFD}"/>
              </a:ext>
            </a:extLst>
          </p:cNvPr>
          <p:cNvSpPr>
            <a:spLocks noGrp="1"/>
          </p:cNvSpPr>
          <p:nvPr/>
        </p:nvSpPr>
        <p:spPr>
          <a:xfrm>
            <a:off x="3822645" y="6366826"/>
            <a:ext cx="15695" cy="15695"/>
          </a:xfrm>
          <a:prstGeom prst="ellipse">
            <a:avLst/>
          </a:prstGeom>
          <a:solidFill>
            <a:srgbClr val="7D3D7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knowledge-node">
            <a:extLst>
              <a:ext uri="{FF2B5EF4-FFF2-40B4-BE49-F238E27FC236}">
                <a16:creationId xmlns:a16="http://schemas.microsoft.com/office/drawing/2014/main" id="{F56E1EAC-7654-4A9F-96D4-CA27A1A3F452}"/>
              </a:ext>
            </a:extLst>
          </p:cNvPr>
          <p:cNvSpPr>
            <a:spLocks noGrp="1"/>
          </p:cNvSpPr>
          <p:nvPr/>
        </p:nvSpPr>
        <p:spPr>
          <a:xfrm>
            <a:off x="3865188" y="6660502"/>
            <a:ext cx="25815" cy="25815"/>
          </a:xfrm>
          <a:prstGeom prst="ellipse">
            <a:avLst/>
          </a:prstGeom>
          <a:solidFill>
            <a:srgbClr val="7D3D7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4" name="knowledge-node">
            <a:extLst>
              <a:ext uri="{FF2B5EF4-FFF2-40B4-BE49-F238E27FC236}">
                <a16:creationId xmlns:a16="http://schemas.microsoft.com/office/drawing/2014/main" id="{14841FD8-AB87-4C10-B06D-7AB2F7A58DF1}"/>
              </a:ext>
            </a:extLst>
          </p:cNvPr>
          <p:cNvSpPr>
            <a:spLocks noGrp="1"/>
          </p:cNvSpPr>
          <p:nvPr/>
        </p:nvSpPr>
        <p:spPr>
          <a:xfrm>
            <a:off x="4218966" y="5870663"/>
            <a:ext cx="47668" cy="47668"/>
          </a:xfrm>
          <a:prstGeom prst="ellipse">
            <a:avLst/>
          </a:prstGeom>
          <a:solidFill>
            <a:srgbClr val="8F3E7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5" name="knowledge-node">
            <a:extLst>
              <a:ext uri="{FF2B5EF4-FFF2-40B4-BE49-F238E27FC236}">
                <a16:creationId xmlns:a16="http://schemas.microsoft.com/office/drawing/2014/main" id="{80AF02A7-464E-47FC-B8EE-DEFE335FDB1F}"/>
              </a:ext>
            </a:extLst>
          </p:cNvPr>
          <p:cNvSpPr>
            <a:spLocks noGrp="1"/>
          </p:cNvSpPr>
          <p:nvPr/>
        </p:nvSpPr>
        <p:spPr>
          <a:xfrm>
            <a:off x="4119161" y="6049420"/>
            <a:ext cx="18701" cy="18701"/>
          </a:xfrm>
          <a:prstGeom prst="ellipse">
            <a:avLst/>
          </a:prstGeom>
          <a:solidFill>
            <a:srgbClr val="8F3E7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knowledge-node">
            <a:extLst>
              <a:ext uri="{FF2B5EF4-FFF2-40B4-BE49-F238E27FC236}">
                <a16:creationId xmlns:a16="http://schemas.microsoft.com/office/drawing/2014/main" id="{7D28D513-D79C-4D2B-AF17-E65B5E6BB55C}"/>
              </a:ext>
            </a:extLst>
          </p:cNvPr>
          <p:cNvSpPr>
            <a:spLocks noGrp="1"/>
          </p:cNvSpPr>
          <p:nvPr/>
        </p:nvSpPr>
        <p:spPr>
          <a:xfrm>
            <a:off x="4180204" y="6452050"/>
            <a:ext cx="25831" cy="25831"/>
          </a:xfrm>
          <a:prstGeom prst="ellipse">
            <a:avLst/>
          </a:prstGeom>
          <a:solidFill>
            <a:srgbClr val="8F3E7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knowledge-node">
            <a:extLst>
              <a:ext uri="{FF2B5EF4-FFF2-40B4-BE49-F238E27FC236}">
                <a16:creationId xmlns:a16="http://schemas.microsoft.com/office/drawing/2014/main" id="{0C66AA0A-9C01-4CD9-A61A-6A49ACFFA97F}"/>
              </a:ext>
            </a:extLst>
          </p:cNvPr>
          <p:cNvSpPr>
            <a:spLocks noGrp="1"/>
          </p:cNvSpPr>
          <p:nvPr/>
        </p:nvSpPr>
        <p:spPr>
          <a:xfrm>
            <a:off x="4193851" y="6630285"/>
            <a:ext cx="14991" cy="14991"/>
          </a:xfrm>
          <a:prstGeom prst="ellipse">
            <a:avLst/>
          </a:prstGeom>
          <a:solidFill>
            <a:srgbClr val="8F3E7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knowledge-node">
            <a:extLst>
              <a:ext uri="{FF2B5EF4-FFF2-40B4-BE49-F238E27FC236}">
                <a16:creationId xmlns:a16="http://schemas.microsoft.com/office/drawing/2014/main" id="{A3A5D2C1-827D-438B-8447-2A8DAD3474A5}"/>
              </a:ext>
            </a:extLst>
          </p:cNvPr>
          <p:cNvSpPr>
            <a:spLocks noGrp="1"/>
          </p:cNvSpPr>
          <p:nvPr/>
        </p:nvSpPr>
        <p:spPr>
          <a:xfrm>
            <a:off x="4454352" y="5877925"/>
            <a:ext cx="22791" cy="22791"/>
          </a:xfrm>
          <a:prstGeom prst="ellipse">
            <a:avLst/>
          </a:prstGeom>
          <a:solidFill>
            <a:srgbClr val="A13F6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knowledge-node">
            <a:extLst>
              <a:ext uri="{FF2B5EF4-FFF2-40B4-BE49-F238E27FC236}">
                <a16:creationId xmlns:a16="http://schemas.microsoft.com/office/drawing/2014/main" id="{B6BC1FAF-82A5-4AFE-8EAD-4814E7F9E04D}"/>
              </a:ext>
            </a:extLst>
          </p:cNvPr>
          <p:cNvSpPr>
            <a:spLocks noGrp="1"/>
          </p:cNvSpPr>
          <p:nvPr/>
        </p:nvSpPr>
        <p:spPr>
          <a:xfrm>
            <a:off x="4384067" y="6080265"/>
            <a:ext cx="43402" cy="43402"/>
          </a:xfrm>
          <a:prstGeom prst="ellipse">
            <a:avLst/>
          </a:prstGeom>
          <a:solidFill>
            <a:srgbClr val="A13F6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0" name="knowledge-node">
            <a:extLst>
              <a:ext uri="{FF2B5EF4-FFF2-40B4-BE49-F238E27FC236}">
                <a16:creationId xmlns:a16="http://schemas.microsoft.com/office/drawing/2014/main" id="{5E7D9BFB-9962-4510-82CD-75306D0198DD}"/>
              </a:ext>
            </a:extLst>
          </p:cNvPr>
          <p:cNvSpPr>
            <a:spLocks noGrp="1"/>
          </p:cNvSpPr>
          <p:nvPr/>
        </p:nvSpPr>
        <p:spPr>
          <a:xfrm>
            <a:off x="4523190" y="6466643"/>
            <a:ext cx="68555" cy="68555"/>
          </a:xfrm>
          <a:prstGeom prst="ellipse">
            <a:avLst/>
          </a:prstGeom>
          <a:solidFill>
            <a:srgbClr val="A13F6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31" name="knowledge-node">
            <a:extLst>
              <a:ext uri="{FF2B5EF4-FFF2-40B4-BE49-F238E27FC236}">
                <a16:creationId xmlns:a16="http://schemas.microsoft.com/office/drawing/2014/main" id="{A1045EC4-6BF9-4675-9324-A53CBA491819}"/>
              </a:ext>
            </a:extLst>
          </p:cNvPr>
          <p:cNvSpPr>
            <a:spLocks noGrp="1"/>
          </p:cNvSpPr>
          <p:nvPr/>
        </p:nvSpPr>
        <p:spPr>
          <a:xfrm>
            <a:off x="4584892" y="6692745"/>
            <a:ext cx="65730" cy="65730"/>
          </a:xfrm>
          <a:prstGeom prst="ellipse">
            <a:avLst/>
          </a:prstGeom>
          <a:solidFill>
            <a:srgbClr val="A13F6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32" name="knowledge-node">
            <a:extLst>
              <a:ext uri="{FF2B5EF4-FFF2-40B4-BE49-F238E27FC236}">
                <a16:creationId xmlns:a16="http://schemas.microsoft.com/office/drawing/2014/main" id="{C580627A-8118-4CE0-91D4-AB3020E68CD0}"/>
              </a:ext>
            </a:extLst>
          </p:cNvPr>
          <p:cNvSpPr>
            <a:spLocks noGrp="1"/>
          </p:cNvSpPr>
          <p:nvPr/>
        </p:nvSpPr>
        <p:spPr>
          <a:xfrm>
            <a:off x="4844382" y="5841766"/>
            <a:ext cx="25419" cy="25419"/>
          </a:xfrm>
          <a:prstGeom prst="ellipse">
            <a:avLst/>
          </a:prstGeom>
          <a:solidFill>
            <a:srgbClr val="B3405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knowledge-node">
            <a:extLst>
              <a:ext uri="{FF2B5EF4-FFF2-40B4-BE49-F238E27FC236}">
                <a16:creationId xmlns:a16="http://schemas.microsoft.com/office/drawing/2014/main" id="{31E5E56C-EB6E-4805-9318-02BD45DF0289}"/>
              </a:ext>
            </a:extLst>
          </p:cNvPr>
          <p:cNvSpPr>
            <a:spLocks noGrp="1"/>
          </p:cNvSpPr>
          <p:nvPr/>
        </p:nvSpPr>
        <p:spPr>
          <a:xfrm>
            <a:off x="4799596" y="6258643"/>
            <a:ext cx="20527" cy="20527"/>
          </a:xfrm>
          <a:prstGeom prst="ellipse">
            <a:avLst/>
          </a:prstGeom>
          <a:solidFill>
            <a:srgbClr val="B3405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4" name="knowledge-node">
            <a:extLst>
              <a:ext uri="{FF2B5EF4-FFF2-40B4-BE49-F238E27FC236}">
                <a16:creationId xmlns:a16="http://schemas.microsoft.com/office/drawing/2014/main" id="{D95131FC-9E4C-4A83-882B-53EDFBD7537B}"/>
              </a:ext>
            </a:extLst>
          </p:cNvPr>
          <p:cNvSpPr>
            <a:spLocks noGrp="1"/>
          </p:cNvSpPr>
          <p:nvPr/>
        </p:nvSpPr>
        <p:spPr>
          <a:xfrm>
            <a:off x="4808131" y="6569125"/>
            <a:ext cx="15031" cy="15031"/>
          </a:xfrm>
          <a:prstGeom prst="ellipse">
            <a:avLst/>
          </a:prstGeom>
          <a:solidFill>
            <a:srgbClr val="B3405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knowledge-node">
            <a:extLst>
              <a:ext uri="{FF2B5EF4-FFF2-40B4-BE49-F238E27FC236}">
                <a16:creationId xmlns:a16="http://schemas.microsoft.com/office/drawing/2014/main" id="{80724CAD-388B-401E-A12D-F36BDD329D4C}"/>
              </a:ext>
            </a:extLst>
          </p:cNvPr>
          <p:cNvSpPr>
            <a:spLocks noGrp="1"/>
          </p:cNvSpPr>
          <p:nvPr/>
        </p:nvSpPr>
        <p:spPr>
          <a:xfrm>
            <a:off x="4783518" y="6646057"/>
            <a:ext cx="18069" cy="18069"/>
          </a:xfrm>
          <a:prstGeom prst="ellipse">
            <a:avLst/>
          </a:prstGeom>
          <a:solidFill>
            <a:srgbClr val="B3405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knowledge-node">
            <a:extLst>
              <a:ext uri="{FF2B5EF4-FFF2-40B4-BE49-F238E27FC236}">
                <a16:creationId xmlns:a16="http://schemas.microsoft.com/office/drawing/2014/main" id="{96EF9EEC-3B55-4CB8-9C30-D5C83DFD095C}"/>
              </a:ext>
            </a:extLst>
          </p:cNvPr>
          <p:cNvSpPr>
            <a:spLocks noGrp="1"/>
          </p:cNvSpPr>
          <p:nvPr/>
        </p:nvSpPr>
        <p:spPr>
          <a:xfrm>
            <a:off x="4958930" y="6779606"/>
            <a:ext cx="22927" cy="22927"/>
          </a:xfrm>
          <a:prstGeom prst="ellipse">
            <a:avLst/>
          </a:prstGeom>
          <a:solidFill>
            <a:srgbClr val="B3405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knowledge-node">
            <a:extLst>
              <a:ext uri="{FF2B5EF4-FFF2-40B4-BE49-F238E27FC236}">
                <a16:creationId xmlns:a16="http://schemas.microsoft.com/office/drawing/2014/main" id="{AD03DA27-26DE-45C7-963E-1D96A2EE59F2}"/>
              </a:ext>
            </a:extLst>
          </p:cNvPr>
          <p:cNvSpPr>
            <a:spLocks noGrp="1"/>
          </p:cNvSpPr>
          <p:nvPr/>
        </p:nvSpPr>
        <p:spPr>
          <a:xfrm>
            <a:off x="5386525" y="5905683"/>
            <a:ext cx="18807" cy="18807"/>
          </a:xfrm>
          <a:prstGeom prst="ellipse">
            <a:avLst/>
          </a:prstGeom>
          <a:solidFill>
            <a:srgbClr val="C6414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knowledge-node">
            <a:extLst>
              <a:ext uri="{FF2B5EF4-FFF2-40B4-BE49-F238E27FC236}">
                <a16:creationId xmlns:a16="http://schemas.microsoft.com/office/drawing/2014/main" id="{22F63D4D-E320-4C9F-85AF-A2A37376EB85}"/>
              </a:ext>
            </a:extLst>
          </p:cNvPr>
          <p:cNvSpPr>
            <a:spLocks noGrp="1"/>
          </p:cNvSpPr>
          <p:nvPr/>
        </p:nvSpPr>
        <p:spPr>
          <a:xfrm>
            <a:off x="5272861" y="6167762"/>
            <a:ext cx="48577" cy="48577"/>
          </a:xfrm>
          <a:prstGeom prst="ellipse">
            <a:avLst/>
          </a:prstGeom>
          <a:solidFill>
            <a:srgbClr val="C6414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9" name="knowledge-node">
            <a:extLst>
              <a:ext uri="{FF2B5EF4-FFF2-40B4-BE49-F238E27FC236}">
                <a16:creationId xmlns:a16="http://schemas.microsoft.com/office/drawing/2014/main" id="{5E0085D9-55D3-4771-A39D-32F2CF586238}"/>
              </a:ext>
            </a:extLst>
          </p:cNvPr>
          <p:cNvSpPr>
            <a:spLocks noGrp="1"/>
          </p:cNvSpPr>
          <p:nvPr/>
        </p:nvSpPr>
        <p:spPr>
          <a:xfrm>
            <a:off x="5284112" y="6465684"/>
            <a:ext cx="13907" cy="13907"/>
          </a:xfrm>
          <a:prstGeom prst="ellipse">
            <a:avLst/>
          </a:prstGeom>
          <a:solidFill>
            <a:srgbClr val="C6414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knowledge-node">
            <a:extLst>
              <a:ext uri="{FF2B5EF4-FFF2-40B4-BE49-F238E27FC236}">
                <a16:creationId xmlns:a16="http://schemas.microsoft.com/office/drawing/2014/main" id="{C85375D5-6C23-46AF-89AD-98505C2F16E1}"/>
              </a:ext>
            </a:extLst>
          </p:cNvPr>
          <p:cNvSpPr>
            <a:spLocks noGrp="1"/>
          </p:cNvSpPr>
          <p:nvPr/>
        </p:nvSpPr>
        <p:spPr>
          <a:xfrm>
            <a:off x="5302444" y="6633167"/>
            <a:ext cx="24290" cy="24290"/>
          </a:xfrm>
          <a:prstGeom prst="ellipse">
            <a:avLst/>
          </a:prstGeom>
          <a:solidFill>
            <a:srgbClr val="C6414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1" name="knowledge-node">
            <a:extLst>
              <a:ext uri="{FF2B5EF4-FFF2-40B4-BE49-F238E27FC236}">
                <a16:creationId xmlns:a16="http://schemas.microsoft.com/office/drawing/2014/main" id="{0FFA80F1-4E44-42A0-A329-0E93D9BB232A}"/>
              </a:ext>
            </a:extLst>
          </p:cNvPr>
          <p:cNvSpPr>
            <a:spLocks noGrp="1"/>
          </p:cNvSpPr>
          <p:nvPr/>
        </p:nvSpPr>
        <p:spPr>
          <a:xfrm>
            <a:off x="5350136" y="6709785"/>
            <a:ext cx="48540" cy="48540"/>
          </a:xfrm>
          <a:prstGeom prst="ellipse">
            <a:avLst/>
          </a:prstGeom>
          <a:solidFill>
            <a:srgbClr val="C6414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42" name="knowledge-node">
            <a:extLst>
              <a:ext uri="{FF2B5EF4-FFF2-40B4-BE49-F238E27FC236}">
                <a16:creationId xmlns:a16="http://schemas.microsoft.com/office/drawing/2014/main" id="{F87AB18E-6059-45A4-88C3-1101422AAB16}"/>
              </a:ext>
            </a:extLst>
          </p:cNvPr>
          <p:cNvSpPr>
            <a:spLocks noGrp="1"/>
          </p:cNvSpPr>
          <p:nvPr/>
        </p:nvSpPr>
        <p:spPr>
          <a:xfrm>
            <a:off x="5887076" y="5980483"/>
            <a:ext cx="23175" cy="23175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3" name="knowledge-node">
            <a:extLst>
              <a:ext uri="{FF2B5EF4-FFF2-40B4-BE49-F238E27FC236}">
                <a16:creationId xmlns:a16="http://schemas.microsoft.com/office/drawing/2014/main" id="{FECFE7F4-3EB8-493B-BAB8-46633412E924}"/>
              </a:ext>
            </a:extLst>
          </p:cNvPr>
          <p:cNvSpPr>
            <a:spLocks noGrp="1"/>
          </p:cNvSpPr>
          <p:nvPr/>
        </p:nvSpPr>
        <p:spPr>
          <a:xfrm>
            <a:off x="5611120" y="6372977"/>
            <a:ext cx="24927" cy="24927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knowledge-node">
            <a:extLst>
              <a:ext uri="{FF2B5EF4-FFF2-40B4-BE49-F238E27FC236}">
                <a16:creationId xmlns:a16="http://schemas.microsoft.com/office/drawing/2014/main" id="{604D4477-1D46-4839-B12B-4871F54664E3}"/>
              </a:ext>
            </a:extLst>
          </p:cNvPr>
          <p:cNvSpPr>
            <a:spLocks noGrp="1"/>
          </p:cNvSpPr>
          <p:nvPr/>
        </p:nvSpPr>
        <p:spPr>
          <a:xfrm>
            <a:off x="5713511" y="6617900"/>
            <a:ext cx="25558" cy="25558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5" name="knowledge-node">
            <a:extLst>
              <a:ext uri="{FF2B5EF4-FFF2-40B4-BE49-F238E27FC236}">
                <a16:creationId xmlns:a16="http://schemas.microsoft.com/office/drawing/2014/main" id="{155F5BD1-D60A-4EC0-B14A-DC225ABFDF37}"/>
              </a:ext>
            </a:extLst>
          </p:cNvPr>
          <p:cNvSpPr>
            <a:spLocks noGrp="1"/>
          </p:cNvSpPr>
          <p:nvPr/>
        </p:nvSpPr>
        <p:spPr>
          <a:xfrm>
            <a:off x="5616930" y="6782227"/>
            <a:ext cx="19153" cy="19153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knowledge-node">
            <a:extLst>
              <a:ext uri="{FF2B5EF4-FFF2-40B4-BE49-F238E27FC236}">
                <a16:creationId xmlns:a16="http://schemas.microsoft.com/office/drawing/2014/main" id="{C185E248-68F5-4529-AAE1-BFB9C1D3E0EA}"/>
              </a:ext>
            </a:extLst>
          </p:cNvPr>
          <p:cNvSpPr>
            <a:spLocks noGrp="1"/>
          </p:cNvSpPr>
          <p:nvPr/>
        </p:nvSpPr>
        <p:spPr>
          <a:xfrm>
            <a:off x="5847325" y="6723112"/>
            <a:ext cx="24608" cy="24608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7" name="knowledge-node">
            <a:extLst>
              <a:ext uri="{FF2B5EF4-FFF2-40B4-BE49-F238E27FC236}">
                <a16:creationId xmlns:a16="http://schemas.microsoft.com/office/drawing/2014/main" id="{02463448-5FBE-4AE4-A84B-15AF79A2889E}"/>
              </a:ext>
            </a:extLst>
          </p:cNvPr>
          <p:cNvSpPr>
            <a:spLocks noGrp="1"/>
          </p:cNvSpPr>
          <p:nvPr/>
        </p:nvSpPr>
        <p:spPr>
          <a:xfrm>
            <a:off x="6022109" y="6037806"/>
            <a:ext cx="23742" cy="23742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knowledge-node">
            <a:extLst>
              <a:ext uri="{FF2B5EF4-FFF2-40B4-BE49-F238E27FC236}">
                <a16:creationId xmlns:a16="http://schemas.microsoft.com/office/drawing/2014/main" id="{16C6AAB4-9239-4D95-82E9-954B0B0A6338}"/>
              </a:ext>
            </a:extLst>
          </p:cNvPr>
          <p:cNvSpPr>
            <a:spLocks noGrp="1"/>
          </p:cNvSpPr>
          <p:nvPr/>
        </p:nvSpPr>
        <p:spPr>
          <a:xfrm>
            <a:off x="6105229" y="6354741"/>
            <a:ext cx="19360" cy="19360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9" name="knowledge-node">
            <a:extLst>
              <a:ext uri="{FF2B5EF4-FFF2-40B4-BE49-F238E27FC236}">
                <a16:creationId xmlns:a16="http://schemas.microsoft.com/office/drawing/2014/main" id="{04558F0B-A281-4279-8B79-CB9C7CE4F4C8}"/>
              </a:ext>
            </a:extLst>
          </p:cNvPr>
          <p:cNvSpPr>
            <a:spLocks noGrp="1"/>
          </p:cNvSpPr>
          <p:nvPr/>
        </p:nvSpPr>
        <p:spPr>
          <a:xfrm>
            <a:off x="6011005" y="6570697"/>
            <a:ext cx="24087" cy="24087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knowledge-node">
            <a:extLst>
              <a:ext uri="{FF2B5EF4-FFF2-40B4-BE49-F238E27FC236}">
                <a16:creationId xmlns:a16="http://schemas.microsoft.com/office/drawing/2014/main" id="{2B3507E3-9F1B-486D-8D82-C0F2CF6304C5}"/>
              </a:ext>
            </a:extLst>
          </p:cNvPr>
          <p:cNvSpPr>
            <a:spLocks noGrp="1"/>
          </p:cNvSpPr>
          <p:nvPr/>
        </p:nvSpPr>
        <p:spPr>
          <a:xfrm>
            <a:off x="6176938" y="6547340"/>
            <a:ext cx="16809" cy="16809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knowledge-node">
            <a:extLst>
              <a:ext uri="{FF2B5EF4-FFF2-40B4-BE49-F238E27FC236}">
                <a16:creationId xmlns:a16="http://schemas.microsoft.com/office/drawing/2014/main" id="{3B13CAAC-B4F0-4C3E-A556-1DE71327772B}"/>
              </a:ext>
            </a:extLst>
          </p:cNvPr>
          <p:cNvSpPr>
            <a:spLocks noGrp="1"/>
          </p:cNvSpPr>
          <p:nvPr/>
        </p:nvSpPr>
        <p:spPr>
          <a:xfrm>
            <a:off x="6076830" y="6647505"/>
            <a:ext cx="73390" cy="73390"/>
          </a:xfrm>
          <a:prstGeom prst="ellipse">
            <a:avLst/>
          </a:prstGeom>
          <a:solidFill>
            <a:srgbClr val="EA433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52" name="knowledge-node">
            <a:extLst>
              <a:ext uri="{FF2B5EF4-FFF2-40B4-BE49-F238E27FC236}">
                <a16:creationId xmlns:a16="http://schemas.microsoft.com/office/drawing/2014/main" id="{7E85CFAA-5974-42EA-A20E-BB12E98F0FBC}"/>
              </a:ext>
            </a:extLst>
          </p:cNvPr>
          <p:cNvSpPr>
            <a:spLocks noGrp="1"/>
          </p:cNvSpPr>
          <p:nvPr/>
        </p:nvSpPr>
        <p:spPr>
          <a:xfrm>
            <a:off x="6170132" y="6770205"/>
            <a:ext cx="20046" cy="20046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3" name="knowledge-node">
            <a:extLst>
              <a:ext uri="{FF2B5EF4-FFF2-40B4-BE49-F238E27FC236}">
                <a16:creationId xmlns:a16="http://schemas.microsoft.com/office/drawing/2014/main" id="{1AE4A462-AC66-4E4A-AA5B-0C79D3248E8E}"/>
              </a:ext>
            </a:extLst>
          </p:cNvPr>
          <p:cNvSpPr>
            <a:spLocks noGrp="1"/>
          </p:cNvSpPr>
          <p:nvPr/>
        </p:nvSpPr>
        <p:spPr>
          <a:xfrm>
            <a:off x="6669687" y="6055287"/>
            <a:ext cx="48538" cy="48538"/>
          </a:xfrm>
          <a:prstGeom prst="ellipse">
            <a:avLst/>
          </a:prstGeom>
          <a:solidFill>
            <a:srgbClr val="EC522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54" name="knowledge-node">
            <a:extLst>
              <a:ext uri="{FF2B5EF4-FFF2-40B4-BE49-F238E27FC236}">
                <a16:creationId xmlns:a16="http://schemas.microsoft.com/office/drawing/2014/main" id="{9A339501-8982-481E-AB86-60251A703A6E}"/>
              </a:ext>
            </a:extLst>
          </p:cNvPr>
          <p:cNvSpPr>
            <a:spLocks noGrp="1"/>
          </p:cNvSpPr>
          <p:nvPr/>
        </p:nvSpPr>
        <p:spPr>
          <a:xfrm>
            <a:off x="6613040" y="6385537"/>
            <a:ext cx="24082" cy="24082"/>
          </a:xfrm>
          <a:prstGeom prst="ellipse">
            <a:avLst/>
          </a:prstGeom>
          <a:solidFill>
            <a:srgbClr val="EC52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5" name="knowledge-node">
            <a:extLst>
              <a:ext uri="{FF2B5EF4-FFF2-40B4-BE49-F238E27FC236}">
                <a16:creationId xmlns:a16="http://schemas.microsoft.com/office/drawing/2014/main" id="{8685F950-55ED-4AFE-8ED0-ED31B063017D}"/>
              </a:ext>
            </a:extLst>
          </p:cNvPr>
          <p:cNvSpPr>
            <a:spLocks noGrp="1"/>
          </p:cNvSpPr>
          <p:nvPr/>
        </p:nvSpPr>
        <p:spPr>
          <a:xfrm>
            <a:off x="6551998" y="6393512"/>
            <a:ext cx="46099" cy="46099"/>
          </a:xfrm>
          <a:prstGeom prst="ellipse">
            <a:avLst/>
          </a:prstGeom>
          <a:solidFill>
            <a:srgbClr val="EC522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56" name="knowledge-node">
            <a:extLst>
              <a:ext uri="{FF2B5EF4-FFF2-40B4-BE49-F238E27FC236}">
                <a16:creationId xmlns:a16="http://schemas.microsoft.com/office/drawing/2014/main" id="{A78E0575-E3C3-45AD-9DA0-275BBA4BEBE1}"/>
              </a:ext>
            </a:extLst>
          </p:cNvPr>
          <p:cNvSpPr>
            <a:spLocks noGrp="1"/>
          </p:cNvSpPr>
          <p:nvPr/>
        </p:nvSpPr>
        <p:spPr>
          <a:xfrm>
            <a:off x="6658586" y="6562154"/>
            <a:ext cx="14202" cy="14202"/>
          </a:xfrm>
          <a:prstGeom prst="ellipse">
            <a:avLst/>
          </a:prstGeom>
          <a:solidFill>
            <a:srgbClr val="EC52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knowledge-node">
            <a:extLst>
              <a:ext uri="{FF2B5EF4-FFF2-40B4-BE49-F238E27FC236}">
                <a16:creationId xmlns:a16="http://schemas.microsoft.com/office/drawing/2014/main" id="{849A1C9A-66C2-4264-BF06-2C6993111E7E}"/>
              </a:ext>
            </a:extLst>
          </p:cNvPr>
          <p:cNvSpPr>
            <a:spLocks noGrp="1"/>
          </p:cNvSpPr>
          <p:nvPr/>
        </p:nvSpPr>
        <p:spPr>
          <a:xfrm>
            <a:off x="6552652" y="6565064"/>
            <a:ext cx="22968" cy="22968"/>
          </a:xfrm>
          <a:prstGeom prst="ellipse">
            <a:avLst/>
          </a:prstGeom>
          <a:solidFill>
            <a:srgbClr val="EC52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knowledge-node">
            <a:extLst>
              <a:ext uri="{FF2B5EF4-FFF2-40B4-BE49-F238E27FC236}">
                <a16:creationId xmlns:a16="http://schemas.microsoft.com/office/drawing/2014/main" id="{FA164B06-59C0-404C-B03D-6771ACAA4CB4}"/>
              </a:ext>
            </a:extLst>
          </p:cNvPr>
          <p:cNvSpPr>
            <a:spLocks noGrp="1"/>
          </p:cNvSpPr>
          <p:nvPr/>
        </p:nvSpPr>
        <p:spPr>
          <a:xfrm>
            <a:off x="6699155" y="6637152"/>
            <a:ext cx="20814" cy="20814"/>
          </a:xfrm>
          <a:prstGeom prst="ellipse">
            <a:avLst/>
          </a:prstGeom>
          <a:solidFill>
            <a:srgbClr val="EC52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knowledge-node">
            <a:extLst>
              <a:ext uri="{FF2B5EF4-FFF2-40B4-BE49-F238E27FC236}">
                <a16:creationId xmlns:a16="http://schemas.microsoft.com/office/drawing/2014/main" id="{848DD73C-E8D8-402F-B7C9-455943000B1D}"/>
              </a:ext>
            </a:extLst>
          </p:cNvPr>
          <p:cNvSpPr>
            <a:spLocks noGrp="1"/>
          </p:cNvSpPr>
          <p:nvPr/>
        </p:nvSpPr>
        <p:spPr>
          <a:xfrm>
            <a:off x="7007551" y="6052815"/>
            <a:ext cx="15780" cy="15780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0" name="knowledge-node">
            <a:extLst>
              <a:ext uri="{FF2B5EF4-FFF2-40B4-BE49-F238E27FC236}">
                <a16:creationId xmlns:a16="http://schemas.microsoft.com/office/drawing/2014/main" id="{1C943B28-49A8-4DF5-BB12-6A9862BFB020}"/>
              </a:ext>
            </a:extLst>
          </p:cNvPr>
          <p:cNvSpPr>
            <a:spLocks noGrp="1"/>
          </p:cNvSpPr>
          <p:nvPr/>
        </p:nvSpPr>
        <p:spPr>
          <a:xfrm>
            <a:off x="6910451" y="6327583"/>
            <a:ext cx="24808" cy="24808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knowledge-node">
            <a:extLst>
              <a:ext uri="{FF2B5EF4-FFF2-40B4-BE49-F238E27FC236}">
                <a16:creationId xmlns:a16="http://schemas.microsoft.com/office/drawing/2014/main" id="{44E1A4A7-6329-4948-991F-7441C16C212B}"/>
              </a:ext>
            </a:extLst>
          </p:cNvPr>
          <p:cNvSpPr>
            <a:spLocks noGrp="1"/>
          </p:cNvSpPr>
          <p:nvPr/>
        </p:nvSpPr>
        <p:spPr>
          <a:xfrm>
            <a:off x="6994506" y="6366545"/>
            <a:ext cx="17216" cy="17216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knowledge-node">
            <a:extLst>
              <a:ext uri="{FF2B5EF4-FFF2-40B4-BE49-F238E27FC236}">
                <a16:creationId xmlns:a16="http://schemas.microsoft.com/office/drawing/2014/main" id="{45AC3AAF-609C-4583-9A19-AA22D93AE9F3}"/>
              </a:ext>
            </a:extLst>
          </p:cNvPr>
          <p:cNvSpPr>
            <a:spLocks noGrp="1"/>
          </p:cNvSpPr>
          <p:nvPr/>
        </p:nvSpPr>
        <p:spPr>
          <a:xfrm>
            <a:off x="7065706" y="6411357"/>
            <a:ext cx="60527" cy="60527"/>
          </a:xfrm>
          <a:prstGeom prst="ellipse">
            <a:avLst/>
          </a:prstGeom>
          <a:solidFill>
            <a:srgbClr val="EE612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63" name="knowledge-node">
            <a:extLst>
              <a:ext uri="{FF2B5EF4-FFF2-40B4-BE49-F238E27FC236}">
                <a16:creationId xmlns:a16="http://schemas.microsoft.com/office/drawing/2014/main" id="{E1C08100-4C89-4141-A152-162F06E75163}"/>
              </a:ext>
            </a:extLst>
          </p:cNvPr>
          <p:cNvSpPr>
            <a:spLocks noGrp="1"/>
          </p:cNvSpPr>
          <p:nvPr/>
        </p:nvSpPr>
        <p:spPr>
          <a:xfrm>
            <a:off x="7047012" y="6515626"/>
            <a:ext cx="21789" cy="21789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4" name="knowledge-node">
            <a:extLst>
              <a:ext uri="{FF2B5EF4-FFF2-40B4-BE49-F238E27FC236}">
                <a16:creationId xmlns:a16="http://schemas.microsoft.com/office/drawing/2014/main" id="{BAA99961-246F-4409-B5C0-AB46C98EEF80}"/>
              </a:ext>
            </a:extLst>
          </p:cNvPr>
          <p:cNvSpPr>
            <a:spLocks noGrp="1"/>
          </p:cNvSpPr>
          <p:nvPr/>
        </p:nvSpPr>
        <p:spPr>
          <a:xfrm>
            <a:off x="6864507" y="6763741"/>
            <a:ext cx="13898" cy="13898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knowledge-node">
            <a:extLst>
              <a:ext uri="{FF2B5EF4-FFF2-40B4-BE49-F238E27FC236}">
                <a16:creationId xmlns:a16="http://schemas.microsoft.com/office/drawing/2014/main" id="{9061AC81-5139-414C-93E9-AAE6961C7B3E}"/>
              </a:ext>
            </a:extLst>
          </p:cNvPr>
          <p:cNvSpPr>
            <a:spLocks noGrp="1"/>
          </p:cNvSpPr>
          <p:nvPr/>
        </p:nvSpPr>
        <p:spPr>
          <a:xfrm>
            <a:off x="7335432" y="6123080"/>
            <a:ext cx="15590" cy="15590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knowledge-node">
            <a:extLst>
              <a:ext uri="{FF2B5EF4-FFF2-40B4-BE49-F238E27FC236}">
                <a16:creationId xmlns:a16="http://schemas.microsoft.com/office/drawing/2014/main" id="{0FD62371-B49A-40F5-855B-F54230DE4E72}"/>
              </a:ext>
            </a:extLst>
          </p:cNvPr>
          <p:cNvSpPr>
            <a:spLocks noGrp="1"/>
          </p:cNvSpPr>
          <p:nvPr/>
        </p:nvSpPr>
        <p:spPr>
          <a:xfrm>
            <a:off x="7229738" y="6210385"/>
            <a:ext cx="19796" cy="19796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knowledge-node">
            <a:extLst>
              <a:ext uri="{FF2B5EF4-FFF2-40B4-BE49-F238E27FC236}">
                <a16:creationId xmlns:a16="http://schemas.microsoft.com/office/drawing/2014/main" id="{E4D4C677-C6B2-43EC-A626-450F41803610}"/>
              </a:ext>
            </a:extLst>
          </p:cNvPr>
          <p:cNvSpPr>
            <a:spLocks noGrp="1"/>
          </p:cNvSpPr>
          <p:nvPr/>
        </p:nvSpPr>
        <p:spPr>
          <a:xfrm>
            <a:off x="7366600" y="6304139"/>
            <a:ext cx="21057" cy="21057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8" name="knowledge-node">
            <a:extLst>
              <a:ext uri="{FF2B5EF4-FFF2-40B4-BE49-F238E27FC236}">
                <a16:creationId xmlns:a16="http://schemas.microsoft.com/office/drawing/2014/main" id="{B7F6A5A9-E861-4EFD-9A4B-45B2BF68445B}"/>
              </a:ext>
            </a:extLst>
          </p:cNvPr>
          <p:cNvSpPr>
            <a:spLocks noGrp="1"/>
          </p:cNvSpPr>
          <p:nvPr/>
        </p:nvSpPr>
        <p:spPr>
          <a:xfrm>
            <a:off x="7212525" y="6433728"/>
            <a:ext cx="48817" cy="48817"/>
          </a:xfrm>
          <a:prstGeom prst="ellipse">
            <a:avLst/>
          </a:prstGeom>
          <a:solidFill>
            <a:srgbClr val="F0702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69" name="knowledge-node">
            <a:extLst>
              <a:ext uri="{FF2B5EF4-FFF2-40B4-BE49-F238E27FC236}">
                <a16:creationId xmlns:a16="http://schemas.microsoft.com/office/drawing/2014/main" id="{A167F30C-8A1C-4B77-BBE4-5C4981676D93}"/>
              </a:ext>
            </a:extLst>
          </p:cNvPr>
          <p:cNvSpPr>
            <a:spLocks noGrp="1"/>
          </p:cNvSpPr>
          <p:nvPr/>
        </p:nvSpPr>
        <p:spPr>
          <a:xfrm>
            <a:off x="7416115" y="6375104"/>
            <a:ext cx="21766" cy="21766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0" name="knowledge-node">
            <a:extLst>
              <a:ext uri="{FF2B5EF4-FFF2-40B4-BE49-F238E27FC236}">
                <a16:creationId xmlns:a16="http://schemas.microsoft.com/office/drawing/2014/main" id="{D763C80A-6EA8-4554-BE5A-2AD754EC1A5A}"/>
              </a:ext>
            </a:extLst>
          </p:cNvPr>
          <p:cNvSpPr>
            <a:spLocks noGrp="1"/>
          </p:cNvSpPr>
          <p:nvPr/>
        </p:nvSpPr>
        <p:spPr>
          <a:xfrm>
            <a:off x="7274876" y="6708780"/>
            <a:ext cx="22712" cy="22712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knowledge-node">
            <a:extLst>
              <a:ext uri="{FF2B5EF4-FFF2-40B4-BE49-F238E27FC236}">
                <a16:creationId xmlns:a16="http://schemas.microsoft.com/office/drawing/2014/main" id="{E7342456-9722-4DA7-AFFC-B3A170061F3A}"/>
              </a:ext>
            </a:extLst>
          </p:cNvPr>
          <p:cNvSpPr>
            <a:spLocks noGrp="1"/>
          </p:cNvSpPr>
          <p:nvPr/>
        </p:nvSpPr>
        <p:spPr>
          <a:xfrm>
            <a:off x="7636551" y="6083596"/>
            <a:ext cx="27821" cy="27821"/>
          </a:xfrm>
          <a:prstGeom prst="ellipse">
            <a:avLst/>
          </a:prstGeom>
          <a:solidFill>
            <a:srgbClr val="F3801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2" name="knowledge-node">
            <a:extLst>
              <a:ext uri="{FF2B5EF4-FFF2-40B4-BE49-F238E27FC236}">
                <a16:creationId xmlns:a16="http://schemas.microsoft.com/office/drawing/2014/main" id="{91AF7A93-7886-4208-B1E2-33E9F37C9673}"/>
              </a:ext>
            </a:extLst>
          </p:cNvPr>
          <p:cNvSpPr>
            <a:spLocks noGrp="1"/>
          </p:cNvSpPr>
          <p:nvPr/>
        </p:nvSpPr>
        <p:spPr>
          <a:xfrm>
            <a:off x="7772244" y="6229723"/>
            <a:ext cx="27566" cy="27566"/>
          </a:xfrm>
          <a:prstGeom prst="ellipse">
            <a:avLst/>
          </a:prstGeom>
          <a:solidFill>
            <a:srgbClr val="F3801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knowledge-node">
            <a:extLst>
              <a:ext uri="{FF2B5EF4-FFF2-40B4-BE49-F238E27FC236}">
                <a16:creationId xmlns:a16="http://schemas.microsoft.com/office/drawing/2014/main" id="{4DAD4363-9F8A-4B1E-AFF0-208B1BCD763A}"/>
              </a:ext>
            </a:extLst>
          </p:cNvPr>
          <p:cNvSpPr>
            <a:spLocks noGrp="1"/>
          </p:cNvSpPr>
          <p:nvPr/>
        </p:nvSpPr>
        <p:spPr>
          <a:xfrm>
            <a:off x="7608898" y="6341870"/>
            <a:ext cx="22443" cy="22443"/>
          </a:xfrm>
          <a:prstGeom prst="ellipse">
            <a:avLst/>
          </a:prstGeom>
          <a:solidFill>
            <a:srgbClr val="F3801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knowledge-node">
            <a:extLst>
              <a:ext uri="{FF2B5EF4-FFF2-40B4-BE49-F238E27FC236}">
                <a16:creationId xmlns:a16="http://schemas.microsoft.com/office/drawing/2014/main" id="{09FD7F06-BBCA-4032-B7DD-D41E1763FE2B}"/>
              </a:ext>
            </a:extLst>
          </p:cNvPr>
          <p:cNvSpPr>
            <a:spLocks noGrp="1"/>
          </p:cNvSpPr>
          <p:nvPr/>
        </p:nvSpPr>
        <p:spPr>
          <a:xfrm>
            <a:off x="7713365" y="6309578"/>
            <a:ext cx="50690" cy="50690"/>
          </a:xfrm>
          <a:prstGeom prst="ellipse">
            <a:avLst/>
          </a:prstGeom>
          <a:solidFill>
            <a:srgbClr val="F3801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75" name="knowledge-node">
            <a:extLst>
              <a:ext uri="{FF2B5EF4-FFF2-40B4-BE49-F238E27FC236}">
                <a16:creationId xmlns:a16="http://schemas.microsoft.com/office/drawing/2014/main" id="{090B034E-32CA-47B7-B3DE-2DF2EB6E0392}"/>
              </a:ext>
            </a:extLst>
          </p:cNvPr>
          <p:cNvSpPr>
            <a:spLocks noGrp="1"/>
          </p:cNvSpPr>
          <p:nvPr/>
        </p:nvSpPr>
        <p:spPr>
          <a:xfrm>
            <a:off x="7858099" y="6425377"/>
            <a:ext cx="21841" cy="21841"/>
          </a:xfrm>
          <a:prstGeom prst="ellipse">
            <a:avLst/>
          </a:prstGeom>
          <a:solidFill>
            <a:srgbClr val="F3801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knowledge-node">
            <a:extLst>
              <a:ext uri="{FF2B5EF4-FFF2-40B4-BE49-F238E27FC236}">
                <a16:creationId xmlns:a16="http://schemas.microsoft.com/office/drawing/2014/main" id="{86615525-1AFA-43DF-B4F4-9354B16FB72D}"/>
              </a:ext>
            </a:extLst>
          </p:cNvPr>
          <p:cNvSpPr>
            <a:spLocks noGrp="1"/>
          </p:cNvSpPr>
          <p:nvPr/>
        </p:nvSpPr>
        <p:spPr>
          <a:xfrm>
            <a:off x="7585081" y="6597273"/>
            <a:ext cx="75714" cy="75714"/>
          </a:xfrm>
          <a:prstGeom prst="ellipse">
            <a:avLst/>
          </a:prstGeom>
          <a:solidFill>
            <a:srgbClr val="F3801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77" name="knowledge-node">
            <a:extLst>
              <a:ext uri="{FF2B5EF4-FFF2-40B4-BE49-F238E27FC236}">
                <a16:creationId xmlns:a16="http://schemas.microsoft.com/office/drawing/2014/main" id="{E9628052-F658-4A22-97AD-CCB4B42ABE8F}"/>
              </a:ext>
            </a:extLst>
          </p:cNvPr>
          <p:cNvSpPr>
            <a:spLocks noGrp="1"/>
          </p:cNvSpPr>
          <p:nvPr/>
        </p:nvSpPr>
        <p:spPr>
          <a:xfrm>
            <a:off x="8255281" y="6079187"/>
            <a:ext cx="26149" cy="26149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knowledge-node">
            <a:extLst>
              <a:ext uri="{FF2B5EF4-FFF2-40B4-BE49-F238E27FC236}">
                <a16:creationId xmlns:a16="http://schemas.microsoft.com/office/drawing/2014/main" id="{6F15B3DB-9679-45D9-A695-68AABE2244D5}"/>
              </a:ext>
            </a:extLst>
          </p:cNvPr>
          <p:cNvSpPr>
            <a:spLocks noGrp="1"/>
          </p:cNvSpPr>
          <p:nvPr/>
        </p:nvSpPr>
        <p:spPr>
          <a:xfrm>
            <a:off x="8025004" y="6037752"/>
            <a:ext cx="23270" cy="23270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knowledge-node">
            <a:extLst>
              <a:ext uri="{FF2B5EF4-FFF2-40B4-BE49-F238E27FC236}">
                <a16:creationId xmlns:a16="http://schemas.microsoft.com/office/drawing/2014/main" id="{8F13C4AE-B2BB-445B-A7C9-8CF458FAC1B4}"/>
              </a:ext>
            </a:extLst>
          </p:cNvPr>
          <p:cNvSpPr>
            <a:spLocks noGrp="1"/>
          </p:cNvSpPr>
          <p:nvPr/>
        </p:nvSpPr>
        <p:spPr>
          <a:xfrm>
            <a:off x="8244104" y="6204033"/>
            <a:ext cx="27194" cy="27194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knowledge-node">
            <a:extLst>
              <a:ext uri="{FF2B5EF4-FFF2-40B4-BE49-F238E27FC236}">
                <a16:creationId xmlns:a16="http://schemas.microsoft.com/office/drawing/2014/main" id="{CD7CA3D8-217A-4231-935D-33BEC66FA72B}"/>
              </a:ext>
            </a:extLst>
          </p:cNvPr>
          <p:cNvSpPr>
            <a:spLocks noGrp="1"/>
          </p:cNvSpPr>
          <p:nvPr/>
        </p:nvSpPr>
        <p:spPr>
          <a:xfrm>
            <a:off x="8043663" y="6300311"/>
            <a:ext cx="15810" cy="15810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1" name="knowledge-node">
            <a:extLst>
              <a:ext uri="{FF2B5EF4-FFF2-40B4-BE49-F238E27FC236}">
                <a16:creationId xmlns:a16="http://schemas.microsoft.com/office/drawing/2014/main" id="{1FD261D1-6672-42D4-8F8B-F0915CDDE3E9}"/>
              </a:ext>
            </a:extLst>
          </p:cNvPr>
          <p:cNvSpPr>
            <a:spLocks noGrp="1"/>
          </p:cNvSpPr>
          <p:nvPr/>
        </p:nvSpPr>
        <p:spPr>
          <a:xfrm>
            <a:off x="8089075" y="6329994"/>
            <a:ext cx="19664" cy="19664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knowledge-node">
            <a:extLst>
              <a:ext uri="{FF2B5EF4-FFF2-40B4-BE49-F238E27FC236}">
                <a16:creationId xmlns:a16="http://schemas.microsoft.com/office/drawing/2014/main" id="{86D4A208-BD6D-4820-B3D0-AA48380B451E}"/>
              </a:ext>
            </a:extLst>
          </p:cNvPr>
          <p:cNvSpPr>
            <a:spLocks noGrp="1"/>
          </p:cNvSpPr>
          <p:nvPr/>
        </p:nvSpPr>
        <p:spPr>
          <a:xfrm>
            <a:off x="8234497" y="6698134"/>
            <a:ext cx="14556" cy="14556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knowledge-node">
            <a:extLst>
              <a:ext uri="{FF2B5EF4-FFF2-40B4-BE49-F238E27FC236}">
                <a16:creationId xmlns:a16="http://schemas.microsoft.com/office/drawing/2014/main" id="{A8E68D2E-BBEF-4B26-891D-5ED9300464F6}"/>
              </a:ext>
            </a:extLst>
          </p:cNvPr>
          <p:cNvSpPr>
            <a:spLocks noGrp="1"/>
          </p:cNvSpPr>
          <p:nvPr/>
        </p:nvSpPr>
        <p:spPr>
          <a:xfrm>
            <a:off x="8687850" y="5789899"/>
            <a:ext cx="46659" cy="46659"/>
          </a:xfrm>
          <a:prstGeom prst="ellipse">
            <a:avLst/>
          </a:prstGeom>
          <a:solidFill>
            <a:srgbClr val="F79E1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84" name="knowledge-node">
            <a:extLst>
              <a:ext uri="{FF2B5EF4-FFF2-40B4-BE49-F238E27FC236}">
                <a16:creationId xmlns:a16="http://schemas.microsoft.com/office/drawing/2014/main" id="{5F5C74AC-7F77-46FA-800E-DEC9AD5BABBA}"/>
              </a:ext>
            </a:extLst>
          </p:cNvPr>
          <p:cNvSpPr>
            <a:spLocks noGrp="1"/>
          </p:cNvSpPr>
          <p:nvPr/>
        </p:nvSpPr>
        <p:spPr>
          <a:xfrm>
            <a:off x="8605450" y="5982814"/>
            <a:ext cx="14145" cy="14145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5" name="knowledge-node">
            <a:extLst>
              <a:ext uri="{FF2B5EF4-FFF2-40B4-BE49-F238E27FC236}">
                <a16:creationId xmlns:a16="http://schemas.microsoft.com/office/drawing/2014/main" id="{D0F02E71-8E91-44A3-8940-7FEE36C3F329}"/>
              </a:ext>
            </a:extLst>
          </p:cNvPr>
          <p:cNvSpPr>
            <a:spLocks noGrp="1"/>
          </p:cNvSpPr>
          <p:nvPr/>
        </p:nvSpPr>
        <p:spPr>
          <a:xfrm>
            <a:off x="8606183" y="6073558"/>
            <a:ext cx="27327" cy="27327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knowledge-node">
            <a:extLst>
              <a:ext uri="{FF2B5EF4-FFF2-40B4-BE49-F238E27FC236}">
                <a16:creationId xmlns:a16="http://schemas.microsoft.com/office/drawing/2014/main" id="{973DFD96-C995-4FE3-BEE2-0148A6C462E2}"/>
              </a:ext>
            </a:extLst>
          </p:cNvPr>
          <p:cNvSpPr>
            <a:spLocks noGrp="1"/>
          </p:cNvSpPr>
          <p:nvPr/>
        </p:nvSpPr>
        <p:spPr>
          <a:xfrm>
            <a:off x="8461668" y="6093869"/>
            <a:ext cx="14228" cy="14228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knowledge-node">
            <a:extLst>
              <a:ext uri="{FF2B5EF4-FFF2-40B4-BE49-F238E27FC236}">
                <a16:creationId xmlns:a16="http://schemas.microsoft.com/office/drawing/2014/main" id="{97858685-92F7-4626-AB19-7DAE51462F6D}"/>
              </a:ext>
            </a:extLst>
          </p:cNvPr>
          <p:cNvSpPr>
            <a:spLocks noGrp="1"/>
          </p:cNvSpPr>
          <p:nvPr/>
        </p:nvSpPr>
        <p:spPr>
          <a:xfrm>
            <a:off x="8678029" y="6255952"/>
            <a:ext cx="17233" cy="17233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knowledge-node">
            <a:extLst>
              <a:ext uri="{FF2B5EF4-FFF2-40B4-BE49-F238E27FC236}">
                <a16:creationId xmlns:a16="http://schemas.microsoft.com/office/drawing/2014/main" id="{A69E8E05-CD3D-4061-ABD5-2B34C584D5B8}"/>
              </a:ext>
            </a:extLst>
          </p:cNvPr>
          <p:cNvSpPr>
            <a:spLocks noGrp="1"/>
          </p:cNvSpPr>
          <p:nvPr/>
        </p:nvSpPr>
        <p:spPr>
          <a:xfrm>
            <a:off x="8538836" y="6558711"/>
            <a:ext cx="28101" cy="28101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knowledge-node">
            <a:extLst>
              <a:ext uri="{FF2B5EF4-FFF2-40B4-BE49-F238E27FC236}">
                <a16:creationId xmlns:a16="http://schemas.microsoft.com/office/drawing/2014/main" id="{AE8A3F76-EEA2-415A-BD1B-2EF70EEA6B8A}"/>
              </a:ext>
            </a:extLst>
          </p:cNvPr>
          <p:cNvSpPr>
            <a:spLocks noGrp="1"/>
          </p:cNvSpPr>
          <p:nvPr/>
        </p:nvSpPr>
        <p:spPr>
          <a:xfrm>
            <a:off x="8982883" y="5762476"/>
            <a:ext cx="20159" cy="20159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knowledge-node">
            <a:extLst>
              <a:ext uri="{FF2B5EF4-FFF2-40B4-BE49-F238E27FC236}">
                <a16:creationId xmlns:a16="http://schemas.microsoft.com/office/drawing/2014/main" id="{0F04501B-0FDE-4C14-8C48-BE4B510303DF}"/>
              </a:ext>
            </a:extLst>
          </p:cNvPr>
          <p:cNvSpPr>
            <a:spLocks noGrp="1"/>
          </p:cNvSpPr>
          <p:nvPr/>
        </p:nvSpPr>
        <p:spPr>
          <a:xfrm>
            <a:off x="9089638" y="5830932"/>
            <a:ext cx="26163" cy="26163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1" name="knowledge-node">
            <a:extLst>
              <a:ext uri="{FF2B5EF4-FFF2-40B4-BE49-F238E27FC236}">
                <a16:creationId xmlns:a16="http://schemas.microsoft.com/office/drawing/2014/main" id="{81B3E257-FC19-4A60-995A-252E30004E88}"/>
              </a:ext>
            </a:extLst>
          </p:cNvPr>
          <p:cNvSpPr>
            <a:spLocks noGrp="1"/>
          </p:cNvSpPr>
          <p:nvPr/>
        </p:nvSpPr>
        <p:spPr>
          <a:xfrm>
            <a:off x="8842914" y="5824294"/>
            <a:ext cx="22900" cy="22900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2" name="knowledge-node">
            <a:extLst>
              <a:ext uri="{FF2B5EF4-FFF2-40B4-BE49-F238E27FC236}">
                <a16:creationId xmlns:a16="http://schemas.microsoft.com/office/drawing/2014/main" id="{17B00E81-9AF5-44FA-842F-071281E2B6D5}"/>
              </a:ext>
            </a:extLst>
          </p:cNvPr>
          <p:cNvSpPr>
            <a:spLocks noGrp="1"/>
          </p:cNvSpPr>
          <p:nvPr/>
        </p:nvSpPr>
        <p:spPr>
          <a:xfrm>
            <a:off x="8809622" y="5960763"/>
            <a:ext cx="20835" cy="20835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knowledge-node">
            <a:extLst>
              <a:ext uri="{FF2B5EF4-FFF2-40B4-BE49-F238E27FC236}">
                <a16:creationId xmlns:a16="http://schemas.microsoft.com/office/drawing/2014/main" id="{2C080A39-DBDA-40FE-A56D-F722F93AE31A}"/>
              </a:ext>
            </a:extLst>
          </p:cNvPr>
          <p:cNvSpPr>
            <a:spLocks noGrp="1"/>
          </p:cNvSpPr>
          <p:nvPr/>
        </p:nvSpPr>
        <p:spPr>
          <a:xfrm>
            <a:off x="8918833" y="6251300"/>
            <a:ext cx="42088" cy="42088"/>
          </a:xfrm>
          <a:prstGeom prst="ellipse">
            <a:avLst/>
          </a:prstGeom>
          <a:solidFill>
            <a:srgbClr val="F9AD0B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94" name="knowledge-node">
            <a:extLst>
              <a:ext uri="{FF2B5EF4-FFF2-40B4-BE49-F238E27FC236}">
                <a16:creationId xmlns:a16="http://schemas.microsoft.com/office/drawing/2014/main" id="{700BB25D-2C99-406F-9BA8-F455A1B826F5}"/>
              </a:ext>
            </a:extLst>
          </p:cNvPr>
          <p:cNvSpPr>
            <a:spLocks noGrp="1"/>
          </p:cNvSpPr>
          <p:nvPr/>
        </p:nvSpPr>
        <p:spPr>
          <a:xfrm>
            <a:off x="8904428" y="6523471"/>
            <a:ext cx="22075" cy="22075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5" name="knowledge-node">
            <a:extLst>
              <a:ext uri="{FF2B5EF4-FFF2-40B4-BE49-F238E27FC236}">
                <a16:creationId xmlns:a16="http://schemas.microsoft.com/office/drawing/2014/main" id="{EEC61359-35A6-4C8C-A2E3-7CA8CAACE3EB}"/>
              </a:ext>
            </a:extLst>
          </p:cNvPr>
          <p:cNvSpPr>
            <a:spLocks noGrp="1"/>
          </p:cNvSpPr>
          <p:nvPr/>
        </p:nvSpPr>
        <p:spPr>
          <a:xfrm>
            <a:off x="9516960" y="5633325"/>
            <a:ext cx="15946" cy="15946"/>
          </a:xfrm>
          <a:prstGeom prst="ellipse">
            <a:avLst/>
          </a:prstGeom>
          <a:solidFill>
            <a:srgbClr val="FBBC0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6" name="knowledge-node">
            <a:extLst>
              <a:ext uri="{FF2B5EF4-FFF2-40B4-BE49-F238E27FC236}">
                <a16:creationId xmlns:a16="http://schemas.microsoft.com/office/drawing/2014/main" id="{8C6E73E0-C480-4ACD-AC3E-F651BD87E3F8}"/>
              </a:ext>
            </a:extLst>
          </p:cNvPr>
          <p:cNvSpPr>
            <a:spLocks noGrp="1"/>
          </p:cNvSpPr>
          <p:nvPr/>
        </p:nvSpPr>
        <p:spPr>
          <a:xfrm>
            <a:off x="9463687" y="5630944"/>
            <a:ext cx="24692" cy="24692"/>
          </a:xfrm>
          <a:prstGeom prst="ellipse">
            <a:avLst/>
          </a:prstGeom>
          <a:solidFill>
            <a:srgbClr val="FBBC0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7" name="knowledge-node">
            <a:extLst>
              <a:ext uri="{FF2B5EF4-FFF2-40B4-BE49-F238E27FC236}">
                <a16:creationId xmlns:a16="http://schemas.microsoft.com/office/drawing/2014/main" id="{90B6BF57-D12F-4165-9720-62835259C7F1}"/>
              </a:ext>
            </a:extLst>
          </p:cNvPr>
          <p:cNvSpPr>
            <a:spLocks noGrp="1"/>
          </p:cNvSpPr>
          <p:nvPr/>
        </p:nvSpPr>
        <p:spPr>
          <a:xfrm>
            <a:off x="9323397" y="5707712"/>
            <a:ext cx="44036" cy="44036"/>
          </a:xfrm>
          <a:prstGeom prst="ellipse">
            <a:avLst/>
          </a:prstGeom>
          <a:solidFill>
            <a:srgbClr val="FBBC0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98" name="knowledge-node">
            <a:extLst>
              <a:ext uri="{FF2B5EF4-FFF2-40B4-BE49-F238E27FC236}">
                <a16:creationId xmlns:a16="http://schemas.microsoft.com/office/drawing/2014/main" id="{597C1ACF-4290-499D-A55A-0328DDB6397D}"/>
              </a:ext>
            </a:extLst>
          </p:cNvPr>
          <p:cNvSpPr>
            <a:spLocks noGrp="1"/>
          </p:cNvSpPr>
          <p:nvPr/>
        </p:nvSpPr>
        <p:spPr>
          <a:xfrm>
            <a:off x="9484242" y="5796964"/>
            <a:ext cx="24217" cy="24217"/>
          </a:xfrm>
          <a:prstGeom prst="ellipse">
            <a:avLst/>
          </a:prstGeom>
          <a:solidFill>
            <a:srgbClr val="FBBC0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9" name="knowledge-node">
            <a:extLst>
              <a:ext uri="{FF2B5EF4-FFF2-40B4-BE49-F238E27FC236}">
                <a16:creationId xmlns:a16="http://schemas.microsoft.com/office/drawing/2014/main" id="{042E04FC-503C-4CA6-A018-1DD4252114A2}"/>
              </a:ext>
            </a:extLst>
          </p:cNvPr>
          <p:cNvSpPr>
            <a:spLocks noGrp="1"/>
          </p:cNvSpPr>
          <p:nvPr/>
        </p:nvSpPr>
        <p:spPr>
          <a:xfrm>
            <a:off x="9277280" y="6183135"/>
            <a:ext cx="66939" cy="66939"/>
          </a:xfrm>
          <a:prstGeom prst="ellipse">
            <a:avLst/>
          </a:prstGeom>
          <a:solidFill>
            <a:srgbClr val="FBBC0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00" name="knowledge-node">
            <a:extLst>
              <a:ext uri="{FF2B5EF4-FFF2-40B4-BE49-F238E27FC236}">
                <a16:creationId xmlns:a16="http://schemas.microsoft.com/office/drawing/2014/main" id="{59FDDC11-5417-40AC-9AA3-A40F1955DD41}"/>
              </a:ext>
            </a:extLst>
          </p:cNvPr>
          <p:cNvSpPr>
            <a:spLocks noGrp="1"/>
          </p:cNvSpPr>
          <p:nvPr/>
        </p:nvSpPr>
        <p:spPr>
          <a:xfrm>
            <a:off x="9264431" y="6441563"/>
            <a:ext cx="16000" cy="16000"/>
          </a:xfrm>
          <a:prstGeom prst="ellipse">
            <a:avLst/>
          </a:prstGeom>
          <a:solidFill>
            <a:srgbClr val="FBBC0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1" name="knowledge-node">
            <a:extLst>
              <a:ext uri="{FF2B5EF4-FFF2-40B4-BE49-F238E27FC236}">
                <a16:creationId xmlns:a16="http://schemas.microsoft.com/office/drawing/2014/main" id="{3ECC6C4C-D9AC-4EB3-ADBC-90EFA787FC13}"/>
              </a:ext>
            </a:extLst>
          </p:cNvPr>
          <p:cNvSpPr>
            <a:spLocks noGrp="1"/>
          </p:cNvSpPr>
          <p:nvPr/>
        </p:nvSpPr>
        <p:spPr>
          <a:xfrm>
            <a:off x="9284106" y="6710443"/>
            <a:ext cx="60185" cy="60185"/>
          </a:xfrm>
          <a:prstGeom prst="ellipse">
            <a:avLst/>
          </a:prstGeom>
          <a:solidFill>
            <a:srgbClr val="FBBC0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02" name="knowledge-node">
            <a:extLst>
              <a:ext uri="{FF2B5EF4-FFF2-40B4-BE49-F238E27FC236}">
                <a16:creationId xmlns:a16="http://schemas.microsoft.com/office/drawing/2014/main" id="{14C48747-79FB-41BC-B7A2-2B633F06FC80}"/>
              </a:ext>
            </a:extLst>
          </p:cNvPr>
          <p:cNvSpPr>
            <a:spLocks noGrp="1"/>
          </p:cNvSpPr>
          <p:nvPr/>
        </p:nvSpPr>
        <p:spPr>
          <a:xfrm>
            <a:off x="9620416" y="5355593"/>
            <a:ext cx="16970" cy="16970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3" name="knowledge-node">
            <a:extLst>
              <a:ext uri="{FF2B5EF4-FFF2-40B4-BE49-F238E27FC236}">
                <a16:creationId xmlns:a16="http://schemas.microsoft.com/office/drawing/2014/main" id="{67E19EA1-70B9-438C-97F6-6AAC505D5223}"/>
              </a:ext>
            </a:extLst>
          </p:cNvPr>
          <p:cNvSpPr>
            <a:spLocks noGrp="1"/>
          </p:cNvSpPr>
          <p:nvPr/>
        </p:nvSpPr>
        <p:spPr>
          <a:xfrm>
            <a:off x="9830701" y="5390966"/>
            <a:ext cx="42044" cy="42044"/>
          </a:xfrm>
          <a:prstGeom prst="ellipse">
            <a:avLst/>
          </a:prstGeom>
          <a:solidFill>
            <a:srgbClr val="E2BA0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04" name="knowledge-node">
            <a:extLst>
              <a:ext uri="{FF2B5EF4-FFF2-40B4-BE49-F238E27FC236}">
                <a16:creationId xmlns:a16="http://schemas.microsoft.com/office/drawing/2014/main" id="{3CE42D9E-2453-45BE-A061-380C25BDF36B}"/>
              </a:ext>
            </a:extLst>
          </p:cNvPr>
          <p:cNvSpPr>
            <a:spLocks noGrp="1"/>
          </p:cNvSpPr>
          <p:nvPr/>
        </p:nvSpPr>
        <p:spPr>
          <a:xfrm>
            <a:off x="9793701" y="5528111"/>
            <a:ext cx="24221" cy="24221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5" name="knowledge-node">
            <a:extLst>
              <a:ext uri="{FF2B5EF4-FFF2-40B4-BE49-F238E27FC236}">
                <a16:creationId xmlns:a16="http://schemas.microsoft.com/office/drawing/2014/main" id="{E542D9E5-829F-4AA2-BFF8-BE2AE973CBAC}"/>
              </a:ext>
            </a:extLst>
          </p:cNvPr>
          <p:cNvSpPr>
            <a:spLocks noGrp="1"/>
          </p:cNvSpPr>
          <p:nvPr/>
        </p:nvSpPr>
        <p:spPr>
          <a:xfrm>
            <a:off x="9919937" y="5838230"/>
            <a:ext cx="20762" cy="20762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6" name="knowledge-node">
            <a:extLst>
              <a:ext uri="{FF2B5EF4-FFF2-40B4-BE49-F238E27FC236}">
                <a16:creationId xmlns:a16="http://schemas.microsoft.com/office/drawing/2014/main" id="{88F8AE5C-D0CD-48ED-AC00-A88618008ABB}"/>
              </a:ext>
            </a:extLst>
          </p:cNvPr>
          <p:cNvSpPr>
            <a:spLocks noGrp="1"/>
          </p:cNvSpPr>
          <p:nvPr/>
        </p:nvSpPr>
        <p:spPr>
          <a:xfrm>
            <a:off x="9752735" y="6136588"/>
            <a:ext cx="14225" cy="14225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7" name="knowledge-node">
            <a:extLst>
              <a:ext uri="{FF2B5EF4-FFF2-40B4-BE49-F238E27FC236}">
                <a16:creationId xmlns:a16="http://schemas.microsoft.com/office/drawing/2014/main" id="{1109057C-4340-4C94-80DC-656644428ECD}"/>
              </a:ext>
            </a:extLst>
          </p:cNvPr>
          <p:cNvSpPr>
            <a:spLocks noGrp="1"/>
          </p:cNvSpPr>
          <p:nvPr/>
        </p:nvSpPr>
        <p:spPr>
          <a:xfrm>
            <a:off x="9671987" y="6493236"/>
            <a:ext cx="20159" cy="20159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8" name="knowledge-node">
            <a:extLst>
              <a:ext uri="{FF2B5EF4-FFF2-40B4-BE49-F238E27FC236}">
                <a16:creationId xmlns:a16="http://schemas.microsoft.com/office/drawing/2014/main" id="{46454F72-F952-48F5-ABDD-2BB205D4FDBD}"/>
              </a:ext>
            </a:extLst>
          </p:cNvPr>
          <p:cNvSpPr>
            <a:spLocks noGrp="1"/>
          </p:cNvSpPr>
          <p:nvPr/>
        </p:nvSpPr>
        <p:spPr>
          <a:xfrm>
            <a:off x="9687445" y="6537713"/>
            <a:ext cx="25032" cy="25032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9" name="knowledge-node">
            <a:extLst>
              <a:ext uri="{FF2B5EF4-FFF2-40B4-BE49-F238E27FC236}">
                <a16:creationId xmlns:a16="http://schemas.microsoft.com/office/drawing/2014/main" id="{2058A655-F12A-45AA-A7F2-96375FF2F33B}"/>
              </a:ext>
            </a:extLst>
          </p:cNvPr>
          <p:cNvSpPr>
            <a:spLocks noGrp="1"/>
          </p:cNvSpPr>
          <p:nvPr/>
        </p:nvSpPr>
        <p:spPr>
          <a:xfrm>
            <a:off x="10101046" y="5177045"/>
            <a:ext cx="27253" cy="27253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0" name="knowledge-node">
            <a:extLst>
              <a:ext uri="{FF2B5EF4-FFF2-40B4-BE49-F238E27FC236}">
                <a16:creationId xmlns:a16="http://schemas.microsoft.com/office/drawing/2014/main" id="{3204B546-3D33-4528-A0A9-372A23615555}"/>
              </a:ext>
            </a:extLst>
          </p:cNvPr>
          <p:cNvSpPr>
            <a:spLocks noGrp="1"/>
          </p:cNvSpPr>
          <p:nvPr/>
        </p:nvSpPr>
        <p:spPr>
          <a:xfrm>
            <a:off x="10300208" y="5260951"/>
            <a:ext cx="23885" cy="23885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1" name="knowledge-node">
            <a:extLst>
              <a:ext uri="{FF2B5EF4-FFF2-40B4-BE49-F238E27FC236}">
                <a16:creationId xmlns:a16="http://schemas.microsoft.com/office/drawing/2014/main" id="{84C155EA-FC90-4365-862E-A903857DF22E}"/>
              </a:ext>
            </a:extLst>
          </p:cNvPr>
          <p:cNvSpPr>
            <a:spLocks noGrp="1"/>
          </p:cNvSpPr>
          <p:nvPr/>
        </p:nvSpPr>
        <p:spPr>
          <a:xfrm>
            <a:off x="10060627" y="5292903"/>
            <a:ext cx="16483" cy="16483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2" name="knowledge-node">
            <a:extLst>
              <a:ext uri="{FF2B5EF4-FFF2-40B4-BE49-F238E27FC236}">
                <a16:creationId xmlns:a16="http://schemas.microsoft.com/office/drawing/2014/main" id="{2A7E8931-54CA-4F26-9B52-FB4CDC45680F}"/>
              </a:ext>
            </a:extLst>
          </p:cNvPr>
          <p:cNvSpPr>
            <a:spLocks noGrp="1"/>
          </p:cNvSpPr>
          <p:nvPr/>
        </p:nvSpPr>
        <p:spPr>
          <a:xfrm>
            <a:off x="10070659" y="5705596"/>
            <a:ext cx="16777" cy="16777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3" name="knowledge-node">
            <a:extLst>
              <a:ext uri="{FF2B5EF4-FFF2-40B4-BE49-F238E27FC236}">
                <a16:creationId xmlns:a16="http://schemas.microsoft.com/office/drawing/2014/main" id="{64DD279C-4A20-48F6-825E-EB1EB7C36EF2}"/>
              </a:ext>
            </a:extLst>
          </p:cNvPr>
          <p:cNvSpPr>
            <a:spLocks noGrp="1"/>
          </p:cNvSpPr>
          <p:nvPr/>
        </p:nvSpPr>
        <p:spPr>
          <a:xfrm>
            <a:off x="10235610" y="5961980"/>
            <a:ext cx="21800" cy="21800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4" name="knowledge-node">
            <a:extLst>
              <a:ext uri="{FF2B5EF4-FFF2-40B4-BE49-F238E27FC236}">
                <a16:creationId xmlns:a16="http://schemas.microsoft.com/office/drawing/2014/main" id="{6DEDEC2D-EA97-434D-BE56-E6778753CB7E}"/>
              </a:ext>
            </a:extLst>
          </p:cNvPr>
          <p:cNvSpPr>
            <a:spLocks noGrp="1"/>
          </p:cNvSpPr>
          <p:nvPr/>
        </p:nvSpPr>
        <p:spPr>
          <a:xfrm>
            <a:off x="10029786" y="6189516"/>
            <a:ext cx="46722" cy="46722"/>
          </a:xfrm>
          <a:prstGeom prst="ellipse">
            <a:avLst/>
          </a:prstGeom>
          <a:solidFill>
            <a:srgbClr val="C9B71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15" name="knowledge-node">
            <a:extLst>
              <a:ext uri="{FF2B5EF4-FFF2-40B4-BE49-F238E27FC236}">
                <a16:creationId xmlns:a16="http://schemas.microsoft.com/office/drawing/2014/main" id="{F30E477D-A8D6-4001-A995-C20DD79DCB94}"/>
              </a:ext>
            </a:extLst>
          </p:cNvPr>
          <p:cNvSpPr>
            <a:spLocks noGrp="1"/>
          </p:cNvSpPr>
          <p:nvPr/>
        </p:nvSpPr>
        <p:spPr>
          <a:xfrm>
            <a:off x="10207107" y="6540079"/>
            <a:ext cx="20764" cy="20764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6" name="knowledge-node">
            <a:extLst>
              <a:ext uri="{FF2B5EF4-FFF2-40B4-BE49-F238E27FC236}">
                <a16:creationId xmlns:a16="http://schemas.microsoft.com/office/drawing/2014/main" id="{86DBFEAB-73FA-4037-A2BE-BD4D7100B9E2}"/>
              </a:ext>
            </a:extLst>
          </p:cNvPr>
          <p:cNvSpPr>
            <a:spLocks noGrp="1"/>
          </p:cNvSpPr>
          <p:nvPr/>
        </p:nvSpPr>
        <p:spPr>
          <a:xfrm>
            <a:off x="10466771" y="4977605"/>
            <a:ext cx="27317" cy="27317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7" name="knowledge-node">
            <a:extLst>
              <a:ext uri="{FF2B5EF4-FFF2-40B4-BE49-F238E27FC236}">
                <a16:creationId xmlns:a16="http://schemas.microsoft.com/office/drawing/2014/main" id="{BCEA08F8-F0ED-41AB-9DF5-B82EE1857CA6}"/>
              </a:ext>
            </a:extLst>
          </p:cNvPr>
          <p:cNvSpPr>
            <a:spLocks noGrp="1"/>
          </p:cNvSpPr>
          <p:nvPr/>
        </p:nvSpPr>
        <p:spPr>
          <a:xfrm>
            <a:off x="10500248" y="5002630"/>
            <a:ext cx="24748" cy="24748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8" name="knowledge-node">
            <a:extLst>
              <a:ext uri="{FF2B5EF4-FFF2-40B4-BE49-F238E27FC236}">
                <a16:creationId xmlns:a16="http://schemas.microsoft.com/office/drawing/2014/main" id="{D61559F4-BD7A-4CE2-8042-BE70B29B81DF}"/>
              </a:ext>
            </a:extLst>
          </p:cNvPr>
          <p:cNvSpPr>
            <a:spLocks noGrp="1"/>
          </p:cNvSpPr>
          <p:nvPr/>
        </p:nvSpPr>
        <p:spPr>
          <a:xfrm>
            <a:off x="10432667" y="5248258"/>
            <a:ext cx="17165" cy="17165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9" name="knowledge-node">
            <a:extLst>
              <a:ext uri="{FF2B5EF4-FFF2-40B4-BE49-F238E27FC236}">
                <a16:creationId xmlns:a16="http://schemas.microsoft.com/office/drawing/2014/main" id="{99BCB76D-8BE5-4A8C-8767-B66ACE35FDF9}"/>
              </a:ext>
            </a:extLst>
          </p:cNvPr>
          <p:cNvSpPr>
            <a:spLocks noGrp="1"/>
          </p:cNvSpPr>
          <p:nvPr/>
        </p:nvSpPr>
        <p:spPr>
          <a:xfrm>
            <a:off x="10645819" y="5452283"/>
            <a:ext cx="16621" cy="16621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0" name="knowledge-node">
            <a:extLst>
              <a:ext uri="{FF2B5EF4-FFF2-40B4-BE49-F238E27FC236}">
                <a16:creationId xmlns:a16="http://schemas.microsoft.com/office/drawing/2014/main" id="{A0ED7A36-24DD-4B55-B262-C6744B19C77A}"/>
              </a:ext>
            </a:extLst>
          </p:cNvPr>
          <p:cNvSpPr>
            <a:spLocks noGrp="1"/>
          </p:cNvSpPr>
          <p:nvPr/>
        </p:nvSpPr>
        <p:spPr>
          <a:xfrm>
            <a:off x="10706654" y="5798390"/>
            <a:ext cx="14208" cy="14208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1" name="knowledge-node">
            <a:extLst>
              <a:ext uri="{FF2B5EF4-FFF2-40B4-BE49-F238E27FC236}">
                <a16:creationId xmlns:a16="http://schemas.microsoft.com/office/drawing/2014/main" id="{0420EF12-E523-4353-A4FF-2B6E0C24BB5D}"/>
              </a:ext>
            </a:extLst>
          </p:cNvPr>
          <p:cNvSpPr>
            <a:spLocks noGrp="1"/>
          </p:cNvSpPr>
          <p:nvPr/>
        </p:nvSpPr>
        <p:spPr>
          <a:xfrm>
            <a:off x="10474853" y="6156044"/>
            <a:ext cx="22811" cy="22811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2" name="knowledge-node">
            <a:extLst>
              <a:ext uri="{FF2B5EF4-FFF2-40B4-BE49-F238E27FC236}">
                <a16:creationId xmlns:a16="http://schemas.microsoft.com/office/drawing/2014/main" id="{8E74886A-3290-44AC-8522-3E529F62F375}"/>
              </a:ext>
            </a:extLst>
          </p:cNvPr>
          <p:cNvSpPr>
            <a:spLocks noGrp="1"/>
          </p:cNvSpPr>
          <p:nvPr/>
        </p:nvSpPr>
        <p:spPr>
          <a:xfrm>
            <a:off x="10561418" y="6201628"/>
            <a:ext cx="28170" cy="28170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3" name="knowledge-node">
            <a:extLst>
              <a:ext uri="{FF2B5EF4-FFF2-40B4-BE49-F238E27FC236}">
                <a16:creationId xmlns:a16="http://schemas.microsoft.com/office/drawing/2014/main" id="{84059B9A-F79F-4A78-9E79-4A1324421371}"/>
              </a:ext>
            </a:extLst>
          </p:cNvPr>
          <p:cNvSpPr>
            <a:spLocks noGrp="1"/>
          </p:cNvSpPr>
          <p:nvPr/>
        </p:nvSpPr>
        <p:spPr>
          <a:xfrm>
            <a:off x="11055776" y="4722386"/>
            <a:ext cx="16889" cy="16889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4" name="knowledge-node">
            <a:extLst>
              <a:ext uri="{FF2B5EF4-FFF2-40B4-BE49-F238E27FC236}">
                <a16:creationId xmlns:a16="http://schemas.microsoft.com/office/drawing/2014/main" id="{3B28C5A2-E4E9-4493-9B4F-FEC5977775A2}"/>
              </a:ext>
            </a:extLst>
          </p:cNvPr>
          <p:cNvSpPr>
            <a:spLocks noGrp="1"/>
          </p:cNvSpPr>
          <p:nvPr/>
        </p:nvSpPr>
        <p:spPr>
          <a:xfrm>
            <a:off x="11133286" y="4866084"/>
            <a:ext cx="25053" cy="25053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5" name="knowledge-node">
            <a:extLst>
              <a:ext uri="{FF2B5EF4-FFF2-40B4-BE49-F238E27FC236}">
                <a16:creationId xmlns:a16="http://schemas.microsoft.com/office/drawing/2014/main" id="{F6F92E6D-803E-4DE4-9B79-B87B66B2D225}"/>
              </a:ext>
            </a:extLst>
          </p:cNvPr>
          <p:cNvSpPr>
            <a:spLocks noGrp="1"/>
          </p:cNvSpPr>
          <p:nvPr/>
        </p:nvSpPr>
        <p:spPr>
          <a:xfrm>
            <a:off x="11115286" y="5106777"/>
            <a:ext cx="40093" cy="40093"/>
          </a:xfrm>
          <a:prstGeom prst="ellipse">
            <a:avLst/>
          </a:prstGeom>
          <a:solidFill>
            <a:srgbClr val="98B22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26" name="knowledge-node">
            <a:extLst>
              <a:ext uri="{FF2B5EF4-FFF2-40B4-BE49-F238E27FC236}">
                <a16:creationId xmlns:a16="http://schemas.microsoft.com/office/drawing/2014/main" id="{D1CF9CF8-42E2-4356-BAC1-76154A403796}"/>
              </a:ext>
            </a:extLst>
          </p:cNvPr>
          <p:cNvSpPr>
            <a:spLocks noGrp="1"/>
          </p:cNvSpPr>
          <p:nvPr/>
        </p:nvSpPr>
        <p:spPr>
          <a:xfrm>
            <a:off x="10893522" y="5509100"/>
            <a:ext cx="14127" cy="14127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7" name="knowledge-node">
            <a:extLst>
              <a:ext uri="{FF2B5EF4-FFF2-40B4-BE49-F238E27FC236}">
                <a16:creationId xmlns:a16="http://schemas.microsoft.com/office/drawing/2014/main" id="{6B91958F-F9F9-4094-9B0A-31EEDC9B8C1A}"/>
              </a:ext>
            </a:extLst>
          </p:cNvPr>
          <p:cNvSpPr>
            <a:spLocks noGrp="1"/>
          </p:cNvSpPr>
          <p:nvPr/>
        </p:nvSpPr>
        <p:spPr>
          <a:xfrm>
            <a:off x="10987692" y="5860136"/>
            <a:ext cx="17435" cy="17435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8" name="knowledge-node">
            <a:extLst>
              <a:ext uri="{FF2B5EF4-FFF2-40B4-BE49-F238E27FC236}">
                <a16:creationId xmlns:a16="http://schemas.microsoft.com/office/drawing/2014/main" id="{DB05A939-A656-4D09-9AC3-C425D45B862D}"/>
              </a:ext>
            </a:extLst>
          </p:cNvPr>
          <p:cNvSpPr>
            <a:spLocks noGrp="1"/>
          </p:cNvSpPr>
          <p:nvPr/>
        </p:nvSpPr>
        <p:spPr>
          <a:xfrm>
            <a:off x="11139598" y="5967213"/>
            <a:ext cx="22544" cy="22544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9" name="knowledge-node">
            <a:extLst>
              <a:ext uri="{FF2B5EF4-FFF2-40B4-BE49-F238E27FC236}">
                <a16:creationId xmlns:a16="http://schemas.microsoft.com/office/drawing/2014/main" id="{3D664C71-90F8-4EF3-AF6D-467664C69324}"/>
              </a:ext>
            </a:extLst>
          </p:cNvPr>
          <p:cNvSpPr>
            <a:spLocks noGrp="1"/>
          </p:cNvSpPr>
          <p:nvPr/>
        </p:nvSpPr>
        <p:spPr>
          <a:xfrm>
            <a:off x="10841169" y="6138259"/>
            <a:ext cx="20535" cy="20535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0" name="knowledge-node">
            <a:extLst>
              <a:ext uri="{FF2B5EF4-FFF2-40B4-BE49-F238E27FC236}">
                <a16:creationId xmlns:a16="http://schemas.microsoft.com/office/drawing/2014/main" id="{5D3E4134-F0A6-4194-AAA9-AD04211F83CB}"/>
              </a:ext>
            </a:extLst>
          </p:cNvPr>
          <p:cNvSpPr>
            <a:spLocks noGrp="1"/>
          </p:cNvSpPr>
          <p:nvPr/>
        </p:nvSpPr>
        <p:spPr>
          <a:xfrm>
            <a:off x="11506279" y="4839170"/>
            <a:ext cx="48850" cy="48850"/>
          </a:xfrm>
          <a:prstGeom prst="ellipse">
            <a:avLst/>
          </a:prstGeom>
          <a:solidFill>
            <a:srgbClr val="7FB036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31" name="knowledge-node">
            <a:extLst>
              <a:ext uri="{FF2B5EF4-FFF2-40B4-BE49-F238E27FC236}">
                <a16:creationId xmlns:a16="http://schemas.microsoft.com/office/drawing/2014/main" id="{74BD4FB7-6552-437D-9CEC-EC4201DCC1BE}"/>
              </a:ext>
            </a:extLst>
          </p:cNvPr>
          <p:cNvSpPr>
            <a:spLocks noGrp="1"/>
          </p:cNvSpPr>
          <p:nvPr/>
        </p:nvSpPr>
        <p:spPr>
          <a:xfrm>
            <a:off x="11344505" y="4985005"/>
            <a:ext cx="16810" cy="16810"/>
          </a:xfrm>
          <a:prstGeom prst="ellipse">
            <a:avLst/>
          </a:prstGeom>
          <a:solidFill>
            <a:srgbClr val="7FB03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2" name="knowledge-node">
            <a:extLst>
              <a:ext uri="{FF2B5EF4-FFF2-40B4-BE49-F238E27FC236}">
                <a16:creationId xmlns:a16="http://schemas.microsoft.com/office/drawing/2014/main" id="{7E813509-5DF0-43F5-A6E8-AD558854D403}"/>
              </a:ext>
            </a:extLst>
          </p:cNvPr>
          <p:cNvSpPr>
            <a:spLocks noGrp="1"/>
          </p:cNvSpPr>
          <p:nvPr/>
        </p:nvSpPr>
        <p:spPr>
          <a:xfrm>
            <a:off x="11236393" y="5441260"/>
            <a:ext cx="16755" cy="16755"/>
          </a:xfrm>
          <a:prstGeom prst="ellipse">
            <a:avLst/>
          </a:prstGeom>
          <a:solidFill>
            <a:srgbClr val="7FB03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3" name="knowledge-node">
            <a:extLst>
              <a:ext uri="{FF2B5EF4-FFF2-40B4-BE49-F238E27FC236}">
                <a16:creationId xmlns:a16="http://schemas.microsoft.com/office/drawing/2014/main" id="{3CEEF7DE-AB84-4BDE-9646-FB912D9A8E42}"/>
              </a:ext>
            </a:extLst>
          </p:cNvPr>
          <p:cNvSpPr>
            <a:spLocks noGrp="1"/>
          </p:cNvSpPr>
          <p:nvPr/>
        </p:nvSpPr>
        <p:spPr>
          <a:xfrm>
            <a:off x="11381504" y="5678431"/>
            <a:ext cx="23066" cy="23066"/>
          </a:xfrm>
          <a:prstGeom prst="ellipse">
            <a:avLst/>
          </a:prstGeom>
          <a:solidFill>
            <a:srgbClr val="7FB03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4" name="knowledge-node">
            <a:extLst>
              <a:ext uri="{FF2B5EF4-FFF2-40B4-BE49-F238E27FC236}">
                <a16:creationId xmlns:a16="http://schemas.microsoft.com/office/drawing/2014/main" id="{700B672A-056E-47A5-BD8C-E12D41440F0D}"/>
              </a:ext>
            </a:extLst>
          </p:cNvPr>
          <p:cNvSpPr>
            <a:spLocks noGrp="1"/>
          </p:cNvSpPr>
          <p:nvPr/>
        </p:nvSpPr>
        <p:spPr>
          <a:xfrm>
            <a:off x="11531179" y="5840186"/>
            <a:ext cx="18664" cy="18664"/>
          </a:xfrm>
          <a:prstGeom prst="ellipse">
            <a:avLst/>
          </a:prstGeom>
          <a:solidFill>
            <a:srgbClr val="7FB03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5" name="knowledge-node">
            <a:extLst>
              <a:ext uri="{FF2B5EF4-FFF2-40B4-BE49-F238E27FC236}">
                <a16:creationId xmlns:a16="http://schemas.microsoft.com/office/drawing/2014/main" id="{97FF46CA-BF10-4AE6-9987-EE867C55989C}"/>
              </a:ext>
            </a:extLst>
          </p:cNvPr>
          <p:cNvSpPr>
            <a:spLocks noGrp="1"/>
          </p:cNvSpPr>
          <p:nvPr/>
        </p:nvSpPr>
        <p:spPr>
          <a:xfrm>
            <a:off x="11237969" y="5833004"/>
            <a:ext cx="50394" cy="50394"/>
          </a:xfrm>
          <a:prstGeom prst="ellipse">
            <a:avLst/>
          </a:prstGeom>
          <a:solidFill>
            <a:srgbClr val="7FB036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36" name="knowledge-node">
            <a:extLst>
              <a:ext uri="{FF2B5EF4-FFF2-40B4-BE49-F238E27FC236}">
                <a16:creationId xmlns:a16="http://schemas.microsoft.com/office/drawing/2014/main" id="{07EDB097-8300-4BAD-9F4F-D159B450286E}"/>
              </a:ext>
            </a:extLst>
          </p:cNvPr>
          <p:cNvSpPr>
            <a:spLocks noGrp="1"/>
          </p:cNvSpPr>
          <p:nvPr/>
        </p:nvSpPr>
        <p:spPr>
          <a:xfrm>
            <a:off x="11943154" y="4747831"/>
            <a:ext cx="17113" cy="17113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7" name="knowledge-node">
            <a:extLst>
              <a:ext uri="{FF2B5EF4-FFF2-40B4-BE49-F238E27FC236}">
                <a16:creationId xmlns:a16="http://schemas.microsoft.com/office/drawing/2014/main" id="{B082B764-8342-47EE-AC87-B6A3830C178E}"/>
              </a:ext>
            </a:extLst>
          </p:cNvPr>
          <p:cNvSpPr>
            <a:spLocks noGrp="1"/>
          </p:cNvSpPr>
          <p:nvPr/>
        </p:nvSpPr>
        <p:spPr>
          <a:xfrm>
            <a:off x="11658945" y="5005365"/>
            <a:ext cx="16017" cy="16017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8" name="knowledge-node">
            <a:extLst>
              <a:ext uri="{FF2B5EF4-FFF2-40B4-BE49-F238E27FC236}">
                <a16:creationId xmlns:a16="http://schemas.microsoft.com/office/drawing/2014/main" id="{33E2A6F8-B4A8-497A-A6F7-8CE43B4C557C}"/>
              </a:ext>
            </a:extLst>
          </p:cNvPr>
          <p:cNvSpPr>
            <a:spLocks noGrp="1"/>
          </p:cNvSpPr>
          <p:nvPr/>
        </p:nvSpPr>
        <p:spPr>
          <a:xfrm>
            <a:off x="11779280" y="5409204"/>
            <a:ext cx="26331" cy="26331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9" name="knowledge-node">
            <a:extLst>
              <a:ext uri="{FF2B5EF4-FFF2-40B4-BE49-F238E27FC236}">
                <a16:creationId xmlns:a16="http://schemas.microsoft.com/office/drawing/2014/main" id="{5E735E79-D598-4B27-80C3-9E642E0F5945}"/>
              </a:ext>
            </a:extLst>
          </p:cNvPr>
          <p:cNvSpPr>
            <a:spLocks noGrp="1"/>
          </p:cNvSpPr>
          <p:nvPr/>
        </p:nvSpPr>
        <p:spPr>
          <a:xfrm>
            <a:off x="11889533" y="5589324"/>
            <a:ext cx="14578" cy="14578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0" name="knowledge-node">
            <a:extLst>
              <a:ext uri="{FF2B5EF4-FFF2-40B4-BE49-F238E27FC236}">
                <a16:creationId xmlns:a16="http://schemas.microsoft.com/office/drawing/2014/main" id="{47BA878B-4656-44F4-B455-B7FCCEA1C1C3}"/>
              </a:ext>
            </a:extLst>
          </p:cNvPr>
          <p:cNvSpPr>
            <a:spLocks noGrp="1"/>
          </p:cNvSpPr>
          <p:nvPr/>
        </p:nvSpPr>
        <p:spPr>
          <a:xfrm>
            <a:off x="11795237" y="5699555"/>
            <a:ext cx="71280" cy="71280"/>
          </a:xfrm>
          <a:prstGeom prst="ellipse">
            <a:avLst/>
          </a:prstGeom>
          <a:solidFill>
            <a:srgbClr val="66AD4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41" name="knowledge-node">
            <a:extLst>
              <a:ext uri="{FF2B5EF4-FFF2-40B4-BE49-F238E27FC236}">
                <a16:creationId xmlns:a16="http://schemas.microsoft.com/office/drawing/2014/main" id="{141BA908-8BD5-4CF8-9527-C9BF5CE0C56C}"/>
              </a:ext>
            </a:extLst>
          </p:cNvPr>
          <p:cNvSpPr>
            <a:spLocks noGrp="1"/>
          </p:cNvSpPr>
          <p:nvPr/>
        </p:nvSpPr>
        <p:spPr>
          <a:xfrm>
            <a:off x="11768002" y="5707196"/>
            <a:ext cx="18182" cy="18182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2" name="knowledge-node">
            <a:extLst>
              <a:ext uri="{FF2B5EF4-FFF2-40B4-BE49-F238E27FC236}">
                <a16:creationId xmlns:a16="http://schemas.microsoft.com/office/drawing/2014/main" id="{3692A6BD-0B90-475A-A3CF-8B8716D47D2E}"/>
              </a:ext>
            </a:extLst>
          </p:cNvPr>
          <p:cNvSpPr>
            <a:spLocks noGrp="1"/>
          </p:cNvSpPr>
          <p:nvPr/>
        </p:nvSpPr>
        <p:spPr>
          <a:xfrm>
            <a:off x="12176839" y="4757716"/>
            <a:ext cx="22105" cy="22105"/>
          </a:xfrm>
          <a:prstGeom prst="ellipse">
            <a:avLst/>
          </a:prstGeom>
          <a:solidFill>
            <a:srgbClr val="4D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3" name="knowledge-node">
            <a:extLst>
              <a:ext uri="{FF2B5EF4-FFF2-40B4-BE49-F238E27FC236}">
                <a16:creationId xmlns:a16="http://schemas.microsoft.com/office/drawing/2014/main" id="{A52441F4-7E9F-43DB-A6F2-2947F6728CC8}"/>
              </a:ext>
            </a:extLst>
          </p:cNvPr>
          <p:cNvSpPr>
            <a:spLocks noGrp="1"/>
          </p:cNvSpPr>
          <p:nvPr/>
        </p:nvSpPr>
        <p:spPr>
          <a:xfrm>
            <a:off x="12172044" y="5052574"/>
            <a:ext cx="22824" cy="22824"/>
          </a:xfrm>
          <a:prstGeom prst="ellipse">
            <a:avLst/>
          </a:prstGeom>
          <a:solidFill>
            <a:srgbClr val="4D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4" name="knowledge-node">
            <a:extLst>
              <a:ext uri="{FF2B5EF4-FFF2-40B4-BE49-F238E27FC236}">
                <a16:creationId xmlns:a16="http://schemas.microsoft.com/office/drawing/2014/main" id="{D18D4CBE-C1CB-47AA-B27D-E5586E4E9381}"/>
              </a:ext>
            </a:extLst>
          </p:cNvPr>
          <p:cNvSpPr>
            <a:spLocks noGrp="1"/>
          </p:cNvSpPr>
          <p:nvPr/>
        </p:nvSpPr>
        <p:spPr>
          <a:xfrm>
            <a:off x="12093075" y="5277223"/>
            <a:ext cx="41634" cy="41634"/>
          </a:xfrm>
          <a:prstGeom prst="ellipse">
            <a:avLst/>
          </a:prstGeom>
          <a:solidFill>
            <a:srgbClr val="4DAB4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45" name="knowledge-node">
            <a:extLst>
              <a:ext uri="{FF2B5EF4-FFF2-40B4-BE49-F238E27FC236}">
                <a16:creationId xmlns:a16="http://schemas.microsoft.com/office/drawing/2014/main" id="{3F5A9259-7C99-45F0-9EA0-C53F04741A4E}"/>
              </a:ext>
            </a:extLst>
          </p:cNvPr>
          <p:cNvSpPr>
            <a:spLocks noGrp="1"/>
          </p:cNvSpPr>
          <p:nvPr/>
        </p:nvSpPr>
        <p:spPr>
          <a:xfrm>
            <a:off x="12269539" y="5425988"/>
            <a:ext cx="40699" cy="40699"/>
          </a:xfrm>
          <a:prstGeom prst="ellipse">
            <a:avLst/>
          </a:prstGeom>
          <a:solidFill>
            <a:srgbClr val="4DAB4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46" name="knowledge-node">
            <a:extLst>
              <a:ext uri="{FF2B5EF4-FFF2-40B4-BE49-F238E27FC236}">
                <a16:creationId xmlns:a16="http://schemas.microsoft.com/office/drawing/2014/main" id="{D985F656-B4C4-4F9C-9E64-6E4FC28D82AA}"/>
              </a:ext>
            </a:extLst>
          </p:cNvPr>
          <p:cNvSpPr>
            <a:spLocks noGrp="1"/>
          </p:cNvSpPr>
          <p:nvPr/>
        </p:nvSpPr>
        <p:spPr>
          <a:xfrm>
            <a:off x="12106181" y="5463915"/>
            <a:ext cx="17130" cy="17130"/>
          </a:xfrm>
          <a:prstGeom prst="ellipse">
            <a:avLst/>
          </a:prstGeom>
          <a:solidFill>
            <a:srgbClr val="4D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7" name="knowledge-node">
            <a:extLst>
              <a:ext uri="{FF2B5EF4-FFF2-40B4-BE49-F238E27FC236}">
                <a16:creationId xmlns:a16="http://schemas.microsoft.com/office/drawing/2014/main" id="{6762ED66-FE8B-40B9-97C5-A05F842ECD75}"/>
              </a:ext>
            </a:extLst>
          </p:cNvPr>
          <p:cNvSpPr>
            <a:spLocks noGrp="1"/>
          </p:cNvSpPr>
          <p:nvPr/>
        </p:nvSpPr>
        <p:spPr>
          <a:xfrm>
            <a:off x="12085759" y="5647610"/>
            <a:ext cx="25856" cy="25856"/>
          </a:xfrm>
          <a:prstGeom prst="ellipse">
            <a:avLst/>
          </a:prstGeom>
          <a:solidFill>
            <a:srgbClr val="4D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8" name="knowledge-node">
            <a:extLst>
              <a:ext uri="{FF2B5EF4-FFF2-40B4-BE49-F238E27FC236}">
                <a16:creationId xmlns:a16="http://schemas.microsoft.com/office/drawing/2014/main" id="{26F513C6-90FC-43E3-A105-FF5BACACB349}"/>
              </a:ext>
            </a:extLst>
          </p:cNvPr>
          <p:cNvSpPr>
            <a:spLocks noGrp="1"/>
          </p:cNvSpPr>
          <p:nvPr/>
        </p:nvSpPr>
        <p:spPr>
          <a:xfrm>
            <a:off x="12699185" y="4663864"/>
            <a:ext cx="24456" cy="24456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9" name="knowledge-node">
            <a:extLst>
              <a:ext uri="{FF2B5EF4-FFF2-40B4-BE49-F238E27FC236}">
                <a16:creationId xmlns:a16="http://schemas.microsoft.com/office/drawing/2014/main" id="{E8688B6A-D761-4BEC-BADD-1973EF2E8E2D}"/>
              </a:ext>
            </a:extLst>
          </p:cNvPr>
          <p:cNvSpPr>
            <a:spLocks noGrp="1"/>
          </p:cNvSpPr>
          <p:nvPr/>
        </p:nvSpPr>
        <p:spPr>
          <a:xfrm>
            <a:off x="12545757" y="5089074"/>
            <a:ext cx="17314" cy="17314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0" name="knowledge-node">
            <a:extLst>
              <a:ext uri="{FF2B5EF4-FFF2-40B4-BE49-F238E27FC236}">
                <a16:creationId xmlns:a16="http://schemas.microsoft.com/office/drawing/2014/main" id="{12561FAD-7638-46C3-8E0A-C511FEE465CC}"/>
              </a:ext>
            </a:extLst>
          </p:cNvPr>
          <p:cNvSpPr>
            <a:spLocks noGrp="1"/>
          </p:cNvSpPr>
          <p:nvPr/>
        </p:nvSpPr>
        <p:spPr>
          <a:xfrm>
            <a:off x="12681818" y="5153067"/>
            <a:ext cx="23755" cy="23755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1" name="knowledge-node">
            <a:extLst>
              <a:ext uri="{FF2B5EF4-FFF2-40B4-BE49-F238E27FC236}">
                <a16:creationId xmlns:a16="http://schemas.microsoft.com/office/drawing/2014/main" id="{E0746D04-0E57-4801-8F0E-D9C6EE86B395}"/>
              </a:ext>
            </a:extLst>
          </p:cNvPr>
          <p:cNvSpPr>
            <a:spLocks noGrp="1"/>
          </p:cNvSpPr>
          <p:nvPr/>
        </p:nvSpPr>
        <p:spPr>
          <a:xfrm>
            <a:off x="12639894" y="5261668"/>
            <a:ext cx="21705" cy="21705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2" name="knowledge-node">
            <a:extLst>
              <a:ext uri="{FF2B5EF4-FFF2-40B4-BE49-F238E27FC236}">
                <a16:creationId xmlns:a16="http://schemas.microsoft.com/office/drawing/2014/main" id="{23B9CA8E-577A-4111-A46E-F4EAC098A0C8}"/>
              </a:ext>
            </a:extLst>
          </p:cNvPr>
          <p:cNvSpPr>
            <a:spLocks noGrp="1"/>
          </p:cNvSpPr>
          <p:nvPr/>
        </p:nvSpPr>
        <p:spPr>
          <a:xfrm>
            <a:off x="12467465" y="5452036"/>
            <a:ext cx="26011" cy="26011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3" name="knowledge-node">
            <a:extLst>
              <a:ext uri="{FF2B5EF4-FFF2-40B4-BE49-F238E27FC236}">
                <a16:creationId xmlns:a16="http://schemas.microsoft.com/office/drawing/2014/main" id="{7DE20391-3A3B-4640-9CCD-08BD0DF6D385}"/>
              </a:ext>
            </a:extLst>
          </p:cNvPr>
          <p:cNvSpPr>
            <a:spLocks noGrp="1"/>
          </p:cNvSpPr>
          <p:nvPr/>
        </p:nvSpPr>
        <p:spPr>
          <a:xfrm>
            <a:off x="12740747" y="5526655"/>
            <a:ext cx="24598" cy="24598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4" name="矩形 653">
            <a:extLst>
              <a:ext uri="{FF2B5EF4-FFF2-40B4-BE49-F238E27FC236}">
                <a16:creationId xmlns:a16="http://schemas.microsoft.com/office/drawing/2014/main" id="{BC41757A-A93F-4F36-A924-83B2A30165D3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07142F"/>
                </a:solidFill>
                <a:latin typeface="+mn-ea"/>
                <a:cs typeface="Space Grotesk"/>
              </a:rPr>
              <a:t>05</a:t>
            </a:r>
          </a:p>
        </p:txBody>
      </p:sp>
      <p:sp>
        <p:nvSpPr>
          <p:cNvPr id="655" name="矩形 654">
            <a:extLst>
              <a:ext uri="{FF2B5EF4-FFF2-40B4-BE49-F238E27FC236}">
                <a16:creationId xmlns:a16="http://schemas.microsoft.com/office/drawing/2014/main" id="{A4052473-C967-4BA0-A37A-0B66C3B4E1EF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FULL IMAGE</a:t>
            </a:r>
          </a:p>
        </p:txBody>
      </p:sp>
      <p:sp>
        <p:nvSpPr>
          <p:cNvPr id="656" name="矩形 655">
            <a:extLst>
              <a:ext uri="{FF2B5EF4-FFF2-40B4-BE49-F238E27FC236}">
                <a16:creationId xmlns:a16="http://schemas.microsoft.com/office/drawing/2014/main" id="{B00DF99C-2FDB-407D-A3BF-A4D48374142A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704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9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 dirty="0">
                <a:solidFill>
                  <a:srgbClr val="07142F"/>
                </a:solidFill>
                <a:latin typeface="+mn-ea"/>
                <a:cs typeface="Space Grotesk"/>
              </a:rPr>
              <a:t>Architecture Overview</a:t>
            </a:r>
          </a:p>
        </p:txBody>
      </p:sp>
      <p:sp>
        <p:nvSpPr>
          <p:cNvPr id="657" name="brand-bar-1">
            <a:extLst>
              <a:ext uri="{FF2B5EF4-FFF2-40B4-BE49-F238E27FC236}">
                <a16:creationId xmlns:a16="http://schemas.microsoft.com/office/drawing/2014/main" id="{71A70771-940B-4272-9D98-ECAD314A778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658" name="brand-bar-2">
            <a:extLst>
              <a:ext uri="{FF2B5EF4-FFF2-40B4-BE49-F238E27FC236}">
                <a16:creationId xmlns:a16="http://schemas.microsoft.com/office/drawing/2014/main" id="{09B8C0A3-7604-4053-AA1C-F73989267331}"/>
              </a:ext>
            </a:extLst>
          </p:cNvPr>
          <p:cNvSpPr>
            <a:spLocks noGrp="1"/>
          </p:cNvSpPr>
          <p:nvPr/>
        </p:nvSpPr>
        <p:spPr>
          <a:xfrm>
            <a:off x="981075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59" name="brand-bar-3">
            <a:extLst>
              <a:ext uri="{FF2B5EF4-FFF2-40B4-BE49-F238E27FC236}">
                <a16:creationId xmlns:a16="http://schemas.microsoft.com/office/drawing/2014/main" id="{3ABB05B9-10E4-4834-A401-B63BF95046D9}"/>
              </a:ext>
            </a:extLst>
          </p:cNvPr>
          <p:cNvSpPr>
            <a:spLocks noGrp="1"/>
          </p:cNvSpPr>
          <p:nvPr/>
        </p:nvSpPr>
        <p:spPr>
          <a:xfrm>
            <a:off x="1295400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660" name="brand-bar-4">
            <a:extLst>
              <a:ext uri="{FF2B5EF4-FFF2-40B4-BE49-F238E27FC236}">
                <a16:creationId xmlns:a16="http://schemas.microsoft.com/office/drawing/2014/main" id="{D47F9AEE-CA84-4B45-9827-84AF53BA8A8F}"/>
              </a:ext>
            </a:extLst>
          </p:cNvPr>
          <p:cNvSpPr>
            <a:spLocks noGrp="1"/>
          </p:cNvSpPr>
          <p:nvPr/>
        </p:nvSpPr>
        <p:spPr>
          <a:xfrm>
            <a:off x="1609725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661" name="brand-bar-5">
            <a:extLst>
              <a:ext uri="{FF2B5EF4-FFF2-40B4-BE49-F238E27FC236}">
                <a16:creationId xmlns:a16="http://schemas.microsoft.com/office/drawing/2014/main" id="{599DF9CB-AD55-4F4E-9941-EB37B6B21610}"/>
              </a:ext>
            </a:extLst>
          </p:cNvPr>
          <p:cNvSpPr>
            <a:spLocks noGrp="1"/>
          </p:cNvSpPr>
          <p:nvPr/>
        </p:nvSpPr>
        <p:spPr>
          <a:xfrm>
            <a:off x="1924050" y="1428750"/>
            <a:ext cx="209550" cy="26670"/>
          </a:xfrm>
          <a:prstGeom prst="roundRect">
            <a:avLst>
              <a:gd name="adj" fmla="val 42857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662" name="architecture-module">
            <a:extLst>
              <a:ext uri="{FF2B5EF4-FFF2-40B4-BE49-F238E27FC236}">
                <a16:creationId xmlns:a16="http://schemas.microsoft.com/office/drawing/2014/main" id="{2B45F9D8-217D-4687-9F4E-365128D179A9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28700" cy="72390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E7F0FF"/>
              </a:gs>
              <a:gs pos="100000">
                <a:srgbClr val="F8FBFF"/>
              </a:gs>
            </a:gsLst>
            <a:lin ang="8100000"/>
          </a:gradFill>
          <a:ln w="9525">
            <a:solidFill>
              <a:srgbClr val="BDD3FA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27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7142F"/>
                </a:solidFill>
                <a:latin typeface="+mn-ea"/>
                <a:cs typeface="Inter"/>
              </a:rPr>
              <a:t>Input</a:t>
            </a:r>
          </a:p>
          <a:p>
            <a:pPr algn="ctr">
              <a:defRPr sz="1275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7142F"/>
                </a:solidFill>
                <a:latin typeface="+mn-ea"/>
                <a:cs typeface="Inter"/>
              </a:rPr>
              <a:t>Text</a:t>
            </a:r>
          </a:p>
        </p:txBody>
      </p:sp>
      <p:sp>
        <p:nvSpPr>
          <p:cNvPr id="663" name="architecture-module">
            <a:extLst>
              <a:ext uri="{FF2B5EF4-FFF2-40B4-BE49-F238E27FC236}">
                <a16:creationId xmlns:a16="http://schemas.microsoft.com/office/drawing/2014/main" id="{087F9E5F-A38F-49D7-A06D-E737BB5B9D60}"/>
              </a:ext>
            </a:extLst>
          </p:cNvPr>
          <p:cNvSpPr>
            <a:spLocks noGrp="1"/>
          </p:cNvSpPr>
          <p:nvPr/>
        </p:nvSpPr>
        <p:spPr>
          <a:xfrm>
            <a:off x="2095500" y="3219450"/>
            <a:ext cx="1428750" cy="72390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E8F7EF"/>
              </a:gs>
              <a:gs pos="100000">
                <a:srgbClr val="F8FFFA"/>
              </a:gs>
            </a:gsLst>
            <a:lin ang="8100000"/>
          </a:gradFill>
          <a:ln w="9525">
            <a:solidFill>
              <a:srgbClr val="B7E0C3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2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7142F"/>
                </a:solidFill>
                <a:latin typeface="+mn-ea"/>
                <a:cs typeface="Inter"/>
              </a:rPr>
              <a:t>Tokenizer</a:t>
            </a:r>
          </a:p>
        </p:txBody>
      </p:sp>
      <p:sp>
        <p:nvSpPr>
          <p:cNvPr id="664" name="architecture-module">
            <a:extLst>
              <a:ext uri="{FF2B5EF4-FFF2-40B4-BE49-F238E27FC236}">
                <a16:creationId xmlns:a16="http://schemas.microsoft.com/office/drawing/2014/main" id="{82943BBE-BDAD-4398-9E27-97E74ED47A06}"/>
              </a:ext>
            </a:extLst>
          </p:cNvPr>
          <p:cNvSpPr>
            <a:spLocks noGrp="1"/>
          </p:cNvSpPr>
          <p:nvPr/>
        </p:nvSpPr>
        <p:spPr>
          <a:xfrm>
            <a:off x="3962400" y="2457450"/>
            <a:ext cx="2114550" cy="2419350"/>
          </a:xfrm>
          <a:prstGeom prst="roundRect">
            <a:avLst>
              <a:gd name="adj" fmla="val 4054"/>
            </a:avLst>
          </a:prstGeom>
          <a:gradFill>
            <a:gsLst>
              <a:gs pos="0">
                <a:srgbClr val="FFF2C2">
                  <a:alpha val="72000"/>
                </a:srgbClr>
              </a:gs>
              <a:gs pos="100000">
                <a:srgbClr val="FFFDF5"/>
              </a:gs>
            </a:gsLst>
            <a:lin ang="8100000"/>
          </a:gradFill>
          <a:ln w="9525">
            <a:solidFill>
              <a:srgbClr val="F3D781"/>
            </a:solidFill>
            <a:prstDash val="solid"/>
          </a:ln>
        </p:spPr>
        <p:txBody>
          <a:bodyPr lIns="66675" tIns="38100" rIns="66675" bIns="38100" anchor="ctr"/>
          <a:lstStyle/>
          <a:p>
            <a:endParaRPr>
              <a:latin typeface="+mn-ea"/>
            </a:endParaRPr>
          </a:p>
        </p:txBody>
      </p:sp>
      <p:sp>
        <p:nvSpPr>
          <p:cNvPr id="665" name="矩形 664">
            <a:extLst>
              <a:ext uri="{FF2B5EF4-FFF2-40B4-BE49-F238E27FC236}">
                <a16:creationId xmlns:a16="http://schemas.microsoft.com/office/drawing/2014/main" id="{B5280168-2021-45A7-B3DA-603C97287DFE}"/>
              </a:ext>
            </a:extLst>
          </p:cNvPr>
          <p:cNvSpPr>
            <a:spLocks noGrp="1"/>
          </p:cNvSpPr>
          <p:nvPr/>
        </p:nvSpPr>
        <p:spPr>
          <a:xfrm>
            <a:off x="3962400" y="27051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Encoder</a:t>
            </a:r>
          </a:p>
        </p:txBody>
      </p:sp>
      <p:sp>
        <p:nvSpPr>
          <p:cNvPr id="666" name="architecture-module">
            <a:extLst>
              <a:ext uri="{FF2B5EF4-FFF2-40B4-BE49-F238E27FC236}">
                <a16:creationId xmlns:a16="http://schemas.microsoft.com/office/drawing/2014/main" id="{2DBC060C-40DD-4950-BBDD-5F14B63F789B}"/>
              </a:ext>
            </a:extLst>
          </p:cNvPr>
          <p:cNvSpPr>
            <a:spLocks noGrp="1"/>
          </p:cNvSpPr>
          <p:nvPr/>
        </p:nvSpPr>
        <p:spPr>
          <a:xfrm>
            <a:off x="4267200" y="3200400"/>
            <a:ext cx="1504950" cy="438150"/>
          </a:xfrm>
          <a:prstGeom prst="roundRect">
            <a:avLst>
              <a:gd name="adj" fmla="val 1739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F2DC97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2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7142F"/>
                </a:solidFill>
                <a:latin typeface="+mn-ea"/>
                <a:cs typeface="Inter"/>
              </a:rPr>
              <a:t>Self-Attention</a:t>
            </a:r>
          </a:p>
        </p:txBody>
      </p:sp>
      <p:sp>
        <p:nvSpPr>
          <p:cNvPr id="667" name="architecture-module">
            <a:extLst>
              <a:ext uri="{FF2B5EF4-FFF2-40B4-BE49-F238E27FC236}">
                <a16:creationId xmlns:a16="http://schemas.microsoft.com/office/drawing/2014/main" id="{838A3DD5-D924-48D6-9180-67A686C1F851}"/>
              </a:ext>
            </a:extLst>
          </p:cNvPr>
          <p:cNvSpPr>
            <a:spLocks noGrp="1"/>
          </p:cNvSpPr>
          <p:nvPr/>
        </p:nvSpPr>
        <p:spPr>
          <a:xfrm>
            <a:off x="4267200" y="4057650"/>
            <a:ext cx="1504950" cy="438150"/>
          </a:xfrm>
          <a:prstGeom prst="roundRect">
            <a:avLst>
              <a:gd name="adj" fmla="val 1739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F2DC97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2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7142F"/>
                </a:solidFill>
                <a:latin typeface="+mn-ea"/>
                <a:cs typeface="Inter"/>
              </a:rPr>
              <a:t>Feed Forward</a:t>
            </a:r>
          </a:p>
        </p:txBody>
      </p:sp>
      <p:sp>
        <p:nvSpPr>
          <p:cNvPr id="668" name="encoder-flow">
            <a:extLst>
              <a:ext uri="{FF2B5EF4-FFF2-40B4-BE49-F238E27FC236}">
                <a16:creationId xmlns:a16="http://schemas.microsoft.com/office/drawing/2014/main" id="{11B3627C-4F0C-4FF5-9C05-413C026ACB08}"/>
              </a:ext>
            </a:extLst>
          </p:cNvPr>
          <p:cNvSpPr>
            <a:spLocks noGrp="1"/>
          </p:cNvSpPr>
          <p:nvPr/>
        </p:nvSpPr>
        <p:spPr>
          <a:xfrm>
            <a:off x="5019675" y="3638550"/>
            <a:ext cx="9525" cy="419100"/>
          </a:xfrm>
          <a:custGeom>
            <a:avLst/>
            <a:gdLst/>
            <a:ahLst/>
            <a:cxnLst/>
            <a:rect l="0" t="0" r="0" b="0"/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9525">
            <a:solidFill>
              <a:srgbClr val="8E98A8">
                <a:alpha val="50000"/>
              </a:srgbClr>
            </a:solidFill>
            <a:prstDash val="solid"/>
          </a:ln>
        </p:spPr>
      </p:sp>
      <p:sp>
        <p:nvSpPr>
          <p:cNvPr id="669" name="矩形 668">
            <a:extLst>
              <a:ext uri="{FF2B5EF4-FFF2-40B4-BE49-F238E27FC236}">
                <a16:creationId xmlns:a16="http://schemas.microsoft.com/office/drawing/2014/main" id="{20B47FAC-F2A1-4F8D-9159-79E6C889A007}"/>
              </a:ext>
            </a:extLst>
          </p:cNvPr>
          <p:cNvSpPr>
            <a:spLocks noGrp="1"/>
          </p:cNvSpPr>
          <p:nvPr/>
        </p:nvSpPr>
        <p:spPr>
          <a:xfrm>
            <a:off x="5695950" y="462915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7142F"/>
                </a:solidFill>
                <a:latin typeface="+mn-ea"/>
                <a:cs typeface="Inter"/>
              </a:rPr>
              <a:t>x L</a:t>
            </a:r>
          </a:p>
        </p:txBody>
      </p:sp>
      <p:sp>
        <p:nvSpPr>
          <p:cNvPr id="670" name="architecture-module">
            <a:extLst>
              <a:ext uri="{FF2B5EF4-FFF2-40B4-BE49-F238E27FC236}">
                <a16:creationId xmlns:a16="http://schemas.microsoft.com/office/drawing/2014/main" id="{302C7625-9895-46CC-95D9-376C4D32BE1D}"/>
              </a:ext>
            </a:extLst>
          </p:cNvPr>
          <p:cNvSpPr>
            <a:spLocks noGrp="1"/>
          </p:cNvSpPr>
          <p:nvPr/>
        </p:nvSpPr>
        <p:spPr>
          <a:xfrm>
            <a:off x="6724650" y="2152650"/>
            <a:ext cx="2686050" cy="3048000"/>
          </a:xfrm>
          <a:prstGeom prst="roundRect">
            <a:avLst>
              <a:gd name="adj" fmla="val 3191"/>
            </a:avLst>
          </a:prstGeom>
          <a:gradFill>
            <a:gsLst>
              <a:gs pos="0">
                <a:srgbClr val="FFE6E6">
                  <a:alpha val="76000"/>
                </a:srgbClr>
              </a:gs>
              <a:gs pos="100000">
                <a:srgbClr val="FFF9F9"/>
              </a:gs>
            </a:gsLst>
            <a:lin ang="8100000"/>
          </a:gradFill>
          <a:ln w="9525">
            <a:solidFill>
              <a:srgbClr val="F0B7B4"/>
            </a:solidFill>
            <a:prstDash val="solid"/>
          </a:ln>
        </p:spPr>
        <p:txBody>
          <a:bodyPr lIns="66675" tIns="38100" rIns="66675" bIns="38100" anchor="ctr"/>
          <a:lstStyle/>
          <a:p>
            <a:endParaRPr>
              <a:latin typeface="+mn-ea"/>
            </a:endParaRPr>
          </a:p>
        </p:txBody>
      </p:sp>
      <p:sp>
        <p:nvSpPr>
          <p:cNvPr id="671" name="矩形 670">
            <a:extLst>
              <a:ext uri="{FF2B5EF4-FFF2-40B4-BE49-F238E27FC236}">
                <a16:creationId xmlns:a16="http://schemas.microsoft.com/office/drawing/2014/main" id="{C63130E5-031F-4337-9932-4F09549D99CD}"/>
              </a:ext>
            </a:extLst>
          </p:cNvPr>
          <p:cNvSpPr>
            <a:spLocks noGrp="1"/>
          </p:cNvSpPr>
          <p:nvPr/>
        </p:nvSpPr>
        <p:spPr>
          <a:xfrm>
            <a:off x="6724650" y="2400300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7142F"/>
                </a:solidFill>
                <a:latin typeface="+mn-ea"/>
                <a:cs typeface="Space Grotesk"/>
              </a:rPr>
              <a:t>Decoder</a:t>
            </a:r>
          </a:p>
        </p:txBody>
      </p:sp>
      <p:sp>
        <p:nvSpPr>
          <p:cNvPr id="672" name="architecture-module">
            <a:extLst>
              <a:ext uri="{FF2B5EF4-FFF2-40B4-BE49-F238E27FC236}">
                <a16:creationId xmlns:a16="http://schemas.microsoft.com/office/drawing/2014/main" id="{7313A918-C8B5-4812-8BFC-F6DA0E64B58F}"/>
              </a:ext>
            </a:extLst>
          </p:cNvPr>
          <p:cNvSpPr>
            <a:spLocks noGrp="1"/>
          </p:cNvSpPr>
          <p:nvPr/>
        </p:nvSpPr>
        <p:spPr>
          <a:xfrm>
            <a:off x="7143750" y="2933700"/>
            <a:ext cx="1847850" cy="552450"/>
          </a:xfrm>
          <a:prstGeom prst="roundRect">
            <a:avLst>
              <a:gd name="adj" fmla="val 1379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FB9B6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163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7142F"/>
                </a:solidFill>
                <a:latin typeface="+mn-ea"/>
                <a:cs typeface="Inter"/>
              </a:rPr>
              <a:t>Masked</a:t>
            </a:r>
          </a:p>
          <a:p>
            <a:pPr algn="ctr">
              <a:defRPr sz="1163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163" b="0">
                <a:solidFill>
                  <a:srgbClr val="07142F"/>
                </a:solidFill>
                <a:latin typeface="+mn-ea"/>
                <a:cs typeface="Inter"/>
              </a:rPr>
              <a:t>Self-Attention</a:t>
            </a:r>
          </a:p>
        </p:txBody>
      </p:sp>
      <p:sp>
        <p:nvSpPr>
          <p:cNvPr id="673" name="architecture-module">
            <a:extLst>
              <a:ext uri="{FF2B5EF4-FFF2-40B4-BE49-F238E27FC236}">
                <a16:creationId xmlns:a16="http://schemas.microsoft.com/office/drawing/2014/main" id="{055D394F-C3BA-4A58-95E1-57E0BE3A9F4F}"/>
              </a:ext>
            </a:extLst>
          </p:cNvPr>
          <p:cNvSpPr>
            <a:spLocks noGrp="1"/>
          </p:cNvSpPr>
          <p:nvPr/>
        </p:nvSpPr>
        <p:spPr>
          <a:xfrm>
            <a:off x="7143750" y="3771900"/>
            <a:ext cx="1847850" cy="438150"/>
          </a:xfrm>
          <a:prstGeom prst="roundRect">
            <a:avLst>
              <a:gd name="adj" fmla="val 1739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FB9B6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2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7142F"/>
                </a:solidFill>
                <a:latin typeface="+mn-ea"/>
                <a:cs typeface="Inter"/>
              </a:rPr>
              <a:t>Cross-Attention</a:t>
            </a:r>
          </a:p>
        </p:txBody>
      </p:sp>
      <p:sp>
        <p:nvSpPr>
          <p:cNvPr id="674" name="architecture-module">
            <a:extLst>
              <a:ext uri="{FF2B5EF4-FFF2-40B4-BE49-F238E27FC236}">
                <a16:creationId xmlns:a16="http://schemas.microsoft.com/office/drawing/2014/main" id="{744B9DC1-27F5-494F-82F7-3D39871C0E45}"/>
              </a:ext>
            </a:extLst>
          </p:cNvPr>
          <p:cNvSpPr>
            <a:spLocks noGrp="1"/>
          </p:cNvSpPr>
          <p:nvPr/>
        </p:nvSpPr>
        <p:spPr>
          <a:xfrm>
            <a:off x="7143750" y="4572000"/>
            <a:ext cx="1847850" cy="438150"/>
          </a:xfrm>
          <a:prstGeom prst="roundRect">
            <a:avLst>
              <a:gd name="adj" fmla="val 1739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FB9B6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2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7142F"/>
                </a:solidFill>
                <a:latin typeface="+mn-ea"/>
                <a:cs typeface="Inter"/>
              </a:rPr>
              <a:t>Feed Forward</a:t>
            </a:r>
          </a:p>
        </p:txBody>
      </p:sp>
      <p:sp>
        <p:nvSpPr>
          <p:cNvPr id="675" name="decoder-flow">
            <a:extLst>
              <a:ext uri="{FF2B5EF4-FFF2-40B4-BE49-F238E27FC236}">
                <a16:creationId xmlns:a16="http://schemas.microsoft.com/office/drawing/2014/main" id="{CDF8514F-8074-4E18-B391-A4E66BEC49DB}"/>
              </a:ext>
            </a:extLst>
          </p:cNvPr>
          <p:cNvSpPr>
            <a:spLocks noGrp="1"/>
          </p:cNvSpPr>
          <p:nvPr/>
        </p:nvSpPr>
        <p:spPr>
          <a:xfrm>
            <a:off x="8067675" y="3486150"/>
            <a:ext cx="9525" cy="285750"/>
          </a:xfrm>
          <a:custGeom>
            <a:avLst/>
            <a:gdLst/>
            <a:ahLst/>
            <a:cxnLst/>
            <a:rect l="0" t="0" r="0" b="0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8E98A8">
                <a:alpha val="50000"/>
              </a:srgbClr>
            </a:solidFill>
            <a:prstDash val="solid"/>
          </a:ln>
        </p:spPr>
      </p:sp>
      <p:sp>
        <p:nvSpPr>
          <p:cNvPr id="676" name="decoder-flow">
            <a:extLst>
              <a:ext uri="{FF2B5EF4-FFF2-40B4-BE49-F238E27FC236}">
                <a16:creationId xmlns:a16="http://schemas.microsoft.com/office/drawing/2014/main" id="{45E11AFC-FB3C-4509-AE0B-B2239652005F}"/>
              </a:ext>
            </a:extLst>
          </p:cNvPr>
          <p:cNvSpPr>
            <a:spLocks noGrp="1"/>
          </p:cNvSpPr>
          <p:nvPr/>
        </p:nvSpPr>
        <p:spPr>
          <a:xfrm>
            <a:off x="8067675" y="4210050"/>
            <a:ext cx="9525" cy="361950"/>
          </a:xfrm>
          <a:custGeom>
            <a:avLst/>
            <a:gdLst/>
            <a:ahLst/>
            <a:cxnLst/>
            <a:rect l="0" t="0" r="0" b="0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9525">
            <a:solidFill>
              <a:srgbClr val="8E98A8">
                <a:alpha val="50000"/>
              </a:srgbClr>
            </a:solidFill>
            <a:prstDash val="solid"/>
          </a:ln>
        </p:spPr>
      </p:sp>
      <p:sp>
        <p:nvSpPr>
          <p:cNvPr id="677" name="矩形 676">
            <a:extLst>
              <a:ext uri="{FF2B5EF4-FFF2-40B4-BE49-F238E27FC236}">
                <a16:creationId xmlns:a16="http://schemas.microsoft.com/office/drawing/2014/main" id="{9813B8F0-87B9-4A1B-B34A-B65ADDB35C86}"/>
              </a:ext>
            </a:extLst>
          </p:cNvPr>
          <p:cNvSpPr>
            <a:spLocks noGrp="1"/>
          </p:cNvSpPr>
          <p:nvPr/>
        </p:nvSpPr>
        <p:spPr>
          <a:xfrm>
            <a:off x="9048750" y="495300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7142F"/>
                </a:solidFill>
                <a:latin typeface="+mn-ea"/>
                <a:cs typeface="Inter"/>
              </a:rPr>
              <a:t>x L</a:t>
            </a:r>
          </a:p>
        </p:txBody>
      </p:sp>
      <p:sp>
        <p:nvSpPr>
          <p:cNvPr id="678" name="architecture-module">
            <a:extLst>
              <a:ext uri="{FF2B5EF4-FFF2-40B4-BE49-F238E27FC236}">
                <a16:creationId xmlns:a16="http://schemas.microsoft.com/office/drawing/2014/main" id="{7BE0D21D-4274-4ECE-928D-2AB19F93DFFC}"/>
              </a:ext>
            </a:extLst>
          </p:cNvPr>
          <p:cNvSpPr>
            <a:spLocks noGrp="1"/>
          </p:cNvSpPr>
          <p:nvPr/>
        </p:nvSpPr>
        <p:spPr>
          <a:xfrm>
            <a:off x="10306050" y="3219450"/>
            <a:ext cx="1428750" cy="72390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F1E8FF"/>
              </a:gs>
              <a:gs pos="100000">
                <a:srgbClr val="FBF8FF"/>
              </a:gs>
            </a:gsLst>
            <a:lin ang="8100000"/>
          </a:gradFill>
          <a:ln w="9525">
            <a:solidFill>
              <a:srgbClr val="CBB8F3"/>
            </a:solidFill>
            <a:prstDash val="solid"/>
          </a:ln>
        </p:spPr>
        <p:txBody>
          <a:bodyPr lIns="66675" tIns="38100" rIns="66675" bIns="38100" anchor="ctr"/>
          <a:lstStyle/>
          <a:p>
            <a:pPr algn="ctr">
              <a:defRPr sz="12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7142F"/>
                </a:solidFill>
                <a:latin typeface="+mn-ea"/>
                <a:cs typeface="Inter"/>
              </a:rPr>
              <a:t>Output</a:t>
            </a:r>
          </a:p>
          <a:p>
            <a:pPr algn="ctr">
              <a:defRPr sz="12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7142F"/>
                </a:solidFill>
                <a:latin typeface="+mn-ea"/>
                <a:cs typeface="Inter"/>
              </a:rPr>
              <a:t>Probabilities</a:t>
            </a:r>
          </a:p>
        </p:txBody>
      </p:sp>
      <p:cxnSp>
        <p:nvCxnSpPr>
          <p:cNvPr id="1364" name="直线箭头连接符 1363"/>
          <p:cNvCxnSpPr>
            <a:stCxn id="662" idx="3"/>
            <a:endCxn id="663" idx="1"/>
          </p:cNvCxnSpPr>
          <p:nvPr/>
        </p:nvCxnSpPr>
        <p:spPr>
          <a:xfrm>
            <a:off x="1638300" y="3581400"/>
            <a:ext cx="457200" cy="0"/>
          </a:xfrm>
          <a:prstGeom prst="straightConnector1">
            <a:avLst/>
          </a:prstGeom>
          <a:ln w="9525">
            <a:solidFill>
              <a:srgbClr val="8E98A8">
                <a:alpha val="72000"/>
              </a:srgbClr>
            </a:solidFill>
            <a:prstDash val="solid"/>
            <a:tailEnd type="arrow" w="sm" len="sm"/>
          </a:ln>
        </p:spPr>
      </p:cxnSp>
      <p:cxnSp>
        <p:nvCxnSpPr>
          <p:cNvPr id="1365" name="直线箭头连接符 1364"/>
          <p:cNvCxnSpPr>
            <a:stCxn id="663" idx="3"/>
            <a:endCxn id="664" idx="1"/>
          </p:cNvCxnSpPr>
          <p:nvPr/>
        </p:nvCxnSpPr>
        <p:spPr>
          <a:xfrm>
            <a:off x="3524250" y="3581400"/>
            <a:ext cx="438150" cy="85725"/>
          </a:xfrm>
          <a:prstGeom prst="straightConnector1">
            <a:avLst/>
          </a:prstGeom>
          <a:ln w="9525">
            <a:solidFill>
              <a:srgbClr val="8E98A8">
                <a:alpha val="72000"/>
              </a:srgbClr>
            </a:solidFill>
            <a:prstDash val="solid"/>
            <a:tailEnd type="arrow" w="sm" len="sm"/>
          </a:ln>
        </p:spPr>
      </p:cxnSp>
      <p:cxnSp>
        <p:nvCxnSpPr>
          <p:cNvPr id="1366" name="直线箭头连接符 1365"/>
          <p:cNvCxnSpPr>
            <a:stCxn id="664" idx="3"/>
            <a:endCxn id="670" idx="1"/>
          </p:cNvCxnSpPr>
          <p:nvPr/>
        </p:nvCxnSpPr>
        <p:spPr>
          <a:xfrm>
            <a:off x="6076950" y="3667125"/>
            <a:ext cx="647700" cy="9525"/>
          </a:xfrm>
          <a:prstGeom prst="straightConnector1">
            <a:avLst/>
          </a:prstGeom>
          <a:ln w="9525">
            <a:solidFill>
              <a:srgbClr val="8E98A8">
                <a:alpha val="72000"/>
              </a:srgbClr>
            </a:solidFill>
            <a:prstDash val="solid"/>
            <a:tailEnd type="arrow" w="sm" len="sm"/>
          </a:ln>
        </p:spPr>
      </p:cxnSp>
      <p:cxnSp>
        <p:nvCxnSpPr>
          <p:cNvPr id="1367" name="直线箭头连接符 1366"/>
          <p:cNvCxnSpPr>
            <a:stCxn id="670" idx="3"/>
            <a:endCxn id="678" idx="1"/>
          </p:cNvCxnSpPr>
          <p:nvPr/>
        </p:nvCxnSpPr>
        <p:spPr>
          <a:xfrm flipV="1">
            <a:off x="9410700" y="3581400"/>
            <a:ext cx="895350" cy="95250"/>
          </a:xfrm>
          <a:prstGeom prst="straightConnector1">
            <a:avLst/>
          </a:prstGeom>
          <a:ln w="9525">
            <a:solidFill>
              <a:srgbClr val="8E98A8">
                <a:alpha val="72000"/>
              </a:srgbClr>
            </a:solidFill>
            <a:prstDash val="solid"/>
            <a:tailEnd type="arrow" w="sm" len="sm"/>
          </a:ln>
        </p:spPr>
      </p:cxnSp>
      <p:cxnSp>
        <p:nvCxnSpPr>
          <p:cNvPr id="1368" name="直线箭头连接符 1367"/>
          <p:cNvCxnSpPr>
            <a:stCxn id="666" idx="3"/>
            <a:endCxn id="673" idx="1"/>
          </p:cNvCxnSpPr>
          <p:nvPr/>
        </p:nvCxnSpPr>
        <p:spPr>
          <a:xfrm>
            <a:off x="5772150" y="3419475"/>
            <a:ext cx="1371600" cy="571500"/>
          </a:xfrm>
          <a:prstGeom prst="straightConnector1">
            <a:avLst/>
          </a:prstGeom>
          <a:ln w="9525">
            <a:solidFill>
              <a:srgbClr val="8E98A8">
                <a:alpha val="72000"/>
              </a:srgbClr>
            </a:solidFill>
            <a:prstDash val="solid"/>
            <a:tailEnd type="arrow" w="sm" len="sm"/>
          </a:ln>
        </p:spPr>
      </p:cxnSp>
      <p:sp>
        <p:nvSpPr>
          <p:cNvPr id="684" name="矩形 683">
            <a:extLst>
              <a:ext uri="{FF2B5EF4-FFF2-40B4-BE49-F238E27FC236}">
                <a16:creationId xmlns:a16="http://schemas.microsoft.com/office/drawing/2014/main" id="{63446E25-FE0A-4C80-B96B-234026541BA1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07142F"/>
                </a:solidFill>
                <a:latin typeface="+mn-ea"/>
                <a:cs typeface="Inter"/>
              </a:rPr>
              <a:t>05</a:t>
            </a:r>
          </a:p>
        </p:txBody>
      </p:sp>
      <p:sp>
        <p:nvSpPr>
          <p:cNvPr id="685" name="矩形 684">
            <a:extLst>
              <a:ext uri="{FF2B5EF4-FFF2-40B4-BE49-F238E27FC236}">
                <a16:creationId xmlns:a16="http://schemas.microsoft.com/office/drawing/2014/main" id="{6958DB9C-4C49-4800-B9D8-97B5C347A1F9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739895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knowledge-edge">
            <a:extLst>
              <a:ext uri="{FF2B5EF4-FFF2-40B4-BE49-F238E27FC236}">
                <a16:creationId xmlns:a16="http://schemas.microsoft.com/office/drawing/2014/main" id="{D557D047-4CE0-490C-967E-621C6AF13AFE}"/>
              </a:ext>
            </a:extLst>
          </p:cNvPr>
          <p:cNvSpPr>
            <a:spLocks noGrp="1"/>
          </p:cNvSpPr>
          <p:nvPr/>
        </p:nvSpPr>
        <p:spPr>
          <a:xfrm>
            <a:off x="-164008" y="5642781"/>
            <a:ext cx="176256" cy="125676"/>
          </a:xfrm>
          <a:custGeom>
            <a:avLst/>
            <a:gdLst/>
            <a:ahLst/>
            <a:cxnLst/>
            <a:rect l="0" t="0" r="0" b="0"/>
            <a:pathLst>
              <a:path w="176256" h="125676">
                <a:moveTo>
                  <a:pt x="0" y="0"/>
                </a:moveTo>
                <a:lnTo>
                  <a:pt x="12590" y="15971"/>
                </a:lnTo>
                <a:lnTo>
                  <a:pt x="25179" y="30866"/>
                </a:lnTo>
                <a:lnTo>
                  <a:pt x="37769" y="44685"/>
                </a:lnTo>
                <a:lnTo>
                  <a:pt x="50359" y="57428"/>
                </a:lnTo>
                <a:lnTo>
                  <a:pt x="62949" y="69095"/>
                </a:lnTo>
                <a:lnTo>
                  <a:pt x="75538" y="79686"/>
                </a:lnTo>
                <a:lnTo>
                  <a:pt x="88128" y="89201"/>
                </a:lnTo>
                <a:lnTo>
                  <a:pt x="100718" y="97640"/>
                </a:lnTo>
                <a:lnTo>
                  <a:pt x="113307" y="105002"/>
                </a:lnTo>
                <a:lnTo>
                  <a:pt x="125897" y="111289"/>
                </a:lnTo>
                <a:lnTo>
                  <a:pt x="138487" y="116500"/>
                </a:lnTo>
                <a:lnTo>
                  <a:pt x="151077" y="120635"/>
                </a:lnTo>
                <a:lnTo>
                  <a:pt x="163666" y="123694"/>
                </a:lnTo>
                <a:lnTo>
                  <a:pt x="176256" y="125676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2" name="knowledge-edge">
            <a:extLst>
              <a:ext uri="{FF2B5EF4-FFF2-40B4-BE49-F238E27FC236}">
                <a16:creationId xmlns:a16="http://schemas.microsoft.com/office/drawing/2014/main" id="{311C632F-7FBD-4CAD-BB34-4754212B724F}"/>
              </a:ext>
            </a:extLst>
          </p:cNvPr>
          <p:cNvSpPr>
            <a:spLocks noGrp="1"/>
          </p:cNvSpPr>
          <p:nvPr/>
        </p:nvSpPr>
        <p:spPr>
          <a:xfrm>
            <a:off x="-196191" y="5803351"/>
            <a:ext cx="281383" cy="160939"/>
          </a:xfrm>
          <a:custGeom>
            <a:avLst/>
            <a:gdLst/>
            <a:ahLst/>
            <a:cxnLst/>
            <a:rect l="0" t="0" r="0" b="0"/>
            <a:pathLst>
              <a:path w="281383" h="160939">
                <a:moveTo>
                  <a:pt x="0" y="16168"/>
                </a:moveTo>
                <a:lnTo>
                  <a:pt x="20099" y="7919"/>
                </a:lnTo>
                <a:lnTo>
                  <a:pt x="40198" y="2529"/>
                </a:lnTo>
                <a:lnTo>
                  <a:pt x="60296" y="0"/>
                </a:lnTo>
                <a:lnTo>
                  <a:pt x="80395" y="331"/>
                </a:lnTo>
                <a:lnTo>
                  <a:pt x="100494" y="3521"/>
                </a:lnTo>
                <a:lnTo>
                  <a:pt x="120593" y="9572"/>
                </a:lnTo>
                <a:lnTo>
                  <a:pt x="140692" y="18483"/>
                </a:lnTo>
                <a:lnTo>
                  <a:pt x="160790" y="30253"/>
                </a:lnTo>
                <a:lnTo>
                  <a:pt x="180889" y="44884"/>
                </a:lnTo>
                <a:lnTo>
                  <a:pt x="200988" y="62375"/>
                </a:lnTo>
                <a:lnTo>
                  <a:pt x="221087" y="82726"/>
                </a:lnTo>
                <a:lnTo>
                  <a:pt x="241185" y="105937"/>
                </a:lnTo>
                <a:lnTo>
                  <a:pt x="261284" y="132008"/>
                </a:lnTo>
                <a:lnTo>
                  <a:pt x="281383" y="160939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3" name="knowledge-cross-edge">
            <a:extLst>
              <a:ext uri="{FF2B5EF4-FFF2-40B4-BE49-F238E27FC236}">
                <a16:creationId xmlns:a16="http://schemas.microsoft.com/office/drawing/2014/main" id="{80C711AE-6318-4C64-93F9-7F93DDC2EBB4}"/>
              </a:ext>
            </a:extLst>
          </p:cNvPr>
          <p:cNvSpPr>
            <a:spLocks noGrp="1"/>
          </p:cNvSpPr>
          <p:nvPr/>
        </p:nvSpPr>
        <p:spPr>
          <a:xfrm>
            <a:off x="-196191" y="5817054"/>
            <a:ext cx="161311" cy="203142"/>
          </a:xfrm>
          <a:custGeom>
            <a:avLst/>
            <a:gdLst/>
            <a:ahLst/>
            <a:cxnLst/>
            <a:rect l="0" t="0" r="0" b="0"/>
            <a:pathLst>
              <a:path w="161311" h="203142">
                <a:moveTo>
                  <a:pt x="0" y="2465"/>
                </a:moveTo>
                <a:lnTo>
                  <a:pt x="27894" y="0"/>
                </a:lnTo>
                <a:lnTo>
                  <a:pt x="53142" y="1024"/>
                </a:lnTo>
                <a:lnTo>
                  <a:pt x="75744" y="5536"/>
                </a:lnTo>
                <a:lnTo>
                  <a:pt x="95700" y="13537"/>
                </a:lnTo>
                <a:lnTo>
                  <a:pt x="113011" y="25027"/>
                </a:lnTo>
                <a:lnTo>
                  <a:pt x="127675" y="40006"/>
                </a:lnTo>
                <a:lnTo>
                  <a:pt x="139694" y="58473"/>
                </a:lnTo>
                <a:lnTo>
                  <a:pt x="149067" y="80429"/>
                </a:lnTo>
                <a:lnTo>
                  <a:pt x="155794" y="105874"/>
                </a:lnTo>
                <a:lnTo>
                  <a:pt x="159876" y="134808"/>
                </a:lnTo>
                <a:lnTo>
                  <a:pt x="161311" y="167231"/>
                </a:lnTo>
                <a:lnTo>
                  <a:pt x="160101" y="203142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4" name="knowledge-cross-edge">
            <a:extLst>
              <a:ext uri="{FF2B5EF4-FFF2-40B4-BE49-F238E27FC236}">
                <a16:creationId xmlns:a16="http://schemas.microsoft.com/office/drawing/2014/main" id="{F28B7991-6B76-4B16-AB2D-9E8348829BF6}"/>
              </a:ext>
            </a:extLst>
          </p:cNvPr>
          <p:cNvSpPr>
            <a:spLocks noGrp="1"/>
          </p:cNvSpPr>
          <p:nvPr/>
        </p:nvSpPr>
        <p:spPr>
          <a:xfrm>
            <a:off x="-196191" y="5707094"/>
            <a:ext cx="208440" cy="112426"/>
          </a:xfrm>
          <a:custGeom>
            <a:avLst/>
            <a:gdLst/>
            <a:ahLst/>
            <a:cxnLst/>
            <a:rect l="0" t="0" r="0" b="0"/>
            <a:pathLst>
              <a:path w="208440" h="112426">
                <a:moveTo>
                  <a:pt x="0" y="112426"/>
                </a:moveTo>
                <a:lnTo>
                  <a:pt x="2818" y="82198"/>
                </a:lnTo>
                <a:lnTo>
                  <a:pt x="8282" y="56693"/>
                </a:lnTo>
                <a:lnTo>
                  <a:pt x="16391" y="35910"/>
                </a:lnTo>
                <a:lnTo>
                  <a:pt x="27147" y="19849"/>
                </a:lnTo>
                <a:lnTo>
                  <a:pt x="40548" y="8510"/>
                </a:lnTo>
                <a:lnTo>
                  <a:pt x="56595" y="1894"/>
                </a:lnTo>
                <a:lnTo>
                  <a:pt x="75288" y="0"/>
                </a:lnTo>
                <a:lnTo>
                  <a:pt x="96626" y="2828"/>
                </a:lnTo>
                <a:lnTo>
                  <a:pt x="120611" y="10379"/>
                </a:lnTo>
                <a:lnTo>
                  <a:pt x="147241" y="22651"/>
                </a:lnTo>
                <a:lnTo>
                  <a:pt x="176518" y="39646"/>
                </a:lnTo>
                <a:lnTo>
                  <a:pt x="208440" y="61364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5" name="knowledge-edge">
            <a:extLst>
              <a:ext uri="{FF2B5EF4-FFF2-40B4-BE49-F238E27FC236}">
                <a16:creationId xmlns:a16="http://schemas.microsoft.com/office/drawing/2014/main" id="{921CE08D-40B8-48FB-B8C3-532F32BDED51}"/>
              </a:ext>
            </a:extLst>
          </p:cNvPr>
          <p:cNvSpPr>
            <a:spLocks noGrp="1"/>
          </p:cNvSpPr>
          <p:nvPr/>
        </p:nvSpPr>
        <p:spPr>
          <a:xfrm>
            <a:off x="-339454" y="5954554"/>
            <a:ext cx="303363" cy="65642"/>
          </a:xfrm>
          <a:custGeom>
            <a:avLst/>
            <a:gdLst/>
            <a:ahLst/>
            <a:cxnLst/>
            <a:rect l="0" t="0" r="0" b="0"/>
            <a:pathLst>
              <a:path w="303363" h="65642">
                <a:moveTo>
                  <a:pt x="0" y="46928"/>
                </a:moveTo>
                <a:lnTo>
                  <a:pt x="21669" y="33383"/>
                </a:lnTo>
                <a:lnTo>
                  <a:pt x="43338" y="22127"/>
                </a:lnTo>
                <a:lnTo>
                  <a:pt x="65006" y="13161"/>
                </a:lnTo>
                <a:lnTo>
                  <a:pt x="86675" y="6485"/>
                </a:lnTo>
                <a:lnTo>
                  <a:pt x="108344" y="2098"/>
                </a:lnTo>
                <a:lnTo>
                  <a:pt x="130013" y="0"/>
                </a:lnTo>
                <a:lnTo>
                  <a:pt x="151682" y="192"/>
                </a:lnTo>
                <a:lnTo>
                  <a:pt x="173350" y="2673"/>
                </a:lnTo>
                <a:lnTo>
                  <a:pt x="195019" y="7444"/>
                </a:lnTo>
                <a:lnTo>
                  <a:pt x="216688" y="14505"/>
                </a:lnTo>
                <a:lnTo>
                  <a:pt x="238357" y="23855"/>
                </a:lnTo>
                <a:lnTo>
                  <a:pt x="260026" y="35494"/>
                </a:lnTo>
                <a:lnTo>
                  <a:pt x="281694" y="49423"/>
                </a:lnTo>
                <a:lnTo>
                  <a:pt x="303363" y="65642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6" name="knowledge-cross-edge">
            <a:extLst>
              <a:ext uri="{FF2B5EF4-FFF2-40B4-BE49-F238E27FC236}">
                <a16:creationId xmlns:a16="http://schemas.microsoft.com/office/drawing/2014/main" id="{4E36A610-228B-4A89-8D1D-12696410DCDE}"/>
              </a:ext>
            </a:extLst>
          </p:cNvPr>
          <p:cNvSpPr>
            <a:spLocks noGrp="1"/>
          </p:cNvSpPr>
          <p:nvPr/>
        </p:nvSpPr>
        <p:spPr>
          <a:xfrm>
            <a:off x="-339454" y="5946716"/>
            <a:ext cx="535745" cy="128890"/>
          </a:xfrm>
          <a:custGeom>
            <a:avLst/>
            <a:gdLst/>
            <a:ahLst/>
            <a:cxnLst/>
            <a:rect l="0" t="0" r="0" b="0"/>
            <a:pathLst>
              <a:path w="535745" h="128890">
                <a:moveTo>
                  <a:pt x="0" y="54766"/>
                </a:moveTo>
                <a:lnTo>
                  <a:pt x="59197" y="34024"/>
                </a:lnTo>
                <a:lnTo>
                  <a:pt x="115749" y="18177"/>
                </a:lnTo>
                <a:lnTo>
                  <a:pt x="169655" y="7223"/>
                </a:lnTo>
                <a:lnTo>
                  <a:pt x="220915" y="1165"/>
                </a:lnTo>
                <a:lnTo>
                  <a:pt x="269529" y="0"/>
                </a:lnTo>
                <a:lnTo>
                  <a:pt x="315497" y="3730"/>
                </a:lnTo>
                <a:lnTo>
                  <a:pt x="358820" y="12354"/>
                </a:lnTo>
                <a:lnTo>
                  <a:pt x="399496" y="25873"/>
                </a:lnTo>
                <a:lnTo>
                  <a:pt x="437527" y="44285"/>
                </a:lnTo>
                <a:lnTo>
                  <a:pt x="472912" y="67593"/>
                </a:lnTo>
                <a:lnTo>
                  <a:pt x="505651" y="95794"/>
                </a:lnTo>
                <a:lnTo>
                  <a:pt x="535745" y="128890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7" name="knowledge-edge">
            <a:extLst>
              <a:ext uri="{FF2B5EF4-FFF2-40B4-BE49-F238E27FC236}">
                <a16:creationId xmlns:a16="http://schemas.microsoft.com/office/drawing/2014/main" id="{A4C428BA-8443-4DA0-BAF7-0BC5D286277E}"/>
              </a:ext>
            </a:extLst>
          </p:cNvPr>
          <p:cNvSpPr>
            <a:spLocks noGrp="1"/>
          </p:cNvSpPr>
          <p:nvPr/>
        </p:nvSpPr>
        <p:spPr>
          <a:xfrm>
            <a:off x="-403125" y="6055497"/>
            <a:ext cx="599416" cy="120144"/>
          </a:xfrm>
          <a:custGeom>
            <a:avLst/>
            <a:gdLst/>
            <a:ahLst/>
            <a:cxnLst/>
            <a:rect l="0" t="0" r="0" b="0"/>
            <a:pathLst>
              <a:path w="599416" h="120144">
                <a:moveTo>
                  <a:pt x="0" y="120144"/>
                </a:moveTo>
                <a:lnTo>
                  <a:pt x="42815" y="97174"/>
                </a:lnTo>
                <a:lnTo>
                  <a:pt x="85631" y="76638"/>
                </a:lnTo>
                <a:lnTo>
                  <a:pt x="128446" y="58538"/>
                </a:lnTo>
                <a:lnTo>
                  <a:pt x="171262" y="42872"/>
                </a:lnTo>
                <a:lnTo>
                  <a:pt x="214077" y="29640"/>
                </a:lnTo>
                <a:lnTo>
                  <a:pt x="256892" y="18843"/>
                </a:lnTo>
                <a:lnTo>
                  <a:pt x="299708" y="10480"/>
                </a:lnTo>
                <a:lnTo>
                  <a:pt x="342523" y="4552"/>
                </a:lnTo>
                <a:lnTo>
                  <a:pt x="385339" y="1059"/>
                </a:lnTo>
                <a:lnTo>
                  <a:pt x="428154" y="0"/>
                </a:lnTo>
                <a:lnTo>
                  <a:pt x="470969" y="1376"/>
                </a:lnTo>
                <a:lnTo>
                  <a:pt x="513785" y="5186"/>
                </a:lnTo>
                <a:lnTo>
                  <a:pt x="556600" y="11431"/>
                </a:lnTo>
                <a:lnTo>
                  <a:pt x="599416" y="2011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8" name="knowledge-edge">
            <a:extLst>
              <a:ext uri="{FF2B5EF4-FFF2-40B4-BE49-F238E27FC236}">
                <a16:creationId xmlns:a16="http://schemas.microsoft.com/office/drawing/2014/main" id="{F27EB32E-D046-4E54-A17E-CF684B66CD93}"/>
              </a:ext>
            </a:extLst>
          </p:cNvPr>
          <p:cNvSpPr>
            <a:spLocks noGrp="1"/>
          </p:cNvSpPr>
          <p:nvPr/>
        </p:nvSpPr>
        <p:spPr>
          <a:xfrm>
            <a:off x="-373603" y="6232639"/>
            <a:ext cx="494283" cy="28560"/>
          </a:xfrm>
          <a:custGeom>
            <a:avLst/>
            <a:gdLst/>
            <a:ahLst/>
            <a:cxnLst/>
            <a:rect l="0" t="0" r="0" b="0"/>
            <a:pathLst>
              <a:path w="494283" h="28560">
                <a:moveTo>
                  <a:pt x="0" y="28560"/>
                </a:moveTo>
                <a:lnTo>
                  <a:pt x="35306" y="22398"/>
                </a:lnTo>
                <a:lnTo>
                  <a:pt x="70612" y="16984"/>
                </a:lnTo>
                <a:lnTo>
                  <a:pt x="105918" y="12317"/>
                </a:lnTo>
                <a:lnTo>
                  <a:pt x="141224" y="8396"/>
                </a:lnTo>
                <a:lnTo>
                  <a:pt x="176530" y="5223"/>
                </a:lnTo>
                <a:lnTo>
                  <a:pt x="211836" y="2797"/>
                </a:lnTo>
                <a:lnTo>
                  <a:pt x="247142" y="1117"/>
                </a:lnTo>
                <a:lnTo>
                  <a:pt x="282448" y="185"/>
                </a:lnTo>
                <a:lnTo>
                  <a:pt x="317753" y="0"/>
                </a:lnTo>
                <a:lnTo>
                  <a:pt x="353059" y="562"/>
                </a:lnTo>
                <a:lnTo>
                  <a:pt x="388365" y="1871"/>
                </a:lnTo>
                <a:lnTo>
                  <a:pt x="423671" y="3927"/>
                </a:lnTo>
                <a:lnTo>
                  <a:pt x="458977" y="6730"/>
                </a:lnTo>
                <a:lnTo>
                  <a:pt x="494283" y="1028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9" name="knowledge-cross-edge">
            <a:extLst>
              <a:ext uri="{FF2B5EF4-FFF2-40B4-BE49-F238E27FC236}">
                <a16:creationId xmlns:a16="http://schemas.microsoft.com/office/drawing/2014/main" id="{8113BB31-AAAA-4E22-83FD-192E63035132}"/>
              </a:ext>
            </a:extLst>
          </p:cNvPr>
          <p:cNvSpPr>
            <a:spLocks noGrp="1"/>
          </p:cNvSpPr>
          <p:nvPr/>
        </p:nvSpPr>
        <p:spPr>
          <a:xfrm>
            <a:off x="-373603" y="6260373"/>
            <a:ext cx="587756" cy="84172"/>
          </a:xfrm>
          <a:custGeom>
            <a:avLst/>
            <a:gdLst/>
            <a:ahLst/>
            <a:cxnLst/>
            <a:rect l="0" t="0" r="0" b="0"/>
            <a:pathLst>
              <a:path w="587756" h="84172">
                <a:moveTo>
                  <a:pt x="0" y="825"/>
                </a:moveTo>
                <a:lnTo>
                  <a:pt x="63532" y="0"/>
                </a:lnTo>
                <a:lnTo>
                  <a:pt x="124418" y="588"/>
                </a:lnTo>
                <a:lnTo>
                  <a:pt x="182658" y="2588"/>
                </a:lnTo>
                <a:lnTo>
                  <a:pt x="238252" y="6001"/>
                </a:lnTo>
                <a:lnTo>
                  <a:pt x="291201" y="10827"/>
                </a:lnTo>
                <a:lnTo>
                  <a:pt x="341503" y="17066"/>
                </a:lnTo>
                <a:lnTo>
                  <a:pt x="389160" y="24718"/>
                </a:lnTo>
                <a:lnTo>
                  <a:pt x="434171" y="33783"/>
                </a:lnTo>
                <a:lnTo>
                  <a:pt x="476536" y="44261"/>
                </a:lnTo>
                <a:lnTo>
                  <a:pt x="516255" y="56152"/>
                </a:lnTo>
                <a:lnTo>
                  <a:pt x="553329" y="69455"/>
                </a:lnTo>
                <a:lnTo>
                  <a:pt x="587756" y="84172"/>
                </a:lnTo>
              </a:path>
            </a:pathLst>
          </a:custGeom>
          <a:noFill/>
          <a:ln w="533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10" name="knowledge-edge">
            <a:extLst>
              <a:ext uri="{FF2B5EF4-FFF2-40B4-BE49-F238E27FC236}">
                <a16:creationId xmlns:a16="http://schemas.microsoft.com/office/drawing/2014/main" id="{A22A115E-870F-4251-9B31-0B709B546F7B}"/>
              </a:ext>
            </a:extLst>
          </p:cNvPr>
          <p:cNvSpPr>
            <a:spLocks noGrp="1"/>
          </p:cNvSpPr>
          <p:nvPr/>
        </p:nvSpPr>
        <p:spPr>
          <a:xfrm>
            <a:off x="-463496" y="6344545"/>
            <a:ext cx="677649" cy="61050"/>
          </a:xfrm>
          <a:custGeom>
            <a:avLst/>
            <a:gdLst/>
            <a:ahLst/>
            <a:cxnLst/>
            <a:rect l="0" t="0" r="0" b="0"/>
            <a:pathLst>
              <a:path w="677649" h="61050">
                <a:moveTo>
                  <a:pt x="0" y="54523"/>
                </a:moveTo>
                <a:lnTo>
                  <a:pt x="48404" y="57802"/>
                </a:lnTo>
                <a:lnTo>
                  <a:pt x="96807" y="59978"/>
                </a:lnTo>
                <a:lnTo>
                  <a:pt x="145211" y="61050"/>
                </a:lnTo>
                <a:lnTo>
                  <a:pt x="193614" y="61018"/>
                </a:lnTo>
                <a:lnTo>
                  <a:pt x="242018" y="59883"/>
                </a:lnTo>
                <a:lnTo>
                  <a:pt x="290421" y="57644"/>
                </a:lnTo>
                <a:lnTo>
                  <a:pt x="338825" y="54301"/>
                </a:lnTo>
                <a:lnTo>
                  <a:pt x="387228" y="49855"/>
                </a:lnTo>
                <a:lnTo>
                  <a:pt x="435632" y="44305"/>
                </a:lnTo>
                <a:lnTo>
                  <a:pt x="484035" y="37651"/>
                </a:lnTo>
                <a:lnTo>
                  <a:pt x="532439" y="29894"/>
                </a:lnTo>
                <a:lnTo>
                  <a:pt x="580842" y="21033"/>
                </a:lnTo>
                <a:lnTo>
                  <a:pt x="629246" y="11068"/>
                </a:lnTo>
                <a:lnTo>
                  <a:pt x="677649" y="0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1" name="knowledge-edge">
            <a:extLst>
              <a:ext uri="{FF2B5EF4-FFF2-40B4-BE49-F238E27FC236}">
                <a16:creationId xmlns:a16="http://schemas.microsoft.com/office/drawing/2014/main" id="{1AD2395B-9A11-463A-A46B-96BF85E680F6}"/>
              </a:ext>
            </a:extLst>
          </p:cNvPr>
          <p:cNvSpPr>
            <a:spLocks noGrp="1"/>
          </p:cNvSpPr>
          <p:nvPr/>
        </p:nvSpPr>
        <p:spPr>
          <a:xfrm>
            <a:off x="-424749" y="6624593"/>
            <a:ext cx="346790" cy="144355"/>
          </a:xfrm>
          <a:custGeom>
            <a:avLst/>
            <a:gdLst/>
            <a:ahLst/>
            <a:cxnLst/>
            <a:rect l="0" t="0" r="0" b="0"/>
            <a:pathLst>
              <a:path w="346790" h="144355">
                <a:moveTo>
                  <a:pt x="0" y="0"/>
                </a:moveTo>
                <a:lnTo>
                  <a:pt x="24771" y="20988"/>
                </a:lnTo>
                <a:lnTo>
                  <a:pt x="49541" y="40328"/>
                </a:lnTo>
                <a:lnTo>
                  <a:pt x="74312" y="58021"/>
                </a:lnTo>
                <a:lnTo>
                  <a:pt x="99083" y="74067"/>
                </a:lnTo>
                <a:lnTo>
                  <a:pt x="123854" y="88466"/>
                </a:lnTo>
                <a:lnTo>
                  <a:pt x="148624" y="101217"/>
                </a:lnTo>
                <a:lnTo>
                  <a:pt x="173395" y="112321"/>
                </a:lnTo>
                <a:lnTo>
                  <a:pt x="198166" y="121778"/>
                </a:lnTo>
                <a:lnTo>
                  <a:pt x="222937" y="129588"/>
                </a:lnTo>
                <a:lnTo>
                  <a:pt x="247707" y="135750"/>
                </a:lnTo>
                <a:lnTo>
                  <a:pt x="272478" y="140266"/>
                </a:lnTo>
                <a:lnTo>
                  <a:pt x="297249" y="143134"/>
                </a:lnTo>
                <a:lnTo>
                  <a:pt x="322020" y="144355"/>
                </a:lnTo>
                <a:lnTo>
                  <a:pt x="346790" y="143928"/>
                </a:lnTo>
              </a:path>
            </a:pathLst>
          </a:custGeom>
          <a:noFill/>
          <a:ln w="6477">
            <a:solidFill>
              <a:srgbClr val="4285F4">
                <a:alpha val="17000"/>
              </a:srgbClr>
            </a:solidFill>
            <a:prstDash val="solid"/>
          </a:ln>
        </p:spPr>
      </p:sp>
      <p:sp>
        <p:nvSpPr>
          <p:cNvPr id="12" name="knowledge-cross-edge">
            <a:extLst>
              <a:ext uri="{FF2B5EF4-FFF2-40B4-BE49-F238E27FC236}">
                <a16:creationId xmlns:a16="http://schemas.microsoft.com/office/drawing/2014/main" id="{1EF7C9FE-6B96-47F3-A187-7C95D8B041A4}"/>
              </a:ext>
            </a:extLst>
          </p:cNvPr>
          <p:cNvSpPr>
            <a:spLocks noGrp="1"/>
          </p:cNvSpPr>
          <p:nvPr/>
        </p:nvSpPr>
        <p:spPr>
          <a:xfrm>
            <a:off x="-424749" y="6328187"/>
            <a:ext cx="638903" cy="296406"/>
          </a:xfrm>
          <a:custGeom>
            <a:avLst/>
            <a:gdLst/>
            <a:ahLst/>
            <a:cxnLst/>
            <a:rect l="0" t="0" r="0" b="0"/>
            <a:pathLst>
              <a:path w="638903" h="296406">
                <a:moveTo>
                  <a:pt x="0" y="296406"/>
                </a:moveTo>
                <a:lnTo>
                  <a:pt x="38690" y="238401"/>
                </a:lnTo>
                <a:lnTo>
                  <a:pt x="80025" y="186699"/>
                </a:lnTo>
                <a:lnTo>
                  <a:pt x="124007" y="141300"/>
                </a:lnTo>
                <a:lnTo>
                  <a:pt x="170634" y="102204"/>
                </a:lnTo>
                <a:lnTo>
                  <a:pt x="219907" y="69412"/>
                </a:lnTo>
                <a:lnTo>
                  <a:pt x="271826" y="42923"/>
                </a:lnTo>
                <a:lnTo>
                  <a:pt x="326391" y="22737"/>
                </a:lnTo>
                <a:lnTo>
                  <a:pt x="383602" y="8855"/>
                </a:lnTo>
                <a:lnTo>
                  <a:pt x="443458" y="1276"/>
                </a:lnTo>
                <a:lnTo>
                  <a:pt x="505961" y="0"/>
                </a:lnTo>
                <a:lnTo>
                  <a:pt x="571109" y="5027"/>
                </a:lnTo>
                <a:lnTo>
                  <a:pt x="638903" y="16358"/>
                </a:lnTo>
              </a:path>
            </a:pathLst>
          </a:custGeom>
          <a:noFill/>
          <a:ln w="495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13" name="knowledge-edge">
            <a:extLst>
              <a:ext uri="{FF2B5EF4-FFF2-40B4-BE49-F238E27FC236}">
                <a16:creationId xmlns:a16="http://schemas.microsoft.com/office/drawing/2014/main" id="{7199F818-B383-4284-8273-C05AFB87D9CC}"/>
              </a:ext>
            </a:extLst>
          </p:cNvPr>
          <p:cNvSpPr>
            <a:spLocks noGrp="1"/>
          </p:cNvSpPr>
          <p:nvPr/>
        </p:nvSpPr>
        <p:spPr>
          <a:xfrm>
            <a:off x="12249" y="5768457"/>
            <a:ext cx="508310" cy="114884"/>
          </a:xfrm>
          <a:custGeom>
            <a:avLst/>
            <a:gdLst/>
            <a:ahLst/>
            <a:cxnLst/>
            <a:rect l="0" t="0" r="0" b="0"/>
            <a:pathLst>
              <a:path w="508310" h="114884">
                <a:moveTo>
                  <a:pt x="0" y="0"/>
                </a:moveTo>
                <a:lnTo>
                  <a:pt x="36308" y="18372"/>
                </a:lnTo>
                <a:lnTo>
                  <a:pt x="72616" y="35144"/>
                </a:lnTo>
                <a:lnTo>
                  <a:pt x="108924" y="50317"/>
                </a:lnTo>
                <a:lnTo>
                  <a:pt x="145231" y="63889"/>
                </a:lnTo>
                <a:lnTo>
                  <a:pt x="181539" y="75863"/>
                </a:lnTo>
                <a:lnTo>
                  <a:pt x="217847" y="86236"/>
                </a:lnTo>
                <a:lnTo>
                  <a:pt x="254155" y="95010"/>
                </a:lnTo>
                <a:lnTo>
                  <a:pt x="290463" y="102184"/>
                </a:lnTo>
                <a:lnTo>
                  <a:pt x="326771" y="107759"/>
                </a:lnTo>
                <a:lnTo>
                  <a:pt x="363078" y="111734"/>
                </a:lnTo>
                <a:lnTo>
                  <a:pt x="399386" y="114109"/>
                </a:lnTo>
                <a:lnTo>
                  <a:pt x="435694" y="114884"/>
                </a:lnTo>
                <a:lnTo>
                  <a:pt x="472002" y="114060"/>
                </a:lnTo>
                <a:lnTo>
                  <a:pt x="508310" y="111636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4" name="knowledge-cross-edge">
            <a:extLst>
              <a:ext uri="{FF2B5EF4-FFF2-40B4-BE49-F238E27FC236}">
                <a16:creationId xmlns:a16="http://schemas.microsoft.com/office/drawing/2014/main" id="{87FA223C-4EB9-4F5F-8F53-73EF9D35FC6B}"/>
              </a:ext>
            </a:extLst>
          </p:cNvPr>
          <p:cNvSpPr>
            <a:spLocks noGrp="1"/>
          </p:cNvSpPr>
          <p:nvPr/>
        </p:nvSpPr>
        <p:spPr>
          <a:xfrm>
            <a:off x="12249" y="5768457"/>
            <a:ext cx="457167" cy="363086"/>
          </a:xfrm>
          <a:custGeom>
            <a:avLst/>
            <a:gdLst/>
            <a:ahLst/>
            <a:cxnLst/>
            <a:rect l="0" t="0" r="0" b="0"/>
            <a:pathLst>
              <a:path w="457167" h="363086">
                <a:moveTo>
                  <a:pt x="0" y="0"/>
                </a:moveTo>
                <a:lnTo>
                  <a:pt x="52649" y="13225"/>
                </a:lnTo>
                <a:lnTo>
                  <a:pt x="102653" y="29547"/>
                </a:lnTo>
                <a:lnTo>
                  <a:pt x="150010" y="48966"/>
                </a:lnTo>
                <a:lnTo>
                  <a:pt x="194722" y="71481"/>
                </a:lnTo>
                <a:lnTo>
                  <a:pt x="236788" y="97094"/>
                </a:lnTo>
                <a:lnTo>
                  <a:pt x="276208" y="125802"/>
                </a:lnTo>
                <a:lnTo>
                  <a:pt x="312983" y="157608"/>
                </a:lnTo>
                <a:lnTo>
                  <a:pt x="347111" y="192510"/>
                </a:lnTo>
                <a:lnTo>
                  <a:pt x="378594" y="230509"/>
                </a:lnTo>
                <a:lnTo>
                  <a:pt x="407431" y="271605"/>
                </a:lnTo>
                <a:lnTo>
                  <a:pt x="433621" y="315797"/>
                </a:lnTo>
                <a:lnTo>
                  <a:pt x="457167" y="363086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15" name="knowledge-edge">
            <a:extLst>
              <a:ext uri="{FF2B5EF4-FFF2-40B4-BE49-F238E27FC236}">
                <a16:creationId xmlns:a16="http://schemas.microsoft.com/office/drawing/2014/main" id="{2B00580A-FCE0-4A59-B686-D2955626A5BF}"/>
              </a:ext>
            </a:extLst>
          </p:cNvPr>
          <p:cNvSpPr>
            <a:spLocks noGrp="1"/>
          </p:cNvSpPr>
          <p:nvPr/>
        </p:nvSpPr>
        <p:spPr>
          <a:xfrm>
            <a:off x="85192" y="5964129"/>
            <a:ext cx="384223" cy="167414"/>
          </a:xfrm>
          <a:custGeom>
            <a:avLst/>
            <a:gdLst/>
            <a:ahLst/>
            <a:cxnLst/>
            <a:rect l="0" t="0" r="0" b="0"/>
            <a:pathLst>
              <a:path w="384223" h="167414">
                <a:moveTo>
                  <a:pt x="0" y="161"/>
                </a:moveTo>
                <a:lnTo>
                  <a:pt x="27445" y="0"/>
                </a:lnTo>
                <a:lnTo>
                  <a:pt x="54889" y="1701"/>
                </a:lnTo>
                <a:lnTo>
                  <a:pt x="82334" y="5266"/>
                </a:lnTo>
                <a:lnTo>
                  <a:pt x="109778" y="10693"/>
                </a:lnTo>
                <a:lnTo>
                  <a:pt x="137223" y="17982"/>
                </a:lnTo>
                <a:lnTo>
                  <a:pt x="164667" y="27135"/>
                </a:lnTo>
                <a:lnTo>
                  <a:pt x="192112" y="38150"/>
                </a:lnTo>
                <a:lnTo>
                  <a:pt x="219556" y="51028"/>
                </a:lnTo>
                <a:lnTo>
                  <a:pt x="247001" y="65769"/>
                </a:lnTo>
                <a:lnTo>
                  <a:pt x="274445" y="82372"/>
                </a:lnTo>
                <a:lnTo>
                  <a:pt x="301890" y="100839"/>
                </a:lnTo>
                <a:lnTo>
                  <a:pt x="329334" y="121168"/>
                </a:lnTo>
                <a:lnTo>
                  <a:pt x="356779" y="143360"/>
                </a:lnTo>
                <a:lnTo>
                  <a:pt x="384223" y="167414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16" name="knowledge-cross-edge">
            <a:extLst>
              <a:ext uri="{FF2B5EF4-FFF2-40B4-BE49-F238E27FC236}">
                <a16:creationId xmlns:a16="http://schemas.microsoft.com/office/drawing/2014/main" id="{9F483542-8DB8-4FC7-84A1-5F32FB67C1EA}"/>
              </a:ext>
            </a:extLst>
          </p:cNvPr>
          <p:cNvSpPr>
            <a:spLocks noGrp="1"/>
          </p:cNvSpPr>
          <p:nvPr/>
        </p:nvSpPr>
        <p:spPr>
          <a:xfrm>
            <a:off x="85192" y="5934640"/>
            <a:ext cx="449581" cy="219559"/>
          </a:xfrm>
          <a:custGeom>
            <a:avLst/>
            <a:gdLst/>
            <a:ahLst/>
            <a:cxnLst/>
            <a:rect l="0" t="0" r="0" b="0"/>
            <a:pathLst>
              <a:path w="449581" h="219559">
                <a:moveTo>
                  <a:pt x="0" y="29650"/>
                </a:moveTo>
                <a:lnTo>
                  <a:pt x="52017" y="14053"/>
                </a:lnTo>
                <a:lnTo>
                  <a:pt x="101388" y="4170"/>
                </a:lnTo>
                <a:lnTo>
                  <a:pt x="148114" y="0"/>
                </a:lnTo>
                <a:lnTo>
                  <a:pt x="192194" y="1543"/>
                </a:lnTo>
                <a:lnTo>
                  <a:pt x="233627" y="8799"/>
                </a:lnTo>
                <a:lnTo>
                  <a:pt x="272415" y="21768"/>
                </a:lnTo>
                <a:lnTo>
                  <a:pt x="308558" y="40451"/>
                </a:lnTo>
                <a:lnTo>
                  <a:pt x="342054" y="64846"/>
                </a:lnTo>
                <a:lnTo>
                  <a:pt x="372904" y="94955"/>
                </a:lnTo>
                <a:lnTo>
                  <a:pt x="401109" y="130776"/>
                </a:lnTo>
                <a:lnTo>
                  <a:pt x="426668" y="172311"/>
                </a:lnTo>
                <a:lnTo>
                  <a:pt x="449581" y="219559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17" name="knowledge-cross-edge">
            <a:extLst>
              <a:ext uri="{FF2B5EF4-FFF2-40B4-BE49-F238E27FC236}">
                <a16:creationId xmlns:a16="http://schemas.microsoft.com/office/drawing/2014/main" id="{041DA400-4EB5-4DBB-9855-D2F255FCC1E3}"/>
              </a:ext>
            </a:extLst>
          </p:cNvPr>
          <p:cNvSpPr>
            <a:spLocks noGrp="1"/>
          </p:cNvSpPr>
          <p:nvPr/>
        </p:nvSpPr>
        <p:spPr>
          <a:xfrm>
            <a:off x="85192" y="5880093"/>
            <a:ext cx="435366" cy="84197"/>
          </a:xfrm>
          <a:custGeom>
            <a:avLst/>
            <a:gdLst/>
            <a:ahLst/>
            <a:cxnLst/>
            <a:rect l="0" t="0" r="0" b="0"/>
            <a:pathLst>
              <a:path w="435366" h="84197">
                <a:moveTo>
                  <a:pt x="0" y="84197"/>
                </a:moveTo>
                <a:lnTo>
                  <a:pt x="21728" y="76151"/>
                </a:lnTo>
                <a:lnTo>
                  <a:pt x="46103" y="68293"/>
                </a:lnTo>
                <a:lnTo>
                  <a:pt x="73123" y="60622"/>
                </a:lnTo>
                <a:lnTo>
                  <a:pt x="102789" y="53138"/>
                </a:lnTo>
                <a:lnTo>
                  <a:pt x="135101" y="45841"/>
                </a:lnTo>
                <a:lnTo>
                  <a:pt x="170058" y="38731"/>
                </a:lnTo>
                <a:lnTo>
                  <a:pt x="207662" y="31808"/>
                </a:lnTo>
                <a:lnTo>
                  <a:pt x="247911" y="25072"/>
                </a:lnTo>
                <a:lnTo>
                  <a:pt x="290806" y="18524"/>
                </a:lnTo>
                <a:lnTo>
                  <a:pt x="336347" y="12162"/>
                </a:lnTo>
                <a:lnTo>
                  <a:pt x="384534" y="5987"/>
                </a:lnTo>
                <a:lnTo>
                  <a:pt x="435366" y="0"/>
                </a:lnTo>
              </a:path>
            </a:pathLst>
          </a:custGeom>
          <a:noFill/>
          <a:ln w="4953">
            <a:solidFill>
              <a:srgbClr val="457CE8">
                <a:alpha val="12000"/>
              </a:srgbClr>
            </a:solidFill>
            <a:prstDash val="solid"/>
          </a:ln>
        </p:spPr>
      </p:sp>
      <p:sp>
        <p:nvSpPr>
          <p:cNvPr id="18" name="knowledge-long-edge">
            <a:extLst>
              <a:ext uri="{FF2B5EF4-FFF2-40B4-BE49-F238E27FC236}">
                <a16:creationId xmlns:a16="http://schemas.microsoft.com/office/drawing/2014/main" id="{6509EA39-0BAA-4774-A955-2A1E7E3128B8}"/>
              </a:ext>
            </a:extLst>
          </p:cNvPr>
          <p:cNvSpPr>
            <a:spLocks noGrp="1"/>
          </p:cNvSpPr>
          <p:nvPr/>
        </p:nvSpPr>
        <p:spPr>
          <a:xfrm>
            <a:off x="85192" y="5749195"/>
            <a:ext cx="846800" cy="338302"/>
          </a:xfrm>
          <a:custGeom>
            <a:avLst/>
            <a:gdLst/>
            <a:ahLst/>
            <a:cxnLst/>
            <a:rect l="0" t="0" r="0" b="0"/>
            <a:pathLst>
              <a:path w="846800" h="338302">
                <a:moveTo>
                  <a:pt x="0" y="215095"/>
                </a:moveTo>
                <a:lnTo>
                  <a:pt x="52925" y="158748"/>
                </a:lnTo>
                <a:lnTo>
                  <a:pt x="105850" y="110941"/>
                </a:lnTo>
                <a:lnTo>
                  <a:pt x="158775" y="71674"/>
                </a:lnTo>
                <a:lnTo>
                  <a:pt x="211700" y="40946"/>
                </a:lnTo>
                <a:lnTo>
                  <a:pt x="264625" y="18758"/>
                </a:lnTo>
                <a:lnTo>
                  <a:pt x="317550" y="5109"/>
                </a:lnTo>
                <a:lnTo>
                  <a:pt x="370475" y="0"/>
                </a:lnTo>
                <a:lnTo>
                  <a:pt x="423400" y="3431"/>
                </a:lnTo>
                <a:lnTo>
                  <a:pt x="476325" y="15401"/>
                </a:lnTo>
                <a:lnTo>
                  <a:pt x="529250" y="35911"/>
                </a:lnTo>
                <a:lnTo>
                  <a:pt x="582175" y="64960"/>
                </a:lnTo>
                <a:lnTo>
                  <a:pt x="635100" y="102549"/>
                </a:lnTo>
                <a:lnTo>
                  <a:pt x="688025" y="148678"/>
                </a:lnTo>
                <a:lnTo>
                  <a:pt x="740950" y="203346"/>
                </a:lnTo>
                <a:lnTo>
                  <a:pt x="793875" y="266554"/>
                </a:lnTo>
                <a:lnTo>
                  <a:pt x="846800" y="338302"/>
                </a:lnTo>
              </a:path>
            </a:pathLst>
          </a:custGeom>
          <a:noFill/>
          <a:ln w="4286">
            <a:solidFill>
              <a:srgbClr val="457CE8">
                <a:alpha val="9000"/>
              </a:srgbClr>
            </a:solidFill>
            <a:prstDash val="solid"/>
          </a:ln>
        </p:spPr>
      </p:sp>
      <p:sp>
        <p:nvSpPr>
          <p:cNvPr id="19" name="knowledge-edge">
            <a:extLst>
              <a:ext uri="{FF2B5EF4-FFF2-40B4-BE49-F238E27FC236}">
                <a16:creationId xmlns:a16="http://schemas.microsoft.com/office/drawing/2014/main" id="{6F0BD133-856D-4DBC-AFF5-E256D51D9166}"/>
              </a:ext>
            </a:extLst>
          </p:cNvPr>
          <p:cNvSpPr>
            <a:spLocks noGrp="1"/>
          </p:cNvSpPr>
          <p:nvPr/>
        </p:nvSpPr>
        <p:spPr>
          <a:xfrm>
            <a:off x="-36091" y="6020196"/>
            <a:ext cx="570863" cy="134003"/>
          </a:xfrm>
          <a:custGeom>
            <a:avLst/>
            <a:gdLst/>
            <a:ahLst/>
            <a:cxnLst/>
            <a:rect l="0" t="0" r="0" b="0"/>
            <a:pathLst>
              <a:path w="570863" h="134003">
                <a:moveTo>
                  <a:pt x="0" y="0"/>
                </a:moveTo>
                <a:lnTo>
                  <a:pt x="40776" y="10202"/>
                </a:lnTo>
                <a:lnTo>
                  <a:pt x="81552" y="20307"/>
                </a:lnTo>
                <a:lnTo>
                  <a:pt x="122328" y="30315"/>
                </a:lnTo>
                <a:lnTo>
                  <a:pt x="163104" y="40226"/>
                </a:lnTo>
                <a:lnTo>
                  <a:pt x="203880" y="50040"/>
                </a:lnTo>
                <a:lnTo>
                  <a:pt x="244656" y="59757"/>
                </a:lnTo>
                <a:lnTo>
                  <a:pt x="285432" y="69378"/>
                </a:lnTo>
                <a:lnTo>
                  <a:pt x="326208" y="78901"/>
                </a:lnTo>
                <a:lnTo>
                  <a:pt x="366984" y="88327"/>
                </a:lnTo>
                <a:lnTo>
                  <a:pt x="407760" y="97656"/>
                </a:lnTo>
                <a:lnTo>
                  <a:pt x="448535" y="106888"/>
                </a:lnTo>
                <a:lnTo>
                  <a:pt x="489311" y="116023"/>
                </a:lnTo>
                <a:lnTo>
                  <a:pt x="530087" y="125062"/>
                </a:lnTo>
                <a:lnTo>
                  <a:pt x="570863" y="134003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0" name="knowledge-cross-edge">
            <a:extLst>
              <a:ext uri="{FF2B5EF4-FFF2-40B4-BE49-F238E27FC236}">
                <a16:creationId xmlns:a16="http://schemas.microsoft.com/office/drawing/2014/main" id="{1249E0F4-18E9-419F-BB0C-828CC905D3FA}"/>
              </a:ext>
            </a:extLst>
          </p:cNvPr>
          <p:cNvSpPr>
            <a:spLocks noGrp="1"/>
          </p:cNvSpPr>
          <p:nvPr/>
        </p:nvSpPr>
        <p:spPr>
          <a:xfrm>
            <a:off x="-36091" y="6020196"/>
            <a:ext cx="532666" cy="42032"/>
          </a:xfrm>
          <a:custGeom>
            <a:avLst/>
            <a:gdLst/>
            <a:ahLst/>
            <a:cxnLst/>
            <a:rect l="0" t="0" r="0" b="0"/>
            <a:pathLst>
              <a:path w="532666" h="42032">
                <a:moveTo>
                  <a:pt x="0" y="0"/>
                </a:moveTo>
                <a:lnTo>
                  <a:pt x="58941" y="9670"/>
                </a:lnTo>
                <a:lnTo>
                  <a:pt x="115236" y="18078"/>
                </a:lnTo>
                <a:lnTo>
                  <a:pt x="168885" y="25224"/>
                </a:lnTo>
                <a:lnTo>
                  <a:pt x="219889" y="31109"/>
                </a:lnTo>
                <a:lnTo>
                  <a:pt x="268246" y="35732"/>
                </a:lnTo>
                <a:lnTo>
                  <a:pt x="313958" y="39094"/>
                </a:lnTo>
                <a:lnTo>
                  <a:pt x="357024" y="41194"/>
                </a:lnTo>
                <a:lnTo>
                  <a:pt x="397444" y="42032"/>
                </a:lnTo>
                <a:lnTo>
                  <a:pt x="435218" y="41608"/>
                </a:lnTo>
                <a:lnTo>
                  <a:pt x="470347" y="39923"/>
                </a:lnTo>
                <a:lnTo>
                  <a:pt x="502829" y="36977"/>
                </a:lnTo>
                <a:lnTo>
                  <a:pt x="532666" y="32768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21" name="knowledge-edge">
            <a:extLst>
              <a:ext uri="{FF2B5EF4-FFF2-40B4-BE49-F238E27FC236}">
                <a16:creationId xmlns:a16="http://schemas.microsoft.com/office/drawing/2014/main" id="{CACEF9CE-C4FA-448B-B05E-5D470B8AE6AC}"/>
              </a:ext>
            </a:extLst>
          </p:cNvPr>
          <p:cNvSpPr>
            <a:spLocks noGrp="1"/>
          </p:cNvSpPr>
          <p:nvPr/>
        </p:nvSpPr>
        <p:spPr>
          <a:xfrm>
            <a:off x="196291" y="6052965"/>
            <a:ext cx="300285" cy="50915"/>
          </a:xfrm>
          <a:custGeom>
            <a:avLst/>
            <a:gdLst/>
            <a:ahLst/>
            <a:cxnLst/>
            <a:rect l="0" t="0" r="0" b="0"/>
            <a:pathLst>
              <a:path w="300285" h="50915">
                <a:moveTo>
                  <a:pt x="0" y="22642"/>
                </a:moveTo>
                <a:lnTo>
                  <a:pt x="21449" y="31310"/>
                </a:lnTo>
                <a:lnTo>
                  <a:pt x="42898" y="38396"/>
                </a:lnTo>
                <a:lnTo>
                  <a:pt x="64347" y="43899"/>
                </a:lnTo>
                <a:lnTo>
                  <a:pt x="85796" y="47820"/>
                </a:lnTo>
                <a:lnTo>
                  <a:pt x="107244" y="50159"/>
                </a:lnTo>
                <a:lnTo>
                  <a:pt x="128693" y="50915"/>
                </a:lnTo>
                <a:lnTo>
                  <a:pt x="150142" y="50089"/>
                </a:lnTo>
                <a:lnTo>
                  <a:pt x="171591" y="47681"/>
                </a:lnTo>
                <a:lnTo>
                  <a:pt x="193040" y="43690"/>
                </a:lnTo>
                <a:lnTo>
                  <a:pt x="214489" y="38117"/>
                </a:lnTo>
                <a:lnTo>
                  <a:pt x="235938" y="30961"/>
                </a:lnTo>
                <a:lnTo>
                  <a:pt x="257387" y="22223"/>
                </a:lnTo>
                <a:lnTo>
                  <a:pt x="278836" y="11903"/>
                </a:lnTo>
                <a:lnTo>
                  <a:pt x="300285" y="0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2" name="knowledge-edge">
            <a:extLst>
              <a:ext uri="{FF2B5EF4-FFF2-40B4-BE49-F238E27FC236}">
                <a16:creationId xmlns:a16="http://schemas.microsoft.com/office/drawing/2014/main" id="{65F505B7-44C8-4EF4-A2BB-E6FE43F0F989}"/>
              </a:ext>
            </a:extLst>
          </p:cNvPr>
          <p:cNvSpPr>
            <a:spLocks noGrp="1"/>
          </p:cNvSpPr>
          <p:nvPr/>
        </p:nvSpPr>
        <p:spPr>
          <a:xfrm>
            <a:off x="120680" y="6154079"/>
            <a:ext cx="377791" cy="122485"/>
          </a:xfrm>
          <a:custGeom>
            <a:avLst/>
            <a:gdLst/>
            <a:ahLst/>
            <a:cxnLst/>
            <a:rect l="0" t="0" r="0" b="0"/>
            <a:pathLst>
              <a:path w="377791" h="122485">
                <a:moveTo>
                  <a:pt x="0" y="88839"/>
                </a:moveTo>
                <a:lnTo>
                  <a:pt x="26985" y="101379"/>
                </a:lnTo>
                <a:lnTo>
                  <a:pt x="53970" y="111014"/>
                </a:lnTo>
                <a:lnTo>
                  <a:pt x="80955" y="117743"/>
                </a:lnTo>
                <a:lnTo>
                  <a:pt x="107940" y="121566"/>
                </a:lnTo>
                <a:lnTo>
                  <a:pt x="134926" y="122485"/>
                </a:lnTo>
                <a:lnTo>
                  <a:pt x="161911" y="120497"/>
                </a:lnTo>
                <a:lnTo>
                  <a:pt x="188896" y="115604"/>
                </a:lnTo>
                <a:lnTo>
                  <a:pt x="215881" y="107806"/>
                </a:lnTo>
                <a:lnTo>
                  <a:pt x="242866" y="97102"/>
                </a:lnTo>
                <a:lnTo>
                  <a:pt x="269851" y="83493"/>
                </a:lnTo>
                <a:lnTo>
                  <a:pt x="296836" y="66978"/>
                </a:lnTo>
                <a:lnTo>
                  <a:pt x="323821" y="47557"/>
                </a:lnTo>
                <a:lnTo>
                  <a:pt x="350806" y="25231"/>
                </a:lnTo>
                <a:lnTo>
                  <a:pt x="377791" y="0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3" name="knowledge-cross-edge">
            <a:extLst>
              <a:ext uri="{FF2B5EF4-FFF2-40B4-BE49-F238E27FC236}">
                <a16:creationId xmlns:a16="http://schemas.microsoft.com/office/drawing/2014/main" id="{4E0B4321-1EDF-4EB7-A229-0457A373E072}"/>
              </a:ext>
            </a:extLst>
          </p:cNvPr>
          <p:cNvSpPr>
            <a:spLocks noGrp="1"/>
          </p:cNvSpPr>
          <p:nvPr/>
        </p:nvSpPr>
        <p:spPr>
          <a:xfrm>
            <a:off x="120680" y="6242918"/>
            <a:ext cx="242215" cy="335796"/>
          </a:xfrm>
          <a:custGeom>
            <a:avLst/>
            <a:gdLst/>
            <a:ahLst/>
            <a:cxnLst/>
            <a:rect l="0" t="0" r="0" b="0"/>
            <a:pathLst>
              <a:path w="242215" h="335796">
                <a:moveTo>
                  <a:pt x="0" y="0"/>
                </a:moveTo>
                <a:lnTo>
                  <a:pt x="34737" y="6854"/>
                </a:lnTo>
                <a:lnTo>
                  <a:pt x="66828" y="17549"/>
                </a:lnTo>
                <a:lnTo>
                  <a:pt x="96273" y="32086"/>
                </a:lnTo>
                <a:lnTo>
                  <a:pt x="123072" y="50464"/>
                </a:lnTo>
                <a:lnTo>
                  <a:pt x="147225" y="72685"/>
                </a:lnTo>
                <a:lnTo>
                  <a:pt x="168733" y="98747"/>
                </a:lnTo>
                <a:lnTo>
                  <a:pt x="187594" y="128651"/>
                </a:lnTo>
                <a:lnTo>
                  <a:pt x="203810" y="162397"/>
                </a:lnTo>
                <a:lnTo>
                  <a:pt x="217380" y="199984"/>
                </a:lnTo>
                <a:lnTo>
                  <a:pt x="228304" y="241413"/>
                </a:lnTo>
                <a:lnTo>
                  <a:pt x="236583" y="286684"/>
                </a:lnTo>
                <a:lnTo>
                  <a:pt x="242215" y="335796"/>
                </a:lnTo>
              </a:path>
            </a:pathLst>
          </a:custGeom>
          <a:noFill/>
          <a:ln w="5334">
            <a:solidFill>
              <a:srgbClr val="457CE8">
                <a:alpha val="13000"/>
              </a:srgbClr>
            </a:solidFill>
            <a:prstDash val="solid"/>
          </a:ln>
        </p:spPr>
      </p:sp>
      <p:sp>
        <p:nvSpPr>
          <p:cNvPr id="24" name="knowledge-edge">
            <a:extLst>
              <a:ext uri="{FF2B5EF4-FFF2-40B4-BE49-F238E27FC236}">
                <a16:creationId xmlns:a16="http://schemas.microsoft.com/office/drawing/2014/main" id="{26F133F4-DF21-4B78-B539-DBCC6B27332B}"/>
              </a:ext>
            </a:extLst>
          </p:cNvPr>
          <p:cNvSpPr>
            <a:spLocks noGrp="1"/>
          </p:cNvSpPr>
          <p:nvPr/>
        </p:nvSpPr>
        <p:spPr>
          <a:xfrm>
            <a:off x="214153" y="6341404"/>
            <a:ext cx="148742" cy="237311"/>
          </a:xfrm>
          <a:custGeom>
            <a:avLst/>
            <a:gdLst/>
            <a:ahLst/>
            <a:cxnLst/>
            <a:rect l="0" t="0" r="0" b="0"/>
            <a:pathLst>
              <a:path w="148742" h="237311">
                <a:moveTo>
                  <a:pt x="0" y="3141"/>
                </a:moveTo>
                <a:lnTo>
                  <a:pt x="10624" y="46"/>
                </a:lnTo>
                <a:lnTo>
                  <a:pt x="21249" y="0"/>
                </a:lnTo>
                <a:lnTo>
                  <a:pt x="31873" y="3004"/>
                </a:lnTo>
                <a:lnTo>
                  <a:pt x="42498" y="9057"/>
                </a:lnTo>
                <a:lnTo>
                  <a:pt x="53122" y="18159"/>
                </a:lnTo>
                <a:lnTo>
                  <a:pt x="63746" y="30312"/>
                </a:lnTo>
                <a:lnTo>
                  <a:pt x="74371" y="45513"/>
                </a:lnTo>
                <a:lnTo>
                  <a:pt x="84995" y="63764"/>
                </a:lnTo>
                <a:lnTo>
                  <a:pt x="95620" y="85065"/>
                </a:lnTo>
                <a:lnTo>
                  <a:pt x="106244" y="109415"/>
                </a:lnTo>
                <a:lnTo>
                  <a:pt x="116869" y="136815"/>
                </a:lnTo>
                <a:lnTo>
                  <a:pt x="127493" y="167264"/>
                </a:lnTo>
                <a:lnTo>
                  <a:pt x="138117" y="200763"/>
                </a:lnTo>
                <a:lnTo>
                  <a:pt x="148742" y="237311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5" name="knowledge-long-edge">
            <a:extLst>
              <a:ext uri="{FF2B5EF4-FFF2-40B4-BE49-F238E27FC236}">
                <a16:creationId xmlns:a16="http://schemas.microsoft.com/office/drawing/2014/main" id="{36388FB5-3826-40DE-82BA-C4423F7E6EFE}"/>
              </a:ext>
            </a:extLst>
          </p:cNvPr>
          <p:cNvSpPr>
            <a:spLocks noGrp="1"/>
          </p:cNvSpPr>
          <p:nvPr/>
        </p:nvSpPr>
        <p:spPr>
          <a:xfrm>
            <a:off x="214153" y="6129035"/>
            <a:ext cx="663501" cy="286837"/>
          </a:xfrm>
          <a:custGeom>
            <a:avLst/>
            <a:gdLst/>
            <a:ahLst/>
            <a:cxnLst/>
            <a:rect l="0" t="0" r="0" b="0"/>
            <a:pathLst>
              <a:path w="663501" h="286837">
                <a:moveTo>
                  <a:pt x="0" y="215510"/>
                </a:moveTo>
                <a:lnTo>
                  <a:pt x="41469" y="161226"/>
                </a:lnTo>
                <a:lnTo>
                  <a:pt x="82938" y="114774"/>
                </a:lnTo>
                <a:lnTo>
                  <a:pt x="124407" y="76155"/>
                </a:lnTo>
                <a:lnTo>
                  <a:pt x="165875" y="45368"/>
                </a:lnTo>
                <a:lnTo>
                  <a:pt x="207344" y="22413"/>
                </a:lnTo>
                <a:lnTo>
                  <a:pt x="248813" y="7290"/>
                </a:lnTo>
                <a:lnTo>
                  <a:pt x="290282" y="0"/>
                </a:lnTo>
                <a:lnTo>
                  <a:pt x="331751" y="542"/>
                </a:lnTo>
                <a:lnTo>
                  <a:pt x="373220" y="8916"/>
                </a:lnTo>
                <a:lnTo>
                  <a:pt x="414688" y="25122"/>
                </a:lnTo>
                <a:lnTo>
                  <a:pt x="456157" y="49161"/>
                </a:lnTo>
                <a:lnTo>
                  <a:pt x="497626" y="81032"/>
                </a:lnTo>
                <a:lnTo>
                  <a:pt x="539095" y="120735"/>
                </a:lnTo>
                <a:lnTo>
                  <a:pt x="580564" y="168270"/>
                </a:lnTo>
                <a:lnTo>
                  <a:pt x="622033" y="223637"/>
                </a:lnTo>
                <a:lnTo>
                  <a:pt x="663501" y="286837"/>
                </a:lnTo>
              </a:path>
            </a:pathLst>
          </a:custGeom>
          <a:noFill/>
          <a:ln w="4286">
            <a:solidFill>
              <a:srgbClr val="457CE8">
                <a:alpha val="9000"/>
              </a:srgbClr>
            </a:solidFill>
            <a:prstDash val="solid"/>
          </a:ln>
        </p:spPr>
      </p:sp>
      <p:sp>
        <p:nvSpPr>
          <p:cNvPr id="26" name="knowledge-edge">
            <a:extLst>
              <a:ext uri="{FF2B5EF4-FFF2-40B4-BE49-F238E27FC236}">
                <a16:creationId xmlns:a16="http://schemas.microsoft.com/office/drawing/2014/main" id="{3D914D3C-2CA6-4747-B8EC-4AD146BF4F31}"/>
              </a:ext>
            </a:extLst>
          </p:cNvPr>
          <p:cNvSpPr>
            <a:spLocks noGrp="1"/>
          </p:cNvSpPr>
          <p:nvPr/>
        </p:nvSpPr>
        <p:spPr>
          <a:xfrm>
            <a:off x="-77959" y="6766224"/>
            <a:ext cx="617094" cy="52833"/>
          </a:xfrm>
          <a:custGeom>
            <a:avLst/>
            <a:gdLst/>
            <a:ahLst/>
            <a:cxnLst/>
            <a:rect l="0" t="0" r="0" b="0"/>
            <a:pathLst>
              <a:path w="617094" h="52833">
                <a:moveTo>
                  <a:pt x="0" y="2297"/>
                </a:moveTo>
                <a:lnTo>
                  <a:pt x="44078" y="15845"/>
                </a:lnTo>
                <a:lnTo>
                  <a:pt x="88156" y="27283"/>
                </a:lnTo>
                <a:lnTo>
                  <a:pt x="132234" y="36612"/>
                </a:lnTo>
                <a:lnTo>
                  <a:pt x="176312" y="43832"/>
                </a:lnTo>
                <a:lnTo>
                  <a:pt x="220391" y="48942"/>
                </a:lnTo>
                <a:lnTo>
                  <a:pt x="264469" y="51942"/>
                </a:lnTo>
                <a:lnTo>
                  <a:pt x="308547" y="52833"/>
                </a:lnTo>
                <a:lnTo>
                  <a:pt x="352625" y="51614"/>
                </a:lnTo>
                <a:lnTo>
                  <a:pt x="396703" y="48285"/>
                </a:lnTo>
                <a:lnTo>
                  <a:pt x="440781" y="42847"/>
                </a:lnTo>
                <a:lnTo>
                  <a:pt x="484859" y="35300"/>
                </a:lnTo>
                <a:lnTo>
                  <a:pt x="528937" y="25643"/>
                </a:lnTo>
                <a:lnTo>
                  <a:pt x="573015" y="13876"/>
                </a:lnTo>
                <a:lnTo>
                  <a:pt x="617094" y="0"/>
                </a:lnTo>
              </a:path>
            </a:pathLst>
          </a:custGeom>
          <a:noFill/>
          <a:ln w="6477">
            <a:solidFill>
              <a:srgbClr val="457CE8">
                <a:alpha val="17000"/>
              </a:srgbClr>
            </a:solidFill>
            <a:prstDash val="solid"/>
          </a:ln>
        </p:spPr>
      </p:sp>
      <p:sp>
        <p:nvSpPr>
          <p:cNvPr id="27" name="knowledge-long-edge">
            <a:extLst>
              <a:ext uri="{FF2B5EF4-FFF2-40B4-BE49-F238E27FC236}">
                <a16:creationId xmlns:a16="http://schemas.microsoft.com/office/drawing/2014/main" id="{46E3E869-665C-42A6-953B-936DA610FBB0}"/>
              </a:ext>
            </a:extLst>
          </p:cNvPr>
          <p:cNvSpPr>
            <a:spLocks noGrp="1"/>
          </p:cNvSpPr>
          <p:nvPr/>
        </p:nvSpPr>
        <p:spPr>
          <a:xfrm>
            <a:off x="-77959" y="6490957"/>
            <a:ext cx="824018" cy="427784"/>
          </a:xfrm>
          <a:custGeom>
            <a:avLst/>
            <a:gdLst/>
            <a:ahLst/>
            <a:cxnLst/>
            <a:rect l="0" t="0" r="0" b="0"/>
            <a:pathLst>
              <a:path w="824018" h="427784">
                <a:moveTo>
                  <a:pt x="0" y="277564"/>
                </a:moveTo>
                <a:lnTo>
                  <a:pt x="51501" y="205218"/>
                </a:lnTo>
                <a:lnTo>
                  <a:pt x="103002" y="143771"/>
                </a:lnTo>
                <a:lnTo>
                  <a:pt x="154503" y="93220"/>
                </a:lnTo>
                <a:lnTo>
                  <a:pt x="206004" y="53568"/>
                </a:lnTo>
                <a:lnTo>
                  <a:pt x="257505" y="24814"/>
                </a:lnTo>
                <a:lnTo>
                  <a:pt x="309007" y="6958"/>
                </a:lnTo>
                <a:lnTo>
                  <a:pt x="360508" y="0"/>
                </a:lnTo>
                <a:lnTo>
                  <a:pt x="412009" y="3940"/>
                </a:lnTo>
                <a:lnTo>
                  <a:pt x="463510" y="18777"/>
                </a:lnTo>
                <a:lnTo>
                  <a:pt x="515011" y="44513"/>
                </a:lnTo>
                <a:lnTo>
                  <a:pt x="566512" y="81147"/>
                </a:lnTo>
                <a:lnTo>
                  <a:pt x="618013" y="128678"/>
                </a:lnTo>
                <a:lnTo>
                  <a:pt x="669514" y="187108"/>
                </a:lnTo>
                <a:lnTo>
                  <a:pt x="721015" y="256435"/>
                </a:lnTo>
                <a:lnTo>
                  <a:pt x="772516" y="336661"/>
                </a:lnTo>
                <a:lnTo>
                  <a:pt x="824018" y="427784"/>
                </a:lnTo>
              </a:path>
            </a:pathLst>
          </a:custGeom>
          <a:noFill/>
          <a:ln w="4286">
            <a:solidFill>
              <a:srgbClr val="457CE8">
                <a:alpha val="9000"/>
              </a:srgbClr>
            </a:solidFill>
            <a:prstDash val="solid"/>
          </a:ln>
        </p:spPr>
      </p:sp>
      <p:sp>
        <p:nvSpPr>
          <p:cNvPr id="28" name="knowledge-edge">
            <a:extLst>
              <a:ext uri="{FF2B5EF4-FFF2-40B4-BE49-F238E27FC236}">
                <a16:creationId xmlns:a16="http://schemas.microsoft.com/office/drawing/2014/main" id="{CBB11136-79D8-4FE6-8D20-9E3D005FC7CB}"/>
              </a:ext>
            </a:extLst>
          </p:cNvPr>
          <p:cNvSpPr>
            <a:spLocks noGrp="1"/>
          </p:cNvSpPr>
          <p:nvPr/>
        </p:nvSpPr>
        <p:spPr>
          <a:xfrm>
            <a:off x="520558" y="5831134"/>
            <a:ext cx="368225" cy="48960"/>
          </a:xfrm>
          <a:custGeom>
            <a:avLst/>
            <a:gdLst/>
            <a:ahLst/>
            <a:cxnLst/>
            <a:rect l="0" t="0" r="0" b="0"/>
            <a:pathLst>
              <a:path w="368225" h="48960">
                <a:moveTo>
                  <a:pt x="0" y="48960"/>
                </a:moveTo>
                <a:lnTo>
                  <a:pt x="26302" y="38032"/>
                </a:lnTo>
                <a:lnTo>
                  <a:pt x="52604" y="28479"/>
                </a:lnTo>
                <a:lnTo>
                  <a:pt x="78905" y="20298"/>
                </a:lnTo>
                <a:lnTo>
                  <a:pt x="105207" y="13492"/>
                </a:lnTo>
                <a:lnTo>
                  <a:pt x="131509" y="8058"/>
                </a:lnTo>
                <a:lnTo>
                  <a:pt x="157811" y="3999"/>
                </a:lnTo>
                <a:lnTo>
                  <a:pt x="184112" y="1313"/>
                </a:lnTo>
                <a:lnTo>
                  <a:pt x="210414" y="0"/>
                </a:lnTo>
                <a:lnTo>
                  <a:pt x="236716" y="61"/>
                </a:lnTo>
                <a:lnTo>
                  <a:pt x="263018" y="1495"/>
                </a:lnTo>
                <a:lnTo>
                  <a:pt x="289319" y="4304"/>
                </a:lnTo>
                <a:lnTo>
                  <a:pt x="315621" y="8485"/>
                </a:lnTo>
                <a:lnTo>
                  <a:pt x="341923" y="14040"/>
                </a:lnTo>
                <a:lnTo>
                  <a:pt x="368225" y="20969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29" name="knowledge-cross-edge">
            <a:extLst>
              <a:ext uri="{FF2B5EF4-FFF2-40B4-BE49-F238E27FC236}">
                <a16:creationId xmlns:a16="http://schemas.microsoft.com/office/drawing/2014/main" id="{6EAC9D59-83C6-4CDA-A1CA-3C769DAE1C1C}"/>
              </a:ext>
            </a:extLst>
          </p:cNvPr>
          <p:cNvSpPr>
            <a:spLocks noGrp="1"/>
          </p:cNvSpPr>
          <p:nvPr/>
        </p:nvSpPr>
        <p:spPr>
          <a:xfrm>
            <a:off x="520558" y="5834487"/>
            <a:ext cx="439135" cy="189314"/>
          </a:xfrm>
          <a:custGeom>
            <a:avLst/>
            <a:gdLst/>
            <a:ahLst/>
            <a:cxnLst/>
            <a:rect l="0" t="0" r="0" b="0"/>
            <a:pathLst>
              <a:path w="439135" h="189314">
                <a:moveTo>
                  <a:pt x="0" y="45606"/>
                </a:moveTo>
                <a:lnTo>
                  <a:pt x="51147" y="25438"/>
                </a:lnTo>
                <a:lnTo>
                  <a:pt x="99647" y="11115"/>
                </a:lnTo>
                <a:lnTo>
                  <a:pt x="145502" y="2635"/>
                </a:lnTo>
                <a:lnTo>
                  <a:pt x="188712" y="0"/>
                </a:lnTo>
                <a:lnTo>
                  <a:pt x="229275" y="3209"/>
                </a:lnTo>
                <a:lnTo>
                  <a:pt x="267192" y="12263"/>
                </a:lnTo>
                <a:lnTo>
                  <a:pt x="302464" y="27160"/>
                </a:lnTo>
                <a:lnTo>
                  <a:pt x="335090" y="47903"/>
                </a:lnTo>
                <a:lnTo>
                  <a:pt x="365070" y="74489"/>
                </a:lnTo>
                <a:lnTo>
                  <a:pt x="392404" y="106920"/>
                </a:lnTo>
                <a:lnTo>
                  <a:pt x="417092" y="145195"/>
                </a:lnTo>
                <a:lnTo>
                  <a:pt x="439135" y="189314"/>
                </a:lnTo>
              </a:path>
            </a:pathLst>
          </a:custGeom>
          <a:noFill/>
          <a:ln w="5334">
            <a:solidFill>
              <a:srgbClr val="4873DC">
                <a:alpha val="13000"/>
              </a:srgbClr>
            </a:solidFill>
            <a:prstDash val="solid"/>
          </a:ln>
        </p:spPr>
      </p:sp>
      <p:sp>
        <p:nvSpPr>
          <p:cNvPr id="30" name="knowledge-edge">
            <a:extLst>
              <a:ext uri="{FF2B5EF4-FFF2-40B4-BE49-F238E27FC236}">
                <a16:creationId xmlns:a16="http://schemas.microsoft.com/office/drawing/2014/main" id="{D9ADF238-F77B-4A8C-8549-C5A9B9BFE838}"/>
              </a:ext>
            </a:extLst>
          </p:cNvPr>
          <p:cNvSpPr>
            <a:spLocks noGrp="1"/>
          </p:cNvSpPr>
          <p:nvPr/>
        </p:nvSpPr>
        <p:spPr>
          <a:xfrm>
            <a:off x="469415" y="6023801"/>
            <a:ext cx="490278" cy="132016"/>
          </a:xfrm>
          <a:custGeom>
            <a:avLst/>
            <a:gdLst/>
            <a:ahLst/>
            <a:cxnLst/>
            <a:rect l="0" t="0" r="0" b="0"/>
            <a:pathLst>
              <a:path w="490278" h="132016">
                <a:moveTo>
                  <a:pt x="0" y="107742"/>
                </a:moveTo>
                <a:lnTo>
                  <a:pt x="35020" y="117939"/>
                </a:lnTo>
                <a:lnTo>
                  <a:pt x="70040" y="125384"/>
                </a:lnTo>
                <a:lnTo>
                  <a:pt x="105060" y="130076"/>
                </a:lnTo>
                <a:lnTo>
                  <a:pt x="140079" y="132016"/>
                </a:lnTo>
                <a:lnTo>
                  <a:pt x="175099" y="131202"/>
                </a:lnTo>
                <a:lnTo>
                  <a:pt x="210119" y="127635"/>
                </a:lnTo>
                <a:lnTo>
                  <a:pt x="245139" y="121316"/>
                </a:lnTo>
                <a:lnTo>
                  <a:pt x="280159" y="112244"/>
                </a:lnTo>
                <a:lnTo>
                  <a:pt x="315179" y="100419"/>
                </a:lnTo>
                <a:lnTo>
                  <a:pt x="350198" y="85841"/>
                </a:lnTo>
                <a:lnTo>
                  <a:pt x="385218" y="68510"/>
                </a:lnTo>
                <a:lnTo>
                  <a:pt x="420238" y="48426"/>
                </a:lnTo>
                <a:lnTo>
                  <a:pt x="455258" y="25589"/>
                </a:lnTo>
                <a:lnTo>
                  <a:pt x="490278" y="0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1" name="knowledge-edge">
            <a:extLst>
              <a:ext uri="{FF2B5EF4-FFF2-40B4-BE49-F238E27FC236}">
                <a16:creationId xmlns:a16="http://schemas.microsoft.com/office/drawing/2014/main" id="{9D90264D-F1CF-4117-B046-14D9AAFC9C50}"/>
              </a:ext>
            </a:extLst>
          </p:cNvPr>
          <p:cNvSpPr>
            <a:spLocks noGrp="1"/>
          </p:cNvSpPr>
          <p:nvPr/>
        </p:nvSpPr>
        <p:spPr>
          <a:xfrm>
            <a:off x="534773" y="6087497"/>
            <a:ext cx="397219" cy="68058"/>
          </a:xfrm>
          <a:custGeom>
            <a:avLst/>
            <a:gdLst/>
            <a:ahLst/>
            <a:cxnLst/>
            <a:rect l="0" t="0" r="0" b="0"/>
            <a:pathLst>
              <a:path w="397219" h="68058">
                <a:moveTo>
                  <a:pt x="0" y="66702"/>
                </a:moveTo>
                <a:lnTo>
                  <a:pt x="28373" y="67834"/>
                </a:lnTo>
                <a:lnTo>
                  <a:pt x="56746" y="68058"/>
                </a:lnTo>
                <a:lnTo>
                  <a:pt x="85118" y="67375"/>
                </a:lnTo>
                <a:lnTo>
                  <a:pt x="113491" y="65786"/>
                </a:lnTo>
                <a:lnTo>
                  <a:pt x="141864" y="63289"/>
                </a:lnTo>
                <a:lnTo>
                  <a:pt x="170237" y="59885"/>
                </a:lnTo>
                <a:lnTo>
                  <a:pt x="198610" y="55574"/>
                </a:lnTo>
                <a:lnTo>
                  <a:pt x="226982" y="50356"/>
                </a:lnTo>
                <a:lnTo>
                  <a:pt x="255355" y="44231"/>
                </a:lnTo>
                <a:lnTo>
                  <a:pt x="283728" y="37199"/>
                </a:lnTo>
                <a:lnTo>
                  <a:pt x="312101" y="29260"/>
                </a:lnTo>
                <a:lnTo>
                  <a:pt x="340474" y="20414"/>
                </a:lnTo>
                <a:lnTo>
                  <a:pt x="368846" y="10660"/>
                </a:lnTo>
                <a:lnTo>
                  <a:pt x="397219" y="0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2" name="knowledge-long-edge">
            <a:extLst>
              <a:ext uri="{FF2B5EF4-FFF2-40B4-BE49-F238E27FC236}">
                <a16:creationId xmlns:a16="http://schemas.microsoft.com/office/drawing/2014/main" id="{2C611A8C-2D13-4164-B492-7F7D8CE3FF31}"/>
              </a:ext>
            </a:extLst>
          </p:cNvPr>
          <p:cNvSpPr>
            <a:spLocks noGrp="1"/>
          </p:cNvSpPr>
          <p:nvPr/>
        </p:nvSpPr>
        <p:spPr>
          <a:xfrm>
            <a:off x="534773" y="5912174"/>
            <a:ext cx="832328" cy="370165"/>
          </a:xfrm>
          <a:custGeom>
            <a:avLst/>
            <a:gdLst/>
            <a:ahLst/>
            <a:cxnLst/>
            <a:rect l="0" t="0" r="0" b="0"/>
            <a:pathLst>
              <a:path w="832328" h="370165">
                <a:moveTo>
                  <a:pt x="0" y="242026"/>
                </a:moveTo>
                <a:lnTo>
                  <a:pt x="52020" y="179061"/>
                </a:lnTo>
                <a:lnTo>
                  <a:pt x="104041" y="125560"/>
                </a:lnTo>
                <a:lnTo>
                  <a:pt x="156061" y="81522"/>
                </a:lnTo>
                <a:lnTo>
                  <a:pt x="208082" y="46947"/>
                </a:lnTo>
                <a:lnTo>
                  <a:pt x="260102" y="21835"/>
                </a:lnTo>
                <a:lnTo>
                  <a:pt x="312123" y="6186"/>
                </a:lnTo>
                <a:lnTo>
                  <a:pt x="364143" y="0"/>
                </a:lnTo>
                <a:lnTo>
                  <a:pt x="416164" y="3277"/>
                </a:lnTo>
                <a:lnTo>
                  <a:pt x="468184" y="16017"/>
                </a:lnTo>
                <a:lnTo>
                  <a:pt x="520205" y="38221"/>
                </a:lnTo>
                <a:lnTo>
                  <a:pt x="572225" y="69887"/>
                </a:lnTo>
                <a:lnTo>
                  <a:pt x="624246" y="111017"/>
                </a:lnTo>
                <a:lnTo>
                  <a:pt x="676266" y="161609"/>
                </a:lnTo>
                <a:lnTo>
                  <a:pt x="728287" y="221665"/>
                </a:lnTo>
                <a:lnTo>
                  <a:pt x="780307" y="291183"/>
                </a:lnTo>
                <a:lnTo>
                  <a:pt x="832328" y="370165"/>
                </a:lnTo>
              </a:path>
            </a:pathLst>
          </a:custGeom>
          <a:noFill/>
          <a:ln w="4286">
            <a:solidFill>
              <a:srgbClr val="4873DC">
                <a:alpha val="9000"/>
              </a:srgbClr>
            </a:solidFill>
            <a:prstDash val="solid"/>
          </a:ln>
        </p:spPr>
      </p:sp>
      <p:sp>
        <p:nvSpPr>
          <p:cNvPr id="33" name="knowledge-edge">
            <a:extLst>
              <a:ext uri="{FF2B5EF4-FFF2-40B4-BE49-F238E27FC236}">
                <a16:creationId xmlns:a16="http://schemas.microsoft.com/office/drawing/2014/main" id="{F2742C59-3ABC-442B-A910-4D1251BECDDE}"/>
              </a:ext>
            </a:extLst>
          </p:cNvPr>
          <p:cNvSpPr>
            <a:spLocks noGrp="1"/>
          </p:cNvSpPr>
          <p:nvPr/>
        </p:nvSpPr>
        <p:spPr>
          <a:xfrm>
            <a:off x="496576" y="6050659"/>
            <a:ext cx="447997" cy="133568"/>
          </a:xfrm>
          <a:custGeom>
            <a:avLst/>
            <a:gdLst/>
            <a:ahLst/>
            <a:cxnLst/>
            <a:rect l="0" t="0" r="0" b="0"/>
            <a:pathLst>
              <a:path w="447997" h="133568">
                <a:moveTo>
                  <a:pt x="0" y="2306"/>
                </a:moveTo>
                <a:lnTo>
                  <a:pt x="32000" y="275"/>
                </a:lnTo>
                <a:lnTo>
                  <a:pt x="64000" y="0"/>
                </a:lnTo>
                <a:lnTo>
                  <a:pt x="95999" y="1479"/>
                </a:lnTo>
                <a:lnTo>
                  <a:pt x="127999" y="4714"/>
                </a:lnTo>
                <a:lnTo>
                  <a:pt x="159999" y="9702"/>
                </a:lnTo>
                <a:lnTo>
                  <a:pt x="191999" y="16446"/>
                </a:lnTo>
                <a:lnTo>
                  <a:pt x="223998" y="24945"/>
                </a:lnTo>
                <a:lnTo>
                  <a:pt x="255998" y="35198"/>
                </a:lnTo>
                <a:lnTo>
                  <a:pt x="287998" y="47206"/>
                </a:lnTo>
                <a:lnTo>
                  <a:pt x="319998" y="60969"/>
                </a:lnTo>
                <a:lnTo>
                  <a:pt x="351997" y="76487"/>
                </a:lnTo>
                <a:lnTo>
                  <a:pt x="383997" y="93759"/>
                </a:lnTo>
                <a:lnTo>
                  <a:pt x="415997" y="112786"/>
                </a:lnTo>
                <a:lnTo>
                  <a:pt x="447997" y="133568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4" name="knowledge-edge">
            <a:extLst>
              <a:ext uri="{FF2B5EF4-FFF2-40B4-BE49-F238E27FC236}">
                <a16:creationId xmlns:a16="http://schemas.microsoft.com/office/drawing/2014/main" id="{467F8024-EE4F-4813-9694-185F53C3A5C8}"/>
              </a:ext>
            </a:extLst>
          </p:cNvPr>
          <p:cNvSpPr>
            <a:spLocks noGrp="1"/>
          </p:cNvSpPr>
          <p:nvPr/>
        </p:nvSpPr>
        <p:spPr>
          <a:xfrm>
            <a:off x="498472" y="6154079"/>
            <a:ext cx="379183" cy="261793"/>
          </a:xfrm>
          <a:custGeom>
            <a:avLst/>
            <a:gdLst/>
            <a:ahLst/>
            <a:cxnLst/>
            <a:rect l="0" t="0" r="0" b="0"/>
            <a:pathLst>
              <a:path w="379183" h="261793">
                <a:moveTo>
                  <a:pt x="0" y="0"/>
                </a:moveTo>
                <a:lnTo>
                  <a:pt x="27085" y="26765"/>
                </a:lnTo>
                <a:lnTo>
                  <a:pt x="54169" y="52289"/>
                </a:lnTo>
                <a:lnTo>
                  <a:pt x="81254" y="76572"/>
                </a:lnTo>
                <a:lnTo>
                  <a:pt x="108338" y="99614"/>
                </a:lnTo>
                <a:lnTo>
                  <a:pt x="135423" y="121415"/>
                </a:lnTo>
                <a:lnTo>
                  <a:pt x="162507" y="141976"/>
                </a:lnTo>
                <a:lnTo>
                  <a:pt x="189592" y="161296"/>
                </a:lnTo>
                <a:lnTo>
                  <a:pt x="216676" y="179375"/>
                </a:lnTo>
                <a:lnTo>
                  <a:pt x="243761" y="196213"/>
                </a:lnTo>
                <a:lnTo>
                  <a:pt x="270845" y="211811"/>
                </a:lnTo>
                <a:lnTo>
                  <a:pt x="297930" y="226168"/>
                </a:lnTo>
                <a:lnTo>
                  <a:pt x="325014" y="239284"/>
                </a:lnTo>
                <a:lnTo>
                  <a:pt x="352099" y="251159"/>
                </a:lnTo>
                <a:lnTo>
                  <a:pt x="379183" y="261793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5" name="knowledge-cross-edge">
            <a:extLst>
              <a:ext uri="{FF2B5EF4-FFF2-40B4-BE49-F238E27FC236}">
                <a16:creationId xmlns:a16="http://schemas.microsoft.com/office/drawing/2014/main" id="{99DB6BAB-4303-42C9-AF84-7DC83D08D5BC}"/>
              </a:ext>
            </a:extLst>
          </p:cNvPr>
          <p:cNvSpPr>
            <a:spLocks noGrp="1"/>
          </p:cNvSpPr>
          <p:nvPr/>
        </p:nvSpPr>
        <p:spPr>
          <a:xfrm>
            <a:off x="498472" y="6154079"/>
            <a:ext cx="365426" cy="426599"/>
          </a:xfrm>
          <a:custGeom>
            <a:avLst/>
            <a:gdLst/>
            <a:ahLst/>
            <a:cxnLst/>
            <a:rect l="0" t="0" r="0" b="0"/>
            <a:pathLst>
              <a:path w="365426" h="426599">
                <a:moveTo>
                  <a:pt x="0" y="0"/>
                </a:moveTo>
                <a:lnTo>
                  <a:pt x="45004" y="1427"/>
                </a:lnTo>
                <a:lnTo>
                  <a:pt x="87363" y="9057"/>
                </a:lnTo>
                <a:lnTo>
                  <a:pt x="127075" y="22892"/>
                </a:lnTo>
                <a:lnTo>
                  <a:pt x="164142" y="42932"/>
                </a:lnTo>
                <a:lnTo>
                  <a:pt x="198563" y="69175"/>
                </a:lnTo>
                <a:lnTo>
                  <a:pt x="230338" y="101623"/>
                </a:lnTo>
                <a:lnTo>
                  <a:pt x="259467" y="140275"/>
                </a:lnTo>
                <a:lnTo>
                  <a:pt x="285951" y="185131"/>
                </a:lnTo>
                <a:lnTo>
                  <a:pt x="309788" y="236192"/>
                </a:lnTo>
                <a:lnTo>
                  <a:pt x="330980" y="293456"/>
                </a:lnTo>
                <a:lnTo>
                  <a:pt x="349526" y="356925"/>
                </a:lnTo>
                <a:lnTo>
                  <a:pt x="365426" y="426599"/>
                </a:lnTo>
              </a:path>
            </a:pathLst>
          </a:custGeom>
          <a:noFill/>
          <a:ln w="5334">
            <a:solidFill>
              <a:srgbClr val="4873DC">
                <a:alpha val="13000"/>
              </a:srgbClr>
            </a:solidFill>
            <a:prstDash val="solid"/>
          </a:ln>
        </p:spPr>
      </p:sp>
      <p:sp>
        <p:nvSpPr>
          <p:cNvPr id="36" name="knowledge-long-edge">
            <a:extLst>
              <a:ext uri="{FF2B5EF4-FFF2-40B4-BE49-F238E27FC236}">
                <a16:creationId xmlns:a16="http://schemas.microsoft.com/office/drawing/2014/main" id="{01C621F0-C8F4-4EDE-9238-9CD7A1121344}"/>
              </a:ext>
            </a:extLst>
          </p:cNvPr>
          <p:cNvSpPr>
            <a:spLocks noGrp="1"/>
          </p:cNvSpPr>
          <p:nvPr/>
        </p:nvSpPr>
        <p:spPr>
          <a:xfrm>
            <a:off x="498472" y="6005442"/>
            <a:ext cx="698785" cy="706699"/>
          </a:xfrm>
          <a:custGeom>
            <a:avLst/>
            <a:gdLst/>
            <a:ahLst/>
            <a:cxnLst/>
            <a:rect l="0" t="0" r="0" b="0"/>
            <a:pathLst>
              <a:path w="698785" h="706699">
                <a:moveTo>
                  <a:pt x="0" y="148637"/>
                </a:moveTo>
                <a:lnTo>
                  <a:pt x="43674" y="95416"/>
                </a:lnTo>
                <a:lnTo>
                  <a:pt x="87348" y="53942"/>
                </a:lnTo>
                <a:lnTo>
                  <a:pt x="131022" y="24215"/>
                </a:lnTo>
                <a:lnTo>
                  <a:pt x="174696" y="6234"/>
                </a:lnTo>
                <a:lnTo>
                  <a:pt x="218370" y="0"/>
                </a:lnTo>
                <a:lnTo>
                  <a:pt x="262044" y="5512"/>
                </a:lnTo>
                <a:lnTo>
                  <a:pt x="305719" y="22771"/>
                </a:lnTo>
                <a:lnTo>
                  <a:pt x="349393" y="51777"/>
                </a:lnTo>
                <a:lnTo>
                  <a:pt x="393067" y="92529"/>
                </a:lnTo>
                <a:lnTo>
                  <a:pt x="436741" y="145028"/>
                </a:lnTo>
                <a:lnTo>
                  <a:pt x="480415" y="209273"/>
                </a:lnTo>
                <a:lnTo>
                  <a:pt x="524089" y="285265"/>
                </a:lnTo>
                <a:lnTo>
                  <a:pt x="567763" y="373004"/>
                </a:lnTo>
                <a:lnTo>
                  <a:pt x="611437" y="472489"/>
                </a:lnTo>
                <a:lnTo>
                  <a:pt x="655111" y="583721"/>
                </a:lnTo>
                <a:lnTo>
                  <a:pt x="698785" y="706699"/>
                </a:lnTo>
              </a:path>
            </a:pathLst>
          </a:custGeom>
          <a:noFill/>
          <a:ln w="4286">
            <a:solidFill>
              <a:srgbClr val="4873DC">
                <a:alpha val="9000"/>
              </a:srgbClr>
            </a:solidFill>
            <a:prstDash val="solid"/>
          </a:ln>
        </p:spPr>
      </p:sp>
      <p:sp>
        <p:nvSpPr>
          <p:cNvPr id="37" name="knowledge-edge">
            <a:extLst>
              <a:ext uri="{FF2B5EF4-FFF2-40B4-BE49-F238E27FC236}">
                <a16:creationId xmlns:a16="http://schemas.microsoft.com/office/drawing/2014/main" id="{7F99653F-D1AA-4274-92B4-C505A228DF7A}"/>
              </a:ext>
            </a:extLst>
          </p:cNvPr>
          <p:cNvSpPr>
            <a:spLocks noGrp="1"/>
          </p:cNvSpPr>
          <p:nvPr/>
        </p:nvSpPr>
        <p:spPr>
          <a:xfrm>
            <a:off x="362895" y="6552313"/>
            <a:ext cx="501002" cy="28365"/>
          </a:xfrm>
          <a:custGeom>
            <a:avLst/>
            <a:gdLst/>
            <a:ahLst/>
            <a:cxnLst/>
            <a:rect l="0" t="0" r="0" b="0"/>
            <a:pathLst>
              <a:path w="501002" h="28365">
                <a:moveTo>
                  <a:pt x="0" y="26402"/>
                </a:moveTo>
                <a:lnTo>
                  <a:pt x="35786" y="19277"/>
                </a:lnTo>
                <a:lnTo>
                  <a:pt x="71572" y="13270"/>
                </a:lnTo>
                <a:lnTo>
                  <a:pt x="107358" y="8381"/>
                </a:lnTo>
                <a:lnTo>
                  <a:pt x="143144" y="4609"/>
                </a:lnTo>
                <a:lnTo>
                  <a:pt x="178929" y="1955"/>
                </a:lnTo>
                <a:lnTo>
                  <a:pt x="214715" y="419"/>
                </a:lnTo>
                <a:lnTo>
                  <a:pt x="250501" y="0"/>
                </a:lnTo>
                <a:lnTo>
                  <a:pt x="286287" y="699"/>
                </a:lnTo>
                <a:lnTo>
                  <a:pt x="322073" y="2516"/>
                </a:lnTo>
                <a:lnTo>
                  <a:pt x="357859" y="5450"/>
                </a:lnTo>
                <a:lnTo>
                  <a:pt x="393645" y="9502"/>
                </a:lnTo>
                <a:lnTo>
                  <a:pt x="429431" y="14672"/>
                </a:lnTo>
                <a:lnTo>
                  <a:pt x="465217" y="20960"/>
                </a:lnTo>
                <a:lnTo>
                  <a:pt x="501002" y="28365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8" name="knowledge-edge">
            <a:extLst>
              <a:ext uri="{FF2B5EF4-FFF2-40B4-BE49-F238E27FC236}">
                <a16:creationId xmlns:a16="http://schemas.microsoft.com/office/drawing/2014/main" id="{FFFABBDC-3B92-42A3-A7C6-F2889A968C24}"/>
              </a:ext>
            </a:extLst>
          </p:cNvPr>
          <p:cNvSpPr>
            <a:spLocks noGrp="1"/>
          </p:cNvSpPr>
          <p:nvPr/>
        </p:nvSpPr>
        <p:spPr>
          <a:xfrm>
            <a:off x="539134" y="6766224"/>
            <a:ext cx="206924" cy="152517"/>
          </a:xfrm>
          <a:custGeom>
            <a:avLst/>
            <a:gdLst/>
            <a:ahLst/>
            <a:cxnLst/>
            <a:rect l="0" t="0" r="0" b="0"/>
            <a:pathLst>
              <a:path w="206924" h="152517">
                <a:moveTo>
                  <a:pt x="0" y="0"/>
                </a:moveTo>
                <a:lnTo>
                  <a:pt x="14780" y="5070"/>
                </a:lnTo>
                <a:lnTo>
                  <a:pt x="29561" y="11037"/>
                </a:lnTo>
                <a:lnTo>
                  <a:pt x="44341" y="17899"/>
                </a:lnTo>
                <a:lnTo>
                  <a:pt x="59121" y="25658"/>
                </a:lnTo>
                <a:lnTo>
                  <a:pt x="73901" y="34312"/>
                </a:lnTo>
                <a:lnTo>
                  <a:pt x="88682" y="43862"/>
                </a:lnTo>
                <a:lnTo>
                  <a:pt x="103462" y="54308"/>
                </a:lnTo>
                <a:lnTo>
                  <a:pt x="118242" y="65650"/>
                </a:lnTo>
                <a:lnTo>
                  <a:pt x="133023" y="77888"/>
                </a:lnTo>
                <a:lnTo>
                  <a:pt x="147803" y="91022"/>
                </a:lnTo>
                <a:lnTo>
                  <a:pt x="162583" y="105052"/>
                </a:lnTo>
                <a:lnTo>
                  <a:pt x="177363" y="119978"/>
                </a:lnTo>
                <a:lnTo>
                  <a:pt x="192144" y="135799"/>
                </a:lnTo>
                <a:lnTo>
                  <a:pt x="206924" y="152517"/>
                </a:lnTo>
              </a:path>
            </a:pathLst>
          </a:custGeom>
          <a:noFill/>
          <a:ln w="6477">
            <a:solidFill>
              <a:srgbClr val="4873DC">
                <a:alpha val="17000"/>
              </a:srgbClr>
            </a:solidFill>
            <a:prstDash val="solid"/>
          </a:ln>
        </p:spPr>
      </p:sp>
      <p:sp>
        <p:nvSpPr>
          <p:cNvPr id="39" name="knowledge-edge">
            <a:extLst>
              <a:ext uri="{FF2B5EF4-FFF2-40B4-BE49-F238E27FC236}">
                <a16:creationId xmlns:a16="http://schemas.microsoft.com/office/drawing/2014/main" id="{530DA208-1E3C-44B1-B710-56DCFD8E6D09}"/>
              </a:ext>
            </a:extLst>
          </p:cNvPr>
          <p:cNvSpPr>
            <a:spLocks noGrp="1"/>
          </p:cNvSpPr>
          <p:nvPr/>
        </p:nvSpPr>
        <p:spPr>
          <a:xfrm>
            <a:off x="888783" y="5852103"/>
            <a:ext cx="429344" cy="257787"/>
          </a:xfrm>
          <a:custGeom>
            <a:avLst/>
            <a:gdLst/>
            <a:ahLst/>
            <a:cxnLst/>
            <a:rect l="0" t="0" r="0" b="0"/>
            <a:pathLst>
              <a:path w="429344" h="257787">
                <a:moveTo>
                  <a:pt x="0" y="0"/>
                </a:moveTo>
                <a:lnTo>
                  <a:pt x="30667" y="13447"/>
                </a:lnTo>
                <a:lnTo>
                  <a:pt x="61335" y="27658"/>
                </a:lnTo>
                <a:lnTo>
                  <a:pt x="92002" y="42633"/>
                </a:lnTo>
                <a:lnTo>
                  <a:pt x="122670" y="58372"/>
                </a:lnTo>
                <a:lnTo>
                  <a:pt x="153337" y="74875"/>
                </a:lnTo>
                <a:lnTo>
                  <a:pt x="184004" y="92143"/>
                </a:lnTo>
                <a:lnTo>
                  <a:pt x="214672" y="110174"/>
                </a:lnTo>
                <a:lnTo>
                  <a:pt x="245339" y="128969"/>
                </a:lnTo>
                <a:lnTo>
                  <a:pt x="276007" y="148529"/>
                </a:lnTo>
                <a:lnTo>
                  <a:pt x="306674" y="168852"/>
                </a:lnTo>
                <a:lnTo>
                  <a:pt x="337342" y="189940"/>
                </a:lnTo>
                <a:lnTo>
                  <a:pt x="368009" y="211792"/>
                </a:lnTo>
                <a:lnTo>
                  <a:pt x="398676" y="234407"/>
                </a:lnTo>
                <a:lnTo>
                  <a:pt x="429344" y="257787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0" name="knowledge-cross-edge">
            <a:extLst>
              <a:ext uri="{FF2B5EF4-FFF2-40B4-BE49-F238E27FC236}">
                <a16:creationId xmlns:a16="http://schemas.microsoft.com/office/drawing/2014/main" id="{8FA98A88-3B39-4C65-9A94-7255A902DD1B}"/>
              </a:ext>
            </a:extLst>
          </p:cNvPr>
          <p:cNvSpPr>
            <a:spLocks noGrp="1"/>
          </p:cNvSpPr>
          <p:nvPr/>
        </p:nvSpPr>
        <p:spPr>
          <a:xfrm>
            <a:off x="888783" y="5852103"/>
            <a:ext cx="310043" cy="265506"/>
          </a:xfrm>
          <a:custGeom>
            <a:avLst/>
            <a:gdLst/>
            <a:ahLst/>
            <a:cxnLst/>
            <a:rect l="0" t="0" r="0" b="0"/>
            <a:pathLst>
              <a:path w="310043" h="265506">
                <a:moveTo>
                  <a:pt x="0" y="0"/>
                </a:moveTo>
                <a:lnTo>
                  <a:pt x="40389" y="9721"/>
                </a:lnTo>
                <a:lnTo>
                  <a:pt x="78132" y="21698"/>
                </a:lnTo>
                <a:lnTo>
                  <a:pt x="113230" y="35930"/>
                </a:lnTo>
                <a:lnTo>
                  <a:pt x="145681" y="52417"/>
                </a:lnTo>
                <a:lnTo>
                  <a:pt x="175487" y="71160"/>
                </a:lnTo>
                <a:lnTo>
                  <a:pt x="202647" y="92158"/>
                </a:lnTo>
                <a:lnTo>
                  <a:pt x="227161" y="115411"/>
                </a:lnTo>
                <a:lnTo>
                  <a:pt x="249029" y="140919"/>
                </a:lnTo>
                <a:lnTo>
                  <a:pt x="268251" y="168683"/>
                </a:lnTo>
                <a:lnTo>
                  <a:pt x="284828" y="198702"/>
                </a:lnTo>
                <a:lnTo>
                  <a:pt x="298758" y="230977"/>
                </a:lnTo>
                <a:lnTo>
                  <a:pt x="310043" y="265506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41" name="knowledge-edge">
            <a:extLst>
              <a:ext uri="{FF2B5EF4-FFF2-40B4-BE49-F238E27FC236}">
                <a16:creationId xmlns:a16="http://schemas.microsoft.com/office/drawing/2014/main" id="{00363B21-AFF7-4F44-BC09-1DDB7852F880}"/>
              </a:ext>
            </a:extLst>
          </p:cNvPr>
          <p:cNvSpPr>
            <a:spLocks noGrp="1"/>
          </p:cNvSpPr>
          <p:nvPr/>
        </p:nvSpPr>
        <p:spPr>
          <a:xfrm>
            <a:off x="959693" y="6023801"/>
            <a:ext cx="239133" cy="93808"/>
          </a:xfrm>
          <a:custGeom>
            <a:avLst/>
            <a:gdLst/>
            <a:ahLst/>
            <a:cxnLst/>
            <a:rect l="0" t="0" r="0" b="0"/>
            <a:pathLst>
              <a:path w="239133" h="93808">
                <a:moveTo>
                  <a:pt x="0" y="0"/>
                </a:moveTo>
                <a:lnTo>
                  <a:pt x="17081" y="6810"/>
                </a:lnTo>
                <a:lnTo>
                  <a:pt x="34162" y="13602"/>
                </a:lnTo>
                <a:lnTo>
                  <a:pt x="51243" y="20378"/>
                </a:lnTo>
                <a:lnTo>
                  <a:pt x="68324" y="27138"/>
                </a:lnTo>
                <a:lnTo>
                  <a:pt x="85405" y="33880"/>
                </a:lnTo>
                <a:lnTo>
                  <a:pt x="102486" y="40606"/>
                </a:lnTo>
                <a:lnTo>
                  <a:pt x="119567" y="47315"/>
                </a:lnTo>
                <a:lnTo>
                  <a:pt x="136648" y="54007"/>
                </a:lnTo>
                <a:lnTo>
                  <a:pt x="153728" y="60682"/>
                </a:lnTo>
                <a:lnTo>
                  <a:pt x="170809" y="67341"/>
                </a:lnTo>
                <a:lnTo>
                  <a:pt x="187890" y="73983"/>
                </a:lnTo>
                <a:lnTo>
                  <a:pt x="204971" y="80608"/>
                </a:lnTo>
                <a:lnTo>
                  <a:pt x="222052" y="87216"/>
                </a:lnTo>
                <a:lnTo>
                  <a:pt x="239133" y="93808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2" name="knowledge-cross-edge">
            <a:extLst>
              <a:ext uri="{FF2B5EF4-FFF2-40B4-BE49-F238E27FC236}">
                <a16:creationId xmlns:a16="http://schemas.microsoft.com/office/drawing/2014/main" id="{41EFD69D-D47A-4F79-ABF6-F88E60281350}"/>
              </a:ext>
            </a:extLst>
          </p:cNvPr>
          <p:cNvSpPr>
            <a:spLocks noGrp="1"/>
          </p:cNvSpPr>
          <p:nvPr/>
        </p:nvSpPr>
        <p:spPr>
          <a:xfrm>
            <a:off x="959693" y="6012930"/>
            <a:ext cx="254784" cy="85387"/>
          </a:xfrm>
          <a:custGeom>
            <a:avLst/>
            <a:gdLst/>
            <a:ahLst/>
            <a:cxnLst/>
            <a:rect l="0" t="0" r="0" b="0"/>
            <a:pathLst>
              <a:path w="254784" h="85387">
                <a:moveTo>
                  <a:pt x="0" y="10871"/>
                </a:moveTo>
                <a:lnTo>
                  <a:pt x="35784" y="5062"/>
                </a:lnTo>
                <a:lnTo>
                  <a:pt x="68922" y="1438"/>
                </a:lnTo>
                <a:lnTo>
                  <a:pt x="99415" y="0"/>
                </a:lnTo>
                <a:lnTo>
                  <a:pt x="127261" y="747"/>
                </a:lnTo>
                <a:lnTo>
                  <a:pt x="152462" y="3679"/>
                </a:lnTo>
                <a:lnTo>
                  <a:pt x="175017" y="8796"/>
                </a:lnTo>
                <a:lnTo>
                  <a:pt x="194926" y="16098"/>
                </a:lnTo>
                <a:lnTo>
                  <a:pt x="212189" y="25585"/>
                </a:lnTo>
                <a:lnTo>
                  <a:pt x="226807" y="37258"/>
                </a:lnTo>
                <a:lnTo>
                  <a:pt x="238778" y="51116"/>
                </a:lnTo>
                <a:lnTo>
                  <a:pt x="248104" y="67159"/>
                </a:lnTo>
                <a:lnTo>
                  <a:pt x="254784" y="85387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43" name="knowledge-edge">
            <a:extLst>
              <a:ext uri="{FF2B5EF4-FFF2-40B4-BE49-F238E27FC236}">
                <a16:creationId xmlns:a16="http://schemas.microsoft.com/office/drawing/2014/main" id="{754222CA-E8F4-4D0E-84DF-329A861895C1}"/>
              </a:ext>
            </a:extLst>
          </p:cNvPr>
          <p:cNvSpPr>
            <a:spLocks noGrp="1"/>
          </p:cNvSpPr>
          <p:nvPr/>
        </p:nvSpPr>
        <p:spPr>
          <a:xfrm>
            <a:off x="931992" y="6072533"/>
            <a:ext cx="282485" cy="25785"/>
          </a:xfrm>
          <a:custGeom>
            <a:avLst/>
            <a:gdLst/>
            <a:ahLst/>
            <a:cxnLst/>
            <a:rect l="0" t="0" r="0" b="0"/>
            <a:pathLst>
              <a:path w="282485" h="25785">
                <a:moveTo>
                  <a:pt x="0" y="14964"/>
                </a:moveTo>
                <a:lnTo>
                  <a:pt x="20177" y="10428"/>
                </a:lnTo>
                <a:lnTo>
                  <a:pt x="40355" y="6709"/>
                </a:lnTo>
                <a:lnTo>
                  <a:pt x="60532" y="3807"/>
                </a:lnTo>
                <a:lnTo>
                  <a:pt x="80710" y="1721"/>
                </a:lnTo>
                <a:lnTo>
                  <a:pt x="100887" y="452"/>
                </a:lnTo>
                <a:lnTo>
                  <a:pt x="121065" y="0"/>
                </a:lnTo>
                <a:lnTo>
                  <a:pt x="141242" y="365"/>
                </a:lnTo>
                <a:lnTo>
                  <a:pt x="161420" y="1546"/>
                </a:lnTo>
                <a:lnTo>
                  <a:pt x="181597" y="3544"/>
                </a:lnTo>
                <a:lnTo>
                  <a:pt x="201775" y="6358"/>
                </a:lnTo>
                <a:lnTo>
                  <a:pt x="221952" y="9990"/>
                </a:lnTo>
                <a:lnTo>
                  <a:pt x="242130" y="14438"/>
                </a:lnTo>
                <a:lnTo>
                  <a:pt x="262307" y="19703"/>
                </a:lnTo>
                <a:lnTo>
                  <a:pt x="282485" y="25785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4" name="knowledge-cross-edge">
            <a:extLst>
              <a:ext uri="{FF2B5EF4-FFF2-40B4-BE49-F238E27FC236}">
                <a16:creationId xmlns:a16="http://schemas.microsoft.com/office/drawing/2014/main" id="{0DEB75FB-3E24-48CC-A9D5-85CF908309E9}"/>
              </a:ext>
            </a:extLst>
          </p:cNvPr>
          <p:cNvSpPr>
            <a:spLocks noGrp="1"/>
          </p:cNvSpPr>
          <p:nvPr/>
        </p:nvSpPr>
        <p:spPr>
          <a:xfrm>
            <a:off x="931992" y="6087497"/>
            <a:ext cx="435109" cy="194841"/>
          </a:xfrm>
          <a:custGeom>
            <a:avLst/>
            <a:gdLst/>
            <a:ahLst/>
            <a:cxnLst/>
            <a:rect l="0" t="0" r="0" b="0"/>
            <a:pathLst>
              <a:path w="435109" h="194841">
                <a:moveTo>
                  <a:pt x="0" y="0"/>
                </a:moveTo>
                <a:lnTo>
                  <a:pt x="50811" y="3035"/>
                </a:lnTo>
                <a:lnTo>
                  <a:pt x="98976" y="8470"/>
                </a:lnTo>
                <a:lnTo>
                  <a:pt x="144496" y="16306"/>
                </a:lnTo>
                <a:lnTo>
                  <a:pt x="187370" y="26542"/>
                </a:lnTo>
                <a:lnTo>
                  <a:pt x="227597" y="39178"/>
                </a:lnTo>
                <a:lnTo>
                  <a:pt x="265179" y="54214"/>
                </a:lnTo>
                <a:lnTo>
                  <a:pt x="300115" y="71651"/>
                </a:lnTo>
                <a:lnTo>
                  <a:pt x="332406" y="91489"/>
                </a:lnTo>
                <a:lnTo>
                  <a:pt x="362050" y="113726"/>
                </a:lnTo>
                <a:lnTo>
                  <a:pt x="389049" y="138364"/>
                </a:lnTo>
                <a:lnTo>
                  <a:pt x="413402" y="165403"/>
                </a:lnTo>
                <a:lnTo>
                  <a:pt x="435109" y="194841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45" name="knowledge-cross-edge">
            <a:extLst>
              <a:ext uri="{FF2B5EF4-FFF2-40B4-BE49-F238E27FC236}">
                <a16:creationId xmlns:a16="http://schemas.microsoft.com/office/drawing/2014/main" id="{70F9589C-C58C-4590-81F7-534E42AA6665}"/>
              </a:ext>
            </a:extLst>
          </p:cNvPr>
          <p:cNvSpPr>
            <a:spLocks noGrp="1"/>
          </p:cNvSpPr>
          <p:nvPr/>
        </p:nvSpPr>
        <p:spPr>
          <a:xfrm>
            <a:off x="931992" y="6087497"/>
            <a:ext cx="266834" cy="50116"/>
          </a:xfrm>
          <a:custGeom>
            <a:avLst/>
            <a:gdLst/>
            <a:ahLst/>
            <a:cxnLst/>
            <a:rect l="0" t="0" r="0" b="0"/>
            <a:pathLst>
              <a:path w="266834" h="50116">
                <a:moveTo>
                  <a:pt x="0" y="0"/>
                </a:moveTo>
                <a:lnTo>
                  <a:pt x="7684" y="12739"/>
                </a:lnTo>
                <a:lnTo>
                  <a:pt x="18014" y="23619"/>
                </a:lnTo>
                <a:lnTo>
                  <a:pt x="30990" y="32638"/>
                </a:lnTo>
                <a:lnTo>
                  <a:pt x="46611" y="39798"/>
                </a:lnTo>
                <a:lnTo>
                  <a:pt x="64879" y="45097"/>
                </a:lnTo>
                <a:lnTo>
                  <a:pt x="85792" y="48536"/>
                </a:lnTo>
                <a:lnTo>
                  <a:pt x="109351" y="50116"/>
                </a:lnTo>
                <a:lnTo>
                  <a:pt x="135556" y="49835"/>
                </a:lnTo>
                <a:lnTo>
                  <a:pt x="164407" y="47694"/>
                </a:lnTo>
                <a:lnTo>
                  <a:pt x="195903" y="43693"/>
                </a:lnTo>
                <a:lnTo>
                  <a:pt x="230046" y="37833"/>
                </a:lnTo>
                <a:lnTo>
                  <a:pt x="266834" y="30112"/>
                </a:lnTo>
              </a:path>
            </a:pathLst>
          </a:custGeom>
          <a:noFill/>
          <a:ln w="4953">
            <a:solidFill>
              <a:srgbClr val="4A69D0">
                <a:alpha val="12000"/>
              </a:srgbClr>
            </a:solidFill>
            <a:prstDash val="solid"/>
          </a:ln>
        </p:spPr>
      </p:sp>
      <p:sp>
        <p:nvSpPr>
          <p:cNvPr id="46" name="knowledge-edge">
            <a:extLst>
              <a:ext uri="{FF2B5EF4-FFF2-40B4-BE49-F238E27FC236}">
                <a16:creationId xmlns:a16="http://schemas.microsoft.com/office/drawing/2014/main" id="{43061359-A537-404F-ACCD-F986C69F4A87}"/>
              </a:ext>
            </a:extLst>
          </p:cNvPr>
          <p:cNvSpPr>
            <a:spLocks noGrp="1"/>
          </p:cNvSpPr>
          <p:nvPr/>
        </p:nvSpPr>
        <p:spPr>
          <a:xfrm>
            <a:off x="944572" y="6157060"/>
            <a:ext cx="422528" cy="125279"/>
          </a:xfrm>
          <a:custGeom>
            <a:avLst/>
            <a:gdLst/>
            <a:ahLst/>
            <a:cxnLst/>
            <a:rect l="0" t="0" r="0" b="0"/>
            <a:pathLst>
              <a:path w="422528" h="125279">
                <a:moveTo>
                  <a:pt x="0" y="27168"/>
                </a:moveTo>
                <a:lnTo>
                  <a:pt x="30181" y="16236"/>
                </a:lnTo>
                <a:lnTo>
                  <a:pt x="60361" y="8064"/>
                </a:lnTo>
                <a:lnTo>
                  <a:pt x="90542" y="2652"/>
                </a:lnTo>
                <a:lnTo>
                  <a:pt x="120722" y="0"/>
                </a:lnTo>
                <a:lnTo>
                  <a:pt x="150903" y="108"/>
                </a:lnTo>
                <a:lnTo>
                  <a:pt x="181084" y="2976"/>
                </a:lnTo>
                <a:lnTo>
                  <a:pt x="211264" y="8604"/>
                </a:lnTo>
                <a:lnTo>
                  <a:pt x="241445" y="16992"/>
                </a:lnTo>
                <a:lnTo>
                  <a:pt x="271625" y="28140"/>
                </a:lnTo>
                <a:lnTo>
                  <a:pt x="301806" y="42048"/>
                </a:lnTo>
                <a:lnTo>
                  <a:pt x="331987" y="58715"/>
                </a:lnTo>
                <a:lnTo>
                  <a:pt x="362167" y="78143"/>
                </a:lnTo>
                <a:lnTo>
                  <a:pt x="392348" y="100331"/>
                </a:lnTo>
                <a:lnTo>
                  <a:pt x="422528" y="125279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7" name="knowledge-cross-edge">
            <a:extLst>
              <a:ext uri="{FF2B5EF4-FFF2-40B4-BE49-F238E27FC236}">
                <a16:creationId xmlns:a16="http://schemas.microsoft.com/office/drawing/2014/main" id="{0AFA6636-45D8-4553-BA58-6A01213834C1}"/>
              </a:ext>
            </a:extLst>
          </p:cNvPr>
          <p:cNvSpPr>
            <a:spLocks noGrp="1"/>
          </p:cNvSpPr>
          <p:nvPr/>
        </p:nvSpPr>
        <p:spPr>
          <a:xfrm>
            <a:off x="944572" y="6184227"/>
            <a:ext cx="481036" cy="234236"/>
          </a:xfrm>
          <a:custGeom>
            <a:avLst/>
            <a:gdLst/>
            <a:ahLst/>
            <a:cxnLst/>
            <a:rect l="0" t="0" r="0" b="0"/>
            <a:pathLst>
              <a:path w="481036" h="234236">
                <a:moveTo>
                  <a:pt x="0" y="0"/>
                </a:moveTo>
                <a:lnTo>
                  <a:pt x="54638" y="11071"/>
                </a:lnTo>
                <a:lnTo>
                  <a:pt x="106631" y="23679"/>
                </a:lnTo>
                <a:lnTo>
                  <a:pt x="155978" y="37822"/>
                </a:lnTo>
                <a:lnTo>
                  <a:pt x="202679" y="53502"/>
                </a:lnTo>
                <a:lnTo>
                  <a:pt x="246734" y="70717"/>
                </a:lnTo>
                <a:lnTo>
                  <a:pt x="288143" y="89469"/>
                </a:lnTo>
                <a:lnTo>
                  <a:pt x="326906" y="109757"/>
                </a:lnTo>
                <a:lnTo>
                  <a:pt x="363024" y="131580"/>
                </a:lnTo>
                <a:lnTo>
                  <a:pt x="396496" y="154940"/>
                </a:lnTo>
                <a:lnTo>
                  <a:pt x="427321" y="179836"/>
                </a:lnTo>
                <a:lnTo>
                  <a:pt x="455501" y="206268"/>
                </a:lnTo>
                <a:lnTo>
                  <a:pt x="481036" y="234236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48" name="knowledge-edge">
            <a:extLst>
              <a:ext uri="{FF2B5EF4-FFF2-40B4-BE49-F238E27FC236}">
                <a16:creationId xmlns:a16="http://schemas.microsoft.com/office/drawing/2014/main" id="{789743FF-6467-4BA3-AC87-AE6C8A46705C}"/>
              </a:ext>
            </a:extLst>
          </p:cNvPr>
          <p:cNvSpPr>
            <a:spLocks noGrp="1"/>
          </p:cNvSpPr>
          <p:nvPr/>
        </p:nvSpPr>
        <p:spPr>
          <a:xfrm>
            <a:off x="877655" y="6362256"/>
            <a:ext cx="547953" cy="56208"/>
          </a:xfrm>
          <a:custGeom>
            <a:avLst/>
            <a:gdLst/>
            <a:ahLst/>
            <a:cxnLst/>
            <a:rect l="0" t="0" r="0" b="0"/>
            <a:pathLst>
              <a:path w="547953" h="56208">
                <a:moveTo>
                  <a:pt x="0" y="53617"/>
                </a:moveTo>
                <a:lnTo>
                  <a:pt x="39140" y="39233"/>
                </a:lnTo>
                <a:lnTo>
                  <a:pt x="78279" y="27091"/>
                </a:lnTo>
                <a:lnTo>
                  <a:pt x="117419" y="17190"/>
                </a:lnTo>
                <a:lnTo>
                  <a:pt x="156558" y="9531"/>
                </a:lnTo>
                <a:lnTo>
                  <a:pt x="195698" y="4112"/>
                </a:lnTo>
                <a:lnTo>
                  <a:pt x="234837" y="936"/>
                </a:lnTo>
                <a:lnTo>
                  <a:pt x="273977" y="0"/>
                </a:lnTo>
                <a:lnTo>
                  <a:pt x="313116" y="1306"/>
                </a:lnTo>
                <a:lnTo>
                  <a:pt x="352256" y="4853"/>
                </a:lnTo>
                <a:lnTo>
                  <a:pt x="391395" y="10641"/>
                </a:lnTo>
                <a:lnTo>
                  <a:pt x="430535" y="18671"/>
                </a:lnTo>
                <a:lnTo>
                  <a:pt x="469674" y="28942"/>
                </a:lnTo>
                <a:lnTo>
                  <a:pt x="508814" y="41454"/>
                </a:lnTo>
                <a:lnTo>
                  <a:pt x="547953" y="56208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49" name="knowledge-edge">
            <a:extLst>
              <a:ext uri="{FF2B5EF4-FFF2-40B4-BE49-F238E27FC236}">
                <a16:creationId xmlns:a16="http://schemas.microsoft.com/office/drawing/2014/main" id="{EB773736-0D67-43C9-83F1-B703005C09B4}"/>
              </a:ext>
            </a:extLst>
          </p:cNvPr>
          <p:cNvSpPr>
            <a:spLocks noGrp="1"/>
          </p:cNvSpPr>
          <p:nvPr/>
        </p:nvSpPr>
        <p:spPr>
          <a:xfrm>
            <a:off x="863898" y="6580678"/>
            <a:ext cx="333359" cy="131463"/>
          </a:xfrm>
          <a:custGeom>
            <a:avLst/>
            <a:gdLst/>
            <a:ahLst/>
            <a:cxnLst/>
            <a:rect l="0" t="0" r="0" b="0"/>
            <a:pathLst>
              <a:path w="333359" h="131463">
                <a:moveTo>
                  <a:pt x="0" y="0"/>
                </a:moveTo>
                <a:lnTo>
                  <a:pt x="23811" y="7804"/>
                </a:lnTo>
                <a:lnTo>
                  <a:pt x="47623" y="15852"/>
                </a:lnTo>
                <a:lnTo>
                  <a:pt x="71434" y="24144"/>
                </a:lnTo>
                <a:lnTo>
                  <a:pt x="95246" y="32681"/>
                </a:lnTo>
                <a:lnTo>
                  <a:pt x="119057" y="41461"/>
                </a:lnTo>
                <a:lnTo>
                  <a:pt x="142868" y="50485"/>
                </a:lnTo>
                <a:lnTo>
                  <a:pt x="166680" y="59753"/>
                </a:lnTo>
                <a:lnTo>
                  <a:pt x="190491" y="69265"/>
                </a:lnTo>
                <a:lnTo>
                  <a:pt x="214302" y="79022"/>
                </a:lnTo>
                <a:lnTo>
                  <a:pt x="238114" y="89022"/>
                </a:lnTo>
                <a:lnTo>
                  <a:pt x="261925" y="99266"/>
                </a:lnTo>
                <a:lnTo>
                  <a:pt x="285737" y="109755"/>
                </a:lnTo>
                <a:lnTo>
                  <a:pt x="309548" y="120487"/>
                </a:lnTo>
                <a:lnTo>
                  <a:pt x="333359" y="131463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50" name="knowledge-cross-edge">
            <a:extLst>
              <a:ext uri="{FF2B5EF4-FFF2-40B4-BE49-F238E27FC236}">
                <a16:creationId xmlns:a16="http://schemas.microsoft.com/office/drawing/2014/main" id="{9E94E714-FD83-452D-9C6D-7B4CC1A450C4}"/>
              </a:ext>
            </a:extLst>
          </p:cNvPr>
          <p:cNvSpPr>
            <a:spLocks noGrp="1"/>
          </p:cNvSpPr>
          <p:nvPr/>
        </p:nvSpPr>
        <p:spPr>
          <a:xfrm>
            <a:off x="863898" y="6580039"/>
            <a:ext cx="364823" cy="402728"/>
          </a:xfrm>
          <a:custGeom>
            <a:avLst/>
            <a:gdLst/>
            <a:ahLst/>
            <a:cxnLst/>
            <a:rect l="0" t="0" r="0" b="0"/>
            <a:pathLst>
              <a:path w="364823" h="402728">
                <a:moveTo>
                  <a:pt x="0" y="639"/>
                </a:moveTo>
                <a:lnTo>
                  <a:pt x="44954" y="0"/>
                </a:lnTo>
                <a:lnTo>
                  <a:pt x="87262" y="5569"/>
                </a:lnTo>
                <a:lnTo>
                  <a:pt x="126925" y="17347"/>
                </a:lnTo>
                <a:lnTo>
                  <a:pt x="163941" y="35334"/>
                </a:lnTo>
                <a:lnTo>
                  <a:pt x="198312" y="59529"/>
                </a:lnTo>
                <a:lnTo>
                  <a:pt x="230037" y="89932"/>
                </a:lnTo>
                <a:lnTo>
                  <a:pt x="259116" y="126543"/>
                </a:lnTo>
                <a:lnTo>
                  <a:pt x="285549" y="169364"/>
                </a:lnTo>
                <a:lnTo>
                  <a:pt x="309336" y="218392"/>
                </a:lnTo>
                <a:lnTo>
                  <a:pt x="330478" y="273629"/>
                </a:lnTo>
                <a:lnTo>
                  <a:pt x="348973" y="335074"/>
                </a:lnTo>
                <a:lnTo>
                  <a:pt x="364823" y="402728"/>
                </a:lnTo>
              </a:path>
            </a:pathLst>
          </a:custGeom>
          <a:noFill/>
          <a:ln w="5334">
            <a:solidFill>
              <a:srgbClr val="4A69D0">
                <a:alpha val="13000"/>
              </a:srgbClr>
            </a:solidFill>
            <a:prstDash val="solid"/>
          </a:ln>
        </p:spPr>
      </p:sp>
      <p:sp>
        <p:nvSpPr>
          <p:cNvPr id="51" name="knowledge-edge">
            <a:extLst>
              <a:ext uri="{FF2B5EF4-FFF2-40B4-BE49-F238E27FC236}">
                <a16:creationId xmlns:a16="http://schemas.microsoft.com/office/drawing/2014/main" id="{49652287-13D5-4D13-B406-73A16B3596E0}"/>
              </a:ext>
            </a:extLst>
          </p:cNvPr>
          <p:cNvSpPr>
            <a:spLocks noGrp="1"/>
          </p:cNvSpPr>
          <p:nvPr/>
        </p:nvSpPr>
        <p:spPr>
          <a:xfrm>
            <a:off x="746058" y="6884073"/>
            <a:ext cx="482662" cy="98694"/>
          </a:xfrm>
          <a:custGeom>
            <a:avLst/>
            <a:gdLst/>
            <a:ahLst/>
            <a:cxnLst/>
            <a:rect l="0" t="0" r="0" b="0"/>
            <a:pathLst>
              <a:path w="482662" h="98694">
                <a:moveTo>
                  <a:pt x="0" y="34668"/>
                </a:moveTo>
                <a:lnTo>
                  <a:pt x="34476" y="22620"/>
                </a:lnTo>
                <a:lnTo>
                  <a:pt x="68952" y="13130"/>
                </a:lnTo>
                <a:lnTo>
                  <a:pt x="103428" y="6196"/>
                </a:lnTo>
                <a:lnTo>
                  <a:pt x="137903" y="1819"/>
                </a:lnTo>
                <a:lnTo>
                  <a:pt x="172379" y="0"/>
                </a:lnTo>
                <a:lnTo>
                  <a:pt x="206855" y="738"/>
                </a:lnTo>
                <a:lnTo>
                  <a:pt x="241331" y="4032"/>
                </a:lnTo>
                <a:lnTo>
                  <a:pt x="275807" y="9884"/>
                </a:lnTo>
                <a:lnTo>
                  <a:pt x="310283" y="18293"/>
                </a:lnTo>
                <a:lnTo>
                  <a:pt x="344759" y="29259"/>
                </a:lnTo>
                <a:lnTo>
                  <a:pt x="379235" y="42782"/>
                </a:lnTo>
                <a:lnTo>
                  <a:pt x="413710" y="58863"/>
                </a:lnTo>
                <a:lnTo>
                  <a:pt x="448186" y="77500"/>
                </a:lnTo>
                <a:lnTo>
                  <a:pt x="482662" y="98694"/>
                </a:lnTo>
              </a:path>
            </a:pathLst>
          </a:custGeom>
          <a:noFill/>
          <a:ln w="6477">
            <a:solidFill>
              <a:srgbClr val="4A69D0">
                <a:alpha val="17000"/>
              </a:srgbClr>
            </a:solidFill>
            <a:prstDash val="solid"/>
          </a:ln>
        </p:spPr>
      </p:sp>
      <p:sp>
        <p:nvSpPr>
          <p:cNvPr id="52" name="knowledge-cross-edge">
            <a:extLst>
              <a:ext uri="{FF2B5EF4-FFF2-40B4-BE49-F238E27FC236}">
                <a16:creationId xmlns:a16="http://schemas.microsoft.com/office/drawing/2014/main" id="{D6694853-D6DA-40F5-928D-F25C6B099730}"/>
              </a:ext>
            </a:extLst>
          </p:cNvPr>
          <p:cNvSpPr>
            <a:spLocks noGrp="1"/>
          </p:cNvSpPr>
          <p:nvPr/>
        </p:nvSpPr>
        <p:spPr>
          <a:xfrm>
            <a:off x="746058" y="6680111"/>
            <a:ext cx="451198" cy="238630"/>
          </a:xfrm>
          <a:custGeom>
            <a:avLst/>
            <a:gdLst/>
            <a:ahLst/>
            <a:cxnLst/>
            <a:rect l="0" t="0" r="0" b="0"/>
            <a:pathLst>
              <a:path w="451198" h="238630">
                <a:moveTo>
                  <a:pt x="0" y="238630"/>
                </a:moveTo>
                <a:lnTo>
                  <a:pt x="23048" y="187321"/>
                </a:lnTo>
                <a:lnTo>
                  <a:pt x="48741" y="142211"/>
                </a:lnTo>
                <a:lnTo>
                  <a:pt x="77081" y="103300"/>
                </a:lnTo>
                <a:lnTo>
                  <a:pt x="108066" y="70587"/>
                </a:lnTo>
                <a:lnTo>
                  <a:pt x="141697" y="44073"/>
                </a:lnTo>
                <a:lnTo>
                  <a:pt x="177974" y="23757"/>
                </a:lnTo>
                <a:lnTo>
                  <a:pt x="216897" y="9639"/>
                </a:lnTo>
                <a:lnTo>
                  <a:pt x="258466" y="1720"/>
                </a:lnTo>
                <a:lnTo>
                  <a:pt x="302680" y="0"/>
                </a:lnTo>
                <a:lnTo>
                  <a:pt x="349540" y="4478"/>
                </a:lnTo>
                <a:lnTo>
                  <a:pt x="399046" y="15155"/>
                </a:lnTo>
                <a:lnTo>
                  <a:pt x="451198" y="32030"/>
                </a:lnTo>
              </a:path>
            </a:pathLst>
          </a:custGeom>
          <a:noFill/>
          <a:ln w="4953">
            <a:solidFill>
              <a:srgbClr val="4A69D0">
                <a:alpha val="12000"/>
              </a:srgbClr>
            </a:solidFill>
            <a:prstDash val="solid"/>
          </a:ln>
        </p:spPr>
      </p:sp>
      <p:sp>
        <p:nvSpPr>
          <p:cNvPr id="53" name="knowledge-edge">
            <a:extLst>
              <a:ext uri="{FF2B5EF4-FFF2-40B4-BE49-F238E27FC236}">
                <a16:creationId xmlns:a16="http://schemas.microsoft.com/office/drawing/2014/main" id="{9CC84E53-631C-4009-8101-794D9361448E}"/>
              </a:ext>
            </a:extLst>
          </p:cNvPr>
          <p:cNvSpPr>
            <a:spLocks noGrp="1"/>
          </p:cNvSpPr>
          <p:nvPr/>
        </p:nvSpPr>
        <p:spPr>
          <a:xfrm>
            <a:off x="1318127" y="6003306"/>
            <a:ext cx="360431" cy="106584"/>
          </a:xfrm>
          <a:custGeom>
            <a:avLst/>
            <a:gdLst/>
            <a:ahLst/>
            <a:cxnLst/>
            <a:rect l="0" t="0" r="0" b="0"/>
            <a:pathLst>
              <a:path w="360431" h="106584">
                <a:moveTo>
                  <a:pt x="0" y="106584"/>
                </a:moveTo>
                <a:lnTo>
                  <a:pt x="25745" y="100483"/>
                </a:lnTo>
                <a:lnTo>
                  <a:pt x="51490" y="94149"/>
                </a:lnTo>
                <a:lnTo>
                  <a:pt x="77235" y="87583"/>
                </a:lnTo>
                <a:lnTo>
                  <a:pt x="102980" y="80784"/>
                </a:lnTo>
                <a:lnTo>
                  <a:pt x="128726" y="73753"/>
                </a:lnTo>
                <a:lnTo>
                  <a:pt x="154471" y="66488"/>
                </a:lnTo>
                <a:lnTo>
                  <a:pt x="180216" y="58991"/>
                </a:lnTo>
                <a:lnTo>
                  <a:pt x="205961" y="51262"/>
                </a:lnTo>
                <a:lnTo>
                  <a:pt x="231706" y="43300"/>
                </a:lnTo>
                <a:lnTo>
                  <a:pt x="257451" y="35105"/>
                </a:lnTo>
                <a:lnTo>
                  <a:pt x="283196" y="26678"/>
                </a:lnTo>
                <a:lnTo>
                  <a:pt x="308941" y="18018"/>
                </a:lnTo>
                <a:lnTo>
                  <a:pt x="334686" y="9125"/>
                </a:lnTo>
                <a:lnTo>
                  <a:pt x="360431" y="0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54" name="knowledge-edge">
            <a:extLst>
              <a:ext uri="{FF2B5EF4-FFF2-40B4-BE49-F238E27FC236}">
                <a16:creationId xmlns:a16="http://schemas.microsoft.com/office/drawing/2014/main" id="{75494D57-0FF0-4C9F-95C0-9FE75719EAAE}"/>
              </a:ext>
            </a:extLst>
          </p:cNvPr>
          <p:cNvSpPr>
            <a:spLocks noGrp="1"/>
          </p:cNvSpPr>
          <p:nvPr/>
        </p:nvSpPr>
        <p:spPr>
          <a:xfrm>
            <a:off x="1198826" y="6036583"/>
            <a:ext cx="477750" cy="81026"/>
          </a:xfrm>
          <a:custGeom>
            <a:avLst/>
            <a:gdLst/>
            <a:ahLst/>
            <a:cxnLst/>
            <a:rect l="0" t="0" r="0" b="0"/>
            <a:pathLst>
              <a:path w="477750" h="81026">
                <a:moveTo>
                  <a:pt x="0" y="81026"/>
                </a:moveTo>
                <a:lnTo>
                  <a:pt x="34125" y="77902"/>
                </a:lnTo>
                <a:lnTo>
                  <a:pt x="68250" y="74368"/>
                </a:lnTo>
                <a:lnTo>
                  <a:pt x="102375" y="70425"/>
                </a:lnTo>
                <a:lnTo>
                  <a:pt x="136500" y="66072"/>
                </a:lnTo>
                <a:lnTo>
                  <a:pt x="170625" y="61309"/>
                </a:lnTo>
                <a:lnTo>
                  <a:pt x="204750" y="56136"/>
                </a:lnTo>
                <a:lnTo>
                  <a:pt x="238875" y="50553"/>
                </a:lnTo>
                <a:lnTo>
                  <a:pt x="273000" y="44561"/>
                </a:lnTo>
                <a:lnTo>
                  <a:pt x="307125" y="38158"/>
                </a:lnTo>
                <a:lnTo>
                  <a:pt x="341250" y="31346"/>
                </a:lnTo>
                <a:lnTo>
                  <a:pt x="375375" y="24124"/>
                </a:lnTo>
                <a:lnTo>
                  <a:pt x="409500" y="16493"/>
                </a:lnTo>
                <a:lnTo>
                  <a:pt x="443625" y="8451"/>
                </a:lnTo>
                <a:lnTo>
                  <a:pt x="477750" y="0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55" name="knowledge-cross-edge">
            <a:extLst>
              <a:ext uri="{FF2B5EF4-FFF2-40B4-BE49-F238E27FC236}">
                <a16:creationId xmlns:a16="http://schemas.microsoft.com/office/drawing/2014/main" id="{3AF74516-CD48-4485-A8DD-9D954B0E1678}"/>
              </a:ext>
            </a:extLst>
          </p:cNvPr>
          <p:cNvSpPr>
            <a:spLocks noGrp="1"/>
          </p:cNvSpPr>
          <p:nvPr/>
        </p:nvSpPr>
        <p:spPr>
          <a:xfrm>
            <a:off x="1198826" y="6117609"/>
            <a:ext cx="434142" cy="132357"/>
          </a:xfrm>
          <a:custGeom>
            <a:avLst/>
            <a:gdLst/>
            <a:ahLst/>
            <a:cxnLst/>
            <a:rect l="0" t="0" r="0" b="0"/>
            <a:pathLst>
              <a:path w="434142" h="132357">
                <a:moveTo>
                  <a:pt x="0" y="0"/>
                </a:moveTo>
                <a:lnTo>
                  <a:pt x="50731" y="11837"/>
                </a:lnTo>
                <a:lnTo>
                  <a:pt x="98815" y="23528"/>
                </a:lnTo>
                <a:lnTo>
                  <a:pt x="144254" y="35072"/>
                </a:lnTo>
                <a:lnTo>
                  <a:pt x="187047" y="46469"/>
                </a:lnTo>
                <a:lnTo>
                  <a:pt x="227195" y="57719"/>
                </a:lnTo>
                <a:lnTo>
                  <a:pt x="264696" y="68822"/>
                </a:lnTo>
                <a:lnTo>
                  <a:pt x="299552" y="79778"/>
                </a:lnTo>
                <a:lnTo>
                  <a:pt x="331761" y="90588"/>
                </a:lnTo>
                <a:lnTo>
                  <a:pt x="361325" y="101251"/>
                </a:lnTo>
                <a:lnTo>
                  <a:pt x="388243" y="111766"/>
                </a:lnTo>
                <a:lnTo>
                  <a:pt x="412515" y="122135"/>
                </a:lnTo>
                <a:lnTo>
                  <a:pt x="434142" y="132357"/>
                </a:lnTo>
              </a:path>
            </a:pathLst>
          </a:custGeom>
          <a:noFill/>
          <a:ln w="5334">
            <a:solidFill>
              <a:srgbClr val="4D60C5">
                <a:alpha val="13000"/>
              </a:srgbClr>
            </a:solidFill>
            <a:prstDash val="solid"/>
          </a:ln>
        </p:spPr>
      </p:sp>
      <p:sp>
        <p:nvSpPr>
          <p:cNvPr id="56" name="knowledge-edge">
            <a:extLst>
              <a:ext uri="{FF2B5EF4-FFF2-40B4-BE49-F238E27FC236}">
                <a16:creationId xmlns:a16="http://schemas.microsoft.com/office/drawing/2014/main" id="{A81BAC4B-C17E-4E5A-8DEE-B24625C56602}"/>
              </a:ext>
            </a:extLst>
          </p:cNvPr>
          <p:cNvSpPr>
            <a:spLocks noGrp="1"/>
          </p:cNvSpPr>
          <p:nvPr/>
        </p:nvSpPr>
        <p:spPr>
          <a:xfrm>
            <a:off x="1214477" y="6098317"/>
            <a:ext cx="418491" cy="151649"/>
          </a:xfrm>
          <a:custGeom>
            <a:avLst/>
            <a:gdLst/>
            <a:ahLst/>
            <a:cxnLst/>
            <a:rect l="0" t="0" r="0" b="0"/>
            <a:pathLst>
              <a:path w="418491" h="151649">
                <a:moveTo>
                  <a:pt x="0" y="0"/>
                </a:moveTo>
                <a:lnTo>
                  <a:pt x="29892" y="5091"/>
                </a:lnTo>
                <a:lnTo>
                  <a:pt x="59784" y="11065"/>
                </a:lnTo>
                <a:lnTo>
                  <a:pt x="89677" y="17922"/>
                </a:lnTo>
                <a:lnTo>
                  <a:pt x="119569" y="25663"/>
                </a:lnTo>
                <a:lnTo>
                  <a:pt x="149461" y="34287"/>
                </a:lnTo>
                <a:lnTo>
                  <a:pt x="179353" y="43794"/>
                </a:lnTo>
                <a:lnTo>
                  <a:pt x="209246" y="54184"/>
                </a:lnTo>
                <a:lnTo>
                  <a:pt x="239138" y="65458"/>
                </a:lnTo>
                <a:lnTo>
                  <a:pt x="269030" y="77615"/>
                </a:lnTo>
                <a:lnTo>
                  <a:pt x="298922" y="90655"/>
                </a:lnTo>
                <a:lnTo>
                  <a:pt x="328815" y="104579"/>
                </a:lnTo>
                <a:lnTo>
                  <a:pt x="358707" y="119386"/>
                </a:lnTo>
                <a:lnTo>
                  <a:pt x="388599" y="135076"/>
                </a:lnTo>
                <a:lnTo>
                  <a:pt x="418491" y="151649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57" name="knowledge-cross-edge">
            <a:extLst>
              <a:ext uri="{FF2B5EF4-FFF2-40B4-BE49-F238E27FC236}">
                <a16:creationId xmlns:a16="http://schemas.microsoft.com/office/drawing/2014/main" id="{646EDACE-2489-4405-91B8-9F763B3336B7}"/>
              </a:ext>
            </a:extLst>
          </p:cNvPr>
          <p:cNvSpPr>
            <a:spLocks noGrp="1"/>
          </p:cNvSpPr>
          <p:nvPr/>
        </p:nvSpPr>
        <p:spPr>
          <a:xfrm>
            <a:off x="1214477" y="6098045"/>
            <a:ext cx="392660" cy="183376"/>
          </a:xfrm>
          <a:custGeom>
            <a:avLst/>
            <a:gdLst/>
            <a:ahLst/>
            <a:cxnLst/>
            <a:rect l="0" t="0" r="0" b="0"/>
            <a:pathLst>
              <a:path w="392660" h="183376">
                <a:moveTo>
                  <a:pt x="0" y="272"/>
                </a:moveTo>
                <a:lnTo>
                  <a:pt x="47274" y="0"/>
                </a:lnTo>
                <a:lnTo>
                  <a:pt x="91902" y="2552"/>
                </a:lnTo>
                <a:lnTo>
                  <a:pt x="133884" y="7927"/>
                </a:lnTo>
                <a:lnTo>
                  <a:pt x="173220" y="16126"/>
                </a:lnTo>
                <a:lnTo>
                  <a:pt x="209910" y="27149"/>
                </a:lnTo>
                <a:lnTo>
                  <a:pt x="243955" y="40996"/>
                </a:lnTo>
                <a:lnTo>
                  <a:pt x="275354" y="57666"/>
                </a:lnTo>
                <a:lnTo>
                  <a:pt x="304107" y="77161"/>
                </a:lnTo>
                <a:lnTo>
                  <a:pt x="330214" y="99479"/>
                </a:lnTo>
                <a:lnTo>
                  <a:pt x="353675" y="124621"/>
                </a:lnTo>
                <a:lnTo>
                  <a:pt x="374491" y="152587"/>
                </a:lnTo>
                <a:lnTo>
                  <a:pt x="392660" y="183376"/>
                </a:lnTo>
              </a:path>
            </a:pathLst>
          </a:custGeom>
          <a:noFill/>
          <a:ln w="5334">
            <a:solidFill>
              <a:srgbClr val="4D60C5">
                <a:alpha val="13000"/>
              </a:srgbClr>
            </a:solidFill>
            <a:prstDash val="solid"/>
          </a:ln>
        </p:spPr>
      </p:sp>
      <p:sp>
        <p:nvSpPr>
          <p:cNvPr id="58" name="knowledge-edge">
            <a:extLst>
              <a:ext uri="{FF2B5EF4-FFF2-40B4-BE49-F238E27FC236}">
                <a16:creationId xmlns:a16="http://schemas.microsoft.com/office/drawing/2014/main" id="{1A5CA858-E6E5-468C-9D87-C0C618A73C0E}"/>
              </a:ext>
            </a:extLst>
          </p:cNvPr>
          <p:cNvSpPr>
            <a:spLocks noGrp="1"/>
          </p:cNvSpPr>
          <p:nvPr/>
        </p:nvSpPr>
        <p:spPr>
          <a:xfrm>
            <a:off x="1367101" y="6226883"/>
            <a:ext cx="240036" cy="55456"/>
          </a:xfrm>
          <a:custGeom>
            <a:avLst/>
            <a:gdLst/>
            <a:ahLst/>
            <a:cxnLst/>
            <a:rect l="0" t="0" r="0" b="0"/>
            <a:pathLst>
              <a:path w="240036" h="55456">
                <a:moveTo>
                  <a:pt x="0" y="55456"/>
                </a:moveTo>
                <a:lnTo>
                  <a:pt x="17145" y="40799"/>
                </a:lnTo>
                <a:lnTo>
                  <a:pt x="34291" y="28387"/>
                </a:lnTo>
                <a:lnTo>
                  <a:pt x="51436" y="18220"/>
                </a:lnTo>
                <a:lnTo>
                  <a:pt x="68582" y="10298"/>
                </a:lnTo>
                <a:lnTo>
                  <a:pt x="85727" y="4621"/>
                </a:lnTo>
                <a:lnTo>
                  <a:pt x="102873" y="1188"/>
                </a:lnTo>
                <a:lnTo>
                  <a:pt x="120018" y="0"/>
                </a:lnTo>
                <a:lnTo>
                  <a:pt x="137164" y="1057"/>
                </a:lnTo>
                <a:lnTo>
                  <a:pt x="154309" y="4359"/>
                </a:lnTo>
                <a:lnTo>
                  <a:pt x="171454" y="9905"/>
                </a:lnTo>
                <a:lnTo>
                  <a:pt x="188600" y="17696"/>
                </a:lnTo>
                <a:lnTo>
                  <a:pt x="205745" y="27732"/>
                </a:lnTo>
                <a:lnTo>
                  <a:pt x="222891" y="40013"/>
                </a:lnTo>
                <a:lnTo>
                  <a:pt x="240036" y="54539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59" name="knowledge-cross-edge">
            <a:extLst>
              <a:ext uri="{FF2B5EF4-FFF2-40B4-BE49-F238E27FC236}">
                <a16:creationId xmlns:a16="http://schemas.microsoft.com/office/drawing/2014/main" id="{BE9CE419-B861-48F2-B9A1-B92AB49A5792}"/>
              </a:ext>
            </a:extLst>
          </p:cNvPr>
          <p:cNvSpPr>
            <a:spLocks noGrp="1"/>
          </p:cNvSpPr>
          <p:nvPr/>
        </p:nvSpPr>
        <p:spPr>
          <a:xfrm>
            <a:off x="1367101" y="6279349"/>
            <a:ext cx="405910" cy="182155"/>
          </a:xfrm>
          <a:custGeom>
            <a:avLst/>
            <a:gdLst/>
            <a:ahLst/>
            <a:cxnLst/>
            <a:rect l="0" t="0" r="0" b="0"/>
            <a:pathLst>
              <a:path w="405910" h="182155">
                <a:moveTo>
                  <a:pt x="0" y="2990"/>
                </a:moveTo>
                <a:lnTo>
                  <a:pt x="48378" y="0"/>
                </a:lnTo>
                <a:lnTo>
                  <a:pt x="94110" y="268"/>
                </a:lnTo>
                <a:lnTo>
                  <a:pt x="137196" y="3795"/>
                </a:lnTo>
                <a:lnTo>
                  <a:pt x="177637" y="10580"/>
                </a:lnTo>
                <a:lnTo>
                  <a:pt x="215431" y="20623"/>
                </a:lnTo>
                <a:lnTo>
                  <a:pt x="250580" y="33924"/>
                </a:lnTo>
                <a:lnTo>
                  <a:pt x="283083" y="50484"/>
                </a:lnTo>
                <a:lnTo>
                  <a:pt x="312940" y="70301"/>
                </a:lnTo>
                <a:lnTo>
                  <a:pt x="340151" y="93377"/>
                </a:lnTo>
                <a:lnTo>
                  <a:pt x="364716" y="119712"/>
                </a:lnTo>
                <a:lnTo>
                  <a:pt x="386636" y="149304"/>
                </a:lnTo>
                <a:lnTo>
                  <a:pt x="405910" y="182155"/>
                </a:lnTo>
              </a:path>
            </a:pathLst>
          </a:custGeom>
          <a:noFill/>
          <a:ln w="5334">
            <a:solidFill>
              <a:srgbClr val="4D60C5">
                <a:alpha val="13000"/>
              </a:srgbClr>
            </a:solidFill>
            <a:prstDash val="solid"/>
          </a:ln>
        </p:spPr>
      </p:sp>
      <p:sp>
        <p:nvSpPr>
          <p:cNvPr id="60" name="knowledge-cross-edge">
            <a:extLst>
              <a:ext uri="{FF2B5EF4-FFF2-40B4-BE49-F238E27FC236}">
                <a16:creationId xmlns:a16="http://schemas.microsoft.com/office/drawing/2014/main" id="{E01D3EF3-3388-48BB-BBF2-A9FAD11803E3}"/>
              </a:ext>
            </a:extLst>
          </p:cNvPr>
          <p:cNvSpPr>
            <a:spLocks noGrp="1"/>
          </p:cNvSpPr>
          <p:nvPr/>
        </p:nvSpPr>
        <p:spPr>
          <a:xfrm>
            <a:off x="1367101" y="6249966"/>
            <a:ext cx="265867" cy="41824"/>
          </a:xfrm>
          <a:custGeom>
            <a:avLst/>
            <a:gdLst/>
            <a:ahLst/>
            <a:cxnLst/>
            <a:rect l="0" t="0" r="0" b="0"/>
            <a:pathLst>
              <a:path w="265867" h="41824">
                <a:moveTo>
                  <a:pt x="0" y="32372"/>
                </a:moveTo>
                <a:lnTo>
                  <a:pt x="7604" y="36633"/>
                </a:lnTo>
                <a:lnTo>
                  <a:pt x="17853" y="39628"/>
                </a:lnTo>
                <a:lnTo>
                  <a:pt x="30748" y="41359"/>
                </a:lnTo>
                <a:lnTo>
                  <a:pt x="46289" y="41824"/>
                </a:lnTo>
                <a:lnTo>
                  <a:pt x="64476" y="41024"/>
                </a:lnTo>
                <a:lnTo>
                  <a:pt x="85309" y="38959"/>
                </a:lnTo>
                <a:lnTo>
                  <a:pt x="108787" y="35629"/>
                </a:lnTo>
                <a:lnTo>
                  <a:pt x="134912" y="31033"/>
                </a:lnTo>
                <a:lnTo>
                  <a:pt x="163682" y="25173"/>
                </a:lnTo>
                <a:lnTo>
                  <a:pt x="195098" y="18047"/>
                </a:lnTo>
                <a:lnTo>
                  <a:pt x="229160" y="9656"/>
                </a:lnTo>
                <a:lnTo>
                  <a:pt x="265867" y="0"/>
                </a:lnTo>
              </a:path>
            </a:pathLst>
          </a:custGeom>
          <a:noFill/>
          <a:ln w="4953">
            <a:solidFill>
              <a:srgbClr val="4D60C5">
                <a:alpha val="12000"/>
              </a:srgbClr>
            </a:solidFill>
            <a:prstDash val="solid"/>
          </a:ln>
        </p:spPr>
      </p:sp>
      <p:sp>
        <p:nvSpPr>
          <p:cNvPr id="61" name="knowledge-edge">
            <a:extLst>
              <a:ext uri="{FF2B5EF4-FFF2-40B4-BE49-F238E27FC236}">
                <a16:creationId xmlns:a16="http://schemas.microsoft.com/office/drawing/2014/main" id="{8403991E-A678-4E71-89E2-9AE9A900CD30}"/>
              </a:ext>
            </a:extLst>
          </p:cNvPr>
          <p:cNvSpPr>
            <a:spLocks noGrp="1"/>
          </p:cNvSpPr>
          <p:nvPr/>
        </p:nvSpPr>
        <p:spPr>
          <a:xfrm>
            <a:off x="1425608" y="6416642"/>
            <a:ext cx="347402" cy="44861"/>
          </a:xfrm>
          <a:custGeom>
            <a:avLst/>
            <a:gdLst/>
            <a:ahLst/>
            <a:cxnLst/>
            <a:rect l="0" t="0" r="0" b="0"/>
            <a:pathLst>
              <a:path w="347402" h="44861">
                <a:moveTo>
                  <a:pt x="0" y="1821"/>
                </a:moveTo>
                <a:lnTo>
                  <a:pt x="24814" y="578"/>
                </a:lnTo>
                <a:lnTo>
                  <a:pt x="49629" y="0"/>
                </a:lnTo>
                <a:lnTo>
                  <a:pt x="74443" y="86"/>
                </a:lnTo>
                <a:lnTo>
                  <a:pt x="99258" y="836"/>
                </a:lnTo>
                <a:lnTo>
                  <a:pt x="124072" y="2250"/>
                </a:lnTo>
                <a:lnTo>
                  <a:pt x="148887" y="4328"/>
                </a:lnTo>
                <a:lnTo>
                  <a:pt x="173701" y="7070"/>
                </a:lnTo>
                <a:lnTo>
                  <a:pt x="198516" y="10476"/>
                </a:lnTo>
                <a:lnTo>
                  <a:pt x="223330" y="14547"/>
                </a:lnTo>
                <a:lnTo>
                  <a:pt x="248145" y="19281"/>
                </a:lnTo>
                <a:lnTo>
                  <a:pt x="272959" y="24680"/>
                </a:lnTo>
                <a:lnTo>
                  <a:pt x="297774" y="30743"/>
                </a:lnTo>
                <a:lnTo>
                  <a:pt x="322588" y="37470"/>
                </a:lnTo>
                <a:lnTo>
                  <a:pt x="347402" y="44861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62" name="knowledge-edge">
            <a:extLst>
              <a:ext uri="{FF2B5EF4-FFF2-40B4-BE49-F238E27FC236}">
                <a16:creationId xmlns:a16="http://schemas.microsoft.com/office/drawing/2014/main" id="{28321297-7BE4-453F-A557-856A0B70F7BE}"/>
              </a:ext>
            </a:extLst>
          </p:cNvPr>
          <p:cNvSpPr>
            <a:spLocks noGrp="1"/>
          </p:cNvSpPr>
          <p:nvPr/>
        </p:nvSpPr>
        <p:spPr>
          <a:xfrm>
            <a:off x="1197257" y="6712141"/>
            <a:ext cx="474567" cy="199193"/>
          </a:xfrm>
          <a:custGeom>
            <a:avLst/>
            <a:gdLst/>
            <a:ahLst/>
            <a:cxnLst/>
            <a:rect l="0" t="0" r="0" b="0"/>
            <a:pathLst>
              <a:path w="474567" h="199193">
                <a:moveTo>
                  <a:pt x="0" y="0"/>
                </a:moveTo>
                <a:lnTo>
                  <a:pt x="33898" y="15650"/>
                </a:lnTo>
                <a:lnTo>
                  <a:pt x="67795" y="31081"/>
                </a:lnTo>
                <a:lnTo>
                  <a:pt x="101693" y="46293"/>
                </a:lnTo>
                <a:lnTo>
                  <a:pt x="135591" y="61287"/>
                </a:lnTo>
                <a:lnTo>
                  <a:pt x="169488" y="76062"/>
                </a:lnTo>
                <a:lnTo>
                  <a:pt x="203386" y="90618"/>
                </a:lnTo>
                <a:lnTo>
                  <a:pt x="237284" y="104956"/>
                </a:lnTo>
                <a:lnTo>
                  <a:pt x="271181" y="119074"/>
                </a:lnTo>
                <a:lnTo>
                  <a:pt x="305079" y="132974"/>
                </a:lnTo>
                <a:lnTo>
                  <a:pt x="338977" y="146655"/>
                </a:lnTo>
                <a:lnTo>
                  <a:pt x="372874" y="160118"/>
                </a:lnTo>
                <a:lnTo>
                  <a:pt x="406772" y="173362"/>
                </a:lnTo>
                <a:lnTo>
                  <a:pt x="440670" y="186387"/>
                </a:lnTo>
                <a:lnTo>
                  <a:pt x="474567" y="199193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63" name="knowledge-cross-edge">
            <a:extLst>
              <a:ext uri="{FF2B5EF4-FFF2-40B4-BE49-F238E27FC236}">
                <a16:creationId xmlns:a16="http://schemas.microsoft.com/office/drawing/2014/main" id="{1D5864BE-F5D9-41DD-B48A-83FA2E473215}"/>
              </a:ext>
            </a:extLst>
          </p:cNvPr>
          <p:cNvSpPr>
            <a:spLocks noGrp="1"/>
          </p:cNvSpPr>
          <p:nvPr/>
        </p:nvSpPr>
        <p:spPr>
          <a:xfrm>
            <a:off x="1197257" y="6682208"/>
            <a:ext cx="524413" cy="523701"/>
          </a:xfrm>
          <a:custGeom>
            <a:avLst/>
            <a:gdLst/>
            <a:ahLst/>
            <a:cxnLst/>
            <a:rect l="0" t="0" r="0" b="0"/>
            <a:pathLst>
              <a:path w="524413" h="523701">
                <a:moveTo>
                  <a:pt x="0" y="29933"/>
                </a:moveTo>
                <a:lnTo>
                  <a:pt x="58253" y="9355"/>
                </a:lnTo>
                <a:lnTo>
                  <a:pt x="113860" y="0"/>
                </a:lnTo>
                <a:lnTo>
                  <a:pt x="166822" y="1868"/>
                </a:lnTo>
                <a:lnTo>
                  <a:pt x="217138" y="14958"/>
                </a:lnTo>
                <a:lnTo>
                  <a:pt x="264807" y="39271"/>
                </a:lnTo>
                <a:lnTo>
                  <a:pt x="309831" y="74807"/>
                </a:lnTo>
                <a:lnTo>
                  <a:pt x="352210" y="121566"/>
                </a:lnTo>
                <a:lnTo>
                  <a:pt x="391942" y="179547"/>
                </a:lnTo>
                <a:lnTo>
                  <a:pt x="429028" y="248752"/>
                </a:lnTo>
                <a:lnTo>
                  <a:pt x="463469" y="329179"/>
                </a:lnTo>
                <a:lnTo>
                  <a:pt x="495264" y="420828"/>
                </a:lnTo>
                <a:lnTo>
                  <a:pt x="524413" y="523701"/>
                </a:lnTo>
              </a:path>
            </a:pathLst>
          </a:custGeom>
          <a:noFill/>
          <a:ln w="5334">
            <a:solidFill>
              <a:srgbClr val="4D60C5">
                <a:alpha val="13000"/>
              </a:srgbClr>
            </a:solidFill>
            <a:prstDash val="solid"/>
          </a:ln>
        </p:spPr>
      </p:sp>
      <p:sp>
        <p:nvSpPr>
          <p:cNvPr id="64" name="knowledge-edge">
            <a:extLst>
              <a:ext uri="{FF2B5EF4-FFF2-40B4-BE49-F238E27FC236}">
                <a16:creationId xmlns:a16="http://schemas.microsoft.com/office/drawing/2014/main" id="{A84552FC-B5D5-47C4-8E1A-B7877DF632DA}"/>
              </a:ext>
            </a:extLst>
          </p:cNvPr>
          <p:cNvSpPr>
            <a:spLocks noGrp="1"/>
          </p:cNvSpPr>
          <p:nvPr/>
        </p:nvSpPr>
        <p:spPr>
          <a:xfrm>
            <a:off x="1228721" y="6982767"/>
            <a:ext cx="492949" cy="223142"/>
          </a:xfrm>
          <a:custGeom>
            <a:avLst/>
            <a:gdLst/>
            <a:ahLst/>
            <a:cxnLst/>
            <a:rect l="0" t="0" r="0" b="0"/>
            <a:pathLst>
              <a:path w="492949" h="223142">
                <a:moveTo>
                  <a:pt x="0" y="0"/>
                </a:moveTo>
                <a:lnTo>
                  <a:pt x="35211" y="7078"/>
                </a:lnTo>
                <a:lnTo>
                  <a:pt x="70421" y="15519"/>
                </a:lnTo>
                <a:lnTo>
                  <a:pt x="105632" y="25323"/>
                </a:lnTo>
                <a:lnTo>
                  <a:pt x="140843" y="36490"/>
                </a:lnTo>
                <a:lnTo>
                  <a:pt x="176053" y="49021"/>
                </a:lnTo>
                <a:lnTo>
                  <a:pt x="211264" y="62915"/>
                </a:lnTo>
                <a:lnTo>
                  <a:pt x="246475" y="78172"/>
                </a:lnTo>
                <a:lnTo>
                  <a:pt x="281685" y="94792"/>
                </a:lnTo>
                <a:lnTo>
                  <a:pt x="316896" y="112776"/>
                </a:lnTo>
                <a:lnTo>
                  <a:pt x="352107" y="132123"/>
                </a:lnTo>
                <a:lnTo>
                  <a:pt x="387317" y="152833"/>
                </a:lnTo>
                <a:lnTo>
                  <a:pt x="422528" y="174906"/>
                </a:lnTo>
                <a:lnTo>
                  <a:pt x="457738" y="198342"/>
                </a:lnTo>
                <a:lnTo>
                  <a:pt x="492949" y="223142"/>
                </a:lnTo>
              </a:path>
            </a:pathLst>
          </a:custGeom>
          <a:noFill/>
          <a:ln w="6477">
            <a:solidFill>
              <a:srgbClr val="4D60C5">
                <a:alpha val="17000"/>
              </a:srgbClr>
            </a:solidFill>
            <a:prstDash val="solid"/>
          </a:ln>
        </p:spPr>
      </p:sp>
      <p:sp>
        <p:nvSpPr>
          <p:cNvPr id="65" name="knowledge-edge">
            <a:extLst>
              <a:ext uri="{FF2B5EF4-FFF2-40B4-BE49-F238E27FC236}">
                <a16:creationId xmlns:a16="http://schemas.microsoft.com/office/drawing/2014/main" id="{4E3B2E7C-6674-489F-A8C3-2B52DBEFD63F}"/>
              </a:ext>
            </a:extLst>
          </p:cNvPr>
          <p:cNvSpPr>
            <a:spLocks noGrp="1"/>
          </p:cNvSpPr>
          <p:nvPr/>
        </p:nvSpPr>
        <p:spPr>
          <a:xfrm>
            <a:off x="1678558" y="5975359"/>
            <a:ext cx="433687" cy="86481"/>
          </a:xfrm>
          <a:custGeom>
            <a:avLst/>
            <a:gdLst/>
            <a:ahLst/>
            <a:cxnLst/>
            <a:rect l="0" t="0" r="0" b="0"/>
            <a:pathLst>
              <a:path w="433687" h="86481">
                <a:moveTo>
                  <a:pt x="0" y="27947"/>
                </a:moveTo>
                <a:lnTo>
                  <a:pt x="30978" y="18015"/>
                </a:lnTo>
                <a:lnTo>
                  <a:pt x="61955" y="10255"/>
                </a:lnTo>
                <a:lnTo>
                  <a:pt x="92933" y="4665"/>
                </a:lnTo>
                <a:lnTo>
                  <a:pt x="123911" y="1247"/>
                </a:lnTo>
                <a:lnTo>
                  <a:pt x="154888" y="0"/>
                </a:lnTo>
                <a:lnTo>
                  <a:pt x="185866" y="924"/>
                </a:lnTo>
                <a:lnTo>
                  <a:pt x="216843" y="4020"/>
                </a:lnTo>
                <a:lnTo>
                  <a:pt x="247821" y="9286"/>
                </a:lnTo>
                <a:lnTo>
                  <a:pt x="278799" y="16724"/>
                </a:lnTo>
                <a:lnTo>
                  <a:pt x="309776" y="26333"/>
                </a:lnTo>
                <a:lnTo>
                  <a:pt x="340754" y="38113"/>
                </a:lnTo>
                <a:lnTo>
                  <a:pt x="371732" y="52065"/>
                </a:lnTo>
                <a:lnTo>
                  <a:pt x="402709" y="68188"/>
                </a:lnTo>
                <a:lnTo>
                  <a:pt x="433687" y="86481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66" name="knowledge-cross-edge">
            <a:extLst>
              <a:ext uri="{FF2B5EF4-FFF2-40B4-BE49-F238E27FC236}">
                <a16:creationId xmlns:a16="http://schemas.microsoft.com/office/drawing/2014/main" id="{F490E8B2-B0A0-4ECE-9CA2-8C410F793D27}"/>
              </a:ext>
            </a:extLst>
          </p:cNvPr>
          <p:cNvSpPr>
            <a:spLocks noGrp="1"/>
          </p:cNvSpPr>
          <p:nvPr/>
        </p:nvSpPr>
        <p:spPr>
          <a:xfrm>
            <a:off x="1678558" y="6003306"/>
            <a:ext cx="402015" cy="32575"/>
          </a:xfrm>
          <a:custGeom>
            <a:avLst/>
            <a:gdLst/>
            <a:ahLst/>
            <a:cxnLst/>
            <a:rect l="0" t="0" r="0" b="0"/>
            <a:pathLst>
              <a:path w="402015" h="32575">
                <a:moveTo>
                  <a:pt x="0" y="0"/>
                </a:moveTo>
                <a:lnTo>
                  <a:pt x="48053" y="8051"/>
                </a:lnTo>
                <a:lnTo>
                  <a:pt x="93461" y="14965"/>
                </a:lnTo>
                <a:lnTo>
                  <a:pt x="136223" y="20742"/>
                </a:lnTo>
                <a:lnTo>
                  <a:pt x="176338" y="25382"/>
                </a:lnTo>
                <a:lnTo>
                  <a:pt x="213808" y="28885"/>
                </a:lnTo>
                <a:lnTo>
                  <a:pt x="248633" y="31252"/>
                </a:lnTo>
                <a:lnTo>
                  <a:pt x="280811" y="32482"/>
                </a:lnTo>
                <a:lnTo>
                  <a:pt x="310344" y="32575"/>
                </a:lnTo>
                <a:lnTo>
                  <a:pt x="337230" y="31531"/>
                </a:lnTo>
                <a:lnTo>
                  <a:pt x="361471" y="29350"/>
                </a:lnTo>
                <a:lnTo>
                  <a:pt x="383066" y="26033"/>
                </a:lnTo>
                <a:lnTo>
                  <a:pt x="402015" y="21578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67" name="knowledge-edge">
            <a:extLst>
              <a:ext uri="{FF2B5EF4-FFF2-40B4-BE49-F238E27FC236}">
                <a16:creationId xmlns:a16="http://schemas.microsoft.com/office/drawing/2014/main" id="{FF70F9A0-0D75-4671-976A-F85FA17D2E50}"/>
              </a:ext>
            </a:extLst>
          </p:cNvPr>
          <p:cNvSpPr>
            <a:spLocks noGrp="1"/>
          </p:cNvSpPr>
          <p:nvPr/>
        </p:nvSpPr>
        <p:spPr>
          <a:xfrm>
            <a:off x="1676576" y="6024884"/>
            <a:ext cx="403997" cy="18254"/>
          </a:xfrm>
          <a:custGeom>
            <a:avLst/>
            <a:gdLst/>
            <a:ahLst/>
            <a:cxnLst/>
            <a:rect l="0" t="0" r="0" b="0"/>
            <a:pathLst>
              <a:path w="403997" h="18254">
                <a:moveTo>
                  <a:pt x="0" y="11699"/>
                </a:moveTo>
                <a:lnTo>
                  <a:pt x="28857" y="13964"/>
                </a:lnTo>
                <a:lnTo>
                  <a:pt x="57714" y="15752"/>
                </a:lnTo>
                <a:lnTo>
                  <a:pt x="86571" y="17063"/>
                </a:lnTo>
                <a:lnTo>
                  <a:pt x="115428" y="17897"/>
                </a:lnTo>
                <a:lnTo>
                  <a:pt x="144285" y="18254"/>
                </a:lnTo>
                <a:lnTo>
                  <a:pt x="173142" y="18134"/>
                </a:lnTo>
                <a:lnTo>
                  <a:pt x="201999" y="17537"/>
                </a:lnTo>
                <a:lnTo>
                  <a:pt x="230855" y="16462"/>
                </a:lnTo>
                <a:lnTo>
                  <a:pt x="259712" y="14911"/>
                </a:lnTo>
                <a:lnTo>
                  <a:pt x="288569" y="12883"/>
                </a:lnTo>
                <a:lnTo>
                  <a:pt x="317426" y="10378"/>
                </a:lnTo>
                <a:lnTo>
                  <a:pt x="346283" y="7396"/>
                </a:lnTo>
                <a:lnTo>
                  <a:pt x="375140" y="3936"/>
                </a:lnTo>
                <a:lnTo>
                  <a:pt x="403997" y="0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68" name="knowledge-cross-edge">
            <a:extLst>
              <a:ext uri="{FF2B5EF4-FFF2-40B4-BE49-F238E27FC236}">
                <a16:creationId xmlns:a16="http://schemas.microsoft.com/office/drawing/2014/main" id="{1040133B-5347-4439-A8AC-6F89FACFF62E}"/>
              </a:ext>
            </a:extLst>
          </p:cNvPr>
          <p:cNvSpPr>
            <a:spLocks noGrp="1"/>
          </p:cNvSpPr>
          <p:nvPr/>
        </p:nvSpPr>
        <p:spPr>
          <a:xfrm>
            <a:off x="1676576" y="6036583"/>
            <a:ext cx="435669" cy="25257"/>
          </a:xfrm>
          <a:custGeom>
            <a:avLst/>
            <a:gdLst/>
            <a:ahLst/>
            <a:cxnLst/>
            <a:rect l="0" t="0" r="0" b="0"/>
            <a:pathLst>
              <a:path w="435669" h="25257">
                <a:moveTo>
                  <a:pt x="0" y="0"/>
                </a:moveTo>
                <a:lnTo>
                  <a:pt x="21754" y="1008"/>
                </a:lnTo>
                <a:lnTo>
                  <a:pt x="46153" y="2215"/>
                </a:lnTo>
                <a:lnTo>
                  <a:pt x="73198" y="3621"/>
                </a:lnTo>
                <a:lnTo>
                  <a:pt x="102890" y="5227"/>
                </a:lnTo>
                <a:lnTo>
                  <a:pt x="135227" y="7033"/>
                </a:lnTo>
                <a:lnTo>
                  <a:pt x="170209" y="9038"/>
                </a:lnTo>
                <a:lnTo>
                  <a:pt x="207838" y="11242"/>
                </a:lnTo>
                <a:lnTo>
                  <a:pt x="248112" y="13646"/>
                </a:lnTo>
                <a:lnTo>
                  <a:pt x="291033" y="16250"/>
                </a:lnTo>
                <a:lnTo>
                  <a:pt x="336599" y="19053"/>
                </a:lnTo>
                <a:lnTo>
                  <a:pt x="384811" y="22055"/>
                </a:lnTo>
                <a:lnTo>
                  <a:pt x="435669" y="25257"/>
                </a:lnTo>
              </a:path>
            </a:pathLst>
          </a:custGeom>
          <a:noFill/>
          <a:ln w="4953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69" name="knowledge-edge">
            <a:extLst>
              <a:ext uri="{FF2B5EF4-FFF2-40B4-BE49-F238E27FC236}">
                <a16:creationId xmlns:a16="http://schemas.microsoft.com/office/drawing/2014/main" id="{B459E0BB-9D7E-48BD-92BD-2C81AF5A09C9}"/>
              </a:ext>
            </a:extLst>
          </p:cNvPr>
          <p:cNvSpPr>
            <a:spLocks noGrp="1"/>
          </p:cNvSpPr>
          <p:nvPr/>
        </p:nvSpPr>
        <p:spPr>
          <a:xfrm>
            <a:off x="1632968" y="6223534"/>
            <a:ext cx="601453" cy="59363"/>
          </a:xfrm>
          <a:custGeom>
            <a:avLst/>
            <a:gdLst/>
            <a:ahLst/>
            <a:cxnLst/>
            <a:rect l="0" t="0" r="0" b="0"/>
            <a:pathLst>
              <a:path w="601453" h="59363">
                <a:moveTo>
                  <a:pt x="0" y="26433"/>
                </a:moveTo>
                <a:lnTo>
                  <a:pt x="42961" y="36531"/>
                </a:lnTo>
                <a:lnTo>
                  <a:pt x="85922" y="44786"/>
                </a:lnTo>
                <a:lnTo>
                  <a:pt x="128883" y="51196"/>
                </a:lnTo>
                <a:lnTo>
                  <a:pt x="171844" y="55763"/>
                </a:lnTo>
                <a:lnTo>
                  <a:pt x="214805" y="58485"/>
                </a:lnTo>
                <a:lnTo>
                  <a:pt x="257765" y="59363"/>
                </a:lnTo>
                <a:lnTo>
                  <a:pt x="300726" y="58397"/>
                </a:lnTo>
                <a:lnTo>
                  <a:pt x="343687" y="55587"/>
                </a:lnTo>
                <a:lnTo>
                  <a:pt x="386648" y="50932"/>
                </a:lnTo>
                <a:lnTo>
                  <a:pt x="429609" y="44434"/>
                </a:lnTo>
                <a:lnTo>
                  <a:pt x="472570" y="36092"/>
                </a:lnTo>
                <a:lnTo>
                  <a:pt x="515531" y="25905"/>
                </a:lnTo>
                <a:lnTo>
                  <a:pt x="558492" y="13875"/>
                </a:lnTo>
                <a:lnTo>
                  <a:pt x="601453" y="0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0" name="knowledge-cross-edge">
            <a:extLst>
              <a:ext uri="{FF2B5EF4-FFF2-40B4-BE49-F238E27FC236}">
                <a16:creationId xmlns:a16="http://schemas.microsoft.com/office/drawing/2014/main" id="{E4712DAC-931E-4D9F-836B-489D52434132}"/>
              </a:ext>
            </a:extLst>
          </p:cNvPr>
          <p:cNvSpPr>
            <a:spLocks noGrp="1"/>
          </p:cNvSpPr>
          <p:nvPr/>
        </p:nvSpPr>
        <p:spPr>
          <a:xfrm>
            <a:off x="1632968" y="6249966"/>
            <a:ext cx="552587" cy="126412"/>
          </a:xfrm>
          <a:custGeom>
            <a:avLst/>
            <a:gdLst/>
            <a:ahLst/>
            <a:cxnLst/>
            <a:rect l="0" t="0" r="0" b="0"/>
            <a:pathLst>
              <a:path w="552587" h="126412">
                <a:moveTo>
                  <a:pt x="0" y="0"/>
                </a:moveTo>
                <a:lnTo>
                  <a:pt x="60601" y="8231"/>
                </a:lnTo>
                <a:lnTo>
                  <a:pt x="118556" y="16881"/>
                </a:lnTo>
                <a:lnTo>
                  <a:pt x="173866" y="25950"/>
                </a:lnTo>
                <a:lnTo>
                  <a:pt x="226529" y="35437"/>
                </a:lnTo>
                <a:lnTo>
                  <a:pt x="276547" y="45344"/>
                </a:lnTo>
                <a:lnTo>
                  <a:pt x="323919" y="55669"/>
                </a:lnTo>
                <a:lnTo>
                  <a:pt x="368645" y="66412"/>
                </a:lnTo>
                <a:lnTo>
                  <a:pt x="410725" y="77575"/>
                </a:lnTo>
                <a:lnTo>
                  <a:pt x="450159" y="89156"/>
                </a:lnTo>
                <a:lnTo>
                  <a:pt x="486948" y="101156"/>
                </a:lnTo>
                <a:lnTo>
                  <a:pt x="521090" y="113575"/>
                </a:lnTo>
                <a:lnTo>
                  <a:pt x="552587" y="126412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71" name="knowledge-edge">
            <a:extLst>
              <a:ext uri="{FF2B5EF4-FFF2-40B4-BE49-F238E27FC236}">
                <a16:creationId xmlns:a16="http://schemas.microsoft.com/office/drawing/2014/main" id="{8266B5B9-3967-48CA-A381-A3B63338065A}"/>
              </a:ext>
            </a:extLst>
          </p:cNvPr>
          <p:cNvSpPr>
            <a:spLocks noGrp="1"/>
          </p:cNvSpPr>
          <p:nvPr/>
        </p:nvSpPr>
        <p:spPr>
          <a:xfrm>
            <a:off x="1607137" y="6281421"/>
            <a:ext cx="578418" cy="94957"/>
          </a:xfrm>
          <a:custGeom>
            <a:avLst/>
            <a:gdLst/>
            <a:ahLst/>
            <a:cxnLst/>
            <a:rect l="0" t="0" r="0" b="0"/>
            <a:pathLst>
              <a:path w="578418" h="94957">
                <a:moveTo>
                  <a:pt x="0" y="0"/>
                </a:moveTo>
                <a:lnTo>
                  <a:pt x="41316" y="7640"/>
                </a:lnTo>
                <a:lnTo>
                  <a:pt x="82631" y="15147"/>
                </a:lnTo>
                <a:lnTo>
                  <a:pt x="123947" y="22523"/>
                </a:lnTo>
                <a:lnTo>
                  <a:pt x="165262" y="29767"/>
                </a:lnTo>
                <a:lnTo>
                  <a:pt x="206578" y="36879"/>
                </a:lnTo>
                <a:lnTo>
                  <a:pt x="247893" y="43860"/>
                </a:lnTo>
                <a:lnTo>
                  <a:pt x="289209" y="50708"/>
                </a:lnTo>
                <a:lnTo>
                  <a:pt x="330525" y="57425"/>
                </a:lnTo>
                <a:lnTo>
                  <a:pt x="371840" y="64010"/>
                </a:lnTo>
                <a:lnTo>
                  <a:pt x="413156" y="70463"/>
                </a:lnTo>
                <a:lnTo>
                  <a:pt x="454471" y="76785"/>
                </a:lnTo>
                <a:lnTo>
                  <a:pt x="495787" y="82974"/>
                </a:lnTo>
                <a:lnTo>
                  <a:pt x="537103" y="89032"/>
                </a:lnTo>
                <a:lnTo>
                  <a:pt x="578418" y="94957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2" name="knowledge-cross-edge">
            <a:extLst>
              <a:ext uri="{FF2B5EF4-FFF2-40B4-BE49-F238E27FC236}">
                <a16:creationId xmlns:a16="http://schemas.microsoft.com/office/drawing/2014/main" id="{F7542CF2-054B-4A0C-A952-9861BF507813}"/>
              </a:ext>
            </a:extLst>
          </p:cNvPr>
          <p:cNvSpPr>
            <a:spLocks noGrp="1"/>
          </p:cNvSpPr>
          <p:nvPr/>
        </p:nvSpPr>
        <p:spPr>
          <a:xfrm>
            <a:off x="1607137" y="6252630"/>
            <a:ext cx="516445" cy="447055"/>
          </a:xfrm>
          <a:custGeom>
            <a:avLst/>
            <a:gdLst/>
            <a:ahLst/>
            <a:cxnLst/>
            <a:rect l="0" t="0" r="0" b="0"/>
            <a:pathLst>
              <a:path w="516445" h="447055">
                <a:moveTo>
                  <a:pt x="0" y="28791"/>
                </a:moveTo>
                <a:lnTo>
                  <a:pt x="57589" y="9471"/>
                </a:lnTo>
                <a:lnTo>
                  <a:pt x="112533" y="0"/>
                </a:lnTo>
                <a:lnTo>
                  <a:pt x="164830" y="380"/>
                </a:lnTo>
                <a:lnTo>
                  <a:pt x="214482" y="10609"/>
                </a:lnTo>
                <a:lnTo>
                  <a:pt x="261488" y="30689"/>
                </a:lnTo>
                <a:lnTo>
                  <a:pt x="305848" y="60620"/>
                </a:lnTo>
                <a:lnTo>
                  <a:pt x="347562" y="100400"/>
                </a:lnTo>
                <a:lnTo>
                  <a:pt x="386630" y="150031"/>
                </a:lnTo>
                <a:lnTo>
                  <a:pt x="423053" y="209512"/>
                </a:lnTo>
                <a:lnTo>
                  <a:pt x="456829" y="278843"/>
                </a:lnTo>
                <a:lnTo>
                  <a:pt x="487960" y="358024"/>
                </a:lnTo>
                <a:lnTo>
                  <a:pt x="516445" y="447055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73" name="knowledge-edge">
            <a:extLst>
              <a:ext uri="{FF2B5EF4-FFF2-40B4-BE49-F238E27FC236}">
                <a16:creationId xmlns:a16="http://schemas.microsoft.com/office/drawing/2014/main" id="{02F86203-4D88-45E9-BB87-67BB12A1293C}"/>
              </a:ext>
            </a:extLst>
          </p:cNvPr>
          <p:cNvSpPr>
            <a:spLocks noGrp="1"/>
          </p:cNvSpPr>
          <p:nvPr/>
        </p:nvSpPr>
        <p:spPr>
          <a:xfrm>
            <a:off x="1773010" y="6461503"/>
            <a:ext cx="350572" cy="238182"/>
          </a:xfrm>
          <a:custGeom>
            <a:avLst/>
            <a:gdLst/>
            <a:ahLst/>
            <a:cxnLst/>
            <a:rect l="0" t="0" r="0" b="0"/>
            <a:pathLst>
              <a:path w="350572" h="238182">
                <a:moveTo>
                  <a:pt x="0" y="0"/>
                </a:moveTo>
                <a:lnTo>
                  <a:pt x="25041" y="7440"/>
                </a:lnTo>
                <a:lnTo>
                  <a:pt x="50082" y="16353"/>
                </a:lnTo>
                <a:lnTo>
                  <a:pt x="75123" y="26738"/>
                </a:lnTo>
                <a:lnTo>
                  <a:pt x="100163" y="38597"/>
                </a:lnTo>
                <a:lnTo>
                  <a:pt x="125204" y="51928"/>
                </a:lnTo>
                <a:lnTo>
                  <a:pt x="150245" y="66731"/>
                </a:lnTo>
                <a:lnTo>
                  <a:pt x="175286" y="83008"/>
                </a:lnTo>
                <a:lnTo>
                  <a:pt x="200327" y="100757"/>
                </a:lnTo>
                <a:lnTo>
                  <a:pt x="225368" y="119980"/>
                </a:lnTo>
                <a:lnTo>
                  <a:pt x="250408" y="140674"/>
                </a:lnTo>
                <a:lnTo>
                  <a:pt x="275449" y="162842"/>
                </a:lnTo>
                <a:lnTo>
                  <a:pt x="300490" y="186483"/>
                </a:lnTo>
                <a:lnTo>
                  <a:pt x="325531" y="211596"/>
                </a:lnTo>
                <a:lnTo>
                  <a:pt x="350572" y="238182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4" name="knowledge-edge">
            <a:extLst>
              <a:ext uri="{FF2B5EF4-FFF2-40B4-BE49-F238E27FC236}">
                <a16:creationId xmlns:a16="http://schemas.microsoft.com/office/drawing/2014/main" id="{022AD6FA-707C-49D7-98BD-CE9F75EC341A}"/>
              </a:ext>
            </a:extLst>
          </p:cNvPr>
          <p:cNvSpPr>
            <a:spLocks noGrp="1"/>
          </p:cNvSpPr>
          <p:nvPr/>
        </p:nvSpPr>
        <p:spPr>
          <a:xfrm>
            <a:off x="1671824" y="6861671"/>
            <a:ext cx="356825" cy="49663"/>
          </a:xfrm>
          <a:custGeom>
            <a:avLst/>
            <a:gdLst/>
            <a:ahLst/>
            <a:cxnLst/>
            <a:rect l="0" t="0" r="0" b="0"/>
            <a:pathLst>
              <a:path w="356825" h="49663">
                <a:moveTo>
                  <a:pt x="0" y="49663"/>
                </a:moveTo>
                <a:lnTo>
                  <a:pt x="25487" y="39291"/>
                </a:lnTo>
                <a:lnTo>
                  <a:pt x="50975" y="30133"/>
                </a:lnTo>
                <a:lnTo>
                  <a:pt x="76462" y="22188"/>
                </a:lnTo>
                <a:lnTo>
                  <a:pt x="101950" y="15456"/>
                </a:lnTo>
                <a:lnTo>
                  <a:pt x="127437" y="9938"/>
                </a:lnTo>
                <a:lnTo>
                  <a:pt x="152925" y="5634"/>
                </a:lnTo>
                <a:lnTo>
                  <a:pt x="178412" y="2542"/>
                </a:lnTo>
                <a:lnTo>
                  <a:pt x="203900" y="664"/>
                </a:lnTo>
                <a:lnTo>
                  <a:pt x="229387" y="0"/>
                </a:lnTo>
                <a:lnTo>
                  <a:pt x="254875" y="549"/>
                </a:lnTo>
                <a:lnTo>
                  <a:pt x="280362" y="2311"/>
                </a:lnTo>
                <a:lnTo>
                  <a:pt x="305850" y="5287"/>
                </a:lnTo>
                <a:lnTo>
                  <a:pt x="331337" y="9477"/>
                </a:lnTo>
                <a:lnTo>
                  <a:pt x="356825" y="14879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5" name="knowledge-cross-edge">
            <a:extLst>
              <a:ext uri="{FF2B5EF4-FFF2-40B4-BE49-F238E27FC236}">
                <a16:creationId xmlns:a16="http://schemas.microsoft.com/office/drawing/2014/main" id="{90668789-54C0-4718-84E2-2B564945DF75}"/>
              </a:ext>
            </a:extLst>
          </p:cNvPr>
          <p:cNvSpPr>
            <a:spLocks noGrp="1"/>
          </p:cNvSpPr>
          <p:nvPr/>
        </p:nvSpPr>
        <p:spPr>
          <a:xfrm>
            <a:off x="1671824" y="6880412"/>
            <a:ext cx="283366" cy="398902"/>
          </a:xfrm>
          <a:custGeom>
            <a:avLst/>
            <a:gdLst/>
            <a:ahLst/>
            <a:cxnLst/>
            <a:rect l="0" t="0" r="0" b="0"/>
            <a:pathLst>
              <a:path w="283366" h="398902">
                <a:moveTo>
                  <a:pt x="0" y="30922"/>
                </a:moveTo>
                <a:lnTo>
                  <a:pt x="38166" y="11510"/>
                </a:lnTo>
                <a:lnTo>
                  <a:pt x="73686" y="1202"/>
                </a:lnTo>
                <a:lnTo>
                  <a:pt x="106560" y="0"/>
                </a:lnTo>
                <a:lnTo>
                  <a:pt x="136789" y="7903"/>
                </a:lnTo>
                <a:lnTo>
                  <a:pt x="164371" y="24910"/>
                </a:lnTo>
                <a:lnTo>
                  <a:pt x="189308" y="51023"/>
                </a:lnTo>
                <a:lnTo>
                  <a:pt x="211599" y="86240"/>
                </a:lnTo>
                <a:lnTo>
                  <a:pt x="231244" y="130563"/>
                </a:lnTo>
                <a:lnTo>
                  <a:pt x="248243" y="183990"/>
                </a:lnTo>
                <a:lnTo>
                  <a:pt x="262596" y="246522"/>
                </a:lnTo>
                <a:lnTo>
                  <a:pt x="274304" y="318160"/>
                </a:lnTo>
                <a:lnTo>
                  <a:pt x="283366" y="398902"/>
                </a:lnTo>
              </a:path>
            </a:pathLst>
          </a:custGeom>
          <a:noFill/>
          <a:ln w="533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76" name="knowledge-cross-edge">
            <a:extLst>
              <a:ext uri="{FF2B5EF4-FFF2-40B4-BE49-F238E27FC236}">
                <a16:creationId xmlns:a16="http://schemas.microsoft.com/office/drawing/2014/main" id="{4786955F-7230-43A1-91EB-4172BD56C92E}"/>
              </a:ext>
            </a:extLst>
          </p:cNvPr>
          <p:cNvSpPr>
            <a:spLocks noGrp="1"/>
          </p:cNvSpPr>
          <p:nvPr/>
        </p:nvSpPr>
        <p:spPr>
          <a:xfrm>
            <a:off x="1671824" y="6699685"/>
            <a:ext cx="451758" cy="211649"/>
          </a:xfrm>
          <a:custGeom>
            <a:avLst/>
            <a:gdLst/>
            <a:ahLst/>
            <a:cxnLst/>
            <a:rect l="0" t="0" r="0" b="0"/>
            <a:pathLst>
              <a:path w="451758" h="211649">
                <a:moveTo>
                  <a:pt x="0" y="211649"/>
                </a:moveTo>
                <a:lnTo>
                  <a:pt x="23094" y="180785"/>
                </a:lnTo>
                <a:lnTo>
                  <a:pt x="48835" y="152327"/>
                </a:lnTo>
                <a:lnTo>
                  <a:pt x="77221" y="126273"/>
                </a:lnTo>
                <a:lnTo>
                  <a:pt x="108253" y="102623"/>
                </a:lnTo>
                <a:lnTo>
                  <a:pt x="141930" y="81379"/>
                </a:lnTo>
                <a:lnTo>
                  <a:pt x="178254" y="62539"/>
                </a:lnTo>
                <a:lnTo>
                  <a:pt x="217223" y="46104"/>
                </a:lnTo>
                <a:lnTo>
                  <a:pt x="258839" y="32074"/>
                </a:lnTo>
                <a:lnTo>
                  <a:pt x="303100" y="20448"/>
                </a:lnTo>
                <a:lnTo>
                  <a:pt x="350006" y="11227"/>
                </a:lnTo>
                <a:lnTo>
                  <a:pt x="399559" y="4411"/>
                </a:lnTo>
                <a:lnTo>
                  <a:pt x="451758" y="0"/>
                </a:lnTo>
              </a:path>
            </a:pathLst>
          </a:custGeom>
          <a:noFill/>
          <a:ln w="4953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77" name="knowledge-edge">
            <a:extLst>
              <a:ext uri="{FF2B5EF4-FFF2-40B4-BE49-F238E27FC236}">
                <a16:creationId xmlns:a16="http://schemas.microsoft.com/office/drawing/2014/main" id="{E3BC7D8E-9A1F-4078-ABAE-87A53D04FC9D}"/>
              </a:ext>
            </a:extLst>
          </p:cNvPr>
          <p:cNvSpPr>
            <a:spLocks noGrp="1"/>
          </p:cNvSpPr>
          <p:nvPr/>
        </p:nvSpPr>
        <p:spPr>
          <a:xfrm>
            <a:off x="1721670" y="7180870"/>
            <a:ext cx="233520" cy="98444"/>
          </a:xfrm>
          <a:custGeom>
            <a:avLst/>
            <a:gdLst/>
            <a:ahLst/>
            <a:cxnLst/>
            <a:rect l="0" t="0" r="0" b="0"/>
            <a:pathLst>
              <a:path w="233520" h="98444">
                <a:moveTo>
                  <a:pt x="0" y="25039"/>
                </a:moveTo>
                <a:lnTo>
                  <a:pt x="16680" y="15475"/>
                </a:lnTo>
                <a:lnTo>
                  <a:pt x="33360" y="8189"/>
                </a:lnTo>
                <a:lnTo>
                  <a:pt x="50040" y="3182"/>
                </a:lnTo>
                <a:lnTo>
                  <a:pt x="66720" y="452"/>
                </a:lnTo>
                <a:lnTo>
                  <a:pt x="83400" y="0"/>
                </a:lnTo>
                <a:lnTo>
                  <a:pt x="100080" y="1826"/>
                </a:lnTo>
                <a:lnTo>
                  <a:pt x="116760" y="5930"/>
                </a:lnTo>
                <a:lnTo>
                  <a:pt x="133440" y="12313"/>
                </a:lnTo>
                <a:lnTo>
                  <a:pt x="150120" y="20973"/>
                </a:lnTo>
                <a:lnTo>
                  <a:pt x="166800" y="31911"/>
                </a:lnTo>
                <a:lnTo>
                  <a:pt x="183480" y="45127"/>
                </a:lnTo>
                <a:lnTo>
                  <a:pt x="200160" y="60622"/>
                </a:lnTo>
                <a:lnTo>
                  <a:pt x="216840" y="78394"/>
                </a:lnTo>
                <a:lnTo>
                  <a:pt x="233520" y="98444"/>
                </a:lnTo>
              </a:path>
            </a:pathLst>
          </a:custGeom>
          <a:noFill/>
          <a:ln w="6477">
            <a:solidFill>
              <a:srgbClr val="5057B9">
                <a:alpha val="17000"/>
              </a:srgbClr>
            </a:solidFill>
            <a:prstDash val="solid"/>
          </a:ln>
        </p:spPr>
      </p:sp>
      <p:sp>
        <p:nvSpPr>
          <p:cNvPr id="78" name="knowledge-cross-edge">
            <a:extLst>
              <a:ext uri="{FF2B5EF4-FFF2-40B4-BE49-F238E27FC236}">
                <a16:creationId xmlns:a16="http://schemas.microsoft.com/office/drawing/2014/main" id="{B126B714-7396-4120-8AF1-E83A23B900BC}"/>
              </a:ext>
            </a:extLst>
          </p:cNvPr>
          <p:cNvSpPr>
            <a:spLocks noGrp="1"/>
          </p:cNvSpPr>
          <p:nvPr/>
        </p:nvSpPr>
        <p:spPr>
          <a:xfrm>
            <a:off x="1721670" y="6847737"/>
            <a:ext cx="306979" cy="358172"/>
          </a:xfrm>
          <a:custGeom>
            <a:avLst/>
            <a:gdLst/>
            <a:ahLst/>
            <a:cxnLst/>
            <a:rect l="0" t="0" r="0" b="0"/>
            <a:pathLst>
              <a:path w="306979" h="358172">
                <a:moveTo>
                  <a:pt x="0" y="358172"/>
                </a:moveTo>
                <a:lnTo>
                  <a:pt x="11030" y="285441"/>
                </a:lnTo>
                <a:lnTo>
                  <a:pt x="24705" y="220943"/>
                </a:lnTo>
                <a:lnTo>
                  <a:pt x="41026" y="164679"/>
                </a:lnTo>
                <a:lnTo>
                  <a:pt x="59993" y="116649"/>
                </a:lnTo>
                <a:lnTo>
                  <a:pt x="81606" y="76852"/>
                </a:lnTo>
                <a:lnTo>
                  <a:pt x="105865" y="45289"/>
                </a:lnTo>
                <a:lnTo>
                  <a:pt x="132769" y="21959"/>
                </a:lnTo>
                <a:lnTo>
                  <a:pt x="162320" y="6863"/>
                </a:lnTo>
                <a:lnTo>
                  <a:pt x="194516" y="0"/>
                </a:lnTo>
                <a:lnTo>
                  <a:pt x="229358" y="1371"/>
                </a:lnTo>
                <a:lnTo>
                  <a:pt x="266846" y="10975"/>
                </a:lnTo>
                <a:lnTo>
                  <a:pt x="306979" y="28813"/>
                </a:lnTo>
              </a:path>
            </a:pathLst>
          </a:custGeom>
          <a:noFill/>
          <a:ln w="4953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79" name="knowledge-edge">
            <a:extLst>
              <a:ext uri="{FF2B5EF4-FFF2-40B4-BE49-F238E27FC236}">
                <a16:creationId xmlns:a16="http://schemas.microsoft.com/office/drawing/2014/main" id="{CBD93C60-7FE3-4D75-8141-C771CCC5D9A2}"/>
              </a:ext>
            </a:extLst>
          </p:cNvPr>
          <p:cNvSpPr>
            <a:spLocks noGrp="1"/>
          </p:cNvSpPr>
          <p:nvPr/>
        </p:nvSpPr>
        <p:spPr>
          <a:xfrm>
            <a:off x="2112245" y="6042033"/>
            <a:ext cx="396520" cy="85800"/>
          </a:xfrm>
          <a:custGeom>
            <a:avLst/>
            <a:gdLst/>
            <a:ahLst/>
            <a:cxnLst/>
            <a:rect l="0" t="0" r="0" b="0"/>
            <a:pathLst>
              <a:path w="396520" h="85800">
                <a:moveTo>
                  <a:pt x="0" y="19807"/>
                </a:moveTo>
                <a:lnTo>
                  <a:pt x="28323" y="11990"/>
                </a:lnTo>
                <a:lnTo>
                  <a:pt x="56646" y="6101"/>
                </a:lnTo>
                <a:lnTo>
                  <a:pt x="84969" y="2139"/>
                </a:lnTo>
                <a:lnTo>
                  <a:pt x="113291" y="106"/>
                </a:lnTo>
                <a:lnTo>
                  <a:pt x="141614" y="0"/>
                </a:lnTo>
                <a:lnTo>
                  <a:pt x="169937" y="1822"/>
                </a:lnTo>
                <a:lnTo>
                  <a:pt x="198260" y="5572"/>
                </a:lnTo>
                <a:lnTo>
                  <a:pt x="226583" y="11250"/>
                </a:lnTo>
                <a:lnTo>
                  <a:pt x="254906" y="18855"/>
                </a:lnTo>
                <a:lnTo>
                  <a:pt x="283228" y="28389"/>
                </a:lnTo>
                <a:lnTo>
                  <a:pt x="311551" y="39850"/>
                </a:lnTo>
                <a:lnTo>
                  <a:pt x="339874" y="53239"/>
                </a:lnTo>
                <a:lnTo>
                  <a:pt x="368197" y="68555"/>
                </a:lnTo>
                <a:lnTo>
                  <a:pt x="396520" y="85800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80" name="knowledge-cross-edge">
            <a:extLst>
              <a:ext uri="{FF2B5EF4-FFF2-40B4-BE49-F238E27FC236}">
                <a16:creationId xmlns:a16="http://schemas.microsoft.com/office/drawing/2014/main" id="{FBAAFC2D-F350-4843-AA7E-7208CFBBB514}"/>
              </a:ext>
            </a:extLst>
          </p:cNvPr>
          <p:cNvSpPr>
            <a:spLocks noGrp="1"/>
          </p:cNvSpPr>
          <p:nvPr/>
        </p:nvSpPr>
        <p:spPr>
          <a:xfrm>
            <a:off x="2112245" y="6053583"/>
            <a:ext cx="375468" cy="34760"/>
          </a:xfrm>
          <a:custGeom>
            <a:avLst/>
            <a:gdLst/>
            <a:ahLst/>
            <a:cxnLst/>
            <a:rect l="0" t="0" r="0" b="0"/>
            <a:pathLst>
              <a:path w="375468" h="34760">
                <a:moveTo>
                  <a:pt x="0" y="8257"/>
                </a:moveTo>
                <a:lnTo>
                  <a:pt x="45841" y="4590"/>
                </a:lnTo>
                <a:lnTo>
                  <a:pt x="89036" y="1992"/>
                </a:lnTo>
                <a:lnTo>
                  <a:pt x="129586" y="462"/>
                </a:lnTo>
                <a:lnTo>
                  <a:pt x="167489" y="0"/>
                </a:lnTo>
                <a:lnTo>
                  <a:pt x="202747" y="606"/>
                </a:lnTo>
                <a:lnTo>
                  <a:pt x="235359" y="2281"/>
                </a:lnTo>
                <a:lnTo>
                  <a:pt x="265325" y="5023"/>
                </a:lnTo>
                <a:lnTo>
                  <a:pt x="292645" y="8834"/>
                </a:lnTo>
                <a:lnTo>
                  <a:pt x="317320" y="13713"/>
                </a:lnTo>
                <a:lnTo>
                  <a:pt x="339348" y="19661"/>
                </a:lnTo>
                <a:lnTo>
                  <a:pt x="358731" y="26676"/>
                </a:lnTo>
                <a:lnTo>
                  <a:pt x="375468" y="34760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81" name="knowledge-edge">
            <a:extLst>
              <a:ext uri="{FF2B5EF4-FFF2-40B4-BE49-F238E27FC236}">
                <a16:creationId xmlns:a16="http://schemas.microsoft.com/office/drawing/2014/main" id="{4F2B8D2A-EE40-4E2A-AEE2-343F48DC9CCE}"/>
              </a:ext>
            </a:extLst>
          </p:cNvPr>
          <p:cNvSpPr>
            <a:spLocks noGrp="1"/>
          </p:cNvSpPr>
          <p:nvPr/>
        </p:nvSpPr>
        <p:spPr>
          <a:xfrm>
            <a:off x="2080574" y="5984542"/>
            <a:ext cx="407140" cy="103801"/>
          </a:xfrm>
          <a:custGeom>
            <a:avLst/>
            <a:gdLst/>
            <a:ahLst/>
            <a:cxnLst/>
            <a:rect l="0" t="0" r="0" b="0"/>
            <a:pathLst>
              <a:path w="407140" h="103801">
                <a:moveTo>
                  <a:pt x="0" y="40342"/>
                </a:moveTo>
                <a:lnTo>
                  <a:pt x="29081" y="26673"/>
                </a:lnTo>
                <a:lnTo>
                  <a:pt x="58163" y="15804"/>
                </a:lnTo>
                <a:lnTo>
                  <a:pt x="87244" y="7736"/>
                </a:lnTo>
                <a:lnTo>
                  <a:pt x="116326" y="2468"/>
                </a:lnTo>
                <a:lnTo>
                  <a:pt x="145407" y="0"/>
                </a:lnTo>
                <a:lnTo>
                  <a:pt x="174488" y="332"/>
                </a:lnTo>
                <a:lnTo>
                  <a:pt x="203570" y="3465"/>
                </a:lnTo>
                <a:lnTo>
                  <a:pt x="232651" y="9398"/>
                </a:lnTo>
                <a:lnTo>
                  <a:pt x="261733" y="18131"/>
                </a:lnTo>
                <a:lnTo>
                  <a:pt x="290814" y="29665"/>
                </a:lnTo>
                <a:lnTo>
                  <a:pt x="319895" y="43998"/>
                </a:lnTo>
                <a:lnTo>
                  <a:pt x="348977" y="61132"/>
                </a:lnTo>
                <a:lnTo>
                  <a:pt x="378058" y="81067"/>
                </a:lnTo>
                <a:lnTo>
                  <a:pt x="407140" y="103801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82" name="knowledge-cross-edge">
            <a:extLst>
              <a:ext uri="{FF2B5EF4-FFF2-40B4-BE49-F238E27FC236}">
                <a16:creationId xmlns:a16="http://schemas.microsoft.com/office/drawing/2014/main" id="{39296E45-0228-415E-A5E6-19E96A4F5B28}"/>
              </a:ext>
            </a:extLst>
          </p:cNvPr>
          <p:cNvSpPr>
            <a:spLocks noGrp="1"/>
          </p:cNvSpPr>
          <p:nvPr/>
        </p:nvSpPr>
        <p:spPr>
          <a:xfrm>
            <a:off x="2080574" y="5983489"/>
            <a:ext cx="350662" cy="139759"/>
          </a:xfrm>
          <a:custGeom>
            <a:avLst/>
            <a:gdLst/>
            <a:ahLst/>
            <a:cxnLst/>
            <a:rect l="0" t="0" r="0" b="0"/>
            <a:pathLst>
              <a:path w="350662" h="139759">
                <a:moveTo>
                  <a:pt x="0" y="41395"/>
                </a:moveTo>
                <a:lnTo>
                  <a:pt x="43774" y="24092"/>
                </a:lnTo>
                <a:lnTo>
                  <a:pt x="84902" y="11425"/>
                </a:lnTo>
                <a:lnTo>
                  <a:pt x="123384" y="3394"/>
                </a:lnTo>
                <a:lnTo>
                  <a:pt x="159221" y="0"/>
                </a:lnTo>
                <a:lnTo>
                  <a:pt x="192411" y="1242"/>
                </a:lnTo>
                <a:lnTo>
                  <a:pt x="222956" y="7121"/>
                </a:lnTo>
                <a:lnTo>
                  <a:pt x="250855" y="17636"/>
                </a:lnTo>
                <a:lnTo>
                  <a:pt x="276108" y="32788"/>
                </a:lnTo>
                <a:lnTo>
                  <a:pt x="298715" y="52576"/>
                </a:lnTo>
                <a:lnTo>
                  <a:pt x="318677" y="77001"/>
                </a:lnTo>
                <a:lnTo>
                  <a:pt x="335993" y="106061"/>
                </a:lnTo>
                <a:lnTo>
                  <a:pt x="350662" y="139759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83" name="knowledge-long-edge">
            <a:extLst>
              <a:ext uri="{FF2B5EF4-FFF2-40B4-BE49-F238E27FC236}">
                <a16:creationId xmlns:a16="http://schemas.microsoft.com/office/drawing/2014/main" id="{C21CBE0C-BC2B-478E-ABD6-71AEA2F2E063}"/>
              </a:ext>
            </a:extLst>
          </p:cNvPr>
          <p:cNvSpPr>
            <a:spLocks noGrp="1"/>
          </p:cNvSpPr>
          <p:nvPr/>
        </p:nvSpPr>
        <p:spPr>
          <a:xfrm>
            <a:off x="2080574" y="5734229"/>
            <a:ext cx="876617" cy="290654"/>
          </a:xfrm>
          <a:custGeom>
            <a:avLst/>
            <a:gdLst/>
            <a:ahLst/>
            <a:cxnLst/>
            <a:rect l="0" t="0" r="0" b="0"/>
            <a:pathLst>
              <a:path w="876617" h="290654">
                <a:moveTo>
                  <a:pt x="0" y="290654"/>
                </a:moveTo>
                <a:lnTo>
                  <a:pt x="54789" y="224660"/>
                </a:lnTo>
                <a:lnTo>
                  <a:pt x="109577" y="167140"/>
                </a:lnTo>
                <a:lnTo>
                  <a:pt x="164366" y="118096"/>
                </a:lnTo>
                <a:lnTo>
                  <a:pt x="219154" y="77527"/>
                </a:lnTo>
                <a:lnTo>
                  <a:pt x="273943" y="45432"/>
                </a:lnTo>
                <a:lnTo>
                  <a:pt x="328731" y="21813"/>
                </a:lnTo>
                <a:lnTo>
                  <a:pt x="383520" y="6669"/>
                </a:lnTo>
                <a:lnTo>
                  <a:pt x="438309" y="0"/>
                </a:lnTo>
                <a:lnTo>
                  <a:pt x="493097" y="1806"/>
                </a:lnTo>
                <a:lnTo>
                  <a:pt x="547886" y="12087"/>
                </a:lnTo>
                <a:lnTo>
                  <a:pt x="602674" y="30843"/>
                </a:lnTo>
                <a:lnTo>
                  <a:pt x="657463" y="58074"/>
                </a:lnTo>
                <a:lnTo>
                  <a:pt x="712251" y="93781"/>
                </a:lnTo>
                <a:lnTo>
                  <a:pt x="767040" y="137962"/>
                </a:lnTo>
                <a:lnTo>
                  <a:pt x="821829" y="190618"/>
                </a:lnTo>
                <a:lnTo>
                  <a:pt x="876617" y="251750"/>
                </a:lnTo>
              </a:path>
            </a:pathLst>
          </a:custGeom>
          <a:noFill/>
          <a:ln w="4286">
            <a:solidFill>
              <a:srgbClr val="534EAD">
                <a:alpha val="9000"/>
              </a:srgbClr>
            </a:solidFill>
            <a:prstDash val="solid"/>
          </a:ln>
        </p:spPr>
      </p:sp>
      <p:sp>
        <p:nvSpPr>
          <p:cNvPr id="84" name="knowledge-edge">
            <a:extLst>
              <a:ext uri="{FF2B5EF4-FFF2-40B4-BE49-F238E27FC236}">
                <a16:creationId xmlns:a16="http://schemas.microsoft.com/office/drawing/2014/main" id="{80F3CB6D-87EF-45E5-BC9D-119A357CD940}"/>
              </a:ext>
            </a:extLst>
          </p:cNvPr>
          <p:cNvSpPr>
            <a:spLocks noGrp="1"/>
          </p:cNvSpPr>
          <p:nvPr/>
        </p:nvSpPr>
        <p:spPr>
          <a:xfrm>
            <a:off x="2234421" y="6123248"/>
            <a:ext cx="196815" cy="100286"/>
          </a:xfrm>
          <a:custGeom>
            <a:avLst/>
            <a:gdLst/>
            <a:ahLst/>
            <a:cxnLst/>
            <a:rect l="0" t="0" r="0" b="0"/>
            <a:pathLst>
              <a:path w="196815" h="100286">
                <a:moveTo>
                  <a:pt x="0" y="100286"/>
                </a:moveTo>
                <a:lnTo>
                  <a:pt x="14058" y="95732"/>
                </a:lnTo>
                <a:lnTo>
                  <a:pt x="28116" y="90777"/>
                </a:lnTo>
                <a:lnTo>
                  <a:pt x="42175" y="85421"/>
                </a:lnTo>
                <a:lnTo>
                  <a:pt x="56233" y="79663"/>
                </a:lnTo>
                <a:lnTo>
                  <a:pt x="70291" y="73503"/>
                </a:lnTo>
                <a:lnTo>
                  <a:pt x="84349" y="66942"/>
                </a:lnTo>
                <a:lnTo>
                  <a:pt x="98408" y="59980"/>
                </a:lnTo>
                <a:lnTo>
                  <a:pt x="112466" y="52616"/>
                </a:lnTo>
                <a:lnTo>
                  <a:pt x="126524" y="44850"/>
                </a:lnTo>
                <a:lnTo>
                  <a:pt x="140582" y="36683"/>
                </a:lnTo>
                <a:lnTo>
                  <a:pt x="154641" y="28115"/>
                </a:lnTo>
                <a:lnTo>
                  <a:pt x="168699" y="19145"/>
                </a:lnTo>
                <a:lnTo>
                  <a:pt x="182757" y="9773"/>
                </a:lnTo>
                <a:lnTo>
                  <a:pt x="196815" y="0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85" name="knowledge-cross-edge">
            <a:extLst>
              <a:ext uri="{FF2B5EF4-FFF2-40B4-BE49-F238E27FC236}">
                <a16:creationId xmlns:a16="http://schemas.microsoft.com/office/drawing/2014/main" id="{2257601D-6A75-4112-AE59-88AE804D7B32}"/>
              </a:ext>
            </a:extLst>
          </p:cNvPr>
          <p:cNvSpPr>
            <a:spLocks noGrp="1"/>
          </p:cNvSpPr>
          <p:nvPr/>
        </p:nvSpPr>
        <p:spPr>
          <a:xfrm>
            <a:off x="2234421" y="6203809"/>
            <a:ext cx="366903" cy="158884"/>
          </a:xfrm>
          <a:custGeom>
            <a:avLst/>
            <a:gdLst/>
            <a:ahLst/>
            <a:cxnLst/>
            <a:rect l="0" t="0" r="0" b="0"/>
            <a:pathLst>
              <a:path w="366903" h="158884">
                <a:moveTo>
                  <a:pt x="0" y="19724"/>
                </a:moveTo>
                <a:lnTo>
                  <a:pt x="45127" y="9111"/>
                </a:lnTo>
                <a:lnTo>
                  <a:pt x="87609" y="2537"/>
                </a:lnTo>
                <a:lnTo>
                  <a:pt x="127445" y="0"/>
                </a:lnTo>
                <a:lnTo>
                  <a:pt x="164634" y="1501"/>
                </a:lnTo>
                <a:lnTo>
                  <a:pt x="199178" y="7041"/>
                </a:lnTo>
                <a:lnTo>
                  <a:pt x="231077" y="16619"/>
                </a:lnTo>
                <a:lnTo>
                  <a:pt x="260329" y="30234"/>
                </a:lnTo>
                <a:lnTo>
                  <a:pt x="286935" y="47888"/>
                </a:lnTo>
                <a:lnTo>
                  <a:pt x="310896" y="69580"/>
                </a:lnTo>
                <a:lnTo>
                  <a:pt x="332211" y="95310"/>
                </a:lnTo>
                <a:lnTo>
                  <a:pt x="350880" y="125078"/>
                </a:lnTo>
                <a:lnTo>
                  <a:pt x="366903" y="158884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86" name="knowledge-cross-edge">
            <a:extLst>
              <a:ext uri="{FF2B5EF4-FFF2-40B4-BE49-F238E27FC236}">
                <a16:creationId xmlns:a16="http://schemas.microsoft.com/office/drawing/2014/main" id="{5875D6B3-0F77-4F81-92AD-9AEDEDD93548}"/>
              </a:ext>
            </a:extLst>
          </p:cNvPr>
          <p:cNvSpPr>
            <a:spLocks noGrp="1"/>
          </p:cNvSpPr>
          <p:nvPr/>
        </p:nvSpPr>
        <p:spPr>
          <a:xfrm>
            <a:off x="2234421" y="6088343"/>
            <a:ext cx="253293" cy="135191"/>
          </a:xfrm>
          <a:custGeom>
            <a:avLst/>
            <a:gdLst/>
            <a:ahLst/>
            <a:cxnLst/>
            <a:rect l="0" t="0" r="0" b="0"/>
            <a:pathLst>
              <a:path w="253293" h="135191">
                <a:moveTo>
                  <a:pt x="0" y="135191"/>
                </a:moveTo>
                <a:lnTo>
                  <a:pt x="6556" y="120918"/>
                </a:lnTo>
                <a:lnTo>
                  <a:pt x="15757" y="107192"/>
                </a:lnTo>
                <a:lnTo>
                  <a:pt x="27604" y="94012"/>
                </a:lnTo>
                <a:lnTo>
                  <a:pt x="42098" y="81380"/>
                </a:lnTo>
                <a:lnTo>
                  <a:pt x="59237" y="69294"/>
                </a:lnTo>
                <a:lnTo>
                  <a:pt x="79021" y="57755"/>
                </a:lnTo>
                <a:lnTo>
                  <a:pt x="101452" y="46762"/>
                </a:lnTo>
                <a:lnTo>
                  <a:pt x="126528" y="36316"/>
                </a:lnTo>
                <a:lnTo>
                  <a:pt x="154251" y="26417"/>
                </a:lnTo>
                <a:lnTo>
                  <a:pt x="184619" y="17065"/>
                </a:lnTo>
                <a:lnTo>
                  <a:pt x="217633" y="8259"/>
                </a:lnTo>
                <a:lnTo>
                  <a:pt x="253293" y="0"/>
                </a:lnTo>
              </a:path>
            </a:pathLst>
          </a:custGeom>
          <a:noFill/>
          <a:ln w="4953">
            <a:solidFill>
              <a:srgbClr val="534EAD">
                <a:alpha val="12000"/>
              </a:srgbClr>
            </a:solidFill>
            <a:prstDash val="solid"/>
          </a:ln>
        </p:spPr>
      </p:sp>
      <p:sp>
        <p:nvSpPr>
          <p:cNvPr id="87" name="knowledge-edge">
            <a:extLst>
              <a:ext uri="{FF2B5EF4-FFF2-40B4-BE49-F238E27FC236}">
                <a16:creationId xmlns:a16="http://schemas.microsoft.com/office/drawing/2014/main" id="{13F43ADF-18BC-4B17-84C2-7AA9399A7CC2}"/>
              </a:ext>
            </a:extLst>
          </p:cNvPr>
          <p:cNvSpPr>
            <a:spLocks noGrp="1"/>
          </p:cNvSpPr>
          <p:nvPr/>
        </p:nvSpPr>
        <p:spPr>
          <a:xfrm>
            <a:off x="2185555" y="6362694"/>
            <a:ext cx="415769" cy="13685"/>
          </a:xfrm>
          <a:custGeom>
            <a:avLst/>
            <a:gdLst/>
            <a:ahLst/>
            <a:cxnLst/>
            <a:rect l="0" t="0" r="0" b="0"/>
            <a:pathLst>
              <a:path w="415769" h="13685">
                <a:moveTo>
                  <a:pt x="0" y="13685"/>
                </a:moveTo>
                <a:lnTo>
                  <a:pt x="29698" y="11916"/>
                </a:lnTo>
                <a:lnTo>
                  <a:pt x="59396" y="10268"/>
                </a:lnTo>
                <a:lnTo>
                  <a:pt x="89093" y="8742"/>
                </a:lnTo>
                <a:lnTo>
                  <a:pt x="118791" y="7339"/>
                </a:lnTo>
                <a:lnTo>
                  <a:pt x="148489" y="6056"/>
                </a:lnTo>
                <a:lnTo>
                  <a:pt x="178187" y="4896"/>
                </a:lnTo>
                <a:lnTo>
                  <a:pt x="207884" y="3858"/>
                </a:lnTo>
                <a:lnTo>
                  <a:pt x="237582" y="2941"/>
                </a:lnTo>
                <a:lnTo>
                  <a:pt x="267280" y="2146"/>
                </a:lnTo>
                <a:lnTo>
                  <a:pt x="296978" y="1473"/>
                </a:lnTo>
                <a:lnTo>
                  <a:pt x="326676" y="922"/>
                </a:lnTo>
                <a:lnTo>
                  <a:pt x="356373" y="493"/>
                </a:lnTo>
                <a:lnTo>
                  <a:pt x="386071" y="186"/>
                </a:lnTo>
                <a:lnTo>
                  <a:pt x="415769" y="0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88" name="knowledge-cross-edge">
            <a:extLst>
              <a:ext uri="{FF2B5EF4-FFF2-40B4-BE49-F238E27FC236}">
                <a16:creationId xmlns:a16="http://schemas.microsoft.com/office/drawing/2014/main" id="{BC780948-FAE4-45E1-AB5E-156F3957EFDA}"/>
              </a:ext>
            </a:extLst>
          </p:cNvPr>
          <p:cNvSpPr>
            <a:spLocks noGrp="1"/>
          </p:cNvSpPr>
          <p:nvPr/>
        </p:nvSpPr>
        <p:spPr>
          <a:xfrm>
            <a:off x="2185555" y="6376379"/>
            <a:ext cx="287886" cy="316399"/>
          </a:xfrm>
          <a:custGeom>
            <a:avLst/>
            <a:gdLst/>
            <a:ahLst/>
            <a:cxnLst/>
            <a:rect l="0" t="0" r="0" b="0"/>
            <a:pathLst>
              <a:path w="287886" h="316399">
                <a:moveTo>
                  <a:pt x="0" y="0"/>
                </a:moveTo>
                <a:lnTo>
                  <a:pt x="38543" y="12340"/>
                </a:lnTo>
                <a:lnTo>
                  <a:pt x="74439" y="27230"/>
                </a:lnTo>
                <a:lnTo>
                  <a:pt x="107690" y="44670"/>
                </a:lnTo>
                <a:lnTo>
                  <a:pt x="138295" y="64661"/>
                </a:lnTo>
                <a:lnTo>
                  <a:pt x="166255" y="87202"/>
                </a:lnTo>
                <a:lnTo>
                  <a:pt x="191568" y="112293"/>
                </a:lnTo>
                <a:lnTo>
                  <a:pt x="214236" y="139935"/>
                </a:lnTo>
                <a:lnTo>
                  <a:pt x="234257" y="170127"/>
                </a:lnTo>
                <a:lnTo>
                  <a:pt x="251633" y="202870"/>
                </a:lnTo>
                <a:lnTo>
                  <a:pt x="266363" y="238162"/>
                </a:lnTo>
                <a:lnTo>
                  <a:pt x="278448" y="276006"/>
                </a:lnTo>
                <a:lnTo>
                  <a:pt x="287886" y="316399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89" name="knowledge-edge">
            <a:extLst>
              <a:ext uri="{FF2B5EF4-FFF2-40B4-BE49-F238E27FC236}">
                <a16:creationId xmlns:a16="http://schemas.microsoft.com/office/drawing/2014/main" id="{C54AA84F-525A-4076-9AA7-F006E1C0D0A2}"/>
              </a:ext>
            </a:extLst>
          </p:cNvPr>
          <p:cNvSpPr>
            <a:spLocks noGrp="1"/>
          </p:cNvSpPr>
          <p:nvPr/>
        </p:nvSpPr>
        <p:spPr>
          <a:xfrm>
            <a:off x="2123582" y="6632432"/>
            <a:ext cx="349859" cy="67253"/>
          </a:xfrm>
          <a:custGeom>
            <a:avLst/>
            <a:gdLst/>
            <a:ahLst/>
            <a:cxnLst/>
            <a:rect l="0" t="0" r="0" b="0"/>
            <a:pathLst>
              <a:path w="349859" h="67253">
                <a:moveTo>
                  <a:pt x="0" y="67253"/>
                </a:moveTo>
                <a:lnTo>
                  <a:pt x="24990" y="49833"/>
                </a:lnTo>
                <a:lnTo>
                  <a:pt x="49980" y="35018"/>
                </a:lnTo>
                <a:lnTo>
                  <a:pt x="74970" y="22806"/>
                </a:lnTo>
                <a:lnTo>
                  <a:pt x="99960" y="13198"/>
                </a:lnTo>
                <a:lnTo>
                  <a:pt x="124950" y="6195"/>
                </a:lnTo>
                <a:lnTo>
                  <a:pt x="149940" y="1795"/>
                </a:lnTo>
                <a:lnTo>
                  <a:pt x="174929" y="0"/>
                </a:lnTo>
                <a:lnTo>
                  <a:pt x="199919" y="809"/>
                </a:lnTo>
                <a:lnTo>
                  <a:pt x="224909" y="4221"/>
                </a:lnTo>
                <a:lnTo>
                  <a:pt x="249899" y="10238"/>
                </a:lnTo>
                <a:lnTo>
                  <a:pt x="274889" y="18859"/>
                </a:lnTo>
                <a:lnTo>
                  <a:pt x="299879" y="30084"/>
                </a:lnTo>
                <a:lnTo>
                  <a:pt x="324869" y="43913"/>
                </a:lnTo>
                <a:lnTo>
                  <a:pt x="349859" y="60346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90" name="knowledge-cross-edge">
            <a:extLst>
              <a:ext uri="{FF2B5EF4-FFF2-40B4-BE49-F238E27FC236}">
                <a16:creationId xmlns:a16="http://schemas.microsoft.com/office/drawing/2014/main" id="{1636355E-7B70-40AB-9FC9-BBE1733E3DDA}"/>
              </a:ext>
            </a:extLst>
          </p:cNvPr>
          <p:cNvSpPr>
            <a:spLocks noGrp="1"/>
          </p:cNvSpPr>
          <p:nvPr/>
        </p:nvSpPr>
        <p:spPr>
          <a:xfrm>
            <a:off x="2123582" y="6699685"/>
            <a:ext cx="406335" cy="368998"/>
          </a:xfrm>
          <a:custGeom>
            <a:avLst/>
            <a:gdLst/>
            <a:ahLst/>
            <a:cxnLst/>
            <a:rect l="0" t="0" r="0" b="0"/>
            <a:pathLst>
              <a:path w="406335" h="368998">
                <a:moveTo>
                  <a:pt x="0" y="0"/>
                </a:moveTo>
                <a:lnTo>
                  <a:pt x="48413" y="7801"/>
                </a:lnTo>
                <a:lnTo>
                  <a:pt x="94181" y="19775"/>
                </a:lnTo>
                <a:lnTo>
                  <a:pt x="137303" y="35921"/>
                </a:lnTo>
                <a:lnTo>
                  <a:pt x="177778" y="56240"/>
                </a:lnTo>
                <a:lnTo>
                  <a:pt x="215608" y="80731"/>
                </a:lnTo>
                <a:lnTo>
                  <a:pt x="250793" y="109395"/>
                </a:lnTo>
                <a:lnTo>
                  <a:pt x="283331" y="142231"/>
                </a:lnTo>
                <a:lnTo>
                  <a:pt x="313224" y="179239"/>
                </a:lnTo>
                <a:lnTo>
                  <a:pt x="340470" y="220420"/>
                </a:lnTo>
                <a:lnTo>
                  <a:pt x="365071" y="265774"/>
                </a:lnTo>
                <a:lnTo>
                  <a:pt x="387026" y="315299"/>
                </a:lnTo>
                <a:lnTo>
                  <a:pt x="406335" y="368998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91" name="knowledge-edge">
            <a:extLst>
              <a:ext uri="{FF2B5EF4-FFF2-40B4-BE49-F238E27FC236}">
                <a16:creationId xmlns:a16="http://schemas.microsoft.com/office/drawing/2014/main" id="{05E94D4B-0A08-4571-8C93-DB19643E6C8A}"/>
              </a:ext>
            </a:extLst>
          </p:cNvPr>
          <p:cNvSpPr>
            <a:spLocks noGrp="1"/>
          </p:cNvSpPr>
          <p:nvPr/>
        </p:nvSpPr>
        <p:spPr>
          <a:xfrm>
            <a:off x="2028649" y="6876550"/>
            <a:ext cx="501268" cy="192133"/>
          </a:xfrm>
          <a:custGeom>
            <a:avLst/>
            <a:gdLst/>
            <a:ahLst/>
            <a:cxnLst/>
            <a:rect l="0" t="0" r="0" b="0"/>
            <a:pathLst>
              <a:path w="501268" h="192133">
                <a:moveTo>
                  <a:pt x="0" y="0"/>
                </a:moveTo>
                <a:lnTo>
                  <a:pt x="35805" y="3246"/>
                </a:lnTo>
                <a:lnTo>
                  <a:pt x="71610" y="8104"/>
                </a:lnTo>
                <a:lnTo>
                  <a:pt x="107415" y="14574"/>
                </a:lnTo>
                <a:lnTo>
                  <a:pt x="143220" y="22655"/>
                </a:lnTo>
                <a:lnTo>
                  <a:pt x="179024" y="32349"/>
                </a:lnTo>
                <a:lnTo>
                  <a:pt x="214829" y="43655"/>
                </a:lnTo>
                <a:lnTo>
                  <a:pt x="250634" y="56573"/>
                </a:lnTo>
                <a:lnTo>
                  <a:pt x="286439" y="71103"/>
                </a:lnTo>
                <a:lnTo>
                  <a:pt x="322244" y="87244"/>
                </a:lnTo>
                <a:lnTo>
                  <a:pt x="358049" y="104998"/>
                </a:lnTo>
                <a:lnTo>
                  <a:pt x="393854" y="124364"/>
                </a:lnTo>
                <a:lnTo>
                  <a:pt x="429659" y="145341"/>
                </a:lnTo>
                <a:lnTo>
                  <a:pt x="465463" y="167931"/>
                </a:lnTo>
                <a:lnTo>
                  <a:pt x="501268" y="192133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92" name="knowledge-cross-edge">
            <a:extLst>
              <a:ext uri="{FF2B5EF4-FFF2-40B4-BE49-F238E27FC236}">
                <a16:creationId xmlns:a16="http://schemas.microsoft.com/office/drawing/2014/main" id="{6295819F-A15A-4BB7-AF29-B7640E62C5D7}"/>
              </a:ext>
            </a:extLst>
          </p:cNvPr>
          <p:cNvSpPr>
            <a:spLocks noGrp="1"/>
          </p:cNvSpPr>
          <p:nvPr/>
        </p:nvSpPr>
        <p:spPr>
          <a:xfrm>
            <a:off x="2028649" y="6876550"/>
            <a:ext cx="587573" cy="458652"/>
          </a:xfrm>
          <a:custGeom>
            <a:avLst/>
            <a:gdLst/>
            <a:ahLst/>
            <a:cxnLst/>
            <a:rect l="0" t="0" r="0" b="0"/>
            <a:pathLst>
              <a:path w="587573" h="458652">
                <a:moveTo>
                  <a:pt x="0" y="0"/>
                </a:moveTo>
                <a:lnTo>
                  <a:pt x="63517" y="8050"/>
                </a:lnTo>
                <a:lnTo>
                  <a:pt x="124387" y="21586"/>
                </a:lnTo>
                <a:lnTo>
                  <a:pt x="182612" y="40607"/>
                </a:lnTo>
                <a:lnTo>
                  <a:pt x="238191" y="65114"/>
                </a:lnTo>
                <a:lnTo>
                  <a:pt x="291124" y="95107"/>
                </a:lnTo>
                <a:lnTo>
                  <a:pt x="341412" y="130585"/>
                </a:lnTo>
                <a:lnTo>
                  <a:pt x="389053" y="171549"/>
                </a:lnTo>
                <a:lnTo>
                  <a:pt x="434049" y="217998"/>
                </a:lnTo>
                <a:lnTo>
                  <a:pt x="476399" y="269933"/>
                </a:lnTo>
                <a:lnTo>
                  <a:pt x="516103" y="327354"/>
                </a:lnTo>
                <a:lnTo>
                  <a:pt x="553161" y="390260"/>
                </a:lnTo>
                <a:lnTo>
                  <a:pt x="587573" y="458652"/>
                </a:lnTo>
              </a:path>
            </a:pathLst>
          </a:custGeom>
          <a:noFill/>
          <a:ln w="5334">
            <a:solidFill>
              <a:srgbClr val="534EAD">
                <a:alpha val="13000"/>
              </a:srgbClr>
            </a:solidFill>
            <a:prstDash val="solid"/>
          </a:ln>
        </p:spPr>
      </p:sp>
      <p:sp>
        <p:nvSpPr>
          <p:cNvPr id="93" name="knowledge-edge">
            <a:extLst>
              <a:ext uri="{FF2B5EF4-FFF2-40B4-BE49-F238E27FC236}">
                <a16:creationId xmlns:a16="http://schemas.microsoft.com/office/drawing/2014/main" id="{C8D04638-2545-4095-8635-606A3776F127}"/>
              </a:ext>
            </a:extLst>
          </p:cNvPr>
          <p:cNvSpPr>
            <a:spLocks noGrp="1"/>
          </p:cNvSpPr>
          <p:nvPr/>
        </p:nvSpPr>
        <p:spPr>
          <a:xfrm>
            <a:off x="1955190" y="7238786"/>
            <a:ext cx="661032" cy="96416"/>
          </a:xfrm>
          <a:custGeom>
            <a:avLst/>
            <a:gdLst/>
            <a:ahLst/>
            <a:cxnLst/>
            <a:rect l="0" t="0" r="0" b="0"/>
            <a:pathLst>
              <a:path w="661032" h="96416">
                <a:moveTo>
                  <a:pt x="0" y="40528"/>
                </a:moveTo>
                <a:lnTo>
                  <a:pt x="47217" y="27056"/>
                </a:lnTo>
                <a:lnTo>
                  <a:pt x="94433" y="16272"/>
                </a:lnTo>
                <a:lnTo>
                  <a:pt x="141650" y="8174"/>
                </a:lnTo>
                <a:lnTo>
                  <a:pt x="188866" y="2763"/>
                </a:lnTo>
                <a:lnTo>
                  <a:pt x="236083" y="38"/>
                </a:lnTo>
                <a:lnTo>
                  <a:pt x="283300" y="0"/>
                </a:lnTo>
                <a:lnTo>
                  <a:pt x="330516" y="2649"/>
                </a:lnTo>
                <a:lnTo>
                  <a:pt x="377733" y="7984"/>
                </a:lnTo>
                <a:lnTo>
                  <a:pt x="424949" y="16006"/>
                </a:lnTo>
                <a:lnTo>
                  <a:pt x="472166" y="26715"/>
                </a:lnTo>
                <a:lnTo>
                  <a:pt x="519383" y="40110"/>
                </a:lnTo>
                <a:lnTo>
                  <a:pt x="566599" y="56192"/>
                </a:lnTo>
                <a:lnTo>
                  <a:pt x="613816" y="74960"/>
                </a:lnTo>
                <a:lnTo>
                  <a:pt x="661032" y="96416"/>
                </a:lnTo>
              </a:path>
            </a:pathLst>
          </a:custGeom>
          <a:noFill/>
          <a:ln w="6477">
            <a:solidFill>
              <a:srgbClr val="534EAD">
                <a:alpha val="17000"/>
              </a:srgbClr>
            </a:solidFill>
            <a:prstDash val="solid"/>
          </a:ln>
        </p:spPr>
      </p:sp>
      <p:sp>
        <p:nvSpPr>
          <p:cNvPr id="94" name="knowledge-cross-edge">
            <a:extLst>
              <a:ext uri="{FF2B5EF4-FFF2-40B4-BE49-F238E27FC236}">
                <a16:creationId xmlns:a16="http://schemas.microsoft.com/office/drawing/2014/main" id="{E617E6D6-6350-4E67-A6B7-470D108DA632}"/>
              </a:ext>
            </a:extLst>
          </p:cNvPr>
          <p:cNvSpPr>
            <a:spLocks noGrp="1"/>
          </p:cNvSpPr>
          <p:nvPr/>
        </p:nvSpPr>
        <p:spPr>
          <a:xfrm>
            <a:off x="1955190" y="7063400"/>
            <a:ext cx="574727" cy="215915"/>
          </a:xfrm>
          <a:custGeom>
            <a:avLst/>
            <a:gdLst/>
            <a:ahLst/>
            <a:cxnLst/>
            <a:rect l="0" t="0" r="0" b="0"/>
            <a:pathLst>
              <a:path w="574727" h="215915">
                <a:moveTo>
                  <a:pt x="0" y="215915"/>
                </a:moveTo>
                <a:lnTo>
                  <a:pt x="33342" y="176148"/>
                </a:lnTo>
                <a:lnTo>
                  <a:pt x="69330" y="140421"/>
                </a:lnTo>
                <a:lnTo>
                  <a:pt x="107963" y="108732"/>
                </a:lnTo>
                <a:lnTo>
                  <a:pt x="149242" y="81082"/>
                </a:lnTo>
                <a:lnTo>
                  <a:pt x="193168" y="57472"/>
                </a:lnTo>
                <a:lnTo>
                  <a:pt x="239739" y="37900"/>
                </a:lnTo>
                <a:lnTo>
                  <a:pt x="288956" y="22366"/>
                </a:lnTo>
                <a:lnTo>
                  <a:pt x="340818" y="10872"/>
                </a:lnTo>
                <a:lnTo>
                  <a:pt x="395327" y="3417"/>
                </a:lnTo>
                <a:lnTo>
                  <a:pt x="452481" y="0"/>
                </a:lnTo>
                <a:lnTo>
                  <a:pt x="512281" y="622"/>
                </a:lnTo>
                <a:lnTo>
                  <a:pt x="574727" y="5283"/>
                </a:lnTo>
              </a:path>
            </a:pathLst>
          </a:custGeom>
          <a:noFill/>
          <a:ln w="4953">
            <a:solidFill>
              <a:srgbClr val="534EAD">
                <a:alpha val="12000"/>
              </a:srgbClr>
            </a:solidFill>
            <a:prstDash val="solid"/>
          </a:ln>
        </p:spPr>
      </p:sp>
      <p:sp>
        <p:nvSpPr>
          <p:cNvPr id="95" name="knowledge-edge">
            <a:extLst>
              <a:ext uri="{FF2B5EF4-FFF2-40B4-BE49-F238E27FC236}">
                <a16:creationId xmlns:a16="http://schemas.microsoft.com/office/drawing/2014/main" id="{4D6CEC82-1611-4B00-BFF1-D83C1EDAB3D2}"/>
              </a:ext>
            </a:extLst>
          </p:cNvPr>
          <p:cNvSpPr>
            <a:spLocks noGrp="1"/>
          </p:cNvSpPr>
          <p:nvPr/>
        </p:nvSpPr>
        <p:spPr>
          <a:xfrm>
            <a:off x="2508765" y="5968335"/>
            <a:ext cx="448426" cy="159498"/>
          </a:xfrm>
          <a:custGeom>
            <a:avLst/>
            <a:gdLst/>
            <a:ahLst/>
            <a:cxnLst/>
            <a:rect l="0" t="0" r="0" b="0"/>
            <a:pathLst>
              <a:path w="448426" h="159498">
                <a:moveTo>
                  <a:pt x="0" y="159498"/>
                </a:moveTo>
                <a:lnTo>
                  <a:pt x="32030" y="130459"/>
                </a:lnTo>
                <a:lnTo>
                  <a:pt x="64061" y="104329"/>
                </a:lnTo>
                <a:lnTo>
                  <a:pt x="96091" y="81107"/>
                </a:lnTo>
                <a:lnTo>
                  <a:pt x="128122" y="60795"/>
                </a:lnTo>
                <a:lnTo>
                  <a:pt x="160152" y="43390"/>
                </a:lnTo>
                <a:lnTo>
                  <a:pt x="192183" y="28895"/>
                </a:lnTo>
                <a:lnTo>
                  <a:pt x="224213" y="17308"/>
                </a:lnTo>
                <a:lnTo>
                  <a:pt x="256243" y="8630"/>
                </a:lnTo>
                <a:lnTo>
                  <a:pt x="288274" y="2861"/>
                </a:lnTo>
                <a:lnTo>
                  <a:pt x="320304" y="0"/>
                </a:lnTo>
                <a:lnTo>
                  <a:pt x="352335" y="48"/>
                </a:lnTo>
                <a:lnTo>
                  <a:pt x="384365" y="3005"/>
                </a:lnTo>
                <a:lnTo>
                  <a:pt x="416395" y="8870"/>
                </a:lnTo>
                <a:lnTo>
                  <a:pt x="448426" y="17644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96" name="knowledge-edge">
            <a:extLst>
              <a:ext uri="{FF2B5EF4-FFF2-40B4-BE49-F238E27FC236}">
                <a16:creationId xmlns:a16="http://schemas.microsoft.com/office/drawing/2014/main" id="{8ED9BB57-FBDD-45D2-AE55-0717CDCDA170}"/>
              </a:ext>
            </a:extLst>
          </p:cNvPr>
          <p:cNvSpPr>
            <a:spLocks noGrp="1"/>
          </p:cNvSpPr>
          <p:nvPr/>
        </p:nvSpPr>
        <p:spPr>
          <a:xfrm>
            <a:off x="2487713" y="6088343"/>
            <a:ext cx="579470" cy="89374"/>
          </a:xfrm>
          <a:custGeom>
            <a:avLst/>
            <a:gdLst/>
            <a:ahLst/>
            <a:cxnLst/>
            <a:rect l="0" t="0" r="0" b="0"/>
            <a:pathLst>
              <a:path w="579470" h="89374">
                <a:moveTo>
                  <a:pt x="0" y="0"/>
                </a:moveTo>
                <a:lnTo>
                  <a:pt x="41391" y="16399"/>
                </a:lnTo>
                <a:lnTo>
                  <a:pt x="82781" y="31141"/>
                </a:lnTo>
                <a:lnTo>
                  <a:pt x="124172" y="44224"/>
                </a:lnTo>
                <a:lnTo>
                  <a:pt x="165563" y="55648"/>
                </a:lnTo>
                <a:lnTo>
                  <a:pt x="206953" y="65415"/>
                </a:lnTo>
                <a:lnTo>
                  <a:pt x="248344" y="73523"/>
                </a:lnTo>
                <a:lnTo>
                  <a:pt x="289735" y="79973"/>
                </a:lnTo>
                <a:lnTo>
                  <a:pt x="331126" y="84765"/>
                </a:lnTo>
                <a:lnTo>
                  <a:pt x="372516" y="87899"/>
                </a:lnTo>
                <a:lnTo>
                  <a:pt x="413907" y="89374"/>
                </a:lnTo>
                <a:lnTo>
                  <a:pt x="455298" y="89191"/>
                </a:lnTo>
                <a:lnTo>
                  <a:pt x="496688" y="87350"/>
                </a:lnTo>
                <a:lnTo>
                  <a:pt x="538079" y="83851"/>
                </a:lnTo>
                <a:lnTo>
                  <a:pt x="579470" y="78693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97" name="knowledge-long-edge">
            <a:extLst>
              <a:ext uri="{FF2B5EF4-FFF2-40B4-BE49-F238E27FC236}">
                <a16:creationId xmlns:a16="http://schemas.microsoft.com/office/drawing/2014/main" id="{F3734F65-7C41-4592-90F9-CE62670B581F}"/>
              </a:ext>
            </a:extLst>
          </p:cNvPr>
          <p:cNvSpPr>
            <a:spLocks noGrp="1"/>
          </p:cNvSpPr>
          <p:nvPr/>
        </p:nvSpPr>
        <p:spPr>
          <a:xfrm>
            <a:off x="2487713" y="5842366"/>
            <a:ext cx="987671" cy="356479"/>
          </a:xfrm>
          <a:custGeom>
            <a:avLst/>
            <a:gdLst/>
            <a:ahLst/>
            <a:cxnLst/>
            <a:rect l="0" t="0" r="0" b="0"/>
            <a:pathLst>
              <a:path w="987671" h="356479">
                <a:moveTo>
                  <a:pt x="0" y="245977"/>
                </a:moveTo>
                <a:lnTo>
                  <a:pt x="61729" y="182807"/>
                </a:lnTo>
                <a:lnTo>
                  <a:pt x="123459" y="128980"/>
                </a:lnTo>
                <a:lnTo>
                  <a:pt x="185188" y="84497"/>
                </a:lnTo>
                <a:lnTo>
                  <a:pt x="246918" y="49358"/>
                </a:lnTo>
                <a:lnTo>
                  <a:pt x="308647" y="23561"/>
                </a:lnTo>
                <a:lnTo>
                  <a:pt x="370377" y="7109"/>
                </a:lnTo>
                <a:lnTo>
                  <a:pt x="432106" y="0"/>
                </a:lnTo>
                <a:lnTo>
                  <a:pt x="493835" y="2235"/>
                </a:lnTo>
                <a:lnTo>
                  <a:pt x="555565" y="13813"/>
                </a:lnTo>
                <a:lnTo>
                  <a:pt x="617294" y="34734"/>
                </a:lnTo>
                <a:lnTo>
                  <a:pt x="679024" y="65000"/>
                </a:lnTo>
                <a:lnTo>
                  <a:pt x="740753" y="104608"/>
                </a:lnTo>
                <a:lnTo>
                  <a:pt x="802483" y="153561"/>
                </a:lnTo>
                <a:lnTo>
                  <a:pt x="864212" y="211857"/>
                </a:lnTo>
                <a:lnTo>
                  <a:pt x="925942" y="279496"/>
                </a:lnTo>
                <a:lnTo>
                  <a:pt x="987671" y="356479"/>
                </a:lnTo>
              </a:path>
            </a:pathLst>
          </a:custGeom>
          <a:noFill/>
          <a:ln w="4286">
            <a:solidFill>
              <a:srgbClr val="5544A1">
                <a:alpha val="9000"/>
              </a:srgbClr>
            </a:solidFill>
            <a:prstDash val="solid"/>
          </a:ln>
        </p:spPr>
      </p:sp>
      <p:sp>
        <p:nvSpPr>
          <p:cNvPr id="98" name="knowledge-edge">
            <a:extLst>
              <a:ext uri="{FF2B5EF4-FFF2-40B4-BE49-F238E27FC236}">
                <a16:creationId xmlns:a16="http://schemas.microsoft.com/office/drawing/2014/main" id="{1924F713-1B85-485A-8FA9-90A0EC560925}"/>
              </a:ext>
            </a:extLst>
          </p:cNvPr>
          <p:cNvSpPr>
            <a:spLocks noGrp="1"/>
          </p:cNvSpPr>
          <p:nvPr/>
        </p:nvSpPr>
        <p:spPr>
          <a:xfrm>
            <a:off x="2431236" y="6123248"/>
            <a:ext cx="374085" cy="78715"/>
          </a:xfrm>
          <a:custGeom>
            <a:avLst/>
            <a:gdLst/>
            <a:ahLst/>
            <a:cxnLst/>
            <a:rect l="0" t="0" r="0" b="0"/>
            <a:pathLst>
              <a:path w="374085" h="78715">
                <a:moveTo>
                  <a:pt x="0" y="0"/>
                </a:moveTo>
                <a:lnTo>
                  <a:pt x="26720" y="14258"/>
                </a:lnTo>
                <a:lnTo>
                  <a:pt x="53441" y="27095"/>
                </a:lnTo>
                <a:lnTo>
                  <a:pt x="80161" y="38512"/>
                </a:lnTo>
                <a:lnTo>
                  <a:pt x="106881" y="48509"/>
                </a:lnTo>
                <a:lnTo>
                  <a:pt x="133602" y="57085"/>
                </a:lnTo>
                <a:lnTo>
                  <a:pt x="160322" y="64241"/>
                </a:lnTo>
                <a:lnTo>
                  <a:pt x="187042" y="69976"/>
                </a:lnTo>
                <a:lnTo>
                  <a:pt x="213763" y="74291"/>
                </a:lnTo>
                <a:lnTo>
                  <a:pt x="240483" y="77186"/>
                </a:lnTo>
                <a:lnTo>
                  <a:pt x="267203" y="78661"/>
                </a:lnTo>
                <a:lnTo>
                  <a:pt x="293924" y="78715"/>
                </a:lnTo>
                <a:lnTo>
                  <a:pt x="320644" y="77348"/>
                </a:lnTo>
                <a:lnTo>
                  <a:pt x="347364" y="74562"/>
                </a:lnTo>
                <a:lnTo>
                  <a:pt x="374085" y="70355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99" name="knowledge-cross-edge">
            <a:extLst>
              <a:ext uri="{FF2B5EF4-FFF2-40B4-BE49-F238E27FC236}">
                <a16:creationId xmlns:a16="http://schemas.microsoft.com/office/drawing/2014/main" id="{73937713-B85E-4423-8BA9-7EA9F33FA06C}"/>
              </a:ext>
            </a:extLst>
          </p:cNvPr>
          <p:cNvSpPr>
            <a:spLocks noGrp="1"/>
          </p:cNvSpPr>
          <p:nvPr/>
        </p:nvSpPr>
        <p:spPr>
          <a:xfrm>
            <a:off x="2431236" y="6113522"/>
            <a:ext cx="327217" cy="259553"/>
          </a:xfrm>
          <a:custGeom>
            <a:avLst/>
            <a:gdLst/>
            <a:ahLst/>
            <a:cxnLst/>
            <a:rect l="0" t="0" r="0" b="0"/>
            <a:pathLst>
              <a:path w="327217" h="259553">
                <a:moveTo>
                  <a:pt x="0" y="9725"/>
                </a:moveTo>
                <a:lnTo>
                  <a:pt x="41820" y="2294"/>
                </a:lnTo>
                <a:lnTo>
                  <a:pt x="80995" y="0"/>
                </a:lnTo>
                <a:lnTo>
                  <a:pt x="117523" y="2842"/>
                </a:lnTo>
                <a:lnTo>
                  <a:pt x="151406" y="10820"/>
                </a:lnTo>
                <a:lnTo>
                  <a:pt x="182643" y="23934"/>
                </a:lnTo>
                <a:lnTo>
                  <a:pt x="211234" y="42185"/>
                </a:lnTo>
                <a:lnTo>
                  <a:pt x="237179" y="65572"/>
                </a:lnTo>
                <a:lnTo>
                  <a:pt x="260478" y="94096"/>
                </a:lnTo>
                <a:lnTo>
                  <a:pt x="281132" y="127756"/>
                </a:lnTo>
                <a:lnTo>
                  <a:pt x="299139" y="166552"/>
                </a:lnTo>
                <a:lnTo>
                  <a:pt x="314501" y="210484"/>
                </a:lnTo>
                <a:lnTo>
                  <a:pt x="327217" y="259553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00" name="knowledge-edge">
            <a:extLst>
              <a:ext uri="{FF2B5EF4-FFF2-40B4-BE49-F238E27FC236}">
                <a16:creationId xmlns:a16="http://schemas.microsoft.com/office/drawing/2014/main" id="{E9279276-0CE9-48A5-836F-0F1E5F2CDD23}"/>
              </a:ext>
            </a:extLst>
          </p:cNvPr>
          <p:cNvSpPr>
            <a:spLocks noGrp="1"/>
          </p:cNvSpPr>
          <p:nvPr/>
        </p:nvSpPr>
        <p:spPr>
          <a:xfrm>
            <a:off x="2601324" y="6330372"/>
            <a:ext cx="157129" cy="42704"/>
          </a:xfrm>
          <a:custGeom>
            <a:avLst/>
            <a:gdLst/>
            <a:ahLst/>
            <a:cxnLst/>
            <a:rect l="0" t="0" r="0" b="0"/>
            <a:pathLst>
              <a:path w="157129" h="42704">
                <a:moveTo>
                  <a:pt x="0" y="32322"/>
                </a:moveTo>
                <a:lnTo>
                  <a:pt x="11224" y="23111"/>
                </a:lnTo>
                <a:lnTo>
                  <a:pt x="22447" y="15431"/>
                </a:lnTo>
                <a:lnTo>
                  <a:pt x="33671" y="9283"/>
                </a:lnTo>
                <a:lnTo>
                  <a:pt x="44894" y="4665"/>
                </a:lnTo>
                <a:lnTo>
                  <a:pt x="56118" y="1579"/>
                </a:lnTo>
                <a:lnTo>
                  <a:pt x="67341" y="24"/>
                </a:lnTo>
                <a:lnTo>
                  <a:pt x="78565" y="0"/>
                </a:lnTo>
                <a:lnTo>
                  <a:pt x="89788" y="1507"/>
                </a:lnTo>
                <a:lnTo>
                  <a:pt x="101012" y="4545"/>
                </a:lnTo>
                <a:lnTo>
                  <a:pt x="112235" y="9115"/>
                </a:lnTo>
                <a:lnTo>
                  <a:pt x="123459" y="15215"/>
                </a:lnTo>
                <a:lnTo>
                  <a:pt x="134682" y="22847"/>
                </a:lnTo>
                <a:lnTo>
                  <a:pt x="145906" y="32010"/>
                </a:lnTo>
                <a:lnTo>
                  <a:pt x="157129" y="42704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01" name="knowledge-cross-edge">
            <a:extLst>
              <a:ext uri="{FF2B5EF4-FFF2-40B4-BE49-F238E27FC236}">
                <a16:creationId xmlns:a16="http://schemas.microsoft.com/office/drawing/2014/main" id="{72F03673-520D-45E3-AF91-CB2863E8BB94}"/>
              </a:ext>
            </a:extLst>
          </p:cNvPr>
          <p:cNvSpPr>
            <a:spLocks noGrp="1"/>
          </p:cNvSpPr>
          <p:nvPr/>
        </p:nvSpPr>
        <p:spPr>
          <a:xfrm>
            <a:off x="2601324" y="6357492"/>
            <a:ext cx="271422" cy="371217"/>
          </a:xfrm>
          <a:custGeom>
            <a:avLst/>
            <a:gdLst/>
            <a:ahLst/>
            <a:cxnLst/>
            <a:rect l="0" t="0" r="0" b="0"/>
            <a:pathLst>
              <a:path w="271422" h="371217">
                <a:moveTo>
                  <a:pt x="0" y="5201"/>
                </a:moveTo>
                <a:lnTo>
                  <a:pt x="37171" y="0"/>
                </a:lnTo>
                <a:lnTo>
                  <a:pt x="71695" y="1290"/>
                </a:lnTo>
                <a:lnTo>
                  <a:pt x="103574" y="9071"/>
                </a:lnTo>
                <a:lnTo>
                  <a:pt x="132807" y="23344"/>
                </a:lnTo>
                <a:lnTo>
                  <a:pt x="159395" y="44108"/>
                </a:lnTo>
                <a:lnTo>
                  <a:pt x="183336" y="71364"/>
                </a:lnTo>
                <a:lnTo>
                  <a:pt x="204632" y="105111"/>
                </a:lnTo>
                <a:lnTo>
                  <a:pt x="223281" y="145349"/>
                </a:lnTo>
                <a:lnTo>
                  <a:pt x="239285" y="192079"/>
                </a:lnTo>
                <a:lnTo>
                  <a:pt x="252643" y="245300"/>
                </a:lnTo>
                <a:lnTo>
                  <a:pt x="263356" y="305013"/>
                </a:lnTo>
                <a:lnTo>
                  <a:pt x="271422" y="371217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02" name="knowledge-edge">
            <a:extLst>
              <a:ext uri="{FF2B5EF4-FFF2-40B4-BE49-F238E27FC236}">
                <a16:creationId xmlns:a16="http://schemas.microsoft.com/office/drawing/2014/main" id="{578B41EA-9E71-4EF8-B1A1-A0F7D820620E}"/>
              </a:ext>
            </a:extLst>
          </p:cNvPr>
          <p:cNvSpPr>
            <a:spLocks noGrp="1"/>
          </p:cNvSpPr>
          <p:nvPr/>
        </p:nvSpPr>
        <p:spPr>
          <a:xfrm>
            <a:off x="2473441" y="6692778"/>
            <a:ext cx="399305" cy="90895"/>
          </a:xfrm>
          <a:custGeom>
            <a:avLst/>
            <a:gdLst/>
            <a:ahLst/>
            <a:cxnLst/>
            <a:rect l="0" t="0" r="0" b="0"/>
            <a:pathLst>
              <a:path w="399305" h="90895">
                <a:moveTo>
                  <a:pt x="0" y="0"/>
                </a:moveTo>
                <a:lnTo>
                  <a:pt x="28522" y="21623"/>
                </a:lnTo>
                <a:lnTo>
                  <a:pt x="57044" y="40314"/>
                </a:lnTo>
                <a:lnTo>
                  <a:pt x="85565" y="56074"/>
                </a:lnTo>
                <a:lnTo>
                  <a:pt x="114087" y="68902"/>
                </a:lnTo>
                <a:lnTo>
                  <a:pt x="142609" y="78798"/>
                </a:lnTo>
                <a:lnTo>
                  <a:pt x="171131" y="85762"/>
                </a:lnTo>
                <a:lnTo>
                  <a:pt x="199652" y="89794"/>
                </a:lnTo>
                <a:lnTo>
                  <a:pt x="228174" y="90895"/>
                </a:lnTo>
                <a:lnTo>
                  <a:pt x="256696" y="89064"/>
                </a:lnTo>
                <a:lnTo>
                  <a:pt x="285218" y="84301"/>
                </a:lnTo>
                <a:lnTo>
                  <a:pt x="313740" y="76606"/>
                </a:lnTo>
                <a:lnTo>
                  <a:pt x="342261" y="65980"/>
                </a:lnTo>
                <a:lnTo>
                  <a:pt x="370783" y="52421"/>
                </a:lnTo>
                <a:lnTo>
                  <a:pt x="399305" y="35931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03" name="knowledge-cross-edge">
            <a:extLst>
              <a:ext uri="{FF2B5EF4-FFF2-40B4-BE49-F238E27FC236}">
                <a16:creationId xmlns:a16="http://schemas.microsoft.com/office/drawing/2014/main" id="{71D4C008-8381-4AD5-9420-D833DA6D0E5A}"/>
              </a:ext>
            </a:extLst>
          </p:cNvPr>
          <p:cNvSpPr>
            <a:spLocks noGrp="1"/>
          </p:cNvSpPr>
          <p:nvPr/>
        </p:nvSpPr>
        <p:spPr>
          <a:xfrm>
            <a:off x="2473441" y="6692778"/>
            <a:ext cx="552342" cy="322114"/>
          </a:xfrm>
          <a:custGeom>
            <a:avLst/>
            <a:gdLst/>
            <a:ahLst/>
            <a:cxnLst/>
            <a:rect l="0" t="0" r="0" b="0"/>
            <a:pathLst>
              <a:path w="552342" h="322114">
                <a:moveTo>
                  <a:pt x="0" y="0"/>
                </a:moveTo>
                <a:lnTo>
                  <a:pt x="60581" y="2365"/>
                </a:lnTo>
                <a:lnTo>
                  <a:pt x="118515" y="9181"/>
                </a:lnTo>
                <a:lnTo>
                  <a:pt x="173804" y="20448"/>
                </a:lnTo>
                <a:lnTo>
                  <a:pt x="226447" y="36164"/>
                </a:lnTo>
                <a:lnTo>
                  <a:pt x="276445" y="56332"/>
                </a:lnTo>
                <a:lnTo>
                  <a:pt x="323796" y="80949"/>
                </a:lnTo>
                <a:lnTo>
                  <a:pt x="368502" y="110017"/>
                </a:lnTo>
                <a:lnTo>
                  <a:pt x="410561" y="143536"/>
                </a:lnTo>
                <a:lnTo>
                  <a:pt x="449975" y="181505"/>
                </a:lnTo>
                <a:lnTo>
                  <a:pt x="486743" y="223924"/>
                </a:lnTo>
                <a:lnTo>
                  <a:pt x="520866" y="270794"/>
                </a:lnTo>
                <a:lnTo>
                  <a:pt x="552342" y="322114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04" name="knowledge-edge">
            <a:extLst>
              <a:ext uri="{FF2B5EF4-FFF2-40B4-BE49-F238E27FC236}">
                <a16:creationId xmlns:a16="http://schemas.microsoft.com/office/drawing/2014/main" id="{12C04386-5CB0-41E1-92DF-68692DF7F899}"/>
              </a:ext>
            </a:extLst>
          </p:cNvPr>
          <p:cNvSpPr>
            <a:spLocks noGrp="1"/>
          </p:cNvSpPr>
          <p:nvPr/>
        </p:nvSpPr>
        <p:spPr>
          <a:xfrm>
            <a:off x="2529917" y="7014892"/>
            <a:ext cx="495866" cy="83571"/>
          </a:xfrm>
          <a:custGeom>
            <a:avLst/>
            <a:gdLst/>
            <a:ahLst/>
            <a:cxnLst/>
            <a:rect l="0" t="0" r="0" b="0"/>
            <a:pathLst>
              <a:path w="495866" h="83571">
                <a:moveTo>
                  <a:pt x="0" y="53791"/>
                </a:moveTo>
                <a:lnTo>
                  <a:pt x="35419" y="64102"/>
                </a:lnTo>
                <a:lnTo>
                  <a:pt x="70838" y="72235"/>
                </a:lnTo>
                <a:lnTo>
                  <a:pt x="106257" y="78191"/>
                </a:lnTo>
                <a:lnTo>
                  <a:pt x="141676" y="81970"/>
                </a:lnTo>
                <a:lnTo>
                  <a:pt x="177095" y="83571"/>
                </a:lnTo>
                <a:lnTo>
                  <a:pt x="212514" y="82994"/>
                </a:lnTo>
                <a:lnTo>
                  <a:pt x="247933" y="80241"/>
                </a:lnTo>
                <a:lnTo>
                  <a:pt x="283352" y="75310"/>
                </a:lnTo>
                <a:lnTo>
                  <a:pt x="318771" y="68202"/>
                </a:lnTo>
                <a:lnTo>
                  <a:pt x="354190" y="58916"/>
                </a:lnTo>
                <a:lnTo>
                  <a:pt x="389609" y="47453"/>
                </a:lnTo>
                <a:lnTo>
                  <a:pt x="425028" y="33813"/>
                </a:lnTo>
                <a:lnTo>
                  <a:pt x="460447" y="17995"/>
                </a:lnTo>
                <a:lnTo>
                  <a:pt x="495866" y="0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05" name="knowledge-cross-edge">
            <a:extLst>
              <a:ext uri="{FF2B5EF4-FFF2-40B4-BE49-F238E27FC236}">
                <a16:creationId xmlns:a16="http://schemas.microsoft.com/office/drawing/2014/main" id="{10A2A1D5-9204-472B-9511-EDFA227F5315}"/>
              </a:ext>
            </a:extLst>
          </p:cNvPr>
          <p:cNvSpPr>
            <a:spLocks noGrp="1"/>
          </p:cNvSpPr>
          <p:nvPr/>
        </p:nvSpPr>
        <p:spPr>
          <a:xfrm>
            <a:off x="2529917" y="7064819"/>
            <a:ext cx="487855" cy="197839"/>
          </a:xfrm>
          <a:custGeom>
            <a:avLst/>
            <a:gdLst/>
            <a:ahLst/>
            <a:cxnLst/>
            <a:rect l="0" t="0" r="0" b="0"/>
            <a:pathLst>
              <a:path w="487855" h="197839">
                <a:moveTo>
                  <a:pt x="0" y="3864"/>
                </a:moveTo>
                <a:lnTo>
                  <a:pt x="55207" y="122"/>
                </a:lnTo>
                <a:lnTo>
                  <a:pt x="107767" y="0"/>
                </a:lnTo>
                <a:lnTo>
                  <a:pt x="157682" y="3497"/>
                </a:lnTo>
                <a:lnTo>
                  <a:pt x="204952" y="10613"/>
                </a:lnTo>
                <a:lnTo>
                  <a:pt x="249575" y="21349"/>
                </a:lnTo>
                <a:lnTo>
                  <a:pt x="291552" y="35704"/>
                </a:lnTo>
                <a:lnTo>
                  <a:pt x="330884" y="53678"/>
                </a:lnTo>
                <a:lnTo>
                  <a:pt x="367570" y="75272"/>
                </a:lnTo>
                <a:lnTo>
                  <a:pt x="401610" y="100485"/>
                </a:lnTo>
                <a:lnTo>
                  <a:pt x="433004" y="129317"/>
                </a:lnTo>
                <a:lnTo>
                  <a:pt x="461752" y="161769"/>
                </a:lnTo>
                <a:lnTo>
                  <a:pt x="487855" y="197839"/>
                </a:lnTo>
              </a:path>
            </a:pathLst>
          </a:custGeom>
          <a:noFill/>
          <a:ln w="5334">
            <a:solidFill>
              <a:srgbClr val="5544A1">
                <a:alpha val="13000"/>
              </a:srgbClr>
            </a:solidFill>
            <a:prstDash val="solid"/>
          </a:ln>
        </p:spPr>
      </p:sp>
      <p:sp>
        <p:nvSpPr>
          <p:cNvPr id="106" name="knowledge-edge">
            <a:extLst>
              <a:ext uri="{FF2B5EF4-FFF2-40B4-BE49-F238E27FC236}">
                <a16:creationId xmlns:a16="http://schemas.microsoft.com/office/drawing/2014/main" id="{99B15C4B-FE9A-420C-AE62-D643998BA1D4}"/>
              </a:ext>
            </a:extLst>
          </p:cNvPr>
          <p:cNvSpPr>
            <a:spLocks noGrp="1"/>
          </p:cNvSpPr>
          <p:nvPr/>
        </p:nvSpPr>
        <p:spPr>
          <a:xfrm>
            <a:off x="2616222" y="7262658"/>
            <a:ext cx="401550" cy="85722"/>
          </a:xfrm>
          <a:custGeom>
            <a:avLst/>
            <a:gdLst/>
            <a:ahLst/>
            <a:cxnLst/>
            <a:rect l="0" t="0" r="0" b="0"/>
            <a:pathLst>
              <a:path w="401550" h="85722">
                <a:moveTo>
                  <a:pt x="0" y="72544"/>
                </a:moveTo>
                <a:lnTo>
                  <a:pt x="28682" y="78381"/>
                </a:lnTo>
                <a:lnTo>
                  <a:pt x="57364" y="82524"/>
                </a:lnTo>
                <a:lnTo>
                  <a:pt x="86046" y="84970"/>
                </a:lnTo>
                <a:lnTo>
                  <a:pt x="114728" y="85722"/>
                </a:lnTo>
                <a:lnTo>
                  <a:pt x="143411" y="84779"/>
                </a:lnTo>
                <a:lnTo>
                  <a:pt x="172093" y="82140"/>
                </a:lnTo>
                <a:lnTo>
                  <a:pt x="200775" y="77806"/>
                </a:lnTo>
                <a:lnTo>
                  <a:pt x="229457" y="71776"/>
                </a:lnTo>
                <a:lnTo>
                  <a:pt x="258139" y="64052"/>
                </a:lnTo>
                <a:lnTo>
                  <a:pt x="286821" y="54632"/>
                </a:lnTo>
                <a:lnTo>
                  <a:pt x="315503" y="43517"/>
                </a:lnTo>
                <a:lnTo>
                  <a:pt x="344185" y="30706"/>
                </a:lnTo>
                <a:lnTo>
                  <a:pt x="372867" y="16201"/>
                </a:lnTo>
                <a:lnTo>
                  <a:pt x="401550" y="0"/>
                </a:lnTo>
              </a:path>
            </a:pathLst>
          </a:custGeom>
          <a:noFill/>
          <a:ln w="6477">
            <a:solidFill>
              <a:srgbClr val="5544A1">
                <a:alpha val="17000"/>
              </a:srgbClr>
            </a:solidFill>
            <a:prstDash val="solid"/>
          </a:ln>
        </p:spPr>
      </p:sp>
      <p:sp>
        <p:nvSpPr>
          <p:cNvPr id="107" name="knowledge-edge">
            <a:extLst>
              <a:ext uri="{FF2B5EF4-FFF2-40B4-BE49-F238E27FC236}">
                <a16:creationId xmlns:a16="http://schemas.microsoft.com/office/drawing/2014/main" id="{5FA67209-E20D-4BC3-A63F-5BAD44A93BFB}"/>
              </a:ext>
            </a:extLst>
          </p:cNvPr>
          <p:cNvSpPr>
            <a:spLocks noGrp="1"/>
          </p:cNvSpPr>
          <p:nvPr/>
        </p:nvSpPr>
        <p:spPr>
          <a:xfrm>
            <a:off x="2957191" y="5961141"/>
            <a:ext cx="226633" cy="28121"/>
          </a:xfrm>
          <a:custGeom>
            <a:avLst/>
            <a:gdLst/>
            <a:ahLst/>
            <a:cxnLst/>
            <a:rect l="0" t="0" r="0" b="0"/>
            <a:pathLst>
              <a:path w="226633" h="28121">
                <a:moveTo>
                  <a:pt x="0" y="24838"/>
                </a:moveTo>
                <a:lnTo>
                  <a:pt x="16188" y="18047"/>
                </a:lnTo>
                <a:lnTo>
                  <a:pt x="32376" y="12337"/>
                </a:lnTo>
                <a:lnTo>
                  <a:pt x="48564" y="7708"/>
                </a:lnTo>
                <a:lnTo>
                  <a:pt x="64752" y="4160"/>
                </a:lnTo>
                <a:lnTo>
                  <a:pt x="80940" y="1693"/>
                </a:lnTo>
                <a:lnTo>
                  <a:pt x="97128" y="306"/>
                </a:lnTo>
                <a:lnTo>
                  <a:pt x="113316" y="0"/>
                </a:lnTo>
                <a:lnTo>
                  <a:pt x="129505" y="775"/>
                </a:lnTo>
                <a:lnTo>
                  <a:pt x="145693" y="2631"/>
                </a:lnTo>
                <a:lnTo>
                  <a:pt x="161881" y="5567"/>
                </a:lnTo>
                <a:lnTo>
                  <a:pt x="178069" y="9584"/>
                </a:lnTo>
                <a:lnTo>
                  <a:pt x="194257" y="14682"/>
                </a:lnTo>
                <a:lnTo>
                  <a:pt x="210445" y="20861"/>
                </a:lnTo>
                <a:lnTo>
                  <a:pt x="226633" y="28121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08" name="knowledge-cross-edge">
            <a:extLst>
              <a:ext uri="{FF2B5EF4-FFF2-40B4-BE49-F238E27FC236}">
                <a16:creationId xmlns:a16="http://schemas.microsoft.com/office/drawing/2014/main" id="{4CB1B220-D885-49EA-B780-735AF161691B}"/>
              </a:ext>
            </a:extLst>
          </p:cNvPr>
          <p:cNvSpPr>
            <a:spLocks noGrp="1"/>
          </p:cNvSpPr>
          <p:nvPr/>
        </p:nvSpPr>
        <p:spPr>
          <a:xfrm>
            <a:off x="2957191" y="5985979"/>
            <a:ext cx="454062" cy="95721"/>
          </a:xfrm>
          <a:custGeom>
            <a:avLst/>
            <a:gdLst/>
            <a:ahLst/>
            <a:cxnLst/>
            <a:rect l="0" t="0" r="0" b="0"/>
            <a:pathLst>
              <a:path w="454062" h="95721">
                <a:moveTo>
                  <a:pt x="0" y="0"/>
                </a:moveTo>
                <a:lnTo>
                  <a:pt x="52391" y="4720"/>
                </a:lnTo>
                <a:lnTo>
                  <a:pt x="102135" y="10031"/>
                </a:lnTo>
                <a:lnTo>
                  <a:pt x="149234" y="15935"/>
                </a:lnTo>
                <a:lnTo>
                  <a:pt x="193687" y="22431"/>
                </a:lnTo>
                <a:lnTo>
                  <a:pt x="235494" y="29520"/>
                </a:lnTo>
                <a:lnTo>
                  <a:pt x="274656" y="37201"/>
                </a:lnTo>
                <a:lnTo>
                  <a:pt x="311171" y="45473"/>
                </a:lnTo>
                <a:lnTo>
                  <a:pt x="345041" y="54339"/>
                </a:lnTo>
                <a:lnTo>
                  <a:pt x="376265" y="63796"/>
                </a:lnTo>
                <a:lnTo>
                  <a:pt x="404843" y="73845"/>
                </a:lnTo>
                <a:lnTo>
                  <a:pt x="430775" y="84487"/>
                </a:lnTo>
                <a:lnTo>
                  <a:pt x="454062" y="95721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09" name="knowledge-edge">
            <a:extLst>
              <a:ext uri="{FF2B5EF4-FFF2-40B4-BE49-F238E27FC236}">
                <a16:creationId xmlns:a16="http://schemas.microsoft.com/office/drawing/2014/main" id="{472BB8C6-FB45-4D2F-9DAF-1DA853E3EC70}"/>
              </a:ext>
            </a:extLst>
          </p:cNvPr>
          <p:cNvSpPr>
            <a:spLocks noGrp="1"/>
          </p:cNvSpPr>
          <p:nvPr/>
        </p:nvSpPr>
        <p:spPr>
          <a:xfrm>
            <a:off x="3067183" y="6081700"/>
            <a:ext cx="344070" cy="88151"/>
          </a:xfrm>
          <a:custGeom>
            <a:avLst/>
            <a:gdLst/>
            <a:ahLst/>
            <a:cxnLst/>
            <a:rect l="0" t="0" r="0" b="0"/>
            <a:pathLst>
              <a:path w="344070" h="88151">
                <a:moveTo>
                  <a:pt x="0" y="85336"/>
                </a:moveTo>
                <a:lnTo>
                  <a:pt x="24576" y="87369"/>
                </a:lnTo>
                <a:lnTo>
                  <a:pt x="49153" y="88151"/>
                </a:lnTo>
                <a:lnTo>
                  <a:pt x="73729" y="87683"/>
                </a:lnTo>
                <a:lnTo>
                  <a:pt x="98306" y="85964"/>
                </a:lnTo>
                <a:lnTo>
                  <a:pt x="122882" y="82995"/>
                </a:lnTo>
                <a:lnTo>
                  <a:pt x="147458" y="78776"/>
                </a:lnTo>
                <a:lnTo>
                  <a:pt x="172035" y="73305"/>
                </a:lnTo>
                <a:lnTo>
                  <a:pt x="196611" y="66585"/>
                </a:lnTo>
                <a:lnTo>
                  <a:pt x="221188" y="58614"/>
                </a:lnTo>
                <a:lnTo>
                  <a:pt x="245764" y="49392"/>
                </a:lnTo>
                <a:lnTo>
                  <a:pt x="270340" y="38920"/>
                </a:lnTo>
                <a:lnTo>
                  <a:pt x="294917" y="27197"/>
                </a:lnTo>
                <a:lnTo>
                  <a:pt x="319493" y="14224"/>
                </a:lnTo>
                <a:lnTo>
                  <a:pt x="344070" y="0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10" name="knowledge-cross-edge">
            <a:extLst>
              <a:ext uri="{FF2B5EF4-FFF2-40B4-BE49-F238E27FC236}">
                <a16:creationId xmlns:a16="http://schemas.microsoft.com/office/drawing/2014/main" id="{10B4C3A9-6D83-4A7F-8C2F-79A40688C0FD}"/>
              </a:ext>
            </a:extLst>
          </p:cNvPr>
          <p:cNvSpPr>
            <a:spLocks noGrp="1"/>
          </p:cNvSpPr>
          <p:nvPr/>
        </p:nvSpPr>
        <p:spPr>
          <a:xfrm>
            <a:off x="3067183" y="6167036"/>
            <a:ext cx="408201" cy="31809"/>
          </a:xfrm>
          <a:custGeom>
            <a:avLst/>
            <a:gdLst/>
            <a:ahLst/>
            <a:cxnLst/>
            <a:rect l="0" t="0" r="0" b="0"/>
            <a:pathLst>
              <a:path w="408201" h="31809">
                <a:moveTo>
                  <a:pt x="0" y="0"/>
                </a:moveTo>
                <a:lnTo>
                  <a:pt x="48569" y="370"/>
                </a:lnTo>
                <a:lnTo>
                  <a:pt x="94492" y="1154"/>
                </a:lnTo>
                <a:lnTo>
                  <a:pt x="137769" y="2354"/>
                </a:lnTo>
                <a:lnTo>
                  <a:pt x="178400" y="3968"/>
                </a:lnTo>
                <a:lnTo>
                  <a:pt x="216386" y="5996"/>
                </a:lnTo>
                <a:lnTo>
                  <a:pt x="251726" y="8440"/>
                </a:lnTo>
                <a:lnTo>
                  <a:pt x="284420" y="11298"/>
                </a:lnTo>
                <a:lnTo>
                  <a:pt x="314468" y="14570"/>
                </a:lnTo>
                <a:lnTo>
                  <a:pt x="341870" y="18258"/>
                </a:lnTo>
                <a:lnTo>
                  <a:pt x="366626" y="22360"/>
                </a:lnTo>
                <a:lnTo>
                  <a:pt x="388737" y="26877"/>
                </a:lnTo>
                <a:lnTo>
                  <a:pt x="408201" y="31809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11" name="knowledge-edge">
            <a:extLst>
              <a:ext uri="{FF2B5EF4-FFF2-40B4-BE49-F238E27FC236}">
                <a16:creationId xmlns:a16="http://schemas.microsoft.com/office/drawing/2014/main" id="{EE9189D2-EF7D-4D7E-82FC-96525779E8DB}"/>
              </a:ext>
            </a:extLst>
          </p:cNvPr>
          <p:cNvSpPr>
            <a:spLocks noGrp="1"/>
          </p:cNvSpPr>
          <p:nvPr/>
        </p:nvSpPr>
        <p:spPr>
          <a:xfrm>
            <a:off x="2805321" y="6190483"/>
            <a:ext cx="670064" cy="9525"/>
          </a:xfrm>
          <a:custGeom>
            <a:avLst/>
            <a:gdLst/>
            <a:ahLst/>
            <a:cxnLst/>
            <a:rect l="0" t="0" r="0" b="0"/>
            <a:pathLst>
              <a:path w="670064" h="9525">
                <a:moveTo>
                  <a:pt x="0" y="3119"/>
                </a:moveTo>
                <a:lnTo>
                  <a:pt x="47862" y="2052"/>
                </a:lnTo>
                <a:lnTo>
                  <a:pt x="95723" y="1206"/>
                </a:lnTo>
                <a:lnTo>
                  <a:pt x="143585" y="582"/>
                </a:lnTo>
                <a:lnTo>
                  <a:pt x="191447" y="180"/>
                </a:lnTo>
                <a:lnTo>
                  <a:pt x="239308" y="0"/>
                </a:lnTo>
                <a:lnTo>
                  <a:pt x="287170" y="42"/>
                </a:lnTo>
                <a:lnTo>
                  <a:pt x="335032" y="305"/>
                </a:lnTo>
                <a:lnTo>
                  <a:pt x="382894" y="791"/>
                </a:lnTo>
                <a:lnTo>
                  <a:pt x="430755" y="1498"/>
                </a:lnTo>
                <a:lnTo>
                  <a:pt x="478617" y="2427"/>
                </a:lnTo>
                <a:lnTo>
                  <a:pt x="526479" y="3578"/>
                </a:lnTo>
                <a:lnTo>
                  <a:pt x="574340" y="4951"/>
                </a:lnTo>
                <a:lnTo>
                  <a:pt x="622202" y="6545"/>
                </a:lnTo>
                <a:lnTo>
                  <a:pt x="670064" y="8362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12" name="knowledge-cross-edge">
            <a:extLst>
              <a:ext uri="{FF2B5EF4-FFF2-40B4-BE49-F238E27FC236}">
                <a16:creationId xmlns:a16="http://schemas.microsoft.com/office/drawing/2014/main" id="{03D02535-34BA-4CBF-9AF1-EC24CAD7CE41}"/>
              </a:ext>
            </a:extLst>
          </p:cNvPr>
          <p:cNvSpPr>
            <a:spLocks noGrp="1"/>
          </p:cNvSpPr>
          <p:nvPr/>
        </p:nvSpPr>
        <p:spPr>
          <a:xfrm>
            <a:off x="2805321" y="6170293"/>
            <a:ext cx="640633" cy="420140"/>
          </a:xfrm>
          <a:custGeom>
            <a:avLst/>
            <a:gdLst/>
            <a:ahLst/>
            <a:cxnLst/>
            <a:rect l="0" t="0" r="0" b="0"/>
            <a:pathLst>
              <a:path w="640633" h="420140">
                <a:moveTo>
                  <a:pt x="0" y="23309"/>
                </a:moveTo>
                <a:lnTo>
                  <a:pt x="67938" y="7182"/>
                </a:lnTo>
                <a:lnTo>
                  <a:pt x="133230" y="0"/>
                </a:lnTo>
                <a:lnTo>
                  <a:pt x="195877" y="1763"/>
                </a:lnTo>
                <a:lnTo>
                  <a:pt x="255878" y="12470"/>
                </a:lnTo>
                <a:lnTo>
                  <a:pt x="313232" y="32122"/>
                </a:lnTo>
                <a:lnTo>
                  <a:pt x="367941" y="60719"/>
                </a:lnTo>
                <a:lnTo>
                  <a:pt x="420004" y="98260"/>
                </a:lnTo>
                <a:lnTo>
                  <a:pt x="469422" y="144747"/>
                </a:lnTo>
                <a:lnTo>
                  <a:pt x="516193" y="200178"/>
                </a:lnTo>
                <a:lnTo>
                  <a:pt x="560319" y="264554"/>
                </a:lnTo>
                <a:lnTo>
                  <a:pt x="601799" y="337875"/>
                </a:lnTo>
                <a:lnTo>
                  <a:pt x="640633" y="420140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13" name="knowledge-edge">
            <a:extLst>
              <a:ext uri="{FF2B5EF4-FFF2-40B4-BE49-F238E27FC236}">
                <a16:creationId xmlns:a16="http://schemas.microsoft.com/office/drawing/2014/main" id="{F2059376-09E8-4855-BB43-C37177E26155}"/>
              </a:ext>
            </a:extLst>
          </p:cNvPr>
          <p:cNvSpPr>
            <a:spLocks noGrp="1"/>
          </p:cNvSpPr>
          <p:nvPr/>
        </p:nvSpPr>
        <p:spPr>
          <a:xfrm>
            <a:off x="2758453" y="6373075"/>
            <a:ext cx="687500" cy="217358"/>
          </a:xfrm>
          <a:custGeom>
            <a:avLst/>
            <a:gdLst/>
            <a:ahLst/>
            <a:cxnLst/>
            <a:rect l="0" t="0" r="0" b="0"/>
            <a:pathLst>
              <a:path w="687500" h="217358">
                <a:moveTo>
                  <a:pt x="0" y="0"/>
                </a:moveTo>
                <a:lnTo>
                  <a:pt x="49107" y="9902"/>
                </a:lnTo>
                <a:lnTo>
                  <a:pt x="98214" y="20668"/>
                </a:lnTo>
                <a:lnTo>
                  <a:pt x="147321" y="32300"/>
                </a:lnTo>
                <a:lnTo>
                  <a:pt x="196429" y="44798"/>
                </a:lnTo>
                <a:lnTo>
                  <a:pt x="245536" y="58160"/>
                </a:lnTo>
                <a:lnTo>
                  <a:pt x="294643" y="72388"/>
                </a:lnTo>
                <a:lnTo>
                  <a:pt x="343750" y="87481"/>
                </a:lnTo>
                <a:lnTo>
                  <a:pt x="392857" y="103439"/>
                </a:lnTo>
                <a:lnTo>
                  <a:pt x="441964" y="120262"/>
                </a:lnTo>
                <a:lnTo>
                  <a:pt x="491072" y="137951"/>
                </a:lnTo>
                <a:lnTo>
                  <a:pt x="540179" y="156505"/>
                </a:lnTo>
                <a:lnTo>
                  <a:pt x="589286" y="175924"/>
                </a:lnTo>
                <a:lnTo>
                  <a:pt x="638393" y="196208"/>
                </a:lnTo>
                <a:lnTo>
                  <a:pt x="687500" y="217358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14" name="knowledge-cross-edge">
            <a:extLst>
              <a:ext uri="{FF2B5EF4-FFF2-40B4-BE49-F238E27FC236}">
                <a16:creationId xmlns:a16="http://schemas.microsoft.com/office/drawing/2014/main" id="{27F73B6B-40F8-4C42-8E24-7B8E9AB2046A}"/>
              </a:ext>
            </a:extLst>
          </p:cNvPr>
          <p:cNvSpPr>
            <a:spLocks noGrp="1"/>
          </p:cNvSpPr>
          <p:nvPr/>
        </p:nvSpPr>
        <p:spPr>
          <a:xfrm>
            <a:off x="2758453" y="6198845"/>
            <a:ext cx="716931" cy="174231"/>
          </a:xfrm>
          <a:custGeom>
            <a:avLst/>
            <a:gdLst/>
            <a:ahLst/>
            <a:cxnLst/>
            <a:rect l="0" t="0" r="0" b="0"/>
            <a:pathLst>
              <a:path w="716931" h="174231">
                <a:moveTo>
                  <a:pt x="0" y="174231"/>
                </a:moveTo>
                <a:lnTo>
                  <a:pt x="45192" y="154286"/>
                </a:lnTo>
                <a:lnTo>
                  <a:pt x="93030" y="135328"/>
                </a:lnTo>
                <a:lnTo>
                  <a:pt x="143514" y="117356"/>
                </a:lnTo>
                <a:lnTo>
                  <a:pt x="196644" y="100371"/>
                </a:lnTo>
                <a:lnTo>
                  <a:pt x="252419" y="84372"/>
                </a:lnTo>
                <a:lnTo>
                  <a:pt x="310841" y="69360"/>
                </a:lnTo>
                <a:lnTo>
                  <a:pt x="371908" y="55334"/>
                </a:lnTo>
                <a:lnTo>
                  <a:pt x="435621" y="42294"/>
                </a:lnTo>
                <a:lnTo>
                  <a:pt x="501980" y="30241"/>
                </a:lnTo>
                <a:lnTo>
                  <a:pt x="570984" y="19174"/>
                </a:lnTo>
                <a:lnTo>
                  <a:pt x="642635" y="9094"/>
                </a:lnTo>
                <a:lnTo>
                  <a:pt x="716931" y="0"/>
                </a:lnTo>
              </a:path>
            </a:pathLst>
          </a:custGeom>
          <a:noFill/>
          <a:ln w="4953">
            <a:solidFill>
              <a:srgbClr val="583B95">
                <a:alpha val="12000"/>
              </a:srgbClr>
            </a:solidFill>
            <a:prstDash val="solid"/>
          </a:ln>
        </p:spPr>
      </p:sp>
      <p:sp>
        <p:nvSpPr>
          <p:cNvPr id="115" name="knowledge-long-edge">
            <a:extLst>
              <a:ext uri="{FF2B5EF4-FFF2-40B4-BE49-F238E27FC236}">
                <a16:creationId xmlns:a16="http://schemas.microsoft.com/office/drawing/2014/main" id="{1F1BF282-E138-4AFB-A6D3-A6FDC975E6F2}"/>
              </a:ext>
            </a:extLst>
          </p:cNvPr>
          <p:cNvSpPr>
            <a:spLocks noGrp="1"/>
          </p:cNvSpPr>
          <p:nvPr/>
        </p:nvSpPr>
        <p:spPr>
          <a:xfrm>
            <a:off x="2758453" y="6003040"/>
            <a:ext cx="846277" cy="370035"/>
          </a:xfrm>
          <a:custGeom>
            <a:avLst/>
            <a:gdLst/>
            <a:ahLst/>
            <a:cxnLst/>
            <a:rect l="0" t="0" r="0" b="0"/>
            <a:pathLst>
              <a:path w="846277" h="370035">
                <a:moveTo>
                  <a:pt x="0" y="370035"/>
                </a:moveTo>
                <a:lnTo>
                  <a:pt x="52892" y="289668"/>
                </a:lnTo>
                <a:lnTo>
                  <a:pt x="105785" y="219113"/>
                </a:lnTo>
                <a:lnTo>
                  <a:pt x="158677" y="158372"/>
                </a:lnTo>
                <a:lnTo>
                  <a:pt x="211569" y="107444"/>
                </a:lnTo>
                <a:lnTo>
                  <a:pt x="264462" y="66329"/>
                </a:lnTo>
                <a:lnTo>
                  <a:pt x="317354" y="35027"/>
                </a:lnTo>
                <a:lnTo>
                  <a:pt x="370246" y="13538"/>
                </a:lnTo>
                <a:lnTo>
                  <a:pt x="423138" y="1862"/>
                </a:lnTo>
                <a:lnTo>
                  <a:pt x="476031" y="0"/>
                </a:lnTo>
                <a:lnTo>
                  <a:pt x="528923" y="7951"/>
                </a:lnTo>
                <a:lnTo>
                  <a:pt x="581815" y="25715"/>
                </a:lnTo>
                <a:lnTo>
                  <a:pt x="634708" y="53292"/>
                </a:lnTo>
                <a:lnTo>
                  <a:pt x="687600" y="90682"/>
                </a:lnTo>
                <a:lnTo>
                  <a:pt x="740492" y="137885"/>
                </a:lnTo>
                <a:lnTo>
                  <a:pt x="793385" y="194901"/>
                </a:lnTo>
                <a:lnTo>
                  <a:pt x="846277" y="261731"/>
                </a:lnTo>
              </a:path>
            </a:pathLst>
          </a:custGeom>
          <a:noFill/>
          <a:ln w="4286">
            <a:solidFill>
              <a:srgbClr val="583B95">
                <a:alpha val="9000"/>
              </a:srgbClr>
            </a:solidFill>
            <a:prstDash val="solid"/>
          </a:ln>
        </p:spPr>
      </p:sp>
      <p:sp>
        <p:nvSpPr>
          <p:cNvPr id="116" name="knowledge-edge">
            <a:extLst>
              <a:ext uri="{FF2B5EF4-FFF2-40B4-BE49-F238E27FC236}">
                <a16:creationId xmlns:a16="http://schemas.microsoft.com/office/drawing/2014/main" id="{0B92DDCA-5C99-41BF-8307-49C562B4541E}"/>
              </a:ext>
            </a:extLst>
          </p:cNvPr>
          <p:cNvSpPr>
            <a:spLocks noGrp="1"/>
          </p:cNvSpPr>
          <p:nvPr/>
        </p:nvSpPr>
        <p:spPr>
          <a:xfrm>
            <a:off x="2872746" y="6728709"/>
            <a:ext cx="406964" cy="186682"/>
          </a:xfrm>
          <a:custGeom>
            <a:avLst/>
            <a:gdLst/>
            <a:ahLst/>
            <a:cxnLst/>
            <a:rect l="0" t="0" r="0" b="0"/>
            <a:pathLst>
              <a:path w="406964" h="186682">
                <a:moveTo>
                  <a:pt x="0" y="0"/>
                </a:moveTo>
                <a:lnTo>
                  <a:pt x="29069" y="23603"/>
                </a:lnTo>
                <a:lnTo>
                  <a:pt x="58138" y="45626"/>
                </a:lnTo>
                <a:lnTo>
                  <a:pt x="87207" y="66069"/>
                </a:lnTo>
                <a:lnTo>
                  <a:pt x="116275" y="84933"/>
                </a:lnTo>
                <a:lnTo>
                  <a:pt x="145344" y="102217"/>
                </a:lnTo>
                <a:lnTo>
                  <a:pt x="174413" y="117921"/>
                </a:lnTo>
                <a:lnTo>
                  <a:pt x="203482" y="132045"/>
                </a:lnTo>
                <a:lnTo>
                  <a:pt x="232551" y="144590"/>
                </a:lnTo>
                <a:lnTo>
                  <a:pt x="261620" y="155555"/>
                </a:lnTo>
                <a:lnTo>
                  <a:pt x="290688" y="164939"/>
                </a:lnTo>
                <a:lnTo>
                  <a:pt x="319757" y="172745"/>
                </a:lnTo>
                <a:lnTo>
                  <a:pt x="348826" y="178970"/>
                </a:lnTo>
                <a:lnTo>
                  <a:pt x="377895" y="183616"/>
                </a:lnTo>
                <a:lnTo>
                  <a:pt x="406964" y="186682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17" name="knowledge-cross-edge">
            <a:extLst>
              <a:ext uri="{FF2B5EF4-FFF2-40B4-BE49-F238E27FC236}">
                <a16:creationId xmlns:a16="http://schemas.microsoft.com/office/drawing/2014/main" id="{8628BA54-E6EE-4422-95A3-977CA7177A16}"/>
              </a:ext>
            </a:extLst>
          </p:cNvPr>
          <p:cNvSpPr>
            <a:spLocks noGrp="1"/>
          </p:cNvSpPr>
          <p:nvPr/>
        </p:nvSpPr>
        <p:spPr>
          <a:xfrm>
            <a:off x="2872746" y="6728709"/>
            <a:ext cx="583823" cy="454957"/>
          </a:xfrm>
          <a:custGeom>
            <a:avLst/>
            <a:gdLst/>
            <a:ahLst/>
            <a:cxnLst/>
            <a:rect l="0" t="0" r="0" b="0"/>
            <a:pathLst>
              <a:path w="583823" h="454957">
                <a:moveTo>
                  <a:pt x="0" y="0"/>
                </a:moveTo>
                <a:lnTo>
                  <a:pt x="63204" y="17703"/>
                </a:lnTo>
                <a:lnTo>
                  <a:pt x="123762" y="39080"/>
                </a:lnTo>
                <a:lnTo>
                  <a:pt x="181675" y="64132"/>
                </a:lnTo>
                <a:lnTo>
                  <a:pt x="236941" y="92859"/>
                </a:lnTo>
                <a:lnTo>
                  <a:pt x="289562" y="125260"/>
                </a:lnTo>
                <a:lnTo>
                  <a:pt x="339537" y="161336"/>
                </a:lnTo>
                <a:lnTo>
                  <a:pt x="386866" y="201087"/>
                </a:lnTo>
                <a:lnTo>
                  <a:pt x="431549" y="244512"/>
                </a:lnTo>
                <a:lnTo>
                  <a:pt x="473586" y="291611"/>
                </a:lnTo>
                <a:lnTo>
                  <a:pt x="512978" y="342385"/>
                </a:lnTo>
                <a:lnTo>
                  <a:pt x="549723" y="396834"/>
                </a:lnTo>
                <a:lnTo>
                  <a:pt x="583823" y="454957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18" name="knowledge-long-edge">
            <a:extLst>
              <a:ext uri="{FF2B5EF4-FFF2-40B4-BE49-F238E27FC236}">
                <a16:creationId xmlns:a16="http://schemas.microsoft.com/office/drawing/2014/main" id="{072B5321-BDBE-4B82-8092-9BA0ABE19A4D}"/>
              </a:ext>
            </a:extLst>
          </p:cNvPr>
          <p:cNvSpPr>
            <a:spLocks noGrp="1"/>
          </p:cNvSpPr>
          <p:nvPr/>
        </p:nvSpPr>
        <p:spPr>
          <a:xfrm>
            <a:off x="2872746" y="6529418"/>
            <a:ext cx="754245" cy="559975"/>
          </a:xfrm>
          <a:custGeom>
            <a:avLst/>
            <a:gdLst/>
            <a:ahLst/>
            <a:cxnLst/>
            <a:rect l="0" t="0" r="0" b="0"/>
            <a:pathLst>
              <a:path w="754245" h="559975">
                <a:moveTo>
                  <a:pt x="0" y="199290"/>
                </a:moveTo>
                <a:lnTo>
                  <a:pt x="47140" y="138196"/>
                </a:lnTo>
                <a:lnTo>
                  <a:pt x="94281" y="88254"/>
                </a:lnTo>
                <a:lnTo>
                  <a:pt x="141421" y="49463"/>
                </a:lnTo>
                <a:lnTo>
                  <a:pt x="188561" y="21824"/>
                </a:lnTo>
                <a:lnTo>
                  <a:pt x="235702" y="5336"/>
                </a:lnTo>
                <a:lnTo>
                  <a:pt x="282842" y="0"/>
                </a:lnTo>
                <a:lnTo>
                  <a:pt x="329982" y="5815"/>
                </a:lnTo>
                <a:lnTo>
                  <a:pt x="377123" y="22782"/>
                </a:lnTo>
                <a:lnTo>
                  <a:pt x="424263" y="50901"/>
                </a:lnTo>
                <a:lnTo>
                  <a:pt x="471403" y="90171"/>
                </a:lnTo>
                <a:lnTo>
                  <a:pt x="518544" y="140593"/>
                </a:lnTo>
                <a:lnTo>
                  <a:pt x="565684" y="202166"/>
                </a:lnTo>
                <a:lnTo>
                  <a:pt x="612824" y="274891"/>
                </a:lnTo>
                <a:lnTo>
                  <a:pt x="659965" y="358767"/>
                </a:lnTo>
                <a:lnTo>
                  <a:pt x="707105" y="453795"/>
                </a:lnTo>
                <a:lnTo>
                  <a:pt x="754245" y="559975"/>
                </a:lnTo>
              </a:path>
            </a:pathLst>
          </a:custGeom>
          <a:noFill/>
          <a:ln w="4286">
            <a:solidFill>
              <a:srgbClr val="583B95">
                <a:alpha val="9000"/>
              </a:srgbClr>
            </a:solidFill>
            <a:prstDash val="solid"/>
          </a:ln>
        </p:spPr>
      </p:sp>
      <p:sp>
        <p:nvSpPr>
          <p:cNvPr id="119" name="knowledge-edge">
            <a:extLst>
              <a:ext uri="{FF2B5EF4-FFF2-40B4-BE49-F238E27FC236}">
                <a16:creationId xmlns:a16="http://schemas.microsoft.com/office/drawing/2014/main" id="{FF4ECEC5-82EA-4548-A2C2-86E9473BD9A3}"/>
              </a:ext>
            </a:extLst>
          </p:cNvPr>
          <p:cNvSpPr>
            <a:spLocks noGrp="1"/>
          </p:cNvSpPr>
          <p:nvPr/>
        </p:nvSpPr>
        <p:spPr>
          <a:xfrm>
            <a:off x="3025783" y="7014892"/>
            <a:ext cx="430786" cy="170311"/>
          </a:xfrm>
          <a:custGeom>
            <a:avLst/>
            <a:gdLst/>
            <a:ahLst/>
            <a:cxnLst/>
            <a:rect l="0" t="0" r="0" b="0"/>
            <a:pathLst>
              <a:path w="430786" h="170311">
                <a:moveTo>
                  <a:pt x="0" y="0"/>
                </a:moveTo>
                <a:lnTo>
                  <a:pt x="30770" y="25647"/>
                </a:lnTo>
                <a:lnTo>
                  <a:pt x="61541" y="49202"/>
                </a:lnTo>
                <a:lnTo>
                  <a:pt x="92311" y="70667"/>
                </a:lnTo>
                <a:lnTo>
                  <a:pt x="123082" y="90041"/>
                </a:lnTo>
                <a:lnTo>
                  <a:pt x="153852" y="107323"/>
                </a:lnTo>
                <a:lnTo>
                  <a:pt x="184622" y="122515"/>
                </a:lnTo>
                <a:lnTo>
                  <a:pt x="215393" y="135616"/>
                </a:lnTo>
                <a:lnTo>
                  <a:pt x="246163" y="146626"/>
                </a:lnTo>
                <a:lnTo>
                  <a:pt x="276934" y="155545"/>
                </a:lnTo>
                <a:lnTo>
                  <a:pt x="307704" y="162373"/>
                </a:lnTo>
                <a:lnTo>
                  <a:pt x="338475" y="167110"/>
                </a:lnTo>
                <a:lnTo>
                  <a:pt x="369245" y="169756"/>
                </a:lnTo>
                <a:lnTo>
                  <a:pt x="400015" y="170311"/>
                </a:lnTo>
                <a:lnTo>
                  <a:pt x="430786" y="168775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20" name="knowledge-cross-edge">
            <a:extLst>
              <a:ext uri="{FF2B5EF4-FFF2-40B4-BE49-F238E27FC236}">
                <a16:creationId xmlns:a16="http://schemas.microsoft.com/office/drawing/2014/main" id="{66AC39AC-A9B1-478E-9F5B-7A3AD4D41A56}"/>
              </a:ext>
            </a:extLst>
          </p:cNvPr>
          <p:cNvSpPr>
            <a:spLocks noGrp="1"/>
          </p:cNvSpPr>
          <p:nvPr/>
        </p:nvSpPr>
        <p:spPr>
          <a:xfrm>
            <a:off x="3025783" y="7007773"/>
            <a:ext cx="327128" cy="396879"/>
          </a:xfrm>
          <a:custGeom>
            <a:avLst/>
            <a:gdLst/>
            <a:ahLst/>
            <a:cxnLst/>
            <a:rect l="0" t="0" r="0" b="0"/>
            <a:pathLst>
              <a:path w="327128" h="396879">
                <a:moveTo>
                  <a:pt x="0" y="7118"/>
                </a:moveTo>
                <a:lnTo>
                  <a:pt x="41813" y="0"/>
                </a:lnTo>
                <a:lnTo>
                  <a:pt x="80980" y="81"/>
                </a:lnTo>
                <a:lnTo>
                  <a:pt x="117501" y="7363"/>
                </a:lnTo>
                <a:lnTo>
                  <a:pt x="151376" y="21844"/>
                </a:lnTo>
                <a:lnTo>
                  <a:pt x="182605" y="43524"/>
                </a:lnTo>
                <a:lnTo>
                  <a:pt x="211189" y="72404"/>
                </a:lnTo>
                <a:lnTo>
                  <a:pt x="237127" y="108484"/>
                </a:lnTo>
                <a:lnTo>
                  <a:pt x="260419" y="151764"/>
                </a:lnTo>
                <a:lnTo>
                  <a:pt x="281065" y="202243"/>
                </a:lnTo>
                <a:lnTo>
                  <a:pt x="299065" y="259922"/>
                </a:lnTo>
                <a:lnTo>
                  <a:pt x="314420" y="324801"/>
                </a:lnTo>
                <a:lnTo>
                  <a:pt x="327128" y="396879"/>
                </a:lnTo>
              </a:path>
            </a:pathLst>
          </a:custGeom>
          <a:noFill/>
          <a:ln w="5334">
            <a:solidFill>
              <a:srgbClr val="583B95">
                <a:alpha val="13000"/>
              </a:srgbClr>
            </a:solidFill>
            <a:prstDash val="solid"/>
          </a:ln>
        </p:spPr>
      </p:sp>
      <p:sp>
        <p:nvSpPr>
          <p:cNvPr id="121" name="knowledge-cross-edge">
            <a:extLst>
              <a:ext uri="{FF2B5EF4-FFF2-40B4-BE49-F238E27FC236}">
                <a16:creationId xmlns:a16="http://schemas.microsoft.com/office/drawing/2014/main" id="{703ECB76-D330-408E-8374-905A818080BC}"/>
              </a:ext>
            </a:extLst>
          </p:cNvPr>
          <p:cNvSpPr>
            <a:spLocks noGrp="1"/>
          </p:cNvSpPr>
          <p:nvPr/>
        </p:nvSpPr>
        <p:spPr>
          <a:xfrm>
            <a:off x="3025783" y="6880662"/>
            <a:ext cx="253927" cy="134229"/>
          </a:xfrm>
          <a:custGeom>
            <a:avLst/>
            <a:gdLst/>
            <a:ahLst/>
            <a:cxnLst/>
            <a:rect l="0" t="0" r="0" b="0"/>
            <a:pathLst>
              <a:path w="253927" h="134229">
                <a:moveTo>
                  <a:pt x="0" y="134229"/>
                </a:moveTo>
                <a:lnTo>
                  <a:pt x="6608" y="102599"/>
                </a:lnTo>
                <a:lnTo>
                  <a:pt x="15863" y="75211"/>
                </a:lnTo>
                <a:lnTo>
                  <a:pt x="27763" y="52067"/>
                </a:lnTo>
                <a:lnTo>
                  <a:pt x="42309" y="33167"/>
                </a:lnTo>
                <a:lnTo>
                  <a:pt x="59501" y="18510"/>
                </a:lnTo>
                <a:lnTo>
                  <a:pt x="79338" y="8097"/>
                </a:lnTo>
                <a:lnTo>
                  <a:pt x="101822" y="1927"/>
                </a:lnTo>
                <a:lnTo>
                  <a:pt x="126951" y="0"/>
                </a:lnTo>
                <a:lnTo>
                  <a:pt x="154726" y="2317"/>
                </a:lnTo>
                <a:lnTo>
                  <a:pt x="185147" y="8877"/>
                </a:lnTo>
                <a:lnTo>
                  <a:pt x="218214" y="19681"/>
                </a:lnTo>
                <a:lnTo>
                  <a:pt x="253927" y="34728"/>
                </a:lnTo>
              </a:path>
            </a:pathLst>
          </a:custGeom>
          <a:noFill/>
          <a:ln w="4953">
            <a:solidFill>
              <a:srgbClr val="583B95">
                <a:alpha val="12000"/>
              </a:srgbClr>
            </a:solidFill>
            <a:prstDash val="solid"/>
          </a:ln>
        </p:spPr>
      </p:sp>
      <p:sp>
        <p:nvSpPr>
          <p:cNvPr id="122" name="knowledge-edge">
            <a:extLst>
              <a:ext uri="{FF2B5EF4-FFF2-40B4-BE49-F238E27FC236}">
                <a16:creationId xmlns:a16="http://schemas.microsoft.com/office/drawing/2014/main" id="{B2447153-F13F-4CBB-A795-E912714C4AB5}"/>
              </a:ext>
            </a:extLst>
          </p:cNvPr>
          <p:cNvSpPr>
            <a:spLocks noGrp="1"/>
          </p:cNvSpPr>
          <p:nvPr/>
        </p:nvSpPr>
        <p:spPr>
          <a:xfrm>
            <a:off x="3017772" y="7250948"/>
            <a:ext cx="335139" cy="153705"/>
          </a:xfrm>
          <a:custGeom>
            <a:avLst/>
            <a:gdLst/>
            <a:ahLst/>
            <a:cxnLst/>
            <a:rect l="0" t="0" r="0" b="0"/>
            <a:pathLst>
              <a:path w="335139" h="153705">
                <a:moveTo>
                  <a:pt x="0" y="11710"/>
                </a:moveTo>
                <a:lnTo>
                  <a:pt x="23939" y="5253"/>
                </a:lnTo>
                <a:lnTo>
                  <a:pt x="47877" y="1350"/>
                </a:lnTo>
                <a:lnTo>
                  <a:pt x="71816" y="0"/>
                </a:lnTo>
                <a:lnTo>
                  <a:pt x="95754" y="1204"/>
                </a:lnTo>
                <a:lnTo>
                  <a:pt x="119693" y="4962"/>
                </a:lnTo>
                <a:lnTo>
                  <a:pt x="143631" y="11274"/>
                </a:lnTo>
                <a:lnTo>
                  <a:pt x="167570" y="20139"/>
                </a:lnTo>
                <a:lnTo>
                  <a:pt x="191508" y="31559"/>
                </a:lnTo>
                <a:lnTo>
                  <a:pt x="215447" y="45532"/>
                </a:lnTo>
                <a:lnTo>
                  <a:pt x="239385" y="62059"/>
                </a:lnTo>
                <a:lnTo>
                  <a:pt x="263324" y="81140"/>
                </a:lnTo>
                <a:lnTo>
                  <a:pt x="287262" y="102774"/>
                </a:lnTo>
                <a:lnTo>
                  <a:pt x="311201" y="126963"/>
                </a:lnTo>
                <a:lnTo>
                  <a:pt x="335139" y="153705"/>
                </a:lnTo>
              </a:path>
            </a:pathLst>
          </a:custGeom>
          <a:noFill/>
          <a:ln w="6477">
            <a:solidFill>
              <a:srgbClr val="583B95">
                <a:alpha val="17000"/>
              </a:srgbClr>
            </a:solidFill>
            <a:prstDash val="solid"/>
          </a:ln>
        </p:spPr>
      </p:sp>
      <p:sp>
        <p:nvSpPr>
          <p:cNvPr id="123" name="knowledge-edge">
            <a:extLst>
              <a:ext uri="{FF2B5EF4-FFF2-40B4-BE49-F238E27FC236}">
                <a16:creationId xmlns:a16="http://schemas.microsoft.com/office/drawing/2014/main" id="{C25AC5EA-7311-4765-A905-C3C86F056670}"/>
              </a:ext>
            </a:extLst>
          </p:cNvPr>
          <p:cNvSpPr>
            <a:spLocks noGrp="1"/>
          </p:cNvSpPr>
          <p:nvPr/>
        </p:nvSpPr>
        <p:spPr>
          <a:xfrm>
            <a:off x="3183824" y="5906238"/>
            <a:ext cx="578883" cy="83024"/>
          </a:xfrm>
          <a:custGeom>
            <a:avLst/>
            <a:gdLst/>
            <a:ahLst/>
            <a:cxnLst/>
            <a:rect l="0" t="0" r="0" b="0"/>
            <a:pathLst>
              <a:path w="578883" h="83024">
                <a:moveTo>
                  <a:pt x="0" y="83024"/>
                </a:moveTo>
                <a:lnTo>
                  <a:pt x="41349" y="63781"/>
                </a:lnTo>
                <a:lnTo>
                  <a:pt x="82698" y="47070"/>
                </a:lnTo>
                <a:lnTo>
                  <a:pt x="124046" y="32893"/>
                </a:lnTo>
                <a:lnTo>
                  <a:pt x="165395" y="21249"/>
                </a:lnTo>
                <a:lnTo>
                  <a:pt x="206744" y="12137"/>
                </a:lnTo>
                <a:lnTo>
                  <a:pt x="248093" y="5559"/>
                </a:lnTo>
                <a:lnTo>
                  <a:pt x="289442" y="1513"/>
                </a:lnTo>
                <a:lnTo>
                  <a:pt x="330791" y="0"/>
                </a:lnTo>
                <a:lnTo>
                  <a:pt x="372139" y="1020"/>
                </a:lnTo>
                <a:lnTo>
                  <a:pt x="413488" y="4573"/>
                </a:lnTo>
                <a:lnTo>
                  <a:pt x="454837" y="10659"/>
                </a:lnTo>
                <a:lnTo>
                  <a:pt x="496186" y="19277"/>
                </a:lnTo>
                <a:lnTo>
                  <a:pt x="537535" y="30429"/>
                </a:lnTo>
                <a:lnTo>
                  <a:pt x="578883" y="44113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24" name="knowledge-cross-edge">
            <a:extLst>
              <a:ext uri="{FF2B5EF4-FFF2-40B4-BE49-F238E27FC236}">
                <a16:creationId xmlns:a16="http://schemas.microsoft.com/office/drawing/2014/main" id="{4B63911B-8D3C-4544-BC0D-848E423A204A}"/>
              </a:ext>
            </a:extLst>
          </p:cNvPr>
          <p:cNvSpPr>
            <a:spLocks noGrp="1"/>
          </p:cNvSpPr>
          <p:nvPr/>
        </p:nvSpPr>
        <p:spPr>
          <a:xfrm>
            <a:off x="3183824" y="5934708"/>
            <a:ext cx="512463" cy="68583"/>
          </a:xfrm>
          <a:custGeom>
            <a:avLst/>
            <a:gdLst/>
            <a:ahLst/>
            <a:cxnLst/>
            <a:rect l="0" t="0" r="0" b="0"/>
            <a:pathLst>
              <a:path w="512463" h="68583">
                <a:moveTo>
                  <a:pt x="0" y="54554"/>
                </a:moveTo>
                <a:lnTo>
                  <a:pt x="57257" y="36910"/>
                </a:lnTo>
                <a:lnTo>
                  <a:pt x="111869" y="22687"/>
                </a:lnTo>
                <a:lnTo>
                  <a:pt x="163834" y="11885"/>
                </a:lnTo>
                <a:lnTo>
                  <a:pt x="213154" y="4503"/>
                </a:lnTo>
                <a:lnTo>
                  <a:pt x="259828" y="541"/>
                </a:lnTo>
                <a:lnTo>
                  <a:pt x="303856" y="0"/>
                </a:lnTo>
                <a:lnTo>
                  <a:pt x="345239" y="2879"/>
                </a:lnTo>
                <a:lnTo>
                  <a:pt x="383975" y="9179"/>
                </a:lnTo>
                <a:lnTo>
                  <a:pt x="420066" y="18899"/>
                </a:lnTo>
                <a:lnTo>
                  <a:pt x="453510" y="32040"/>
                </a:lnTo>
                <a:lnTo>
                  <a:pt x="484309" y="48602"/>
                </a:lnTo>
                <a:lnTo>
                  <a:pt x="512463" y="68583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25" name="knowledge-edge">
            <a:extLst>
              <a:ext uri="{FF2B5EF4-FFF2-40B4-BE49-F238E27FC236}">
                <a16:creationId xmlns:a16="http://schemas.microsoft.com/office/drawing/2014/main" id="{43BB7B6D-9154-48C2-B2C1-EE2E517EFFF0}"/>
              </a:ext>
            </a:extLst>
          </p:cNvPr>
          <p:cNvSpPr>
            <a:spLocks noGrp="1"/>
          </p:cNvSpPr>
          <p:nvPr/>
        </p:nvSpPr>
        <p:spPr>
          <a:xfrm>
            <a:off x="3411252" y="6003292"/>
            <a:ext cx="285034" cy="79923"/>
          </a:xfrm>
          <a:custGeom>
            <a:avLst/>
            <a:gdLst/>
            <a:ahLst/>
            <a:cxnLst/>
            <a:rect l="0" t="0" r="0" b="0"/>
            <a:pathLst>
              <a:path w="285034" h="79923">
                <a:moveTo>
                  <a:pt x="0" y="78409"/>
                </a:moveTo>
                <a:lnTo>
                  <a:pt x="20360" y="79695"/>
                </a:lnTo>
                <a:lnTo>
                  <a:pt x="40719" y="79923"/>
                </a:lnTo>
                <a:lnTo>
                  <a:pt x="61079" y="79090"/>
                </a:lnTo>
                <a:lnTo>
                  <a:pt x="81438" y="77198"/>
                </a:lnTo>
                <a:lnTo>
                  <a:pt x="101798" y="74246"/>
                </a:lnTo>
                <a:lnTo>
                  <a:pt x="122157" y="70235"/>
                </a:lnTo>
                <a:lnTo>
                  <a:pt x="142517" y="65164"/>
                </a:lnTo>
                <a:lnTo>
                  <a:pt x="162876" y="59034"/>
                </a:lnTo>
                <a:lnTo>
                  <a:pt x="183236" y="51844"/>
                </a:lnTo>
                <a:lnTo>
                  <a:pt x="203596" y="43594"/>
                </a:lnTo>
                <a:lnTo>
                  <a:pt x="223955" y="34285"/>
                </a:lnTo>
                <a:lnTo>
                  <a:pt x="244315" y="23916"/>
                </a:lnTo>
                <a:lnTo>
                  <a:pt x="264674" y="12488"/>
                </a:lnTo>
                <a:lnTo>
                  <a:pt x="285034" y="0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26" name="knowledge-cross-edge">
            <a:extLst>
              <a:ext uri="{FF2B5EF4-FFF2-40B4-BE49-F238E27FC236}">
                <a16:creationId xmlns:a16="http://schemas.microsoft.com/office/drawing/2014/main" id="{208CB466-FDEA-44DE-9561-7963AF50C53E}"/>
              </a:ext>
            </a:extLst>
          </p:cNvPr>
          <p:cNvSpPr>
            <a:spLocks noGrp="1"/>
          </p:cNvSpPr>
          <p:nvPr/>
        </p:nvSpPr>
        <p:spPr>
          <a:xfrm>
            <a:off x="3411252" y="6076888"/>
            <a:ext cx="193478" cy="187882"/>
          </a:xfrm>
          <a:custGeom>
            <a:avLst/>
            <a:gdLst/>
            <a:ahLst/>
            <a:cxnLst/>
            <a:rect l="0" t="0" r="0" b="0"/>
            <a:pathLst>
              <a:path w="193478" h="187882">
                <a:moveTo>
                  <a:pt x="0" y="4812"/>
                </a:moveTo>
                <a:lnTo>
                  <a:pt x="30675" y="640"/>
                </a:lnTo>
                <a:lnTo>
                  <a:pt x="58705" y="0"/>
                </a:lnTo>
                <a:lnTo>
                  <a:pt x="84088" y="2893"/>
                </a:lnTo>
                <a:lnTo>
                  <a:pt x="106826" y="9317"/>
                </a:lnTo>
                <a:lnTo>
                  <a:pt x="126918" y="19275"/>
                </a:lnTo>
                <a:lnTo>
                  <a:pt x="144364" y="32764"/>
                </a:lnTo>
                <a:lnTo>
                  <a:pt x="159164" y="49787"/>
                </a:lnTo>
                <a:lnTo>
                  <a:pt x="171318" y="70341"/>
                </a:lnTo>
                <a:lnTo>
                  <a:pt x="180827" y="94428"/>
                </a:lnTo>
                <a:lnTo>
                  <a:pt x="187690" y="122047"/>
                </a:lnTo>
                <a:lnTo>
                  <a:pt x="191906" y="153199"/>
                </a:lnTo>
                <a:lnTo>
                  <a:pt x="193478" y="187882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27" name="knowledge-long-edge">
            <a:extLst>
              <a:ext uri="{FF2B5EF4-FFF2-40B4-BE49-F238E27FC236}">
                <a16:creationId xmlns:a16="http://schemas.microsoft.com/office/drawing/2014/main" id="{17447714-BADB-4B5F-B3F7-489AFD0DEAE6}"/>
              </a:ext>
            </a:extLst>
          </p:cNvPr>
          <p:cNvSpPr>
            <a:spLocks noGrp="1"/>
          </p:cNvSpPr>
          <p:nvPr/>
        </p:nvSpPr>
        <p:spPr>
          <a:xfrm>
            <a:off x="3411252" y="5615236"/>
            <a:ext cx="757448" cy="466464"/>
          </a:xfrm>
          <a:custGeom>
            <a:avLst/>
            <a:gdLst/>
            <a:ahLst/>
            <a:cxnLst/>
            <a:rect l="0" t="0" r="0" b="0"/>
            <a:pathLst>
              <a:path w="757448" h="466464">
                <a:moveTo>
                  <a:pt x="0" y="466464"/>
                </a:moveTo>
                <a:lnTo>
                  <a:pt x="47340" y="375053"/>
                </a:lnTo>
                <a:lnTo>
                  <a:pt x="94681" y="293590"/>
                </a:lnTo>
                <a:lnTo>
                  <a:pt x="142021" y="222074"/>
                </a:lnTo>
                <a:lnTo>
                  <a:pt x="189362" y="160506"/>
                </a:lnTo>
                <a:lnTo>
                  <a:pt x="236702" y="108886"/>
                </a:lnTo>
                <a:lnTo>
                  <a:pt x="284043" y="67214"/>
                </a:lnTo>
                <a:lnTo>
                  <a:pt x="331383" y="35489"/>
                </a:lnTo>
                <a:lnTo>
                  <a:pt x="378724" y="13711"/>
                </a:lnTo>
                <a:lnTo>
                  <a:pt x="426064" y="1882"/>
                </a:lnTo>
                <a:lnTo>
                  <a:pt x="473405" y="0"/>
                </a:lnTo>
                <a:lnTo>
                  <a:pt x="520745" y="8066"/>
                </a:lnTo>
                <a:lnTo>
                  <a:pt x="568086" y="26079"/>
                </a:lnTo>
                <a:lnTo>
                  <a:pt x="615426" y="54041"/>
                </a:lnTo>
                <a:lnTo>
                  <a:pt x="662767" y="91949"/>
                </a:lnTo>
                <a:lnTo>
                  <a:pt x="710107" y="139806"/>
                </a:lnTo>
                <a:lnTo>
                  <a:pt x="757448" y="197610"/>
                </a:lnTo>
              </a:path>
            </a:pathLst>
          </a:custGeom>
          <a:noFill/>
          <a:ln w="4286">
            <a:solidFill>
              <a:srgbClr val="6A3C89">
                <a:alpha val="9000"/>
              </a:srgbClr>
            </a:solidFill>
            <a:prstDash val="solid"/>
          </a:ln>
        </p:spPr>
      </p:sp>
      <p:sp>
        <p:nvSpPr>
          <p:cNvPr id="128" name="knowledge-edge">
            <a:extLst>
              <a:ext uri="{FF2B5EF4-FFF2-40B4-BE49-F238E27FC236}">
                <a16:creationId xmlns:a16="http://schemas.microsoft.com/office/drawing/2014/main" id="{0456D913-E95A-4D70-ACBA-130A6DF71CC8}"/>
              </a:ext>
            </a:extLst>
          </p:cNvPr>
          <p:cNvSpPr>
            <a:spLocks noGrp="1"/>
          </p:cNvSpPr>
          <p:nvPr/>
        </p:nvSpPr>
        <p:spPr>
          <a:xfrm>
            <a:off x="3475384" y="6197334"/>
            <a:ext cx="129346" cy="67437"/>
          </a:xfrm>
          <a:custGeom>
            <a:avLst/>
            <a:gdLst/>
            <a:ahLst/>
            <a:cxnLst/>
            <a:rect l="0" t="0" r="0" b="0"/>
            <a:pathLst>
              <a:path w="129346" h="67437">
                <a:moveTo>
                  <a:pt x="0" y="1510"/>
                </a:moveTo>
                <a:lnTo>
                  <a:pt x="9239" y="300"/>
                </a:lnTo>
                <a:lnTo>
                  <a:pt x="18478" y="0"/>
                </a:lnTo>
                <a:lnTo>
                  <a:pt x="27717" y="611"/>
                </a:lnTo>
                <a:lnTo>
                  <a:pt x="36956" y="2132"/>
                </a:lnTo>
                <a:lnTo>
                  <a:pt x="46195" y="4565"/>
                </a:lnTo>
                <a:lnTo>
                  <a:pt x="55434" y="7908"/>
                </a:lnTo>
                <a:lnTo>
                  <a:pt x="64673" y="12161"/>
                </a:lnTo>
                <a:lnTo>
                  <a:pt x="73912" y="17326"/>
                </a:lnTo>
                <a:lnTo>
                  <a:pt x="83151" y="23401"/>
                </a:lnTo>
                <a:lnTo>
                  <a:pt x="92390" y="30386"/>
                </a:lnTo>
                <a:lnTo>
                  <a:pt x="101629" y="38283"/>
                </a:lnTo>
                <a:lnTo>
                  <a:pt x="110868" y="47090"/>
                </a:lnTo>
                <a:lnTo>
                  <a:pt x="120107" y="56808"/>
                </a:lnTo>
                <a:lnTo>
                  <a:pt x="129346" y="67437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29" name="knowledge-cross-edge">
            <a:extLst>
              <a:ext uri="{FF2B5EF4-FFF2-40B4-BE49-F238E27FC236}">
                <a16:creationId xmlns:a16="http://schemas.microsoft.com/office/drawing/2014/main" id="{A264880C-699B-4EBD-8D81-C4A992EC8A04}"/>
              </a:ext>
            </a:extLst>
          </p:cNvPr>
          <p:cNvSpPr>
            <a:spLocks noGrp="1"/>
          </p:cNvSpPr>
          <p:nvPr/>
        </p:nvSpPr>
        <p:spPr>
          <a:xfrm>
            <a:off x="3475384" y="6198845"/>
            <a:ext cx="237984" cy="410556"/>
          </a:xfrm>
          <a:custGeom>
            <a:avLst/>
            <a:gdLst/>
            <a:ahLst/>
            <a:cxnLst/>
            <a:rect l="0" t="0" r="0" b="0"/>
            <a:pathLst>
              <a:path w="237984" h="410556">
                <a:moveTo>
                  <a:pt x="0" y="0"/>
                </a:moveTo>
                <a:lnTo>
                  <a:pt x="34384" y="10642"/>
                </a:lnTo>
                <a:lnTo>
                  <a:pt x="66122" y="25570"/>
                </a:lnTo>
                <a:lnTo>
                  <a:pt x="95215" y="44783"/>
                </a:lnTo>
                <a:lnTo>
                  <a:pt x="121661" y="68282"/>
                </a:lnTo>
                <a:lnTo>
                  <a:pt x="145462" y="96066"/>
                </a:lnTo>
                <a:lnTo>
                  <a:pt x="166617" y="128136"/>
                </a:lnTo>
                <a:lnTo>
                  <a:pt x="185126" y="164492"/>
                </a:lnTo>
                <a:lnTo>
                  <a:pt x="200989" y="205134"/>
                </a:lnTo>
                <a:lnTo>
                  <a:pt x="214207" y="250061"/>
                </a:lnTo>
                <a:lnTo>
                  <a:pt x="224778" y="299273"/>
                </a:lnTo>
                <a:lnTo>
                  <a:pt x="232704" y="352772"/>
                </a:lnTo>
                <a:lnTo>
                  <a:pt x="237984" y="410556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30" name="knowledge-edge">
            <a:extLst>
              <a:ext uri="{FF2B5EF4-FFF2-40B4-BE49-F238E27FC236}">
                <a16:creationId xmlns:a16="http://schemas.microsoft.com/office/drawing/2014/main" id="{B570F965-6CA1-4B9A-BBAE-07390FBF54E4}"/>
              </a:ext>
            </a:extLst>
          </p:cNvPr>
          <p:cNvSpPr>
            <a:spLocks noGrp="1"/>
          </p:cNvSpPr>
          <p:nvPr/>
        </p:nvSpPr>
        <p:spPr>
          <a:xfrm>
            <a:off x="3445953" y="6590433"/>
            <a:ext cx="267415" cy="51525"/>
          </a:xfrm>
          <a:custGeom>
            <a:avLst/>
            <a:gdLst/>
            <a:ahLst/>
            <a:cxnLst/>
            <a:rect l="0" t="0" r="0" b="0"/>
            <a:pathLst>
              <a:path w="267415" h="51525">
                <a:moveTo>
                  <a:pt x="0" y="0"/>
                </a:moveTo>
                <a:lnTo>
                  <a:pt x="19101" y="12374"/>
                </a:lnTo>
                <a:lnTo>
                  <a:pt x="38202" y="23053"/>
                </a:lnTo>
                <a:lnTo>
                  <a:pt x="57303" y="32036"/>
                </a:lnTo>
                <a:lnTo>
                  <a:pt x="76404" y="39324"/>
                </a:lnTo>
                <a:lnTo>
                  <a:pt x="95505" y="44917"/>
                </a:lnTo>
                <a:lnTo>
                  <a:pt x="114607" y="48815"/>
                </a:lnTo>
                <a:lnTo>
                  <a:pt x="133708" y="51018"/>
                </a:lnTo>
                <a:lnTo>
                  <a:pt x="152809" y="51525"/>
                </a:lnTo>
                <a:lnTo>
                  <a:pt x="171910" y="50337"/>
                </a:lnTo>
                <a:lnTo>
                  <a:pt x="191011" y="47453"/>
                </a:lnTo>
                <a:lnTo>
                  <a:pt x="210112" y="42875"/>
                </a:lnTo>
                <a:lnTo>
                  <a:pt x="229213" y="36601"/>
                </a:lnTo>
                <a:lnTo>
                  <a:pt x="248314" y="28631"/>
                </a:lnTo>
                <a:lnTo>
                  <a:pt x="267415" y="18967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31" name="knowledge-edge">
            <a:extLst>
              <a:ext uri="{FF2B5EF4-FFF2-40B4-BE49-F238E27FC236}">
                <a16:creationId xmlns:a16="http://schemas.microsoft.com/office/drawing/2014/main" id="{644FC77E-30DF-4EB6-82D8-210EEFCB67FE}"/>
              </a:ext>
            </a:extLst>
          </p:cNvPr>
          <p:cNvSpPr>
            <a:spLocks noGrp="1"/>
          </p:cNvSpPr>
          <p:nvPr/>
        </p:nvSpPr>
        <p:spPr>
          <a:xfrm>
            <a:off x="3279710" y="6912422"/>
            <a:ext cx="401823" cy="29915"/>
          </a:xfrm>
          <a:custGeom>
            <a:avLst/>
            <a:gdLst/>
            <a:ahLst/>
            <a:cxnLst/>
            <a:rect l="0" t="0" r="0" b="0"/>
            <a:pathLst>
              <a:path w="401823" h="29915">
                <a:moveTo>
                  <a:pt x="0" y="2969"/>
                </a:moveTo>
                <a:lnTo>
                  <a:pt x="28702" y="1449"/>
                </a:lnTo>
                <a:lnTo>
                  <a:pt x="57403" y="460"/>
                </a:lnTo>
                <a:lnTo>
                  <a:pt x="86105" y="0"/>
                </a:lnTo>
                <a:lnTo>
                  <a:pt x="114807" y="70"/>
                </a:lnTo>
                <a:lnTo>
                  <a:pt x="143508" y="670"/>
                </a:lnTo>
                <a:lnTo>
                  <a:pt x="172210" y="1800"/>
                </a:lnTo>
                <a:lnTo>
                  <a:pt x="200911" y="3460"/>
                </a:lnTo>
                <a:lnTo>
                  <a:pt x="229613" y="5650"/>
                </a:lnTo>
                <a:lnTo>
                  <a:pt x="258315" y="8369"/>
                </a:lnTo>
                <a:lnTo>
                  <a:pt x="287016" y="11619"/>
                </a:lnTo>
                <a:lnTo>
                  <a:pt x="315718" y="15398"/>
                </a:lnTo>
                <a:lnTo>
                  <a:pt x="344420" y="19707"/>
                </a:lnTo>
                <a:lnTo>
                  <a:pt x="373121" y="24546"/>
                </a:lnTo>
                <a:lnTo>
                  <a:pt x="401823" y="29915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32" name="knowledge-long-edge">
            <a:extLst>
              <a:ext uri="{FF2B5EF4-FFF2-40B4-BE49-F238E27FC236}">
                <a16:creationId xmlns:a16="http://schemas.microsoft.com/office/drawing/2014/main" id="{D0063A7F-C7BF-43EF-B24F-401A912D5382}"/>
              </a:ext>
            </a:extLst>
          </p:cNvPr>
          <p:cNvSpPr>
            <a:spLocks noGrp="1"/>
          </p:cNvSpPr>
          <p:nvPr/>
        </p:nvSpPr>
        <p:spPr>
          <a:xfrm>
            <a:off x="3279710" y="6442269"/>
            <a:ext cx="853434" cy="473122"/>
          </a:xfrm>
          <a:custGeom>
            <a:avLst/>
            <a:gdLst/>
            <a:ahLst/>
            <a:cxnLst/>
            <a:rect l="0" t="0" r="0" b="0"/>
            <a:pathLst>
              <a:path w="853434" h="473122">
                <a:moveTo>
                  <a:pt x="0" y="473122"/>
                </a:moveTo>
                <a:lnTo>
                  <a:pt x="53340" y="383335"/>
                </a:lnTo>
                <a:lnTo>
                  <a:pt x="106679" y="302987"/>
                </a:lnTo>
                <a:lnTo>
                  <a:pt x="160019" y="232078"/>
                </a:lnTo>
                <a:lnTo>
                  <a:pt x="213358" y="170608"/>
                </a:lnTo>
                <a:lnTo>
                  <a:pt x="266698" y="118576"/>
                </a:lnTo>
                <a:lnTo>
                  <a:pt x="320038" y="75983"/>
                </a:lnTo>
                <a:lnTo>
                  <a:pt x="373377" y="42829"/>
                </a:lnTo>
                <a:lnTo>
                  <a:pt x="426717" y="19114"/>
                </a:lnTo>
                <a:lnTo>
                  <a:pt x="480056" y="4838"/>
                </a:lnTo>
                <a:lnTo>
                  <a:pt x="533396" y="0"/>
                </a:lnTo>
                <a:lnTo>
                  <a:pt x="586736" y="4601"/>
                </a:lnTo>
                <a:lnTo>
                  <a:pt x="640075" y="18641"/>
                </a:lnTo>
                <a:lnTo>
                  <a:pt x="693415" y="42120"/>
                </a:lnTo>
                <a:lnTo>
                  <a:pt x="746755" y="75037"/>
                </a:lnTo>
                <a:lnTo>
                  <a:pt x="800094" y="117393"/>
                </a:lnTo>
                <a:lnTo>
                  <a:pt x="853434" y="169188"/>
                </a:lnTo>
              </a:path>
            </a:pathLst>
          </a:custGeom>
          <a:noFill/>
          <a:ln w="4286">
            <a:solidFill>
              <a:srgbClr val="6A3C89">
                <a:alpha val="9000"/>
              </a:srgbClr>
            </a:solidFill>
            <a:prstDash val="solid"/>
          </a:ln>
        </p:spPr>
      </p:sp>
      <p:sp>
        <p:nvSpPr>
          <p:cNvPr id="133" name="knowledge-edge">
            <a:extLst>
              <a:ext uri="{FF2B5EF4-FFF2-40B4-BE49-F238E27FC236}">
                <a16:creationId xmlns:a16="http://schemas.microsoft.com/office/drawing/2014/main" id="{DC34D70F-856A-4DFD-81B8-6DE6CAA92809}"/>
              </a:ext>
            </a:extLst>
          </p:cNvPr>
          <p:cNvSpPr>
            <a:spLocks noGrp="1"/>
          </p:cNvSpPr>
          <p:nvPr/>
        </p:nvSpPr>
        <p:spPr>
          <a:xfrm>
            <a:off x="3456569" y="7089394"/>
            <a:ext cx="170422" cy="94273"/>
          </a:xfrm>
          <a:custGeom>
            <a:avLst/>
            <a:gdLst/>
            <a:ahLst/>
            <a:cxnLst/>
            <a:rect l="0" t="0" r="0" b="0"/>
            <a:pathLst>
              <a:path w="170422" h="94273">
                <a:moveTo>
                  <a:pt x="0" y="94273"/>
                </a:moveTo>
                <a:lnTo>
                  <a:pt x="12173" y="87242"/>
                </a:lnTo>
                <a:lnTo>
                  <a:pt x="24346" y="80257"/>
                </a:lnTo>
                <a:lnTo>
                  <a:pt x="36519" y="73318"/>
                </a:lnTo>
                <a:lnTo>
                  <a:pt x="48692" y="66425"/>
                </a:lnTo>
                <a:lnTo>
                  <a:pt x="60865" y="59577"/>
                </a:lnTo>
                <a:lnTo>
                  <a:pt x="73038" y="52774"/>
                </a:lnTo>
                <a:lnTo>
                  <a:pt x="85211" y="46018"/>
                </a:lnTo>
                <a:lnTo>
                  <a:pt x="97384" y="39307"/>
                </a:lnTo>
                <a:lnTo>
                  <a:pt x="109557" y="32641"/>
                </a:lnTo>
                <a:lnTo>
                  <a:pt x="121730" y="26022"/>
                </a:lnTo>
                <a:lnTo>
                  <a:pt x="133903" y="19448"/>
                </a:lnTo>
                <a:lnTo>
                  <a:pt x="146076" y="12920"/>
                </a:lnTo>
                <a:lnTo>
                  <a:pt x="158249" y="6437"/>
                </a:lnTo>
                <a:lnTo>
                  <a:pt x="170422" y="0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34" name="knowledge-cross-edge">
            <a:extLst>
              <a:ext uri="{FF2B5EF4-FFF2-40B4-BE49-F238E27FC236}">
                <a16:creationId xmlns:a16="http://schemas.microsoft.com/office/drawing/2014/main" id="{3AFADD15-94D3-461D-8AD3-BBBC83C10B7D}"/>
              </a:ext>
            </a:extLst>
          </p:cNvPr>
          <p:cNvSpPr>
            <a:spLocks noGrp="1"/>
          </p:cNvSpPr>
          <p:nvPr/>
        </p:nvSpPr>
        <p:spPr>
          <a:xfrm>
            <a:off x="3456569" y="7139461"/>
            <a:ext cx="182966" cy="201455"/>
          </a:xfrm>
          <a:custGeom>
            <a:avLst/>
            <a:gdLst/>
            <a:ahLst/>
            <a:cxnLst/>
            <a:rect l="0" t="0" r="0" b="0"/>
            <a:pathLst>
              <a:path w="182966" h="201455">
                <a:moveTo>
                  <a:pt x="0" y="44205"/>
                </a:moveTo>
                <a:lnTo>
                  <a:pt x="29799" y="24096"/>
                </a:lnTo>
                <a:lnTo>
                  <a:pt x="56953" y="10025"/>
                </a:lnTo>
                <a:lnTo>
                  <a:pt x="81460" y="1993"/>
                </a:lnTo>
                <a:lnTo>
                  <a:pt x="103322" y="0"/>
                </a:lnTo>
                <a:lnTo>
                  <a:pt x="122538" y="4046"/>
                </a:lnTo>
                <a:lnTo>
                  <a:pt x="139108" y="14130"/>
                </a:lnTo>
                <a:lnTo>
                  <a:pt x="153032" y="30254"/>
                </a:lnTo>
                <a:lnTo>
                  <a:pt x="164310" y="52416"/>
                </a:lnTo>
                <a:lnTo>
                  <a:pt x="172943" y="80618"/>
                </a:lnTo>
                <a:lnTo>
                  <a:pt x="178930" y="114858"/>
                </a:lnTo>
                <a:lnTo>
                  <a:pt x="182271" y="155137"/>
                </a:lnTo>
                <a:lnTo>
                  <a:pt x="182966" y="201455"/>
                </a:lnTo>
              </a:path>
            </a:pathLst>
          </a:custGeom>
          <a:noFill/>
          <a:ln w="5334">
            <a:solidFill>
              <a:srgbClr val="6A3C89">
                <a:alpha val="13000"/>
              </a:srgbClr>
            </a:solidFill>
            <a:prstDash val="solid"/>
          </a:ln>
        </p:spPr>
      </p:sp>
      <p:sp>
        <p:nvSpPr>
          <p:cNvPr id="135" name="knowledge-edge">
            <a:extLst>
              <a:ext uri="{FF2B5EF4-FFF2-40B4-BE49-F238E27FC236}">
                <a16:creationId xmlns:a16="http://schemas.microsoft.com/office/drawing/2014/main" id="{BB5DDFFA-E865-4B70-A654-B965E0E8E7DA}"/>
              </a:ext>
            </a:extLst>
          </p:cNvPr>
          <p:cNvSpPr>
            <a:spLocks noGrp="1"/>
          </p:cNvSpPr>
          <p:nvPr/>
        </p:nvSpPr>
        <p:spPr>
          <a:xfrm>
            <a:off x="3352911" y="7310395"/>
            <a:ext cx="286623" cy="94258"/>
          </a:xfrm>
          <a:custGeom>
            <a:avLst/>
            <a:gdLst/>
            <a:ahLst/>
            <a:cxnLst/>
            <a:rect l="0" t="0" r="0" b="0"/>
            <a:pathLst>
              <a:path w="286623" h="94258">
                <a:moveTo>
                  <a:pt x="0" y="94258"/>
                </a:moveTo>
                <a:lnTo>
                  <a:pt x="20473" y="74312"/>
                </a:lnTo>
                <a:lnTo>
                  <a:pt x="40946" y="56734"/>
                </a:lnTo>
                <a:lnTo>
                  <a:pt x="61419" y="41525"/>
                </a:lnTo>
                <a:lnTo>
                  <a:pt x="81892" y="28684"/>
                </a:lnTo>
                <a:lnTo>
                  <a:pt x="102365" y="18211"/>
                </a:lnTo>
                <a:lnTo>
                  <a:pt x="122839" y="10106"/>
                </a:lnTo>
                <a:lnTo>
                  <a:pt x="143312" y="4369"/>
                </a:lnTo>
                <a:lnTo>
                  <a:pt x="163785" y="1000"/>
                </a:lnTo>
                <a:lnTo>
                  <a:pt x="184258" y="0"/>
                </a:lnTo>
                <a:lnTo>
                  <a:pt x="204731" y="1368"/>
                </a:lnTo>
                <a:lnTo>
                  <a:pt x="225204" y="5104"/>
                </a:lnTo>
                <a:lnTo>
                  <a:pt x="245677" y="11208"/>
                </a:lnTo>
                <a:lnTo>
                  <a:pt x="266150" y="19680"/>
                </a:lnTo>
                <a:lnTo>
                  <a:pt x="286623" y="30521"/>
                </a:lnTo>
              </a:path>
            </a:pathLst>
          </a:custGeom>
          <a:noFill/>
          <a:ln w="6477">
            <a:solidFill>
              <a:srgbClr val="6A3C89">
                <a:alpha val="17000"/>
              </a:srgbClr>
            </a:solidFill>
            <a:prstDash val="solid"/>
          </a:ln>
        </p:spPr>
      </p:sp>
      <p:sp>
        <p:nvSpPr>
          <p:cNvPr id="136" name="knowledge-edge">
            <a:extLst>
              <a:ext uri="{FF2B5EF4-FFF2-40B4-BE49-F238E27FC236}">
                <a16:creationId xmlns:a16="http://schemas.microsoft.com/office/drawing/2014/main" id="{35753D36-F42B-44ED-A7F0-C4D1B4C5524E}"/>
              </a:ext>
            </a:extLst>
          </p:cNvPr>
          <p:cNvSpPr>
            <a:spLocks noGrp="1"/>
          </p:cNvSpPr>
          <p:nvPr/>
        </p:nvSpPr>
        <p:spPr>
          <a:xfrm>
            <a:off x="3762707" y="5806371"/>
            <a:ext cx="405993" cy="143980"/>
          </a:xfrm>
          <a:custGeom>
            <a:avLst/>
            <a:gdLst/>
            <a:ahLst/>
            <a:cxnLst/>
            <a:rect l="0" t="0" r="0" b="0"/>
            <a:pathLst>
              <a:path w="405993" h="143980">
                <a:moveTo>
                  <a:pt x="0" y="143980"/>
                </a:moveTo>
                <a:lnTo>
                  <a:pt x="28999" y="120011"/>
                </a:lnTo>
                <a:lnTo>
                  <a:pt x="57999" y="98218"/>
                </a:lnTo>
                <a:lnTo>
                  <a:pt x="86998" y="78602"/>
                </a:lnTo>
                <a:lnTo>
                  <a:pt x="115998" y="61162"/>
                </a:lnTo>
                <a:lnTo>
                  <a:pt x="144997" y="45899"/>
                </a:lnTo>
                <a:lnTo>
                  <a:pt x="173997" y="32813"/>
                </a:lnTo>
                <a:lnTo>
                  <a:pt x="202996" y="21902"/>
                </a:lnTo>
                <a:lnTo>
                  <a:pt x="231996" y="13169"/>
                </a:lnTo>
                <a:lnTo>
                  <a:pt x="260995" y="6612"/>
                </a:lnTo>
                <a:lnTo>
                  <a:pt x="289995" y="2231"/>
                </a:lnTo>
                <a:lnTo>
                  <a:pt x="318994" y="27"/>
                </a:lnTo>
                <a:lnTo>
                  <a:pt x="347994" y="0"/>
                </a:lnTo>
                <a:lnTo>
                  <a:pt x="376993" y="2149"/>
                </a:lnTo>
                <a:lnTo>
                  <a:pt x="405993" y="6475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37" name="knowledge-cross-edge">
            <a:extLst>
              <a:ext uri="{FF2B5EF4-FFF2-40B4-BE49-F238E27FC236}">
                <a16:creationId xmlns:a16="http://schemas.microsoft.com/office/drawing/2014/main" id="{38A49171-D7EA-4BE6-BFAE-93451E9BA005}"/>
              </a:ext>
            </a:extLst>
          </p:cNvPr>
          <p:cNvSpPr>
            <a:spLocks noGrp="1"/>
          </p:cNvSpPr>
          <p:nvPr/>
        </p:nvSpPr>
        <p:spPr>
          <a:xfrm>
            <a:off x="3762707" y="5946353"/>
            <a:ext cx="509000" cy="206368"/>
          </a:xfrm>
          <a:custGeom>
            <a:avLst/>
            <a:gdLst/>
            <a:ahLst/>
            <a:cxnLst/>
            <a:rect l="0" t="0" r="0" b="0"/>
            <a:pathLst>
              <a:path w="509000" h="206368">
                <a:moveTo>
                  <a:pt x="0" y="3998"/>
                </a:moveTo>
                <a:lnTo>
                  <a:pt x="56969" y="113"/>
                </a:lnTo>
                <a:lnTo>
                  <a:pt x="111292" y="0"/>
                </a:lnTo>
                <a:lnTo>
                  <a:pt x="162969" y="3660"/>
                </a:lnTo>
                <a:lnTo>
                  <a:pt x="212000" y="11092"/>
                </a:lnTo>
                <a:lnTo>
                  <a:pt x="258385" y="22298"/>
                </a:lnTo>
                <a:lnTo>
                  <a:pt x="302125" y="37275"/>
                </a:lnTo>
                <a:lnTo>
                  <a:pt x="343219" y="56026"/>
                </a:lnTo>
                <a:lnTo>
                  <a:pt x="381666" y="78549"/>
                </a:lnTo>
                <a:lnTo>
                  <a:pt x="417468" y="104845"/>
                </a:lnTo>
                <a:lnTo>
                  <a:pt x="450625" y="134913"/>
                </a:lnTo>
                <a:lnTo>
                  <a:pt x="481135" y="168754"/>
                </a:lnTo>
                <a:lnTo>
                  <a:pt x="509000" y="206368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38" name="knowledge-long-edge">
            <a:extLst>
              <a:ext uri="{FF2B5EF4-FFF2-40B4-BE49-F238E27FC236}">
                <a16:creationId xmlns:a16="http://schemas.microsoft.com/office/drawing/2014/main" id="{C4C7C704-A56B-47C6-BBB8-4F7B31CD9EA0}"/>
              </a:ext>
            </a:extLst>
          </p:cNvPr>
          <p:cNvSpPr>
            <a:spLocks noGrp="1"/>
          </p:cNvSpPr>
          <p:nvPr/>
        </p:nvSpPr>
        <p:spPr>
          <a:xfrm>
            <a:off x="3762707" y="5729920"/>
            <a:ext cx="648772" cy="436922"/>
          </a:xfrm>
          <a:custGeom>
            <a:avLst/>
            <a:gdLst/>
            <a:ahLst/>
            <a:cxnLst/>
            <a:rect l="0" t="0" r="0" b="0"/>
            <a:pathLst>
              <a:path w="648772" h="436922">
                <a:moveTo>
                  <a:pt x="0" y="220431"/>
                </a:moveTo>
                <a:lnTo>
                  <a:pt x="40548" y="158927"/>
                </a:lnTo>
                <a:lnTo>
                  <a:pt x="81096" y="107428"/>
                </a:lnTo>
                <a:lnTo>
                  <a:pt x="121645" y="65933"/>
                </a:lnTo>
                <a:lnTo>
                  <a:pt x="162193" y="34443"/>
                </a:lnTo>
                <a:lnTo>
                  <a:pt x="202741" y="12957"/>
                </a:lnTo>
                <a:lnTo>
                  <a:pt x="243289" y="1476"/>
                </a:lnTo>
                <a:lnTo>
                  <a:pt x="283838" y="0"/>
                </a:lnTo>
                <a:lnTo>
                  <a:pt x="324386" y="8528"/>
                </a:lnTo>
                <a:lnTo>
                  <a:pt x="364934" y="27061"/>
                </a:lnTo>
                <a:lnTo>
                  <a:pt x="405482" y="55599"/>
                </a:lnTo>
                <a:lnTo>
                  <a:pt x="446031" y="94141"/>
                </a:lnTo>
                <a:lnTo>
                  <a:pt x="486579" y="142688"/>
                </a:lnTo>
                <a:lnTo>
                  <a:pt x="527127" y="201240"/>
                </a:lnTo>
                <a:lnTo>
                  <a:pt x="567675" y="269796"/>
                </a:lnTo>
                <a:lnTo>
                  <a:pt x="608223" y="348356"/>
                </a:lnTo>
                <a:lnTo>
                  <a:pt x="648772" y="436922"/>
                </a:lnTo>
              </a:path>
            </a:pathLst>
          </a:custGeom>
          <a:noFill/>
          <a:ln w="4286">
            <a:solidFill>
              <a:srgbClr val="7D3D7D">
                <a:alpha val="9000"/>
              </a:srgbClr>
            </a:solidFill>
            <a:prstDash val="solid"/>
          </a:ln>
        </p:spPr>
      </p:sp>
      <p:sp>
        <p:nvSpPr>
          <p:cNvPr id="139" name="knowledge-edge">
            <a:extLst>
              <a:ext uri="{FF2B5EF4-FFF2-40B4-BE49-F238E27FC236}">
                <a16:creationId xmlns:a16="http://schemas.microsoft.com/office/drawing/2014/main" id="{5FF4F77B-9A76-4C48-A0EA-081E69BE53E8}"/>
              </a:ext>
            </a:extLst>
          </p:cNvPr>
          <p:cNvSpPr>
            <a:spLocks noGrp="1"/>
          </p:cNvSpPr>
          <p:nvPr/>
        </p:nvSpPr>
        <p:spPr>
          <a:xfrm>
            <a:off x="3696286" y="6003292"/>
            <a:ext cx="575421" cy="149430"/>
          </a:xfrm>
          <a:custGeom>
            <a:avLst/>
            <a:gdLst/>
            <a:ahLst/>
            <a:cxnLst/>
            <a:rect l="0" t="0" r="0" b="0"/>
            <a:pathLst>
              <a:path w="575421" h="149430">
                <a:moveTo>
                  <a:pt x="0" y="0"/>
                </a:moveTo>
                <a:lnTo>
                  <a:pt x="41101" y="2382"/>
                </a:lnTo>
                <a:lnTo>
                  <a:pt x="82203" y="6039"/>
                </a:lnTo>
                <a:lnTo>
                  <a:pt x="123304" y="10973"/>
                </a:lnTo>
                <a:lnTo>
                  <a:pt x="164406" y="17181"/>
                </a:lnTo>
                <a:lnTo>
                  <a:pt x="205507" y="24666"/>
                </a:lnTo>
                <a:lnTo>
                  <a:pt x="246609" y="33426"/>
                </a:lnTo>
                <a:lnTo>
                  <a:pt x="287710" y="43462"/>
                </a:lnTo>
                <a:lnTo>
                  <a:pt x="328812" y="54773"/>
                </a:lnTo>
                <a:lnTo>
                  <a:pt x="369913" y="67360"/>
                </a:lnTo>
                <a:lnTo>
                  <a:pt x="411015" y="81223"/>
                </a:lnTo>
                <a:lnTo>
                  <a:pt x="452116" y="96361"/>
                </a:lnTo>
                <a:lnTo>
                  <a:pt x="493218" y="112775"/>
                </a:lnTo>
                <a:lnTo>
                  <a:pt x="534319" y="130465"/>
                </a:lnTo>
                <a:lnTo>
                  <a:pt x="575421" y="149430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40" name="knowledge-cross-edge">
            <a:extLst>
              <a:ext uri="{FF2B5EF4-FFF2-40B4-BE49-F238E27FC236}">
                <a16:creationId xmlns:a16="http://schemas.microsoft.com/office/drawing/2014/main" id="{283969E4-71B3-46C0-B2AE-43592F0A7DF5}"/>
              </a:ext>
            </a:extLst>
          </p:cNvPr>
          <p:cNvSpPr>
            <a:spLocks noGrp="1"/>
          </p:cNvSpPr>
          <p:nvPr/>
        </p:nvSpPr>
        <p:spPr>
          <a:xfrm>
            <a:off x="3696286" y="5774264"/>
            <a:ext cx="472414" cy="229028"/>
          </a:xfrm>
          <a:custGeom>
            <a:avLst/>
            <a:gdLst/>
            <a:ahLst/>
            <a:cxnLst/>
            <a:rect l="0" t="0" r="0" b="0"/>
            <a:pathLst>
              <a:path w="472414" h="229028">
                <a:moveTo>
                  <a:pt x="0" y="229028"/>
                </a:moveTo>
                <a:lnTo>
                  <a:pt x="24816" y="178073"/>
                </a:lnTo>
                <a:lnTo>
                  <a:pt x="52277" y="133497"/>
                </a:lnTo>
                <a:lnTo>
                  <a:pt x="82385" y="95300"/>
                </a:lnTo>
                <a:lnTo>
                  <a:pt x="115138" y="63482"/>
                </a:lnTo>
                <a:lnTo>
                  <a:pt x="150537" y="38043"/>
                </a:lnTo>
                <a:lnTo>
                  <a:pt x="188582" y="18983"/>
                </a:lnTo>
                <a:lnTo>
                  <a:pt x="229273" y="6302"/>
                </a:lnTo>
                <a:lnTo>
                  <a:pt x="272609" y="0"/>
                </a:lnTo>
                <a:lnTo>
                  <a:pt x="318592" y="77"/>
                </a:lnTo>
                <a:lnTo>
                  <a:pt x="367220" y="6533"/>
                </a:lnTo>
                <a:lnTo>
                  <a:pt x="418494" y="19368"/>
                </a:lnTo>
                <a:lnTo>
                  <a:pt x="472414" y="38582"/>
                </a:lnTo>
              </a:path>
            </a:pathLst>
          </a:custGeom>
          <a:noFill/>
          <a:ln w="4953">
            <a:solidFill>
              <a:srgbClr val="7D3D7D">
                <a:alpha val="12000"/>
              </a:srgbClr>
            </a:solidFill>
            <a:prstDash val="solid"/>
          </a:ln>
        </p:spPr>
      </p:sp>
      <p:sp>
        <p:nvSpPr>
          <p:cNvPr id="141" name="knowledge-edge">
            <a:extLst>
              <a:ext uri="{FF2B5EF4-FFF2-40B4-BE49-F238E27FC236}">
                <a16:creationId xmlns:a16="http://schemas.microsoft.com/office/drawing/2014/main" id="{7BEC9B0D-44C7-467E-9925-3F2C2A2DDB6C}"/>
              </a:ext>
            </a:extLst>
          </p:cNvPr>
          <p:cNvSpPr>
            <a:spLocks noGrp="1"/>
          </p:cNvSpPr>
          <p:nvPr/>
        </p:nvSpPr>
        <p:spPr>
          <a:xfrm>
            <a:off x="3604730" y="6264771"/>
            <a:ext cx="471690" cy="65050"/>
          </a:xfrm>
          <a:custGeom>
            <a:avLst/>
            <a:gdLst/>
            <a:ahLst/>
            <a:cxnLst/>
            <a:rect l="0" t="0" r="0" b="0"/>
            <a:pathLst>
              <a:path w="471690" h="65050">
                <a:moveTo>
                  <a:pt x="0" y="0"/>
                </a:moveTo>
                <a:lnTo>
                  <a:pt x="33692" y="16944"/>
                </a:lnTo>
                <a:lnTo>
                  <a:pt x="67384" y="31338"/>
                </a:lnTo>
                <a:lnTo>
                  <a:pt x="101076" y="43182"/>
                </a:lnTo>
                <a:lnTo>
                  <a:pt x="134769" y="52475"/>
                </a:lnTo>
                <a:lnTo>
                  <a:pt x="168461" y="59217"/>
                </a:lnTo>
                <a:lnTo>
                  <a:pt x="202153" y="63409"/>
                </a:lnTo>
                <a:lnTo>
                  <a:pt x="235845" y="65050"/>
                </a:lnTo>
                <a:lnTo>
                  <a:pt x="269537" y="64141"/>
                </a:lnTo>
                <a:lnTo>
                  <a:pt x="303229" y="60681"/>
                </a:lnTo>
                <a:lnTo>
                  <a:pt x="336922" y="54671"/>
                </a:lnTo>
                <a:lnTo>
                  <a:pt x="370614" y="46111"/>
                </a:lnTo>
                <a:lnTo>
                  <a:pt x="404306" y="34999"/>
                </a:lnTo>
                <a:lnTo>
                  <a:pt x="437998" y="21337"/>
                </a:lnTo>
                <a:lnTo>
                  <a:pt x="471690" y="5125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42" name="knowledge-cross-edge">
            <a:extLst>
              <a:ext uri="{FF2B5EF4-FFF2-40B4-BE49-F238E27FC236}">
                <a16:creationId xmlns:a16="http://schemas.microsoft.com/office/drawing/2014/main" id="{648BD28B-EBF5-4133-9F1D-F003F8722817}"/>
              </a:ext>
            </a:extLst>
          </p:cNvPr>
          <p:cNvSpPr>
            <a:spLocks noGrp="1"/>
          </p:cNvSpPr>
          <p:nvPr/>
        </p:nvSpPr>
        <p:spPr>
          <a:xfrm>
            <a:off x="3604730" y="6264771"/>
            <a:ext cx="528414" cy="346686"/>
          </a:xfrm>
          <a:custGeom>
            <a:avLst/>
            <a:gdLst/>
            <a:ahLst/>
            <a:cxnLst/>
            <a:rect l="0" t="0" r="0" b="0"/>
            <a:pathLst>
              <a:path w="528414" h="346686">
                <a:moveTo>
                  <a:pt x="0" y="0"/>
                </a:moveTo>
                <a:lnTo>
                  <a:pt x="58587" y="8389"/>
                </a:lnTo>
                <a:lnTo>
                  <a:pt x="114527" y="20506"/>
                </a:lnTo>
                <a:lnTo>
                  <a:pt x="167822" y="36350"/>
                </a:lnTo>
                <a:lnTo>
                  <a:pt x="218471" y="55922"/>
                </a:lnTo>
                <a:lnTo>
                  <a:pt x="266474" y="79221"/>
                </a:lnTo>
                <a:lnTo>
                  <a:pt x="311832" y="106248"/>
                </a:lnTo>
                <a:lnTo>
                  <a:pt x="354543" y="137002"/>
                </a:lnTo>
                <a:lnTo>
                  <a:pt x="394609" y="171484"/>
                </a:lnTo>
                <a:lnTo>
                  <a:pt x="432029" y="209693"/>
                </a:lnTo>
                <a:lnTo>
                  <a:pt x="466803" y="251630"/>
                </a:lnTo>
                <a:lnTo>
                  <a:pt x="498931" y="297294"/>
                </a:lnTo>
                <a:lnTo>
                  <a:pt x="528414" y="346686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43" name="knowledge-edge">
            <a:extLst>
              <a:ext uri="{FF2B5EF4-FFF2-40B4-BE49-F238E27FC236}">
                <a16:creationId xmlns:a16="http://schemas.microsoft.com/office/drawing/2014/main" id="{6FA06B09-B0A4-4D7B-98A0-65F6FE504D68}"/>
              </a:ext>
            </a:extLst>
          </p:cNvPr>
          <p:cNvSpPr>
            <a:spLocks noGrp="1"/>
          </p:cNvSpPr>
          <p:nvPr/>
        </p:nvSpPr>
        <p:spPr>
          <a:xfrm>
            <a:off x="3713368" y="6539817"/>
            <a:ext cx="419775" cy="71640"/>
          </a:xfrm>
          <a:custGeom>
            <a:avLst/>
            <a:gdLst/>
            <a:ahLst/>
            <a:cxnLst/>
            <a:rect l="0" t="0" r="0" b="0"/>
            <a:pathLst>
              <a:path w="419775" h="71640">
                <a:moveTo>
                  <a:pt x="0" y="69583"/>
                </a:moveTo>
                <a:lnTo>
                  <a:pt x="29984" y="50996"/>
                </a:lnTo>
                <a:lnTo>
                  <a:pt x="59968" y="35292"/>
                </a:lnTo>
                <a:lnTo>
                  <a:pt x="89952" y="22469"/>
                </a:lnTo>
                <a:lnTo>
                  <a:pt x="119936" y="12529"/>
                </a:lnTo>
                <a:lnTo>
                  <a:pt x="149920" y="5470"/>
                </a:lnTo>
                <a:lnTo>
                  <a:pt x="179904" y="1294"/>
                </a:lnTo>
                <a:lnTo>
                  <a:pt x="209888" y="0"/>
                </a:lnTo>
                <a:lnTo>
                  <a:pt x="239872" y="1588"/>
                </a:lnTo>
                <a:lnTo>
                  <a:pt x="269856" y="6058"/>
                </a:lnTo>
                <a:lnTo>
                  <a:pt x="299839" y="13410"/>
                </a:lnTo>
                <a:lnTo>
                  <a:pt x="329823" y="23644"/>
                </a:lnTo>
                <a:lnTo>
                  <a:pt x="359807" y="36761"/>
                </a:lnTo>
                <a:lnTo>
                  <a:pt x="389791" y="52759"/>
                </a:lnTo>
                <a:lnTo>
                  <a:pt x="419775" y="71640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44" name="knowledge-cross-edge">
            <a:extLst>
              <a:ext uri="{FF2B5EF4-FFF2-40B4-BE49-F238E27FC236}">
                <a16:creationId xmlns:a16="http://schemas.microsoft.com/office/drawing/2014/main" id="{AD629B56-072E-4073-BC9A-A703631BCAEC}"/>
              </a:ext>
            </a:extLst>
          </p:cNvPr>
          <p:cNvSpPr>
            <a:spLocks noGrp="1"/>
          </p:cNvSpPr>
          <p:nvPr/>
        </p:nvSpPr>
        <p:spPr>
          <a:xfrm>
            <a:off x="3713368" y="6267852"/>
            <a:ext cx="363052" cy="341549"/>
          </a:xfrm>
          <a:custGeom>
            <a:avLst/>
            <a:gdLst/>
            <a:ahLst/>
            <a:cxnLst/>
            <a:rect l="0" t="0" r="0" b="0"/>
            <a:pathLst>
              <a:path w="363052" h="341549">
                <a:moveTo>
                  <a:pt x="0" y="341549"/>
                </a:moveTo>
                <a:lnTo>
                  <a:pt x="15702" y="282920"/>
                </a:lnTo>
                <a:lnTo>
                  <a:pt x="34050" y="229808"/>
                </a:lnTo>
                <a:lnTo>
                  <a:pt x="55044" y="182211"/>
                </a:lnTo>
                <a:lnTo>
                  <a:pt x="78684" y="140129"/>
                </a:lnTo>
                <a:lnTo>
                  <a:pt x="104970" y="103564"/>
                </a:lnTo>
                <a:lnTo>
                  <a:pt x="133901" y="72514"/>
                </a:lnTo>
                <a:lnTo>
                  <a:pt x="165478" y="46980"/>
                </a:lnTo>
                <a:lnTo>
                  <a:pt x="199701" y="26961"/>
                </a:lnTo>
                <a:lnTo>
                  <a:pt x="236570" y="12458"/>
                </a:lnTo>
                <a:lnTo>
                  <a:pt x="276085" y="3471"/>
                </a:lnTo>
                <a:lnTo>
                  <a:pt x="318246" y="0"/>
                </a:lnTo>
                <a:lnTo>
                  <a:pt x="363052" y="2044"/>
                </a:lnTo>
              </a:path>
            </a:pathLst>
          </a:custGeom>
          <a:noFill/>
          <a:ln w="4953">
            <a:solidFill>
              <a:srgbClr val="7D3D7D">
                <a:alpha val="12000"/>
              </a:srgbClr>
            </a:solidFill>
            <a:prstDash val="solid"/>
          </a:ln>
        </p:spPr>
      </p:sp>
      <p:sp>
        <p:nvSpPr>
          <p:cNvPr id="145" name="knowledge-edge">
            <a:extLst>
              <a:ext uri="{FF2B5EF4-FFF2-40B4-BE49-F238E27FC236}">
                <a16:creationId xmlns:a16="http://schemas.microsoft.com/office/drawing/2014/main" id="{9DDBC255-7D82-4ADF-BDFE-CADF15A1AAFC}"/>
              </a:ext>
            </a:extLst>
          </p:cNvPr>
          <p:cNvSpPr>
            <a:spLocks noGrp="1"/>
          </p:cNvSpPr>
          <p:nvPr/>
        </p:nvSpPr>
        <p:spPr>
          <a:xfrm>
            <a:off x="3681533" y="6906586"/>
            <a:ext cx="566033" cy="93015"/>
          </a:xfrm>
          <a:custGeom>
            <a:avLst/>
            <a:gdLst/>
            <a:ahLst/>
            <a:cxnLst/>
            <a:rect l="0" t="0" r="0" b="0"/>
            <a:pathLst>
              <a:path w="566033" h="93015">
                <a:moveTo>
                  <a:pt x="0" y="35751"/>
                </a:moveTo>
                <a:lnTo>
                  <a:pt x="40431" y="23605"/>
                </a:lnTo>
                <a:lnTo>
                  <a:pt x="80862" y="13957"/>
                </a:lnTo>
                <a:lnTo>
                  <a:pt x="121293" y="6807"/>
                </a:lnTo>
                <a:lnTo>
                  <a:pt x="161724" y="2154"/>
                </a:lnTo>
                <a:lnTo>
                  <a:pt x="202155" y="0"/>
                </a:lnTo>
                <a:lnTo>
                  <a:pt x="242585" y="343"/>
                </a:lnTo>
                <a:lnTo>
                  <a:pt x="283016" y="3185"/>
                </a:lnTo>
                <a:lnTo>
                  <a:pt x="323447" y="8524"/>
                </a:lnTo>
                <a:lnTo>
                  <a:pt x="363878" y="16361"/>
                </a:lnTo>
                <a:lnTo>
                  <a:pt x="404309" y="26696"/>
                </a:lnTo>
                <a:lnTo>
                  <a:pt x="444740" y="39529"/>
                </a:lnTo>
                <a:lnTo>
                  <a:pt x="485171" y="54860"/>
                </a:lnTo>
                <a:lnTo>
                  <a:pt x="525602" y="72689"/>
                </a:lnTo>
                <a:lnTo>
                  <a:pt x="566033" y="93015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46" name="knowledge-cross-edge">
            <a:extLst>
              <a:ext uri="{FF2B5EF4-FFF2-40B4-BE49-F238E27FC236}">
                <a16:creationId xmlns:a16="http://schemas.microsoft.com/office/drawing/2014/main" id="{45F84C97-3665-4D8F-9438-B4CB3E7BA4DD}"/>
              </a:ext>
            </a:extLst>
          </p:cNvPr>
          <p:cNvSpPr>
            <a:spLocks noGrp="1"/>
          </p:cNvSpPr>
          <p:nvPr/>
        </p:nvSpPr>
        <p:spPr>
          <a:xfrm>
            <a:off x="3681533" y="6942337"/>
            <a:ext cx="391169" cy="155795"/>
          </a:xfrm>
          <a:custGeom>
            <a:avLst/>
            <a:gdLst/>
            <a:ahLst/>
            <a:cxnLst/>
            <a:rect l="0" t="0" r="0" b="0"/>
            <a:pathLst>
              <a:path w="391169" h="155795">
                <a:moveTo>
                  <a:pt x="0" y="0"/>
                </a:moveTo>
                <a:lnTo>
                  <a:pt x="47150" y="12901"/>
                </a:lnTo>
                <a:lnTo>
                  <a:pt x="91653" y="25818"/>
                </a:lnTo>
                <a:lnTo>
                  <a:pt x="133511" y="38749"/>
                </a:lnTo>
                <a:lnTo>
                  <a:pt x="172723" y="51694"/>
                </a:lnTo>
                <a:lnTo>
                  <a:pt x="209289" y="64655"/>
                </a:lnTo>
                <a:lnTo>
                  <a:pt x="243210" y="77631"/>
                </a:lnTo>
                <a:lnTo>
                  <a:pt x="274484" y="90621"/>
                </a:lnTo>
                <a:lnTo>
                  <a:pt x="303113" y="103626"/>
                </a:lnTo>
                <a:lnTo>
                  <a:pt x="329096" y="116646"/>
                </a:lnTo>
                <a:lnTo>
                  <a:pt x="352433" y="129681"/>
                </a:lnTo>
                <a:lnTo>
                  <a:pt x="373124" y="142730"/>
                </a:lnTo>
                <a:lnTo>
                  <a:pt x="391169" y="155795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47" name="knowledge-edge">
            <a:extLst>
              <a:ext uri="{FF2B5EF4-FFF2-40B4-BE49-F238E27FC236}">
                <a16:creationId xmlns:a16="http://schemas.microsoft.com/office/drawing/2014/main" id="{E5473D84-F6DE-4CDD-BE97-6C260B99458F}"/>
              </a:ext>
            </a:extLst>
          </p:cNvPr>
          <p:cNvSpPr>
            <a:spLocks noGrp="1"/>
          </p:cNvSpPr>
          <p:nvPr/>
        </p:nvSpPr>
        <p:spPr>
          <a:xfrm>
            <a:off x="3626991" y="7081596"/>
            <a:ext cx="445711" cy="16536"/>
          </a:xfrm>
          <a:custGeom>
            <a:avLst/>
            <a:gdLst/>
            <a:ahLst/>
            <a:cxnLst/>
            <a:rect l="0" t="0" r="0" b="0"/>
            <a:pathLst>
              <a:path w="445711" h="16536">
                <a:moveTo>
                  <a:pt x="0" y="7798"/>
                </a:moveTo>
                <a:lnTo>
                  <a:pt x="31836" y="5296"/>
                </a:lnTo>
                <a:lnTo>
                  <a:pt x="63673" y="3275"/>
                </a:lnTo>
                <a:lnTo>
                  <a:pt x="95509" y="1735"/>
                </a:lnTo>
                <a:lnTo>
                  <a:pt x="127346" y="675"/>
                </a:lnTo>
                <a:lnTo>
                  <a:pt x="159182" y="97"/>
                </a:lnTo>
                <a:lnTo>
                  <a:pt x="191019" y="0"/>
                </a:lnTo>
                <a:lnTo>
                  <a:pt x="222855" y="384"/>
                </a:lnTo>
                <a:lnTo>
                  <a:pt x="254692" y="1248"/>
                </a:lnTo>
                <a:lnTo>
                  <a:pt x="286528" y="2594"/>
                </a:lnTo>
                <a:lnTo>
                  <a:pt x="318365" y="4420"/>
                </a:lnTo>
                <a:lnTo>
                  <a:pt x="350201" y="6728"/>
                </a:lnTo>
                <a:lnTo>
                  <a:pt x="382038" y="9516"/>
                </a:lnTo>
                <a:lnTo>
                  <a:pt x="413874" y="12786"/>
                </a:lnTo>
                <a:lnTo>
                  <a:pt x="445711" y="16536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48" name="knowledge-cross-edge">
            <a:extLst>
              <a:ext uri="{FF2B5EF4-FFF2-40B4-BE49-F238E27FC236}">
                <a16:creationId xmlns:a16="http://schemas.microsoft.com/office/drawing/2014/main" id="{D95D2D81-B026-4E81-8BD2-985544FF8462}"/>
              </a:ext>
            </a:extLst>
          </p:cNvPr>
          <p:cNvSpPr>
            <a:spLocks noGrp="1"/>
          </p:cNvSpPr>
          <p:nvPr/>
        </p:nvSpPr>
        <p:spPr>
          <a:xfrm>
            <a:off x="3626991" y="7089394"/>
            <a:ext cx="608702" cy="124821"/>
          </a:xfrm>
          <a:custGeom>
            <a:avLst/>
            <a:gdLst/>
            <a:ahLst/>
            <a:cxnLst/>
            <a:rect l="0" t="0" r="0" b="0"/>
            <a:pathLst>
              <a:path w="608702" h="124821">
                <a:moveTo>
                  <a:pt x="0" y="0"/>
                </a:moveTo>
                <a:lnTo>
                  <a:pt x="65277" y="10027"/>
                </a:lnTo>
                <a:lnTo>
                  <a:pt x="127909" y="20122"/>
                </a:lnTo>
                <a:lnTo>
                  <a:pt x="187894" y="30285"/>
                </a:lnTo>
                <a:lnTo>
                  <a:pt x="245234" y="40517"/>
                </a:lnTo>
                <a:lnTo>
                  <a:pt x="299928" y="50816"/>
                </a:lnTo>
                <a:lnTo>
                  <a:pt x="351976" y="61184"/>
                </a:lnTo>
                <a:lnTo>
                  <a:pt x="401378" y="71620"/>
                </a:lnTo>
                <a:lnTo>
                  <a:pt x="448135" y="82124"/>
                </a:lnTo>
                <a:lnTo>
                  <a:pt x="492246" y="92696"/>
                </a:lnTo>
                <a:lnTo>
                  <a:pt x="533710" y="103336"/>
                </a:lnTo>
                <a:lnTo>
                  <a:pt x="572529" y="114044"/>
                </a:lnTo>
                <a:lnTo>
                  <a:pt x="608702" y="124821"/>
                </a:lnTo>
              </a:path>
            </a:pathLst>
          </a:custGeom>
          <a:noFill/>
          <a:ln w="5334">
            <a:solidFill>
              <a:srgbClr val="7D3D7D">
                <a:alpha val="13000"/>
              </a:srgbClr>
            </a:solidFill>
            <a:prstDash val="solid"/>
          </a:ln>
        </p:spPr>
      </p:sp>
      <p:sp>
        <p:nvSpPr>
          <p:cNvPr id="149" name="knowledge-long-edge">
            <a:extLst>
              <a:ext uri="{FF2B5EF4-FFF2-40B4-BE49-F238E27FC236}">
                <a16:creationId xmlns:a16="http://schemas.microsoft.com/office/drawing/2014/main" id="{9BFE2B25-5F34-4CA6-9E4E-4E5506B92AE3}"/>
              </a:ext>
            </a:extLst>
          </p:cNvPr>
          <p:cNvSpPr>
            <a:spLocks noGrp="1"/>
          </p:cNvSpPr>
          <p:nvPr/>
        </p:nvSpPr>
        <p:spPr>
          <a:xfrm>
            <a:off x="3626991" y="6627296"/>
            <a:ext cx="962777" cy="462097"/>
          </a:xfrm>
          <a:custGeom>
            <a:avLst/>
            <a:gdLst/>
            <a:ahLst/>
            <a:cxnLst/>
            <a:rect l="0" t="0" r="0" b="0"/>
            <a:pathLst>
              <a:path w="962777" h="462097">
                <a:moveTo>
                  <a:pt x="0" y="462097"/>
                </a:moveTo>
                <a:lnTo>
                  <a:pt x="60174" y="367525"/>
                </a:lnTo>
                <a:lnTo>
                  <a:pt x="120347" y="283759"/>
                </a:lnTo>
                <a:lnTo>
                  <a:pt x="180521" y="210801"/>
                </a:lnTo>
                <a:lnTo>
                  <a:pt x="240694" y="148649"/>
                </a:lnTo>
                <a:lnTo>
                  <a:pt x="300868" y="97305"/>
                </a:lnTo>
                <a:lnTo>
                  <a:pt x="361042" y="56768"/>
                </a:lnTo>
                <a:lnTo>
                  <a:pt x="421215" y="27038"/>
                </a:lnTo>
                <a:lnTo>
                  <a:pt x="481389" y="8116"/>
                </a:lnTo>
                <a:lnTo>
                  <a:pt x="541562" y="0"/>
                </a:lnTo>
                <a:lnTo>
                  <a:pt x="601736" y="2692"/>
                </a:lnTo>
                <a:lnTo>
                  <a:pt x="661910" y="16190"/>
                </a:lnTo>
                <a:lnTo>
                  <a:pt x="722083" y="40496"/>
                </a:lnTo>
                <a:lnTo>
                  <a:pt x="782257" y="75609"/>
                </a:lnTo>
                <a:lnTo>
                  <a:pt x="842430" y="121529"/>
                </a:lnTo>
                <a:lnTo>
                  <a:pt x="902604" y="178257"/>
                </a:lnTo>
                <a:lnTo>
                  <a:pt x="962777" y="245791"/>
                </a:lnTo>
              </a:path>
            </a:pathLst>
          </a:custGeom>
          <a:noFill/>
          <a:ln w="4286">
            <a:solidFill>
              <a:srgbClr val="7D3D7D">
                <a:alpha val="9000"/>
              </a:srgbClr>
            </a:solidFill>
            <a:prstDash val="solid"/>
          </a:ln>
        </p:spPr>
      </p:sp>
      <p:sp>
        <p:nvSpPr>
          <p:cNvPr id="150" name="knowledge-edge">
            <a:extLst>
              <a:ext uri="{FF2B5EF4-FFF2-40B4-BE49-F238E27FC236}">
                <a16:creationId xmlns:a16="http://schemas.microsoft.com/office/drawing/2014/main" id="{C0FC91CE-F029-44DB-99A5-CDDE2CE9708E}"/>
              </a:ext>
            </a:extLst>
          </p:cNvPr>
          <p:cNvSpPr>
            <a:spLocks noGrp="1"/>
          </p:cNvSpPr>
          <p:nvPr/>
        </p:nvSpPr>
        <p:spPr>
          <a:xfrm>
            <a:off x="3639535" y="7214215"/>
            <a:ext cx="596159" cy="126701"/>
          </a:xfrm>
          <a:custGeom>
            <a:avLst/>
            <a:gdLst/>
            <a:ahLst/>
            <a:cxnLst/>
            <a:rect l="0" t="0" r="0" b="0"/>
            <a:pathLst>
              <a:path w="596159" h="126701">
                <a:moveTo>
                  <a:pt x="0" y="126701"/>
                </a:moveTo>
                <a:lnTo>
                  <a:pt x="42583" y="124739"/>
                </a:lnTo>
                <a:lnTo>
                  <a:pt x="85166" y="121687"/>
                </a:lnTo>
                <a:lnTo>
                  <a:pt x="127748" y="117544"/>
                </a:lnTo>
                <a:lnTo>
                  <a:pt x="170331" y="112311"/>
                </a:lnTo>
                <a:lnTo>
                  <a:pt x="212914" y="105987"/>
                </a:lnTo>
                <a:lnTo>
                  <a:pt x="255497" y="98573"/>
                </a:lnTo>
                <a:lnTo>
                  <a:pt x="298079" y="90068"/>
                </a:lnTo>
                <a:lnTo>
                  <a:pt x="340662" y="80473"/>
                </a:lnTo>
                <a:lnTo>
                  <a:pt x="383245" y="69787"/>
                </a:lnTo>
                <a:lnTo>
                  <a:pt x="425828" y="58011"/>
                </a:lnTo>
                <a:lnTo>
                  <a:pt x="468411" y="45144"/>
                </a:lnTo>
                <a:lnTo>
                  <a:pt x="510993" y="31186"/>
                </a:lnTo>
                <a:lnTo>
                  <a:pt x="553576" y="16138"/>
                </a:lnTo>
                <a:lnTo>
                  <a:pt x="596159" y="0"/>
                </a:lnTo>
              </a:path>
            </a:pathLst>
          </a:custGeom>
          <a:noFill/>
          <a:ln w="6477">
            <a:solidFill>
              <a:srgbClr val="7D3D7D">
                <a:alpha val="17000"/>
              </a:srgbClr>
            </a:solidFill>
            <a:prstDash val="solid"/>
          </a:ln>
        </p:spPr>
      </p:sp>
      <p:sp>
        <p:nvSpPr>
          <p:cNvPr id="151" name="knowledge-long-edge">
            <a:extLst>
              <a:ext uri="{FF2B5EF4-FFF2-40B4-BE49-F238E27FC236}">
                <a16:creationId xmlns:a16="http://schemas.microsoft.com/office/drawing/2014/main" id="{E45C3D58-D8DC-49B0-AB82-F64EB5CB5243}"/>
              </a:ext>
            </a:extLst>
          </p:cNvPr>
          <p:cNvSpPr>
            <a:spLocks noGrp="1"/>
          </p:cNvSpPr>
          <p:nvPr/>
        </p:nvSpPr>
        <p:spPr>
          <a:xfrm>
            <a:off x="3639535" y="6978876"/>
            <a:ext cx="764940" cy="362040"/>
          </a:xfrm>
          <a:custGeom>
            <a:avLst/>
            <a:gdLst/>
            <a:ahLst/>
            <a:cxnLst/>
            <a:rect l="0" t="0" r="0" b="0"/>
            <a:pathLst>
              <a:path w="764940" h="362040">
                <a:moveTo>
                  <a:pt x="0" y="362040"/>
                </a:moveTo>
                <a:lnTo>
                  <a:pt x="47809" y="288862"/>
                </a:lnTo>
                <a:lnTo>
                  <a:pt x="95618" y="223922"/>
                </a:lnTo>
                <a:lnTo>
                  <a:pt x="143426" y="167220"/>
                </a:lnTo>
                <a:lnTo>
                  <a:pt x="191235" y="118756"/>
                </a:lnTo>
                <a:lnTo>
                  <a:pt x="239044" y="78529"/>
                </a:lnTo>
                <a:lnTo>
                  <a:pt x="286853" y="46540"/>
                </a:lnTo>
                <a:lnTo>
                  <a:pt x="334661" y="22789"/>
                </a:lnTo>
                <a:lnTo>
                  <a:pt x="382470" y="7276"/>
                </a:lnTo>
                <a:lnTo>
                  <a:pt x="430279" y="0"/>
                </a:lnTo>
                <a:lnTo>
                  <a:pt x="478088" y="962"/>
                </a:lnTo>
                <a:lnTo>
                  <a:pt x="525896" y="10162"/>
                </a:lnTo>
                <a:lnTo>
                  <a:pt x="573705" y="27600"/>
                </a:lnTo>
                <a:lnTo>
                  <a:pt x="621514" y="53275"/>
                </a:lnTo>
                <a:lnTo>
                  <a:pt x="669323" y="87188"/>
                </a:lnTo>
                <a:lnTo>
                  <a:pt x="717131" y="129339"/>
                </a:lnTo>
                <a:lnTo>
                  <a:pt x="764940" y="179728"/>
                </a:lnTo>
              </a:path>
            </a:pathLst>
          </a:custGeom>
          <a:noFill/>
          <a:ln w="4286">
            <a:solidFill>
              <a:srgbClr val="7D3D7D">
                <a:alpha val="9000"/>
              </a:srgbClr>
            </a:solidFill>
            <a:prstDash val="solid"/>
          </a:ln>
        </p:spPr>
      </p:sp>
      <p:sp>
        <p:nvSpPr>
          <p:cNvPr id="152" name="knowledge-edge">
            <a:extLst>
              <a:ext uri="{FF2B5EF4-FFF2-40B4-BE49-F238E27FC236}">
                <a16:creationId xmlns:a16="http://schemas.microsoft.com/office/drawing/2014/main" id="{38D8B5CC-8B6B-492B-AD8C-403AECDA980A}"/>
              </a:ext>
            </a:extLst>
          </p:cNvPr>
          <p:cNvSpPr>
            <a:spLocks noGrp="1"/>
          </p:cNvSpPr>
          <p:nvPr/>
        </p:nvSpPr>
        <p:spPr>
          <a:xfrm>
            <a:off x="4168700" y="5792017"/>
            <a:ext cx="372732" cy="77016"/>
          </a:xfrm>
          <a:custGeom>
            <a:avLst/>
            <a:gdLst/>
            <a:ahLst/>
            <a:cxnLst/>
            <a:rect l="0" t="0" r="0" b="0"/>
            <a:pathLst>
              <a:path w="372732" h="77016">
                <a:moveTo>
                  <a:pt x="0" y="20829"/>
                </a:moveTo>
                <a:lnTo>
                  <a:pt x="26624" y="13028"/>
                </a:lnTo>
                <a:lnTo>
                  <a:pt x="53247" y="7044"/>
                </a:lnTo>
                <a:lnTo>
                  <a:pt x="79871" y="2879"/>
                </a:lnTo>
                <a:lnTo>
                  <a:pt x="106495" y="531"/>
                </a:lnTo>
                <a:lnTo>
                  <a:pt x="133119" y="0"/>
                </a:lnTo>
                <a:lnTo>
                  <a:pt x="159742" y="1287"/>
                </a:lnTo>
                <a:lnTo>
                  <a:pt x="186366" y="4392"/>
                </a:lnTo>
                <a:lnTo>
                  <a:pt x="212990" y="9314"/>
                </a:lnTo>
                <a:lnTo>
                  <a:pt x="239614" y="16054"/>
                </a:lnTo>
                <a:lnTo>
                  <a:pt x="266237" y="24611"/>
                </a:lnTo>
                <a:lnTo>
                  <a:pt x="292861" y="34986"/>
                </a:lnTo>
                <a:lnTo>
                  <a:pt x="319485" y="47178"/>
                </a:lnTo>
                <a:lnTo>
                  <a:pt x="346109" y="61188"/>
                </a:lnTo>
                <a:lnTo>
                  <a:pt x="372732" y="77016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53" name="knowledge-cross-edge">
            <a:extLst>
              <a:ext uri="{FF2B5EF4-FFF2-40B4-BE49-F238E27FC236}">
                <a16:creationId xmlns:a16="http://schemas.microsoft.com/office/drawing/2014/main" id="{E23DC350-26B5-4D27-8240-A2F8BDDBD0EF}"/>
              </a:ext>
            </a:extLst>
          </p:cNvPr>
          <p:cNvSpPr>
            <a:spLocks noGrp="1"/>
          </p:cNvSpPr>
          <p:nvPr/>
        </p:nvSpPr>
        <p:spPr>
          <a:xfrm>
            <a:off x="4168700" y="5788178"/>
            <a:ext cx="242779" cy="378665"/>
          </a:xfrm>
          <a:custGeom>
            <a:avLst/>
            <a:gdLst/>
            <a:ahLst/>
            <a:cxnLst/>
            <a:rect l="0" t="0" r="0" b="0"/>
            <a:pathLst>
              <a:path w="242779" h="378665">
                <a:moveTo>
                  <a:pt x="0" y="24668"/>
                </a:moveTo>
                <a:lnTo>
                  <a:pt x="34784" y="8151"/>
                </a:lnTo>
                <a:lnTo>
                  <a:pt x="66921" y="0"/>
                </a:lnTo>
                <a:lnTo>
                  <a:pt x="96413" y="216"/>
                </a:lnTo>
                <a:lnTo>
                  <a:pt x="123260" y="8799"/>
                </a:lnTo>
                <a:lnTo>
                  <a:pt x="147460" y="25748"/>
                </a:lnTo>
                <a:lnTo>
                  <a:pt x="169014" y="51065"/>
                </a:lnTo>
                <a:lnTo>
                  <a:pt x="187923" y="84748"/>
                </a:lnTo>
                <a:lnTo>
                  <a:pt x="204186" y="126797"/>
                </a:lnTo>
                <a:lnTo>
                  <a:pt x="217803" y="177214"/>
                </a:lnTo>
                <a:lnTo>
                  <a:pt x="228774" y="235997"/>
                </a:lnTo>
                <a:lnTo>
                  <a:pt x="237099" y="303148"/>
                </a:lnTo>
                <a:lnTo>
                  <a:pt x="242779" y="378665"/>
                </a:lnTo>
              </a:path>
            </a:pathLst>
          </a:custGeom>
          <a:noFill/>
          <a:ln w="5334">
            <a:solidFill>
              <a:srgbClr val="8F3E71">
                <a:alpha val="13000"/>
              </a:srgbClr>
            </a:solidFill>
            <a:prstDash val="solid"/>
          </a:ln>
        </p:spPr>
      </p:sp>
      <p:sp>
        <p:nvSpPr>
          <p:cNvPr id="154" name="knowledge-edge">
            <a:extLst>
              <a:ext uri="{FF2B5EF4-FFF2-40B4-BE49-F238E27FC236}">
                <a16:creationId xmlns:a16="http://schemas.microsoft.com/office/drawing/2014/main" id="{632B9B6D-F650-402F-A23F-AF550154FB46}"/>
              </a:ext>
            </a:extLst>
          </p:cNvPr>
          <p:cNvSpPr>
            <a:spLocks noGrp="1"/>
          </p:cNvSpPr>
          <p:nvPr/>
        </p:nvSpPr>
        <p:spPr>
          <a:xfrm>
            <a:off x="4271707" y="6152721"/>
            <a:ext cx="139772" cy="26212"/>
          </a:xfrm>
          <a:custGeom>
            <a:avLst/>
            <a:gdLst/>
            <a:ahLst/>
            <a:cxnLst/>
            <a:rect l="0" t="0" r="0" b="0"/>
            <a:pathLst>
              <a:path w="139772" h="26212">
                <a:moveTo>
                  <a:pt x="0" y="0"/>
                </a:moveTo>
                <a:lnTo>
                  <a:pt x="9984" y="5922"/>
                </a:lnTo>
                <a:lnTo>
                  <a:pt x="19967" y="11089"/>
                </a:lnTo>
                <a:lnTo>
                  <a:pt x="29951" y="15499"/>
                </a:lnTo>
                <a:lnTo>
                  <a:pt x="39935" y="19154"/>
                </a:lnTo>
                <a:lnTo>
                  <a:pt x="49919" y="22052"/>
                </a:lnTo>
                <a:lnTo>
                  <a:pt x="59902" y="24195"/>
                </a:lnTo>
                <a:lnTo>
                  <a:pt x="69886" y="25582"/>
                </a:lnTo>
                <a:lnTo>
                  <a:pt x="79870" y="26212"/>
                </a:lnTo>
                <a:lnTo>
                  <a:pt x="89853" y="26087"/>
                </a:lnTo>
                <a:lnTo>
                  <a:pt x="99837" y="25206"/>
                </a:lnTo>
                <a:lnTo>
                  <a:pt x="109821" y="23568"/>
                </a:lnTo>
                <a:lnTo>
                  <a:pt x="119805" y="21175"/>
                </a:lnTo>
                <a:lnTo>
                  <a:pt x="129788" y="18026"/>
                </a:lnTo>
                <a:lnTo>
                  <a:pt x="139772" y="14121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55" name="knowledge-cross-edge">
            <a:extLst>
              <a:ext uri="{FF2B5EF4-FFF2-40B4-BE49-F238E27FC236}">
                <a16:creationId xmlns:a16="http://schemas.microsoft.com/office/drawing/2014/main" id="{F4ADFC6A-D6E6-4CE4-BB2C-65433943FC48}"/>
              </a:ext>
            </a:extLst>
          </p:cNvPr>
          <p:cNvSpPr>
            <a:spLocks noGrp="1"/>
          </p:cNvSpPr>
          <p:nvPr/>
        </p:nvSpPr>
        <p:spPr>
          <a:xfrm>
            <a:off x="4271707" y="5866262"/>
            <a:ext cx="269725" cy="286460"/>
          </a:xfrm>
          <a:custGeom>
            <a:avLst/>
            <a:gdLst/>
            <a:ahLst/>
            <a:cxnLst/>
            <a:rect l="0" t="0" r="0" b="0"/>
            <a:pathLst>
              <a:path w="269725" h="286460">
                <a:moveTo>
                  <a:pt x="0" y="286460"/>
                </a:moveTo>
                <a:lnTo>
                  <a:pt x="7925" y="236407"/>
                </a:lnTo>
                <a:lnTo>
                  <a:pt x="18496" y="191156"/>
                </a:lnTo>
                <a:lnTo>
                  <a:pt x="31713" y="150708"/>
                </a:lnTo>
                <a:lnTo>
                  <a:pt x="47575" y="115061"/>
                </a:lnTo>
                <a:lnTo>
                  <a:pt x="66084" y="84217"/>
                </a:lnTo>
                <a:lnTo>
                  <a:pt x="87238" y="58175"/>
                </a:lnTo>
                <a:lnTo>
                  <a:pt x="111038" y="36936"/>
                </a:lnTo>
                <a:lnTo>
                  <a:pt x="137484" y="20498"/>
                </a:lnTo>
                <a:lnTo>
                  <a:pt x="166575" y="8863"/>
                </a:lnTo>
                <a:lnTo>
                  <a:pt x="198313" y="2031"/>
                </a:lnTo>
                <a:lnTo>
                  <a:pt x="232696" y="0"/>
                </a:lnTo>
                <a:lnTo>
                  <a:pt x="269725" y="2772"/>
                </a:lnTo>
              </a:path>
            </a:pathLst>
          </a:custGeom>
          <a:noFill/>
          <a:ln w="4953">
            <a:solidFill>
              <a:srgbClr val="8F3E71">
                <a:alpha val="12000"/>
              </a:srgbClr>
            </a:solidFill>
            <a:prstDash val="solid"/>
          </a:ln>
        </p:spPr>
      </p:sp>
      <p:sp>
        <p:nvSpPr>
          <p:cNvPr id="156" name="knowledge-edge">
            <a:extLst>
              <a:ext uri="{FF2B5EF4-FFF2-40B4-BE49-F238E27FC236}">
                <a16:creationId xmlns:a16="http://schemas.microsoft.com/office/drawing/2014/main" id="{9E707A93-B20E-4860-8CC3-E89550A765EF}"/>
              </a:ext>
            </a:extLst>
          </p:cNvPr>
          <p:cNvSpPr>
            <a:spLocks noGrp="1"/>
          </p:cNvSpPr>
          <p:nvPr/>
        </p:nvSpPr>
        <p:spPr>
          <a:xfrm>
            <a:off x="4076420" y="6269896"/>
            <a:ext cx="392950" cy="65719"/>
          </a:xfrm>
          <a:custGeom>
            <a:avLst/>
            <a:gdLst/>
            <a:ahLst/>
            <a:cxnLst/>
            <a:rect l="0" t="0" r="0" b="0"/>
            <a:pathLst>
              <a:path w="392950" h="65719">
                <a:moveTo>
                  <a:pt x="0" y="0"/>
                </a:moveTo>
                <a:lnTo>
                  <a:pt x="28068" y="15984"/>
                </a:lnTo>
                <a:lnTo>
                  <a:pt x="56136" y="29748"/>
                </a:lnTo>
                <a:lnTo>
                  <a:pt x="84204" y="41292"/>
                </a:lnTo>
                <a:lnTo>
                  <a:pt x="112271" y="50617"/>
                </a:lnTo>
                <a:lnTo>
                  <a:pt x="140339" y="57722"/>
                </a:lnTo>
                <a:lnTo>
                  <a:pt x="168407" y="62607"/>
                </a:lnTo>
                <a:lnTo>
                  <a:pt x="196475" y="65273"/>
                </a:lnTo>
                <a:lnTo>
                  <a:pt x="224543" y="65719"/>
                </a:lnTo>
                <a:lnTo>
                  <a:pt x="252611" y="63945"/>
                </a:lnTo>
                <a:lnTo>
                  <a:pt x="280679" y="59952"/>
                </a:lnTo>
                <a:lnTo>
                  <a:pt x="308746" y="53739"/>
                </a:lnTo>
                <a:lnTo>
                  <a:pt x="336814" y="45307"/>
                </a:lnTo>
                <a:lnTo>
                  <a:pt x="364882" y="34655"/>
                </a:lnTo>
                <a:lnTo>
                  <a:pt x="392950" y="21783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57" name="knowledge-long-edge">
            <a:extLst>
              <a:ext uri="{FF2B5EF4-FFF2-40B4-BE49-F238E27FC236}">
                <a16:creationId xmlns:a16="http://schemas.microsoft.com/office/drawing/2014/main" id="{0EEA63FB-665E-4C0D-B26F-913D206AC205}"/>
              </a:ext>
            </a:extLst>
          </p:cNvPr>
          <p:cNvSpPr>
            <a:spLocks noGrp="1"/>
          </p:cNvSpPr>
          <p:nvPr/>
        </p:nvSpPr>
        <p:spPr>
          <a:xfrm>
            <a:off x="4076420" y="5958032"/>
            <a:ext cx="769785" cy="311864"/>
          </a:xfrm>
          <a:custGeom>
            <a:avLst/>
            <a:gdLst/>
            <a:ahLst/>
            <a:cxnLst/>
            <a:rect l="0" t="0" r="0" b="0"/>
            <a:pathLst>
              <a:path w="769785" h="311864">
                <a:moveTo>
                  <a:pt x="0" y="311864"/>
                </a:moveTo>
                <a:lnTo>
                  <a:pt x="48112" y="244243"/>
                </a:lnTo>
                <a:lnTo>
                  <a:pt x="96223" y="184864"/>
                </a:lnTo>
                <a:lnTo>
                  <a:pt x="144335" y="133728"/>
                </a:lnTo>
                <a:lnTo>
                  <a:pt x="192446" y="90834"/>
                </a:lnTo>
                <a:lnTo>
                  <a:pt x="240558" y="56182"/>
                </a:lnTo>
                <a:lnTo>
                  <a:pt x="288669" y="29773"/>
                </a:lnTo>
                <a:lnTo>
                  <a:pt x="336781" y="11606"/>
                </a:lnTo>
                <a:lnTo>
                  <a:pt x="384892" y="1682"/>
                </a:lnTo>
                <a:lnTo>
                  <a:pt x="433004" y="0"/>
                </a:lnTo>
                <a:lnTo>
                  <a:pt x="481115" y="6560"/>
                </a:lnTo>
                <a:lnTo>
                  <a:pt x="529227" y="21363"/>
                </a:lnTo>
                <a:lnTo>
                  <a:pt x="577338" y="44408"/>
                </a:lnTo>
                <a:lnTo>
                  <a:pt x="625450" y="75695"/>
                </a:lnTo>
                <a:lnTo>
                  <a:pt x="673561" y="115225"/>
                </a:lnTo>
                <a:lnTo>
                  <a:pt x="721673" y="162997"/>
                </a:lnTo>
                <a:lnTo>
                  <a:pt x="769785" y="219012"/>
                </a:lnTo>
              </a:path>
            </a:pathLst>
          </a:custGeom>
          <a:noFill/>
          <a:ln w="4286">
            <a:solidFill>
              <a:srgbClr val="8F3E71">
                <a:alpha val="9000"/>
              </a:srgbClr>
            </a:solidFill>
            <a:prstDash val="solid"/>
          </a:ln>
        </p:spPr>
      </p:sp>
      <p:sp>
        <p:nvSpPr>
          <p:cNvPr id="158" name="knowledge-edge">
            <a:extLst>
              <a:ext uri="{FF2B5EF4-FFF2-40B4-BE49-F238E27FC236}">
                <a16:creationId xmlns:a16="http://schemas.microsoft.com/office/drawing/2014/main" id="{FC042749-373A-4873-AC02-CB658D1DE815}"/>
              </a:ext>
            </a:extLst>
          </p:cNvPr>
          <p:cNvSpPr>
            <a:spLocks noGrp="1"/>
          </p:cNvSpPr>
          <p:nvPr/>
        </p:nvSpPr>
        <p:spPr>
          <a:xfrm>
            <a:off x="4133144" y="6594118"/>
            <a:ext cx="299092" cy="146065"/>
          </a:xfrm>
          <a:custGeom>
            <a:avLst/>
            <a:gdLst/>
            <a:ahLst/>
            <a:cxnLst/>
            <a:rect l="0" t="0" r="0" b="0"/>
            <a:pathLst>
              <a:path w="299092" h="146065">
                <a:moveTo>
                  <a:pt x="0" y="17339"/>
                </a:moveTo>
                <a:lnTo>
                  <a:pt x="21364" y="8945"/>
                </a:lnTo>
                <a:lnTo>
                  <a:pt x="42727" y="3258"/>
                </a:lnTo>
                <a:lnTo>
                  <a:pt x="64091" y="276"/>
                </a:lnTo>
                <a:lnTo>
                  <a:pt x="85455" y="0"/>
                </a:lnTo>
                <a:lnTo>
                  <a:pt x="106819" y="2430"/>
                </a:lnTo>
                <a:lnTo>
                  <a:pt x="128182" y="7566"/>
                </a:lnTo>
                <a:lnTo>
                  <a:pt x="149546" y="15408"/>
                </a:lnTo>
                <a:lnTo>
                  <a:pt x="170910" y="25956"/>
                </a:lnTo>
                <a:lnTo>
                  <a:pt x="192273" y="39209"/>
                </a:lnTo>
                <a:lnTo>
                  <a:pt x="213637" y="55169"/>
                </a:lnTo>
                <a:lnTo>
                  <a:pt x="235001" y="73834"/>
                </a:lnTo>
                <a:lnTo>
                  <a:pt x="256365" y="95205"/>
                </a:lnTo>
                <a:lnTo>
                  <a:pt x="277728" y="119282"/>
                </a:lnTo>
                <a:lnTo>
                  <a:pt x="299092" y="146065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59" name="knowledge-cross-edge">
            <a:extLst>
              <a:ext uri="{FF2B5EF4-FFF2-40B4-BE49-F238E27FC236}">
                <a16:creationId xmlns:a16="http://schemas.microsoft.com/office/drawing/2014/main" id="{8EFD5E97-5887-4A89-9E76-572BC13568DF}"/>
              </a:ext>
            </a:extLst>
          </p:cNvPr>
          <p:cNvSpPr>
            <a:spLocks noGrp="1"/>
          </p:cNvSpPr>
          <p:nvPr/>
        </p:nvSpPr>
        <p:spPr>
          <a:xfrm>
            <a:off x="4133144" y="6604106"/>
            <a:ext cx="456625" cy="268982"/>
          </a:xfrm>
          <a:custGeom>
            <a:avLst/>
            <a:gdLst/>
            <a:ahLst/>
            <a:cxnLst/>
            <a:rect l="0" t="0" r="0" b="0"/>
            <a:pathLst>
              <a:path w="456625" h="268982">
                <a:moveTo>
                  <a:pt x="0" y="7351"/>
                </a:moveTo>
                <a:lnTo>
                  <a:pt x="52604" y="1128"/>
                </a:lnTo>
                <a:lnTo>
                  <a:pt x="102563" y="0"/>
                </a:lnTo>
                <a:lnTo>
                  <a:pt x="149875" y="3968"/>
                </a:lnTo>
                <a:lnTo>
                  <a:pt x="194542" y="13031"/>
                </a:lnTo>
                <a:lnTo>
                  <a:pt x="236563" y="27190"/>
                </a:lnTo>
                <a:lnTo>
                  <a:pt x="275938" y="46445"/>
                </a:lnTo>
                <a:lnTo>
                  <a:pt x="312667" y="70795"/>
                </a:lnTo>
                <a:lnTo>
                  <a:pt x="346750" y="100241"/>
                </a:lnTo>
                <a:lnTo>
                  <a:pt x="378188" y="134783"/>
                </a:lnTo>
                <a:lnTo>
                  <a:pt x="406979" y="174420"/>
                </a:lnTo>
                <a:lnTo>
                  <a:pt x="433125" y="219153"/>
                </a:lnTo>
                <a:lnTo>
                  <a:pt x="456625" y="268982"/>
                </a:lnTo>
              </a:path>
            </a:pathLst>
          </a:custGeom>
          <a:noFill/>
          <a:ln w="5334">
            <a:solidFill>
              <a:srgbClr val="8F3E71">
                <a:alpha val="13000"/>
              </a:srgbClr>
            </a:solidFill>
            <a:prstDash val="solid"/>
          </a:ln>
        </p:spPr>
      </p:sp>
      <p:sp>
        <p:nvSpPr>
          <p:cNvPr id="160" name="knowledge-edge">
            <a:extLst>
              <a:ext uri="{FF2B5EF4-FFF2-40B4-BE49-F238E27FC236}">
                <a16:creationId xmlns:a16="http://schemas.microsoft.com/office/drawing/2014/main" id="{CC158113-532F-45D6-BFB2-D664A280D344}"/>
              </a:ext>
            </a:extLst>
          </p:cNvPr>
          <p:cNvSpPr>
            <a:spLocks noGrp="1"/>
          </p:cNvSpPr>
          <p:nvPr/>
        </p:nvSpPr>
        <p:spPr>
          <a:xfrm>
            <a:off x="4247565" y="6859322"/>
            <a:ext cx="342203" cy="140279"/>
          </a:xfrm>
          <a:custGeom>
            <a:avLst/>
            <a:gdLst/>
            <a:ahLst/>
            <a:cxnLst/>
            <a:rect l="0" t="0" r="0" b="0"/>
            <a:pathLst>
              <a:path w="342203" h="140279">
                <a:moveTo>
                  <a:pt x="0" y="140279"/>
                </a:moveTo>
                <a:lnTo>
                  <a:pt x="24443" y="115140"/>
                </a:lnTo>
                <a:lnTo>
                  <a:pt x="48886" y="92478"/>
                </a:lnTo>
                <a:lnTo>
                  <a:pt x="73329" y="72293"/>
                </a:lnTo>
                <a:lnTo>
                  <a:pt x="97772" y="54586"/>
                </a:lnTo>
                <a:lnTo>
                  <a:pt x="122216" y="39356"/>
                </a:lnTo>
                <a:lnTo>
                  <a:pt x="146659" y="26604"/>
                </a:lnTo>
                <a:lnTo>
                  <a:pt x="171102" y="16328"/>
                </a:lnTo>
                <a:lnTo>
                  <a:pt x="195545" y="8530"/>
                </a:lnTo>
                <a:lnTo>
                  <a:pt x="219988" y="3209"/>
                </a:lnTo>
                <a:lnTo>
                  <a:pt x="244431" y="366"/>
                </a:lnTo>
                <a:lnTo>
                  <a:pt x="268874" y="0"/>
                </a:lnTo>
                <a:lnTo>
                  <a:pt x="293317" y="2111"/>
                </a:lnTo>
                <a:lnTo>
                  <a:pt x="317760" y="6700"/>
                </a:lnTo>
                <a:lnTo>
                  <a:pt x="342203" y="13766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61" name="knowledge-cross-edge">
            <a:extLst>
              <a:ext uri="{FF2B5EF4-FFF2-40B4-BE49-F238E27FC236}">
                <a16:creationId xmlns:a16="http://schemas.microsoft.com/office/drawing/2014/main" id="{772C3261-AC56-4329-B198-26A2D31A712F}"/>
              </a:ext>
            </a:extLst>
          </p:cNvPr>
          <p:cNvSpPr>
            <a:spLocks noGrp="1"/>
          </p:cNvSpPr>
          <p:nvPr/>
        </p:nvSpPr>
        <p:spPr>
          <a:xfrm>
            <a:off x="4247565" y="6993578"/>
            <a:ext cx="158386" cy="165026"/>
          </a:xfrm>
          <a:custGeom>
            <a:avLst/>
            <a:gdLst/>
            <a:ahLst/>
            <a:cxnLst/>
            <a:rect l="0" t="0" r="0" b="0"/>
            <a:pathLst>
              <a:path w="158386" h="165026">
                <a:moveTo>
                  <a:pt x="0" y="6023"/>
                </a:moveTo>
                <a:lnTo>
                  <a:pt x="27628" y="1385"/>
                </a:lnTo>
                <a:lnTo>
                  <a:pt x="52610" y="0"/>
                </a:lnTo>
                <a:lnTo>
                  <a:pt x="74946" y="1867"/>
                </a:lnTo>
                <a:lnTo>
                  <a:pt x="94636" y="6986"/>
                </a:lnTo>
                <a:lnTo>
                  <a:pt x="111681" y="15358"/>
                </a:lnTo>
                <a:lnTo>
                  <a:pt x="126080" y="26982"/>
                </a:lnTo>
                <a:lnTo>
                  <a:pt x="137833" y="41858"/>
                </a:lnTo>
                <a:lnTo>
                  <a:pt x="146940" y="59987"/>
                </a:lnTo>
                <a:lnTo>
                  <a:pt x="153401" y="81368"/>
                </a:lnTo>
                <a:lnTo>
                  <a:pt x="157216" y="106002"/>
                </a:lnTo>
                <a:lnTo>
                  <a:pt x="158386" y="133888"/>
                </a:lnTo>
                <a:lnTo>
                  <a:pt x="156909" y="165026"/>
                </a:lnTo>
              </a:path>
            </a:pathLst>
          </a:custGeom>
          <a:noFill/>
          <a:ln w="5334">
            <a:solidFill>
              <a:srgbClr val="8F3E71">
                <a:alpha val="13000"/>
              </a:srgbClr>
            </a:solidFill>
            <a:prstDash val="solid"/>
          </a:ln>
        </p:spPr>
      </p:sp>
      <p:sp>
        <p:nvSpPr>
          <p:cNvPr id="162" name="knowledge-long-edge">
            <a:extLst>
              <a:ext uri="{FF2B5EF4-FFF2-40B4-BE49-F238E27FC236}">
                <a16:creationId xmlns:a16="http://schemas.microsoft.com/office/drawing/2014/main" id="{F83BF9C9-7474-4357-A455-76A9AB809C5C}"/>
              </a:ext>
            </a:extLst>
          </p:cNvPr>
          <p:cNvSpPr>
            <a:spLocks noGrp="1"/>
          </p:cNvSpPr>
          <p:nvPr/>
        </p:nvSpPr>
        <p:spPr>
          <a:xfrm>
            <a:off x="4247565" y="6606343"/>
            <a:ext cx="729445" cy="393258"/>
          </a:xfrm>
          <a:custGeom>
            <a:avLst/>
            <a:gdLst/>
            <a:ahLst/>
            <a:cxnLst/>
            <a:rect l="0" t="0" r="0" b="0"/>
            <a:pathLst>
              <a:path w="729445" h="393258">
                <a:moveTo>
                  <a:pt x="0" y="393258"/>
                </a:moveTo>
                <a:lnTo>
                  <a:pt x="45590" y="312395"/>
                </a:lnTo>
                <a:lnTo>
                  <a:pt x="91181" y="240824"/>
                </a:lnTo>
                <a:lnTo>
                  <a:pt x="136771" y="178545"/>
                </a:lnTo>
                <a:lnTo>
                  <a:pt x="182361" y="125558"/>
                </a:lnTo>
                <a:lnTo>
                  <a:pt x="227952" y="81862"/>
                </a:lnTo>
                <a:lnTo>
                  <a:pt x="273542" y="47459"/>
                </a:lnTo>
                <a:lnTo>
                  <a:pt x="319132" y="22347"/>
                </a:lnTo>
                <a:lnTo>
                  <a:pt x="364722" y="6528"/>
                </a:lnTo>
                <a:lnTo>
                  <a:pt x="410313" y="0"/>
                </a:lnTo>
                <a:lnTo>
                  <a:pt x="455903" y="2764"/>
                </a:lnTo>
                <a:lnTo>
                  <a:pt x="501493" y="14820"/>
                </a:lnTo>
                <a:lnTo>
                  <a:pt x="547084" y="36168"/>
                </a:lnTo>
                <a:lnTo>
                  <a:pt x="592674" y="66808"/>
                </a:lnTo>
                <a:lnTo>
                  <a:pt x="638264" y="106740"/>
                </a:lnTo>
                <a:lnTo>
                  <a:pt x="683855" y="155964"/>
                </a:lnTo>
                <a:lnTo>
                  <a:pt x="729445" y="214480"/>
                </a:lnTo>
              </a:path>
            </a:pathLst>
          </a:custGeom>
          <a:noFill/>
          <a:ln w="4286">
            <a:solidFill>
              <a:srgbClr val="8F3E71">
                <a:alpha val="9000"/>
              </a:srgbClr>
            </a:solidFill>
            <a:prstDash val="solid"/>
          </a:ln>
        </p:spPr>
      </p:sp>
      <p:sp>
        <p:nvSpPr>
          <p:cNvPr id="163" name="knowledge-edge">
            <a:extLst>
              <a:ext uri="{FF2B5EF4-FFF2-40B4-BE49-F238E27FC236}">
                <a16:creationId xmlns:a16="http://schemas.microsoft.com/office/drawing/2014/main" id="{568CE5D5-2926-4492-9566-B9663CAC3DFC}"/>
              </a:ext>
            </a:extLst>
          </p:cNvPr>
          <p:cNvSpPr>
            <a:spLocks noGrp="1"/>
          </p:cNvSpPr>
          <p:nvPr/>
        </p:nvSpPr>
        <p:spPr>
          <a:xfrm>
            <a:off x="4072702" y="7098132"/>
            <a:ext cx="331773" cy="60472"/>
          </a:xfrm>
          <a:custGeom>
            <a:avLst/>
            <a:gdLst/>
            <a:ahLst/>
            <a:cxnLst/>
            <a:rect l="0" t="0" r="0" b="0"/>
            <a:pathLst>
              <a:path w="331773" h="60472">
                <a:moveTo>
                  <a:pt x="0" y="0"/>
                </a:moveTo>
                <a:lnTo>
                  <a:pt x="23698" y="6475"/>
                </a:lnTo>
                <a:lnTo>
                  <a:pt x="47396" y="12618"/>
                </a:lnTo>
                <a:lnTo>
                  <a:pt x="71094" y="18430"/>
                </a:lnTo>
                <a:lnTo>
                  <a:pt x="94792" y="23910"/>
                </a:lnTo>
                <a:lnTo>
                  <a:pt x="118490" y="29058"/>
                </a:lnTo>
                <a:lnTo>
                  <a:pt x="142188" y="33875"/>
                </a:lnTo>
                <a:lnTo>
                  <a:pt x="165886" y="38360"/>
                </a:lnTo>
                <a:lnTo>
                  <a:pt x="189584" y="42514"/>
                </a:lnTo>
                <a:lnTo>
                  <a:pt x="213282" y="46336"/>
                </a:lnTo>
                <a:lnTo>
                  <a:pt x="236980" y="49827"/>
                </a:lnTo>
                <a:lnTo>
                  <a:pt x="260678" y="52985"/>
                </a:lnTo>
                <a:lnTo>
                  <a:pt x="284377" y="55812"/>
                </a:lnTo>
                <a:lnTo>
                  <a:pt x="308075" y="58308"/>
                </a:lnTo>
                <a:lnTo>
                  <a:pt x="331773" y="60472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64" name="knowledge-edge">
            <a:extLst>
              <a:ext uri="{FF2B5EF4-FFF2-40B4-BE49-F238E27FC236}">
                <a16:creationId xmlns:a16="http://schemas.microsoft.com/office/drawing/2014/main" id="{2AC560C4-842A-4BDC-8791-BA65C21232C0}"/>
              </a:ext>
            </a:extLst>
          </p:cNvPr>
          <p:cNvSpPr>
            <a:spLocks noGrp="1"/>
          </p:cNvSpPr>
          <p:nvPr/>
        </p:nvSpPr>
        <p:spPr>
          <a:xfrm>
            <a:off x="4235693" y="7086311"/>
            <a:ext cx="401950" cy="127904"/>
          </a:xfrm>
          <a:custGeom>
            <a:avLst/>
            <a:gdLst/>
            <a:ahLst/>
            <a:cxnLst/>
            <a:rect l="0" t="0" r="0" b="0"/>
            <a:pathLst>
              <a:path w="401950" h="127904">
                <a:moveTo>
                  <a:pt x="0" y="127904"/>
                </a:moveTo>
                <a:lnTo>
                  <a:pt x="28711" y="121723"/>
                </a:lnTo>
                <a:lnTo>
                  <a:pt x="57421" y="115087"/>
                </a:lnTo>
                <a:lnTo>
                  <a:pt x="86132" y="107996"/>
                </a:lnTo>
                <a:lnTo>
                  <a:pt x="114843" y="100452"/>
                </a:lnTo>
                <a:lnTo>
                  <a:pt x="143554" y="92452"/>
                </a:lnTo>
                <a:lnTo>
                  <a:pt x="172264" y="83998"/>
                </a:lnTo>
                <a:lnTo>
                  <a:pt x="200975" y="75089"/>
                </a:lnTo>
                <a:lnTo>
                  <a:pt x="229686" y="65726"/>
                </a:lnTo>
                <a:lnTo>
                  <a:pt x="258396" y="55908"/>
                </a:lnTo>
                <a:lnTo>
                  <a:pt x="287107" y="45636"/>
                </a:lnTo>
                <a:lnTo>
                  <a:pt x="315818" y="34909"/>
                </a:lnTo>
                <a:lnTo>
                  <a:pt x="344529" y="23727"/>
                </a:lnTo>
                <a:lnTo>
                  <a:pt x="373239" y="12091"/>
                </a:lnTo>
                <a:lnTo>
                  <a:pt x="401950" y="0"/>
                </a:lnTo>
              </a:path>
            </a:pathLst>
          </a:custGeom>
          <a:noFill/>
          <a:ln w="6477">
            <a:solidFill>
              <a:srgbClr val="8F3E71">
                <a:alpha val="17000"/>
              </a:srgbClr>
            </a:solidFill>
            <a:prstDash val="solid"/>
          </a:ln>
        </p:spPr>
      </p:sp>
      <p:sp>
        <p:nvSpPr>
          <p:cNvPr id="165" name="knowledge-cross-edge">
            <a:extLst>
              <a:ext uri="{FF2B5EF4-FFF2-40B4-BE49-F238E27FC236}">
                <a16:creationId xmlns:a16="http://schemas.microsoft.com/office/drawing/2014/main" id="{A8D7FB25-D2D8-488E-A3D4-CD9F1DA3E46A}"/>
              </a:ext>
            </a:extLst>
          </p:cNvPr>
          <p:cNvSpPr>
            <a:spLocks noGrp="1"/>
          </p:cNvSpPr>
          <p:nvPr/>
        </p:nvSpPr>
        <p:spPr>
          <a:xfrm>
            <a:off x="4235206" y="7150783"/>
            <a:ext cx="169268" cy="63432"/>
          </a:xfrm>
          <a:custGeom>
            <a:avLst/>
            <a:gdLst/>
            <a:ahLst/>
            <a:cxnLst/>
            <a:rect l="0" t="0" r="0" b="0"/>
            <a:pathLst>
              <a:path w="169268" h="63432">
                <a:moveTo>
                  <a:pt x="487" y="63432"/>
                </a:moveTo>
                <a:lnTo>
                  <a:pt x="0" y="49947"/>
                </a:lnTo>
                <a:lnTo>
                  <a:pt x="2159" y="38072"/>
                </a:lnTo>
                <a:lnTo>
                  <a:pt x="6964" y="27805"/>
                </a:lnTo>
                <a:lnTo>
                  <a:pt x="14414" y="19148"/>
                </a:lnTo>
                <a:lnTo>
                  <a:pt x="24510" y="12100"/>
                </a:lnTo>
                <a:lnTo>
                  <a:pt x="37253" y="6661"/>
                </a:lnTo>
                <a:lnTo>
                  <a:pt x="52641" y="2832"/>
                </a:lnTo>
                <a:lnTo>
                  <a:pt x="70674" y="611"/>
                </a:lnTo>
                <a:lnTo>
                  <a:pt x="91354" y="0"/>
                </a:lnTo>
                <a:lnTo>
                  <a:pt x="114680" y="998"/>
                </a:lnTo>
                <a:lnTo>
                  <a:pt x="140651" y="3605"/>
                </a:lnTo>
                <a:lnTo>
                  <a:pt x="169268" y="7821"/>
                </a:lnTo>
              </a:path>
            </a:pathLst>
          </a:custGeom>
          <a:noFill/>
          <a:ln w="4953">
            <a:solidFill>
              <a:srgbClr val="8F3E71">
                <a:alpha val="12000"/>
              </a:srgbClr>
            </a:solidFill>
            <a:prstDash val="solid"/>
          </a:ln>
        </p:spPr>
      </p:sp>
      <p:sp>
        <p:nvSpPr>
          <p:cNvPr id="166" name="knowledge-edge">
            <a:extLst>
              <a:ext uri="{FF2B5EF4-FFF2-40B4-BE49-F238E27FC236}">
                <a16:creationId xmlns:a16="http://schemas.microsoft.com/office/drawing/2014/main" id="{F57A3DDA-9C23-43F8-829E-3C58D9574FEE}"/>
              </a:ext>
            </a:extLst>
          </p:cNvPr>
          <p:cNvSpPr>
            <a:spLocks noGrp="1"/>
          </p:cNvSpPr>
          <p:nvPr/>
        </p:nvSpPr>
        <p:spPr>
          <a:xfrm>
            <a:off x="4541432" y="5817795"/>
            <a:ext cx="431236" cy="87425"/>
          </a:xfrm>
          <a:custGeom>
            <a:avLst/>
            <a:gdLst/>
            <a:ahLst/>
            <a:cxnLst/>
            <a:rect l="0" t="0" r="0" b="0"/>
            <a:pathLst>
              <a:path w="431236" h="87425">
                <a:moveTo>
                  <a:pt x="0" y="51239"/>
                </a:moveTo>
                <a:lnTo>
                  <a:pt x="30803" y="35746"/>
                </a:lnTo>
                <a:lnTo>
                  <a:pt x="61605" y="23035"/>
                </a:lnTo>
                <a:lnTo>
                  <a:pt x="92408" y="13104"/>
                </a:lnTo>
                <a:lnTo>
                  <a:pt x="123210" y="5955"/>
                </a:lnTo>
                <a:lnTo>
                  <a:pt x="154013" y="1587"/>
                </a:lnTo>
                <a:lnTo>
                  <a:pt x="184815" y="0"/>
                </a:lnTo>
                <a:lnTo>
                  <a:pt x="215618" y="1194"/>
                </a:lnTo>
                <a:lnTo>
                  <a:pt x="246420" y="5169"/>
                </a:lnTo>
                <a:lnTo>
                  <a:pt x="277223" y="11926"/>
                </a:lnTo>
                <a:lnTo>
                  <a:pt x="308026" y="21463"/>
                </a:lnTo>
                <a:lnTo>
                  <a:pt x="338828" y="33782"/>
                </a:lnTo>
                <a:lnTo>
                  <a:pt x="369631" y="48882"/>
                </a:lnTo>
                <a:lnTo>
                  <a:pt x="400433" y="66763"/>
                </a:lnTo>
                <a:lnTo>
                  <a:pt x="431236" y="87425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67" name="knowledge-cross-edge">
            <a:extLst>
              <a:ext uri="{FF2B5EF4-FFF2-40B4-BE49-F238E27FC236}">
                <a16:creationId xmlns:a16="http://schemas.microsoft.com/office/drawing/2014/main" id="{2A7601C6-14AF-4995-8A7F-8B2B16D38027}"/>
              </a:ext>
            </a:extLst>
          </p:cNvPr>
          <p:cNvSpPr>
            <a:spLocks noGrp="1"/>
          </p:cNvSpPr>
          <p:nvPr/>
        </p:nvSpPr>
        <p:spPr>
          <a:xfrm>
            <a:off x="4541432" y="5858715"/>
            <a:ext cx="304773" cy="318329"/>
          </a:xfrm>
          <a:custGeom>
            <a:avLst/>
            <a:gdLst/>
            <a:ahLst/>
            <a:cxnLst/>
            <a:rect l="0" t="0" r="0" b="0"/>
            <a:pathLst>
              <a:path w="304773" h="318329">
                <a:moveTo>
                  <a:pt x="0" y="10318"/>
                </a:moveTo>
                <a:lnTo>
                  <a:pt x="39950" y="2076"/>
                </a:lnTo>
                <a:lnTo>
                  <a:pt x="77254" y="0"/>
                </a:lnTo>
                <a:lnTo>
                  <a:pt x="111912" y="4089"/>
                </a:lnTo>
                <a:lnTo>
                  <a:pt x="143924" y="14343"/>
                </a:lnTo>
                <a:lnTo>
                  <a:pt x="173291" y="30763"/>
                </a:lnTo>
                <a:lnTo>
                  <a:pt x="200011" y="53348"/>
                </a:lnTo>
                <a:lnTo>
                  <a:pt x="224086" y="82098"/>
                </a:lnTo>
                <a:lnTo>
                  <a:pt x="245515" y="117014"/>
                </a:lnTo>
                <a:lnTo>
                  <a:pt x="264298" y="158094"/>
                </a:lnTo>
                <a:lnTo>
                  <a:pt x="280436" y="205341"/>
                </a:lnTo>
                <a:lnTo>
                  <a:pt x="293927" y="258752"/>
                </a:lnTo>
                <a:lnTo>
                  <a:pt x="304773" y="318329"/>
                </a:lnTo>
              </a:path>
            </a:pathLst>
          </a:custGeom>
          <a:noFill/>
          <a:ln w="5334">
            <a:solidFill>
              <a:srgbClr val="A13F65">
                <a:alpha val="13000"/>
              </a:srgbClr>
            </a:solidFill>
            <a:prstDash val="solid"/>
          </a:ln>
        </p:spPr>
      </p:sp>
      <p:sp>
        <p:nvSpPr>
          <p:cNvPr id="168" name="knowledge-edge">
            <a:extLst>
              <a:ext uri="{FF2B5EF4-FFF2-40B4-BE49-F238E27FC236}">
                <a16:creationId xmlns:a16="http://schemas.microsoft.com/office/drawing/2014/main" id="{91F57498-049B-486C-853D-951121DD05BF}"/>
              </a:ext>
            </a:extLst>
          </p:cNvPr>
          <p:cNvSpPr>
            <a:spLocks noGrp="1"/>
          </p:cNvSpPr>
          <p:nvPr/>
        </p:nvSpPr>
        <p:spPr>
          <a:xfrm>
            <a:off x="4411479" y="6166842"/>
            <a:ext cx="434726" cy="21740"/>
          </a:xfrm>
          <a:custGeom>
            <a:avLst/>
            <a:gdLst/>
            <a:ahLst/>
            <a:cxnLst/>
            <a:rect l="0" t="0" r="0" b="0"/>
            <a:pathLst>
              <a:path w="434726" h="21740">
                <a:moveTo>
                  <a:pt x="0" y="0"/>
                </a:moveTo>
                <a:lnTo>
                  <a:pt x="31052" y="5038"/>
                </a:lnTo>
                <a:lnTo>
                  <a:pt x="62104" y="9412"/>
                </a:lnTo>
                <a:lnTo>
                  <a:pt x="93156" y="13124"/>
                </a:lnTo>
                <a:lnTo>
                  <a:pt x="124207" y="16173"/>
                </a:lnTo>
                <a:lnTo>
                  <a:pt x="155259" y="18559"/>
                </a:lnTo>
                <a:lnTo>
                  <a:pt x="186311" y="20282"/>
                </a:lnTo>
                <a:lnTo>
                  <a:pt x="217363" y="21343"/>
                </a:lnTo>
                <a:lnTo>
                  <a:pt x="248415" y="21740"/>
                </a:lnTo>
                <a:lnTo>
                  <a:pt x="279467" y="21474"/>
                </a:lnTo>
                <a:lnTo>
                  <a:pt x="310519" y="20546"/>
                </a:lnTo>
                <a:lnTo>
                  <a:pt x="341570" y="18954"/>
                </a:lnTo>
                <a:lnTo>
                  <a:pt x="372622" y="16700"/>
                </a:lnTo>
                <a:lnTo>
                  <a:pt x="403674" y="13782"/>
                </a:lnTo>
                <a:lnTo>
                  <a:pt x="434726" y="10202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69" name="knowledge-cross-edge">
            <a:extLst>
              <a:ext uri="{FF2B5EF4-FFF2-40B4-BE49-F238E27FC236}">
                <a16:creationId xmlns:a16="http://schemas.microsoft.com/office/drawing/2014/main" id="{A824D246-9DBF-46CA-ADF0-472FE880AC7E}"/>
              </a:ext>
            </a:extLst>
          </p:cNvPr>
          <p:cNvSpPr>
            <a:spLocks noGrp="1"/>
          </p:cNvSpPr>
          <p:nvPr/>
        </p:nvSpPr>
        <p:spPr>
          <a:xfrm>
            <a:off x="4411479" y="6159165"/>
            <a:ext cx="556977" cy="385068"/>
          </a:xfrm>
          <a:custGeom>
            <a:avLst/>
            <a:gdLst/>
            <a:ahLst/>
            <a:cxnLst/>
            <a:rect l="0" t="0" r="0" b="0"/>
            <a:pathLst>
              <a:path w="556977" h="385068">
                <a:moveTo>
                  <a:pt x="0" y="7678"/>
                </a:moveTo>
                <a:lnTo>
                  <a:pt x="60967" y="310"/>
                </a:lnTo>
                <a:lnTo>
                  <a:pt x="119288" y="0"/>
                </a:lnTo>
                <a:lnTo>
                  <a:pt x="174963" y="6748"/>
                </a:lnTo>
                <a:lnTo>
                  <a:pt x="227992" y="20553"/>
                </a:lnTo>
                <a:lnTo>
                  <a:pt x="278376" y="41416"/>
                </a:lnTo>
                <a:lnTo>
                  <a:pt x="326114" y="69336"/>
                </a:lnTo>
                <a:lnTo>
                  <a:pt x="371205" y="104314"/>
                </a:lnTo>
                <a:lnTo>
                  <a:pt x="413652" y="146350"/>
                </a:lnTo>
                <a:lnTo>
                  <a:pt x="453452" y="195443"/>
                </a:lnTo>
                <a:lnTo>
                  <a:pt x="490606" y="251594"/>
                </a:lnTo>
                <a:lnTo>
                  <a:pt x="525115" y="314802"/>
                </a:lnTo>
                <a:lnTo>
                  <a:pt x="556977" y="385068"/>
                </a:lnTo>
              </a:path>
            </a:pathLst>
          </a:custGeom>
          <a:noFill/>
          <a:ln w="5334">
            <a:solidFill>
              <a:srgbClr val="A13F65">
                <a:alpha val="13000"/>
              </a:srgbClr>
            </a:solidFill>
            <a:prstDash val="solid"/>
          </a:ln>
        </p:spPr>
      </p:sp>
      <p:sp>
        <p:nvSpPr>
          <p:cNvPr id="170" name="knowledge-edge">
            <a:extLst>
              <a:ext uri="{FF2B5EF4-FFF2-40B4-BE49-F238E27FC236}">
                <a16:creationId xmlns:a16="http://schemas.microsoft.com/office/drawing/2014/main" id="{E8C84B51-E5C8-489B-B09A-A56F32B67DF0}"/>
              </a:ext>
            </a:extLst>
          </p:cNvPr>
          <p:cNvSpPr>
            <a:spLocks noGrp="1"/>
          </p:cNvSpPr>
          <p:nvPr/>
        </p:nvSpPr>
        <p:spPr>
          <a:xfrm>
            <a:off x="4469370" y="6291679"/>
            <a:ext cx="499086" cy="252554"/>
          </a:xfrm>
          <a:custGeom>
            <a:avLst/>
            <a:gdLst/>
            <a:ahLst/>
            <a:cxnLst/>
            <a:rect l="0" t="0" r="0" b="0"/>
            <a:pathLst>
              <a:path w="499086" h="252554">
                <a:moveTo>
                  <a:pt x="0" y="0"/>
                </a:moveTo>
                <a:lnTo>
                  <a:pt x="35649" y="25411"/>
                </a:lnTo>
                <a:lnTo>
                  <a:pt x="71298" y="49688"/>
                </a:lnTo>
                <a:lnTo>
                  <a:pt x="106947" y="72831"/>
                </a:lnTo>
                <a:lnTo>
                  <a:pt x="142596" y="94840"/>
                </a:lnTo>
                <a:lnTo>
                  <a:pt x="178245" y="115715"/>
                </a:lnTo>
                <a:lnTo>
                  <a:pt x="213894" y="135456"/>
                </a:lnTo>
                <a:lnTo>
                  <a:pt x="249543" y="154062"/>
                </a:lnTo>
                <a:lnTo>
                  <a:pt x="285192" y="171535"/>
                </a:lnTo>
                <a:lnTo>
                  <a:pt x="320841" y="187873"/>
                </a:lnTo>
                <a:lnTo>
                  <a:pt x="356490" y="203077"/>
                </a:lnTo>
                <a:lnTo>
                  <a:pt x="392139" y="217148"/>
                </a:lnTo>
                <a:lnTo>
                  <a:pt x="427788" y="230084"/>
                </a:lnTo>
                <a:lnTo>
                  <a:pt x="463437" y="241886"/>
                </a:lnTo>
                <a:lnTo>
                  <a:pt x="499086" y="252554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71" name="knowledge-cross-edge">
            <a:extLst>
              <a:ext uri="{FF2B5EF4-FFF2-40B4-BE49-F238E27FC236}">
                <a16:creationId xmlns:a16="http://schemas.microsoft.com/office/drawing/2014/main" id="{4E08344C-5058-4F06-8034-99F98DC2CCBD}"/>
              </a:ext>
            </a:extLst>
          </p:cNvPr>
          <p:cNvSpPr>
            <a:spLocks noGrp="1"/>
          </p:cNvSpPr>
          <p:nvPr/>
        </p:nvSpPr>
        <p:spPr>
          <a:xfrm>
            <a:off x="4469370" y="6291679"/>
            <a:ext cx="507640" cy="529144"/>
          </a:xfrm>
          <a:custGeom>
            <a:avLst/>
            <a:gdLst/>
            <a:ahLst/>
            <a:cxnLst/>
            <a:rect l="0" t="0" r="0" b="0"/>
            <a:pathLst>
              <a:path w="507640" h="529144">
                <a:moveTo>
                  <a:pt x="0" y="0"/>
                </a:moveTo>
                <a:lnTo>
                  <a:pt x="56855" y="15328"/>
                </a:lnTo>
                <a:lnTo>
                  <a:pt x="111065" y="35886"/>
                </a:lnTo>
                <a:lnTo>
                  <a:pt x="162629" y="61675"/>
                </a:lnTo>
                <a:lnTo>
                  <a:pt x="211547" y="92694"/>
                </a:lnTo>
                <a:lnTo>
                  <a:pt x="257819" y="128944"/>
                </a:lnTo>
                <a:lnTo>
                  <a:pt x="301445" y="170424"/>
                </a:lnTo>
                <a:lnTo>
                  <a:pt x="342425" y="217135"/>
                </a:lnTo>
                <a:lnTo>
                  <a:pt x="380760" y="269076"/>
                </a:lnTo>
                <a:lnTo>
                  <a:pt x="416449" y="326247"/>
                </a:lnTo>
                <a:lnTo>
                  <a:pt x="449491" y="388649"/>
                </a:lnTo>
                <a:lnTo>
                  <a:pt x="479888" y="456281"/>
                </a:lnTo>
                <a:lnTo>
                  <a:pt x="507640" y="529144"/>
                </a:lnTo>
              </a:path>
            </a:pathLst>
          </a:custGeom>
          <a:noFill/>
          <a:ln w="5334">
            <a:solidFill>
              <a:srgbClr val="A13F65">
                <a:alpha val="13000"/>
              </a:srgbClr>
            </a:solidFill>
            <a:prstDash val="solid"/>
          </a:ln>
        </p:spPr>
      </p:sp>
      <p:sp>
        <p:nvSpPr>
          <p:cNvPr id="172" name="knowledge-edge">
            <a:extLst>
              <a:ext uri="{FF2B5EF4-FFF2-40B4-BE49-F238E27FC236}">
                <a16:creationId xmlns:a16="http://schemas.microsoft.com/office/drawing/2014/main" id="{C5FFE8A5-E5CF-4987-9CAD-A45CCDB63828}"/>
              </a:ext>
            </a:extLst>
          </p:cNvPr>
          <p:cNvSpPr>
            <a:spLocks noGrp="1"/>
          </p:cNvSpPr>
          <p:nvPr/>
        </p:nvSpPr>
        <p:spPr>
          <a:xfrm>
            <a:off x="4432236" y="6740184"/>
            <a:ext cx="544774" cy="80639"/>
          </a:xfrm>
          <a:custGeom>
            <a:avLst/>
            <a:gdLst/>
            <a:ahLst/>
            <a:cxnLst/>
            <a:rect l="0" t="0" r="0" b="0"/>
            <a:pathLst>
              <a:path w="544774" h="80639">
                <a:moveTo>
                  <a:pt x="0" y="0"/>
                </a:moveTo>
                <a:lnTo>
                  <a:pt x="38912" y="9470"/>
                </a:lnTo>
                <a:lnTo>
                  <a:pt x="77825" y="18369"/>
                </a:lnTo>
                <a:lnTo>
                  <a:pt x="116737" y="26697"/>
                </a:lnTo>
                <a:lnTo>
                  <a:pt x="155650" y="34455"/>
                </a:lnTo>
                <a:lnTo>
                  <a:pt x="194562" y="41642"/>
                </a:lnTo>
                <a:lnTo>
                  <a:pt x="233475" y="48258"/>
                </a:lnTo>
                <a:lnTo>
                  <a:pt x="272387" y="54303"/>
                </a:lnTo>
                <a:lnTo>
                  <a:pt x="311300" y="59778"/>
                </a:lnTo>
                <a:lnTo>
                  <a:pt x="350212" y="64681"/>
                </a:lnTo>
                <a:lnTo>
                  <a:pt x="389125" y="69014"/>
                </a:lnTo>
                <a:lnTo>
                  <a:pt x="428037" y="72777"/>
                </a:lnTo>
                <a:lnTo>
                  <a:pt x="466950" y="75968"/>
                </a:lnTo>
                <a:lnTo>
                  <a:pt x="505862" y="78589"/>
                </a:lnTo>
                <a:lnTo>
                  <a:pt x="544774" y="80639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73" name="knowledge-cross-edge">
            <a:extLst>
              <a:ext uri="{FF2B5EF4-FFF2-40B4-BE49-F238E27FC236}">
                <a16:creationId xmlns:a16="http://schemas.microsoft.com/office/drawing/2014/main" id="{9971459A-749A-4A79-A087-F74DCFACE7CA}"/>
              </a:ext>
            </a:extLst>
          </p:cNvPr>
          <p:cNvSpPr>
            <a:spLocks noGrp="1"/>
          </p:cNvSpPr>
          <p:nvPr/>
        </p:nvSpPr>
        <p:spPr>
          <a:xfrm>
            <a:off x="4432236" y="6707704"/>
            <a:ext cx="551939" cy="184659"/>
          </a:xfrm>
          <a:custGeom>
            <a:avLst/>
            <a:gdLst/>
            <a:ahLst/>
            <a:cxnLst/>
            <a:rect l="0" t="0" r="0" b="0"/>
            <a:pathLst>
              <a:path w="551939" h="184659">
                <a:moveTo>
                  <a:pt x="0" y="32480"/>
                </a:moveTo>
                <a:lnTo>
                  <a:pt x="60547" y="16559"/>
                </a:lnTo>
                <a:lnTo>
                  <a:pt x="118448" y="5839"/>
                </a:lnTo>
                <a:lnTo>
                  <a:pt x="173704" y="319"/>
                </a:lnTo>
                <a:lnTo>
                  <a:pt x="226313" y="0"/>
                </a:lnTo>
                <a:lnTo>
                  <a:pt x="276277" y="4881"/>
                </a:lnTo>
                <a:lnTo>
                  <a:pt x="323595" y="14962"/>
                </a:lnTo>
                <a:lnTo>
                  <a:pt x="368267" y="30244"/>
                </a:lnTo>
                <a:lnTo>
                  <a:pt x="410293" y="50726"/>
                </a:lnTo>
                <a:lnTo>
                  <a:pt x="449673" y="76409"/>
                </a:lnTo>
                <a:lnTo>
                  <a:pt x="486408" y="107292"/>
                </a:lnTo>
                <a:lnTo>
                  <a:pt x="520496" y="143375"/>
                </a:lnTo>
                <a:lnTo>
                  <a:pt x="551939" y="184659"/>
                </a:lnTo>
              </a:path>
            </a:pathLst>
          </a:custGeom>
          <a:noFill/>
          <a:ln w="5334">
            <a:solidFill>
              <a:srgbClr val="A13F65">
                <a:alpha val="13000"/>
              </a:srgbClr>
            </a:solidFill>
            <a:prstDash val="solid"/>
          </a:ln>
        </p:spPr>
      </p:sp>
      <p:sp>
        <p:nvSpPr>
          <p:cNvPr id="174" name="knowledge-edge">
            <a:extLst>
              <a:ext uri="{FF2B5EF4-FFF2-40B4-BE49-F238E27FC236}">
                <a16:creationId xmlns:a16="http://schemas.microsoft.com/office/drawing/2014/main" id="{3D8911CD-ACC4-4365-AD93-38187A438CCD}"/>
              </a:ext>
            </a:extLst>
          </p:cNvPr>
          <p:cNvSpPr>
            <a:spLocks noGrp="1"/>
          </p:cNvSpPr>
          <p:nvPr/>
        </p:nvSpPr>
        <p:spPr>
          <a:xfrm>
            <a:off x="4589769" y="6873087"/>
            <a:ext cx="394406" cy="58097"/>
          </a:xfrm>
          <a:custGeom>
            <a:avLst/>
            <a:gdLst/>
            <a:ahLst/>
            <a:cxnLst/>
            <a:rect l="0" t="0" r="0" b="0"/>
            <a:pathLst>
              <a:path w="394406" h="58097">
                <a:moveTo>
                  <a:pt x="0" y="0"/>
                </a:moveTo>
                <a:lnTo>
                  <a:pt x="28172" y="14128"/>
                </a:lnTo>
                <a:lnTo>
                  <a:pt x="56344" y="26295"/>
                </a:lnTo>
                <a:lnTo>
                  <a:pt x="84516" y="36500"/>
                </a:lnTo>
                <a:lnTo>
                  <a:pt x="112687" y="44743"/>
                </a:lnTo>
                <a:lnTo>
                  <a:pt x="140859" y="51024"/>
                </a:lnTo>
                <a:lnTo>
                  <a:pt x="169031" y="55344"/>
                </a:lnTo>
                <a:lnTo>
                  <a:pt x="197203" y="57702"/>
                </a:lnTo>
                <a:lnTo>
                  <a:pt x="225375" y="58097"/>
                </a:lnTo>
                <a:lnTo>
                  <a:pt x="253547" y="56532"/>
                </a:lnTo>
                <a:lnTo>
                  <a:pt x="281719" y="53004"/>
                </a:lnTo>
                <a:lnTo>
                  <a:pt x="309890" y="47514"/>
                </a:lnTo>
                <a:lnTo>
                  <a:pt x="338062" y="40063"/>
                </a:lnTo>
                <a:lnTo>
                  <a:pt x="366234" y="30650"/>
                </a:lnTo>
                <a:lnTo>
                  <a:pt x="394406" y="19275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75" name="knowledge-edge">
            <a:extLst>
              <a:ext uri="{FF2B5EF4-FFF2-40B4-BE49-F238E27FC236}">
                <a16:creationId xmlns:a16="http://schemas.microsoft.com/office/drawing/2014/main" id="{472C4D82-EC23-4644-A4E1-22C8B590D3A3}"/>
              </a:ext>
            </a:extLst>
          </p:cNvPr>
          <p:cNvSpPr>
            <a:spLocks noGrp="1"/>
          </p:cNvSpPr>
          <p:nvPr/>
        </p:nvSpPr>
        <p:spPr>
          <a:xfrm>
            <a:off x="4404475" y="7141284"/>
            <a:ext cx="528059" cy="17320"/>
          </a:xfrm>
          <a:custGeom>
            <a:avLst/>
            <a:gdLst/>
            <a:ahLst/>
            <a:cxnLst/>
            <a:rect l="0" t="0" r="0" b="0"/>
            <a:pathLst>
              <a:path w="528059" h="17320">
                <a:moveTo>
                  <a:pt x="0" y="17320"/>
                </a:moveTo>
                <a:lnTo>
                  <a:pt x="37719" y="13494"/>
                </a:lnTo>
                <a:lnTo>
                  <a:pt x="75437" y="10144"/>
                </a:lnTo>
                <a:lnTo>
                  <a:pt x="113156" y="7269"/>
                </a:lnTo>
                <a:lnTo>
                  <a:pt x="150874" y="4869"/>
                </a:lnTo>
                <a:lnTo>
                  <a:pt x="188593" y="2945"/>
                </a:lnTo>
                <a:lnTo>
                  <a:pt x="226311" y="1496"/>
                </a:lnTo>
                <a:lnTo>
                  <a:pt x="264030" y="522"/>
                </a:lnTo>
                <a:lnTo>
                  <a:pt x="301748" y="23"/>
                </a:lnTo>
                <a:lnTo>
                  <a:pt x="339467" y="0"/>
                </a:lnTo>
                <a:lnTo>
                  <a:pt x="377185" y="452"/>
                </a:lnTo>
                <a:lnTo>
                  <a:pt x="414904" y="1379"/>
                </a:lnTo>
                <a:lnTo>
                  <a:pt x="452622" y="2782"/>
                </a:lnTo>
                <a:lnTo>
                  <a:pt x="490341" y="4660"/>
                </a:lnTo>
                <a:lnTo>
                  <a:pt x="528059" y="7013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76" name="knowledge-cross-edge">
            <a:extLst>
              <a:ext uri="{FF2B5EF4-FFF2-40B4-BE49-F238E27FC236}">
                <a16:creationId xmlns:a16="http://schemas.microsoft.com/office/drawing/2014/main" id="{98317FBA-713B-4E05-88F9-D1F25DF525D6}"/>
              </a:ext>
            </a:extLst>
          </p:cNvPr>
          <p:cNvSpPr>
            <a:spLocks noGrp="1"/>
          </p:cNvSpPr>
          <p:nvPr/>
        </p:nvSpPr>
        <p:spPr>
          <a:xfrm>
            <a:off x="4404475" y="6986140"/>
            <a:ext cx="671240" cy="172464"/>
          </a:xfrm>
          <a:custGeom>
            <a:avLst/>
            <a:gdLst/>
            <a:ahLst/>
            <a:cxnLst/>
            <a:rect l="0" t="0" r="0" b="0"/>
            <a:pathLst>
              <a:path w="671240" h="172464">
                <a:moveTo>
                  <a:pt x="0" y="172464"/>
                </a:moveTo>
                <a:lnTo>
                  <a:pt x="70489" y="129200"/>
                </a:lnTo>
                <a:lnTo>
                  <a:pt x="138332" y="92145"/>
                </a:lnTo>
                <a:lnTo>
                  <a:pt x="203529" y="61299"/>
                </a:lnTo>
                <a:lnTo>
                  <a:pt x="266080" y="36661"/>
                </a:lnTo>
                <a:lnTo>
                  <a:pt x="325986" y="18232"/>
                </a:lnTo>
                <a:lnTo>
                  <a:pt x="383245" y="6012"/>
                </a:lnTo>
                <a:lnTo>
                  <a:pt x="437859" y="0"/>
                </a:lnTo>
                <a:lnTo>
                  <a:pt x="489827" y="197"/>
                </a:lnTo>
                <a:lnTo>
                  <a:pt x="539149" y="6602"/>
                </a:lnTo>
                <a:lnTo>
                  <a:pt x="585825" y="19216"/>
                </a:lnTo>
                <a:lnTo>
                  <a:pt x="629856" y="38039"/>
                </a:lnTo>
                <a:lnTo>
                  <a:pt x="671240" y="63070"/>
                </a:lnTo>
              </a:path>
            </a:pathLst>
          </a:custGeom>
          <a:noFill/>
          <a:ln w="5334">
            <a:solidFill>
              <a:srgbClr val="A13F65">
                <a:alpha val="13000"/>
              </a:srgbClr>
            </a:solidFill>
            <a:prstDash val="solid"/>
          </a:ln>
        </p:spPr>
      </p:sp>
      <p:sp>
        <p:nvSpPr>
          <p:cNvPr id="177" name="knowledge-edge">
            <a:extLst>
              <a:ext uri="{FF2B5EF4-FFF2-40B4-BE49-F238E27FC236}">
                <a16:creationId xmlns:a16="http://schemas.microsoft.com/office/drawing/2014/main" id="{C635F94A-9379-4421-A588-34F342219E3F}"/>
              </a:ext>
            </a:extLst>
          </p:cNvPr>
          <p:cNvSpPr>
            <a:spLocks noGrp="1"/>
          </p:cNvSpPr>
          <p:nvPr/>
        </p:nvSpPr>
        <p:spPr>
          <a:xfrm>
            <a:off x="4637644" y="7049210"/>
            <a:ext cx="438071" cy="81111"/>
          </a:xfrm>
          <a:custGeom>
            <a:avLst/>
            <a:gdLst/>
            <a:ahLst/>
            <a:cxnLst/>
            <a:rect l="0" t="0" r="0" b="0"/>
            <a:pathLst>
              <a:path w="438071" h="81111">
                <a:moveTo>
                  <a:pt x="0" y="37101"/>
                </a:moveTo>
                <a:lnTo>
                  <a:pt x="31291" y="50677"/>
                </a:lnTo>
                <a:lnTo>
                  <a:pt x="62582" y="61756"/>
                </a:lnTo>
                <a:lnTo>
                  <a:pt x="93872" y="70339"/>
                </a:lnTo>
                <a:lnTo>
                  <a:pt x="125163" y="76426"/>
                </a:lnTo>
                <a:lnTo>
                  <a:pt x="156454" y="80016"/>
                </a:lnTo>
                <a:lnTo>
                  <a:pt x="187745" y="81111"/>
                </a:lnTo>
                <a:lnTo>
                  <a:pt x="219036" y="79709"/>
                </a:lnTo>
                <a:lnTo>
                  <a:pt x="250327" y="75811"/>
                </a:lnTo>
                <a:lnTo>
                  <a:pt x="281617" y="69416"/>
                </a:lnTo>
                <a:lnTo>
                  <a:pt x="312908" y="60525"/>
                </a:lnTo>
                <a:lnTo>
                  <a:pt x="344199" y="49138"/>
                </a:lnTo>
                <a:lnTo>
                  <a:pt x="375490" y="35255"/>
                </a:lnTo>
                <a:lnTo>
                  <a:pt x="406781" y="18876"/>
                </a:lnTo>
                <a:lnTo>
                  <a:pt x="438071" y="0"/>
                </a:lnTo>
              </a:path>
            </a:pathLst>
          </a:custGeom>
          <a:noFill/>
          <a:ln w="6477">
            <a:solidFill>
              <a:srgbClr val="A13F65">
                <a:alpha val="17000"/>
              </a:srgbClr>
            </a:solidFill>
            <a:prstDash val="solid"/>
          </a:ln>
        </p:spPr>
      </p:sp>
      <p:sp>
        <p:nvSpPr>
          <p:cNvPr id="178" name="knowledge-edge">
            <a:extLst>
              <a:ext uri="{FF2B5EF4-FFF2-40B4-BE49-F238E27FC236}">
                <a16:creationId xmlns:a16="http://schemas.microsoft.com/office/drawing/2014/main" id="{55FDE216-73D8-4508-9719-5F890D46D16B}"/>
              </a:ext>
            </a:extLst>
          </p:cNvPr>
          <p:cNvSpPr>
            <a:spLocks noGrp="1"/>
          </p:cNvSpPr>
          <p:nvPr/>
        </p:nvSpPr>
        <p:spPr>
          <a:xfrm>
            <a:off x="4972668" y="5877361"/>
            <a:ext cx="376792" cy="54934"/>
          </a:xfrm>
          <a:custGeom>
            <a:avLst/>
            <a:gdLst/>
            <a:ahLst/>
            <a:cxnLst/>
            <a:rect l="0" t="0" r="0" b="0"/>
            <a:pathLst>
              <a:path w="376792" h="54934">
                <a:moveTo>
                  <a:pt x="0" y="27859"/>
                </a:moveTo>
                <a:lnTo>
                  <a:pt x="26914" y="19105"/>
                </a:lnTo>
                <a:lnTo>
                  <a:pt x="53827" y="11995"/>
                </a:lnTo>
                <a:lnTo>
                  <a:pt x="80741" y="6530"/>
                </a:lnTo>
                <a:lnTo>
                  <a:pt x="107655" y="2709"/>
                </a:lnTo>
                <a:lnTo>
                  <a:pt x="134568" y="532"/>
                </a:lnTo>
                <a:lnTo>
                  <a:pt x="161482" y="0"/>
                </a:lnTo>
                <a:lnTo>
                  <a:pt x="188396" y="1112"/>
                </a:lnTo>
                <a:lnTo>
                  <a:pt x="215310" y="3868"/>
                </a:lnTo>
                <a:lnTo>
                  <a:pt x="242223" y="8268"/>
                </a:lnTo>
                <a:lnTo>
                  <a:pt x="269137" y="14313"/>
                </a:lnTo>
                <a:lnTo>
                  <a:pt x="296051" y="22002"/>
                </a:lnTo>
                <a:lnTo>
                  <a:pt x="322964" y="31335"/>
                </a:lnTo>
                <a:lnTo>
                  <a:pt x="349878" y="42313"/>
                </a:lnTo>
                <a:lnTo>
                  <a:pt x="376792" y="54934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79" name="knowledge-cross-edge">
            <a:extLst>
              <a:ext uri="{FF2B5EF4-FFF2-40B4-BE49-F238E27FC236}">
                <a16:creationId xmlns:a16="http://schemas.microsoft.com/office/drawing/2014/main" id="{7385DDA6-4CA6-4717-A9A4-95D85514C526}"/>
              </a:ext>
            </a:extLst>
          </p:cNvPr>
          <p:cNvSpPr>
            <a:spLocks noGrp="1"/>
          </p:cNvSpPr>
          <p:nvPr/>
        </p:nvSpPr>
        <p:spPr>
          <a:xfrm>
            <a:off x="4972668" y="5863415"/>
            <a:ext cx="343489" cy="244328"/>
          </a:xfrm>
          <a:custGeom>
            <a:avLst/>
            <a:gdLst/>
            <a:ahLst/>
            <a:cxnLst/>
            <a:rect l="0" t="0" r="0" b="0"/>
            <a:pathLst>
              <a:path w="343489" h="244328">
                <a:moveTo>
                  <a:pt x="0" y="41805"/>
                </a:moveTo>
                <a:lnTo>
                  <a:pt x="43176" y="21106"/>
                </a:lnTo>
                <a:lnTo>
                  <a:pt x="83707" y="7238"/>
                </a:lnTo>
                <a:lnTo>
                  <a:pt x="121591" y="203"/>
                </a:lnTo>
                <a:lnTo>
                  <a:pt x="156830" y="0"/>
                </a:lnTo>
                <a:lnTo>
                  <a:pt x="189423" y="6629"/>
                </a:lnTo>
                <a:lnTo>
                  <a:pt x="219370" y="20090"/>
                </a:lnTo>
                <a:lnTo>
                  <a:pt x="246671" y="40383"/>
                </a:lnTo>
                <a:lnTo>
                  <a:pt x="271326" y="67508"/>
                </a:lnTo>
                <a:lnTo>
                  <a:pt x="293336" y="101465"/>
                </a:lnTo>
                <a:lnTo>
                  <a:pt x="312699" y="142254"/>
                </a:lnTo>
                <a:lnTo>
                  <a:pt x="329417" y="189875"/>
                </a:lnTo>
                <a:lnTo>
                  <a:pt x="343489" y="244328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180" name="knowledge-edge">
            <a:extLst>
              <a:ext uri="{FF2B5EF4-FFF2-40B4-BE49-F238E27FC236}">
                <a16:creationId xmlns:a16="http://schemas.microsoft.com/office/drawing/2014/main" id="{6F17D22F-6FA4-4AB9-B6E9-CE41D449476A}"/>
              </a:ext>
            </a:extLst>
          </p:cNvPr>
          <p:cNvSpPr>
            <a:spLocks noGrp="1"/>
          </p:cNvSpPr>
          <p:nvPr/>
        </p:nvSpPr>
        <p:spPr>
          <a:xfrm>
            <a:off x="4846205" y="6107743"/>
            <a:ext cx="469952" cy="69301"/>
          </a:xfrm>
          <a:custGeom>
            <a:avLst/>
            <a:gdLst/>
            <a:ahLst/>
            <a:cxnLst/>
            <a:rect l="0" t="0" r="0" b="0"/>
            <a:pathLst>
              <a:path w="469952" h="69301">
                <a:moveTo>
                  <a:pt x="0" y="69301"/>
                </a:moveTo>
                <a:lnTo>
                  <a:pt x="33568" y="65451"/>
                </a:lnTo>
                <a:lnTo>
                  <a:pt x="67136" y="61431"/>
                </a:lnTo>
                <a:lnTo>
                  <a:pt x="100704" y="57242"/>
                </a:lnTo>
                <a:lnTo>
                  <a:pt x="134272" y="52884"/>
                </a:lnTo>
                <a:lnTo>
                  <a:pt x="167840" y="48357"/>
                </a:lnTo>
                <a:lnTo>
                  <a:pt x="201408" y="43660"/>
                </a:lnTo>
                <a:lnTo>
                  <a:pt x="234976" y="38795"/>
                </a:lnTo>
                <a:lnTo>
                  <a:pt x="268544" y="33760"/>
                </a:lnTo>
                <a:lnTo>
                  <a:pt x="302112" y="28556"/>
                </a:lnTo>
                <a:lnTo>
                  <a:pt x="335680" y="23184"/>
                </a:lnTo>
                <a:lnTo>
                  <a:pt x="369248" y="17641"/>
                </a:lnTo>
                <a:lnTo>
                  <a:pt x="402816" y="11930"/>
                </a:lnTo>
                <a:lnTo>
                  <a:pt x="436384" y="6050"/>
                </a:lnTo>
                <a:lnTo>
                  <a:pt x="469952" y="0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81" name="knowledge-edge">
            <a:extLst>
              <a:ext uri="{FF2B5EF4-FFF2-40B4-BE49-F238E27FC236}">
                <a16:creationId xmlns:a16="http://schemas.microsoft.com/office/drawing/2014/main" id="{D0BF51CA-1280-42DC-8620-6CCB9FC71085}"/>
              </a:ext>
            </a:extLst>
          </p:cNvPr>
          <p:cNvSpPr>
            <a:spLocks noGrp="1"/>
          </p:cNvSpPr>
          <p:nvPr/>
        </p:nvSpPr>
        <p:spPr>
          <a:xfrm>
            <a:off x="4968456" y="6472028"/>
            <a:ext cx="289189" cy="72204"/>
          </a:xfrm>
          <a:custGeom>
            <a:avLst/>
            <a:gdLst/>
            <a:ahLst/>
            <a:cxnLst/>
            <a:rect l="0" t="0" r="0" b="0"/>
            <a:pathLst>
              <a:path w="289189" h="72204">
                <a:moveTo>
                  <a:pt x="0" y="72204"/>
                </a:moveTo>
                <a:lnTo>
                  <a:pt x="20656" y="71129"/>
                </a:lnTo>
                <a:lnTo>
                  <a:pt x="41313" y="69426"/>
                </a:lnTo>
                <a:lnTo>
                  <a:pt x="61969" y="67095"/>
                </a:lnTo>
                <a:lnTo>
                  <a:pt x="82625" y="64136"/>
                </a:lnTo>
                <a:lnTo>
                  <a:pt x="103282" y="60549"/>
                </a:lnTo>
                <a:lnTo>
                  <a:pt x="123938" y="56333"/>
                </a:lnTo>
                <a:lnTo>
                  <a:pt x="144594" y="51490"/>
                </a:lnTo>
                <a:lnTo>
                  <a:pt x="165251" y="46019"/>
                </a:lnTo>
                <a:lnTo>
                  <a:pt x="185907" y="39919"/>
                </a:lnTo>
                <a:lnTo>
                  <a:pt x="206563" y="33191"/>
                </a:lnTo>
                <a:lnTo>
                  <a:pt x="227220" y="25836"/>
                </a:lnTo>
                <a:lnTo>
                  <a:pt x="247876" y="17852"/>
                </a:lnTo>
                <a:lnTo>
                  <a:pt x="268532" y="9240"/>
                </a:lnTo>
                <a:lnTo>
                  <a:pt x="289189" y="0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82" name="knowledge-cross-edge">
            <a:extLst>
              <a:ext uri="{FF2B5EF4-FFF2-40B4-BE49-F238E27FC236}">
                <a16:creationId xmlns:a16="http://schemas.microsoft.com/office/drawing/2014/main" id="{E379AE13-CD1F-490E-8D2C-D7141E415318}"/>
              </a:ext>
            </a:extLst>
          </p:cNvPr>
          <p:cNvSpPr>
            <a:spLocks noGrp="1"/>
          </p:cNvSpPr>
          <p:nvPr/>
        </p:nvSpPr>
        <p:spPr>
          <a:xfrm>
            <a:off x="4968456" y="6099746"/>
            <a:ext cx="347701" cy="444486"/>
          </a:xfrm>
          <a:custGeom>
            <a:avLst/>
            <a:gdLst/>
            <a:ahLst/>
            <a:cxnLst/>
            <a:rect l="0" t="0" r="0" b="0"/>
            <a:pathLst>
              <a:path w="347701" h="444486">
                <a:moveTo>
                  <a:pt x="0" y="444486"/>
                </a:moveTo>
                <a:lnTo>
                  <a:pt x="14423" y="363741"/>
                </a:lnTo>
                <a:lnTo>
                  <a:pt x="31492" y="291064"/>
                </a:lnTo>
                <a:lnTo>
                  <a:pt x="51207" y="226454"/>
                </a:lnTo>
                <a:lnTo>
                  <a:pt x="73567" y="169911"/>
                </a:lnTo>
                <a:lnTo>
                  <a:pt x="98573" y="121436"/>
                </a:lnTo>
                <a:lnTo>
                  <a:pt x="126226" y="81028"/>
                </a:lnTo>
                <a:lnTo>
                  <a:pt x="156524" y="48688"/>
                </a:lnTo>
                <a:lnTo>
                  <a:pt x="189467" y="24415"/>
                </a:lnTo>
                <a:lnTo>
                  <a:pt x="225057" y="8209"/>
                </a:lnTo>
                <a:lnTo>
                  <a:pt x="263293" y="71"/>
                </a:lnTo>
                <a:lnTo>
                  <a:pt x="304174" y="0"/>
                </a:lnTo>
                <a:lnTo>
                  <a:pt x="347701" y="7997"/>
                </a:lnTo>
              </a:path>
            </a:pathLst>
          </a:custGeom>
          <a:noFill/>
          <a:ln w="4953">
            <a:solidFill>
              <a:srgbClr val="B34059">
                <a:alpha val="12000"/>
              </a:srgbClr>
            </a:solidFill>
            <a:prstDash val="solid"/>
          </a:ln>
        </p:spPr>
      </p:sp>
      <p:sp>
        <p:nvSpPr>
          <p:cNvPr id="183" name="knowledge-edge">
            <a:extLst>
              <a:ext uri="{FF2B5EF4-FFF2-40B4-BE49-F238E27FC236}">
                <a16:creationId xmlns:a16="http://schemas.microsoft.com/office/drawing/2014/main" id="{476FFA7C-6BD5-4DA9-8BF7-448AB8DD39C8}"/>
              </a:ext>
            </a:extLst>
          </p:cNvPr>
          <p:cNvSpPr>
            <a:spLocks noGrp="1"/>
          </p:cNvSpPr>
          <p:nvPr/>
        </p:nvSpPr>
        <p:spPr>
          <a:xfrm>
            <a:off x="4977010" y="6778332"/>
            <a:ext cx="428898" cy="42491"/>
          </a:xfrm>
          <a:custGeom>
            <a:avLst/>
            <a:gdLst/>
            <a:ahLst/>
            <a:cxnLst/>
            <a:rect l="0" t="0" r="0" b="0"/>
            <a:pathLst>
              <a:path w="428898" h="42491">
                <a:moveTo>
                  <a:pt x="0" y="42491"/>
                </a:moveTo>
                <a:lnTo>
                  <a:pt x="30636" y="34329"/>
                </a:lnTo>
                <a:lnTo>
                  <a:pt x="61271" y="27036"/>
                </a:lnTo>
                <a:lnTo>
                  <a:pt x="91907" y="20613"/>
                </a:lnTo>
                <a:lnTo>
                  <a:pt x="122542" y="15059"/>
                </a:lnTo>
                <a:lnTo>
                  <a:pt x="153178" y="10375"/>
                </a:lnTo>
                <a:lnTo>
                  <a:pt x="183813" y="6561"/>
                </a:lnTo>
                <a:lnTo>
                  <a:pt x="214449" y="3616"/>
                </a:lnTo>
                <a:lnTo>
                  <a:pt x="245085" y="1541"/>
                </a:lnTo>
                <a:lnTo>
                  <a:pt x="275720" y="336"/>
                </a:lnTo>
                <a:lnTo>
                  <a:pt x="306356" y="0"/>
                </a:lnTo>
                <a:lnTo>
                  <a:pt x="336991" y="534"/>
                </a:lnTo>
                <a:lnTo>
                  <a:pt x="367627" y="1937"/>
                </a:lnTo>
                <a:lnTo>
                  <a:pt x="398262" y="4211"/>
                </a:lnTo>
                <a:lnTo>
                  <a:pt x="428898" y="7353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84" name="knowledge-cross-edge">
            <a:extLst>
              <a:ext uri="{FF2B5EF4-FFF2-40B4-BE49-F238E27FC236}">
                <a16:creationId xmlns:a16="http://schemas.microsoft.com/office/drawing/2014/main" id="{1BEF5C15-D1A7-45F5-BE97-8035D912E4B5}"/>
              </a:ext>
            </a:extLst>
          </p:cNvPr>
          <p:cNvSpPr>
            <a:spLocks noGrp="1"/>
          </p:cNvSpPr>
          <p:nvPr/>
        </p:nvSpPr>
        <p:spPr>
          <a:xfrm>
            <a:off x="4977010" y="6814384"/>
            <a:ext cx="414553" cy="31765"/>
          </a:xfrm>
          <a:custGeom>
            <a:avLst/>
            <a:gdLst/>
            <a:ahLst/>
            <a:cxnLst/>
            <a:rect l="0" t="0" r="0" b="0"/>
            <a:pathLst>
              <a:path w="414553" h="31765">
                <a:moveTo>
                  <a:pt x="0" y="6439"/>
                </a:moveTo>
                <a:lnTo>
                  <a:pt x="49098" y="3434"/>
                </a:lnTo>
                <a:lnTo>
                  <a:pt x="95550" y="1359"/>
                </a:lnTo>
                <a:lnTo>
                  <a:pt x="139357" y="215"/>
                </a:lnTo>
                <a:lnTo>
                  <a:pt x="180518" y="0"/>
                </a:lnTo>
                <a:lnTo>
                  <a:pt x="219032" y="715"/>
                </a:lnTo>
                <a:lnTo>
                  <a:pt x="254901" y="2361"/>
                </a:lnTo>
                <a:lnTo>
                  <a:pt x="288125" y="4936"/>
                </a:lnTo>
                <a:lnTo>
                  <a:pt x="318702" y="8442"/>
                </a:lnTo>
                <a:lnTo>
                  <a:pt x="346633" y="12878"/>
                </a:lnTo>
                <a:lnTo>
                  <a:pt x="371919" y="18244"/>
                </a:lnTo>
                <a:lnTo>
                  <a:pt x="394559" y="24540"/>
                </a:lnTo>
                <a:lnTo>
                  <a:pt x="414553" y="31765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185" name="knowledge-cross-edge">
            <a:extLst>
              <a:ext uri="{FF2B5EF4-FFF2-40B4-BE49-F238E27FC236}">
                <a16:creationId xmlns:a16="http://schemas.microsoft.com/office/drawing/2014/main" id="{43749FEE-6ABA-4D3C-A7BC-7FC376AA5A50}"/>
              </a:ext>
            </a:extLst>
          </p:cNvPr>
          <p:cNvSpPr>
            <a:spLocks noGrp="1"/>
          </p:cNvSpPr>
          <p:nvPr/>
        </p:nvSpPr>
        <p:spPr>
          <a:xfrm>
            <a:off x="4977010" y="6457723"/>
            <a:ext cx="280635" cy="363100"/>
          </a:xfrm>
          <a:custGeom>
            <a:avLst/>
            <a:gdLst/>
            <a:ahLst/>
            <a:cxnLst/>
            <a:rect l="0" t="0" r="0" b="0"/>
            <a:pathLst>
              <a:path w="280635" h="363100">
                <a:moveTo>
                  <a:pt x="0" y="363100"/>
                </a:moveTo>
                <a:lnTo>
                  <a:pt x="8834" y="294193"/>
                </a:lnTo>
                <a:lnTo>
                  <a:pt x="20314" y="232530"/>
                </a:lnTo>
                <a:lnTo>
                  <a:pt x="34440" y="178110"/>
                </a:lnTo>
                <a:lnTo>
                  <a:pt x="51212" y="130934"/>
                </a:lnTo>
                <a:lnTo>
                  <a:pt x="70629" y="91002"/>
                </a:lnTo>
                <a:lnTo>
                  <a:pt x="92692" y="58314"/>
                </a:lnTo>
                <a:lnTo>
                  <a:pt x="117402" y="32870"/>
                </a:lnTo>
                <a:lnTo>
                  <a:pt x="144757" y="14670"/>
                </a:lnTo>
                <a:lnTo>
                  <a:pt x="174757" y="3713"/>
                </a:lnTo>
                <a:lnTo>
                  <a:pt x="207404" y="0"/>
                </a:lnTo>
                <a:lnTo>
                  <a:pt x="242697" y="3531"/>
                </a:lnTo>
                <a:lnTo>
                  <a:pt x="280635" y="14306"/>
                </a:lnTo>
              </a:path>
            </a:pathLst>
          </a:custGeom>
          <a:noFill/>
          <a:ln w="4953">
            <a:solidFill>
              <a:srgbClr val="B34059">
                <a:alpha val="12000"/>
              </a:srgbClr>
            </a:solidFill>
            <a:prstDash val="solid"/>
          </a:ln>
        </p:spPr>
      </p:sp>
      <p:sp>
        <p:nvSpPr>
          <p:cNvPr id="186" name="knowledge-edge">
            <a:extLst>
              <a:ext uri="{FF2B5EF4-FFF2-40B4-BE49-F238E27FC236}">
                <a16:creationId xmlns:a16="http://schemas.microsoft.com/office/drawing/2014/main" id="{E16D6F9F-F599-4D0C-A829-A4998BF47A17}"/>
              </a:ext>
            </a:extLst>
          </p:cNvPr>
          <p:cNvSpPr>
            <a:spLocks noGrp="1"/>
          </p:cNvSpPr>
          <p:nvPr/>
        </p:nvSpPr>
        <p:spPr>
          <a:xfrm>
            <a:off x="4984175" y="6846149"/>
            <a:ext cx="407388" cy="72044"/>
          </a:xfrm>
          <a:custGeom>
            <a:avLst/>
            <a:gdLst/>
            <a:ahLst/>
            <a:cxnLst/>
            <a:rect l="0" t="0" r="0" b="0"/>
            <a:pathLst>
              <a:path w="407388" h="72044">
                <a:moveTo>
                  <a:pt x="0" y="46213"/>
                </a:moveTo>
                <a:lnTo>
                  <a:pt x="29099" y="55142"/>
                </a:lnTo>
                <a:lnTo>
                  <a:pt x="58198" y="62190"/>
                </a:lnTo>
                <a:lnTo>
                  <a:pt x="87297" y="67356"/>
                </a:lnTo>
                <a:lnTo>
                  <a:pt x="116397" y="70641"/>
                </a:lnTo>
                <a:lnTo>
                  <a:pt x="145496" y="72044"/>
                </a:lnTo>
                <a:lnTo>
                  <a:pt x="174595" y="71565"/>
                </a:lnTo>
                <a:lnTo>
                  <a:pt x="203694" y="69205"/>
                </a:lnTo>
                <a:lnTo>
                  <a:pt x="232793" y="64963"/>
                </a:lnTo>
                <a:lnTo>
                  <a:pt x="261892" y="58840"/>
                </a:lnTo>
                <a:lnTo>
                  <a:pt x="290992" y="50835"/>
                </a:lnTo>
                <a:lnTo>
                  <a:pt x="320091" y="40949"/>
                </a:lnTo>
                <a:lnTo>
                  <a:pt x="349190" y="29181"/>
                </a:lnTo>
                <a:lnTo>
                  <a:pt x="378289" y="15531"/>
                </a:lnTo>
                <a:lnTo>
                  <a:pt x="407388" y="0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87" name="knowledge-cross-edge">
            <a:extLst>
              <a:ext uri="{FF2B5EF4-FFF2-40B4-BE49-F238E27FC236}">
                <a16:creationId xmlns:a16="http://schemas.microsoft.com/office/drawing/2014/main" id="{70D5EABD-F586-4B4D-A1A7-7642419DA855}"/>
              </a:ext>
            </a:extLst>
          </p:cNvPr>
          <p:cNvSpPr>
            <a:spLocks noGrp="1"/>
          </p:cNvSpPr>
          <p:nvPr/>
        </p:nvSpPr>
        <p:spPr>
          <a:xfrm>
            <a:off x="4984175" y="6892362"/>
            <a:ext cx="264991" cy="48515"/>
          </a:xfrm>
          <a:custGeom>
            <a:avLst/>
            <a:gdLst/>
            <a:ahLst/>
            <a:cxnLst/>
            <a:rect l="0" t="0" r="0" b="0"/>
            <a:pathLst>
              <a:path w="264991" h="48515">
                <a:moveTo>
                  <a:pt x="0" y="0"/>
                </a:moveTo>
                <a:lnTo>
                  <a:pt x="36635" y="10363"/>
                </a:lnTo>
                <a:lnTo>
                  <a:pt x="70623" y="19483"/>
                </a:lnTo>
                <a:lnTo>
                  <a:pt x="101966" y="27360"/>
                </a:lnTo>
                <a:lnTo>
                  <a:pt x="130664" y="33994"/>
                </a:lnTo>
                <a:lnTo>
                  <a:pt x="156715" y="39384"/>
                </a:lnTo>
                <a:lnTo>
                  <a:pt x="180120" y="43532"/>
                </a:lnTo>
                <a:lnTo>
                  <a:pt x="200880" y="46436"/>
                </a:lnTo>
                <a:lnTo>
                  <a:pt x="218994" y="48097"/>
                </a:lnTo>
                <a:lnTo>
                  <a:pt x="234462" y="48515"/>
                </a:lnTo>
                <a:lnTo>
                  <a:pt x="247284" y="47690"/>
                </a:lnTo>
                <a:lnTo>
                  <a:pt x="257460" y="45622"/>
                </a:lnTo>
                <a:lnTo>
                  <a:pt x="264991" y="42310"/>
                </a:lnTo>
              </a:path>
            </a:pathLst>
          </a:custGeom>
          <a:noFill/>
          <a:ln w="5334">
            <a:solidFill>
              <a:srgbClr val="B34059">
                <a:alpha val="13000"/>
              </a:srgbClr>
            </a:solidFill>
            <a:prstDash val="solid"/>
          </a:ln>
        </p:spPr>
      </p:sp>
      <p:sp>
        <p:nvSpPr>
          <p:cNvPr id="188" name="knowledge-long-edge">
            <a:extLst>
              <a:ext uri="{FF2B5EF4-FFF2-40B4-BE49-F238E27FC236}">
                <a16:creationId xmlns:a16="http://schemas.microsoft.com/office/drawing/2014/main" id="{E4501533-B943-4075-9F7E-6D5370C5C3ED}"/>
              </a:ext>
            </a:extLst>
          </p:cNvPr>
          <p:cNvSpPr>
            <a:spLocks noGrp="1"/>
          </p:cNvSpPr>
          <p:nvPr/>
        </p:nvSpPr>
        <p:spPr>
          <a:xfrm>
            <a:off x="4984175" y="6534267"/>
            <a:ext cx="890616" cy="358096"/>
          </a:xfrm>
          <a:custGeom>
            <a:avLst/>
            <a:gdLst/>
            <a:ahLst/>
            <a:cxnLst/>
            <a:rect l="0" t="0" r="0" b="0"/>
            <a:pathLst>
              <a:path w="890616" h="358096">
                <a:moveTo>
                  <a:pt x="0" y="358096"/>
                </a:moveTo>
                <a:lnTo>
                  <a:pt x="55663" y="284293"/>
                </a:lnTo>
                <a:lnTo>
                  <a:pt x="111327" y="218994"/>
                </a:lnTo>
                <a:lnTo>
                  <a:pt x="166990" y="162199"/>
                </a:lnTo>
                <a:lnTo>
                  <a:pt x="222654" y="113907"/>
                </a:lnTo>
                <a:lnTo>
                  <a:pt x="278317" y="74119"/>
                </a:lnTo>
                <a:lnTo>
                  <a:pt x="333981" y="42834"/>
                </a:lnTo>
                <a:lnTo>
                  <a:pt x="389644" y="20052"/>
                </a:lnTo>
                <a:lnTo>
                  <a:pt x="445308" y="5774"/>
                </a:lnTo>
                <a:lnTo>
                  <a:pt x="500971" y="0"/>
                </a:lnTo>
                <a:lnTo>
                  <a:pt x="556635" y="2729"/>
                </a:lnTo>
                <a:lnTo>
                  <a:pt x="612298" y="13962"/>
                </a:lnTo>
                <a:lnTo>
                  <a:pt x="667962" y="33698"/>
                </a:lnTo>
                <a:lnTo>
                  <a:pt x="723625" y="61937"/>
                </a:lnTo>
                <a:lnTo>
                  <a:pt x="779289" y="98680"/>
                </a:lnTo>
                <a:lnTo>
                  <a:pt x="834952" y="143926"/>
                </a:lnTo>
                <a:lnTo>
                  <a:pt x="890616" y="197676"/>
                </a:lnTo>
              </a:path>
            </a:pathLst>
          </a:custGeom>
          <a:noFill/>
          <a:ln w="4286">
            <a:solidFill>
              <a:srgbClr val="B34059">
                <a:alpha val="9000"/>
              </a:srgbClr>
            </a:solidFill>
            <a:prstDash val="solid"/>
          </a:ln>
        </p:spPr>
      </p:sp>
      <p:sp>
        <p:nvSpPr>
          <p:cNvPr id="189" name="knowledge-edge">
            <a:extLst>
              <a:ext uri="{FF2B5EF4-FFF2-40B4-BE49-F238E27FC236}">
                <a16:creationId xmlns:a16="http://schemas.microsoft.com/office/drawing/2014/main" id="{68E03AB6-74CB-467A-8C11-96A64B8B5CCC}"/>
              </a:ext>
            </a:extLst>
          </p:cNvPr>
          <p:cNvSpPr>
            <a:spLocks noGrp="1"/>
          </p:cNvSpPr>
          <p:nvPr/>
        </p:nvSpPr>
        <p:spPr>
          <a:xfrm>
            <a:off x="4932534" y="6934673"/>
            <a:ext cx="316632" cy="213624"/>
          </a:xfrm>
          <a:custGeom>
            <a:avLst/>
            <a:gdLst/>
            <a:ahLst/>
            <a:cxnLst/>
            <a:rect l="0" t="0" r="0" b="0"/>
            <a:pathLst>
              <a:path w="316632" h="213624">
                <a:moveTo>
                  <a:pt x="0" y="213624"/>
                </a:moveTo>
                <a:lnTo>
                  <a:pt x="22617" y="199994"/>
                </a:lnTo>
                <a:lnTo>
                  <a:pt x="45233" y="186114"/>
                </a:lnTo>
                <a:lnTo>
                  <a:pt x="67850" y="171983"/>
                </a:lnTo>
                <a:lnTo>
                  <a:pt x="90466" y="157602"/>
                </a:lnTo>
                <a:lnTo>
                  <a:pt x="113083" y="142970"/>
                </a:lnTo>
                <a:lnTo>
                  <a:pt x="135699" y="128087"/>
                </a:lnTo>
                <a:lnTo>
                  <a:pt x="158316" y="112953"/>
                </a:lnTo>
                <a:lnTo>
                  <a:pt x="180932" y="97569"/>
                </a:lnTo>
                <a:lnTo>
                  <a:pt x="203549" y="81934"/>
                </a:lnTo>
                <a:lnTo>
                  <a:pt x="226166" y="66049"/>
                </a:lnTo>
                <a:lnTo>
                  <a:pt x="248782" y="49913"/>
                </a:lnTo>
                <a:lnTo>
                  <a:pt x="271399" y="33526"/>
                </a:lnTo>
                <a:lnTo>
                  <a:pt x="294015" y="16888"/>
                </a:lnTo>
                <a:lnTo>
                  <a:pt x="316632" y="0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90" name="knowledge-edge">
            <a:extLst>
              <a:ext uri="{FF2B5EF4-FFF2-40B4-BE49-F238E27FC236}">
                <a16:creationId xmlns:a16="http://schemas.microsoft.com/office/drawing/2014/main" id="{42B42DF5-263B-4DF8-9AAF-7CF25FA4A89E}"/>
              </a:ext>
            </a:extLst>
          </p:cNvPr>
          <p:cNvSpPr>
            <a:spLocks noGrp="1"/>
          </p:cNvSpPr>
          <p:nvPr/>
        </p:nvSpPr>
        <p:spPr>
          <a:xfrm>
            <a:off x="5075715" y="7049210"/>
            <a:ext cx="397864" cy="103469"/>
          </a:xfrm>
          <a:custGeom>
            <a:avLst/>
            <a:gdLst/>
            <a:ahLst/>
            <a:cxnLst/>
            <a:rect l="0" t="0" r="0" b="0"/>
            <a:pathLst>
              <a:path w="397864" h="103469">
                <a:moveTo>
                  <a:pt x="0" y="0"/>
                </a:moveTo>
                <a:lnTo>
                  <a:pt x="28419" y="23504"/>
                </a:lnTo>
                <a:lnTo>
                  <a:pt x="56838" y="43988"/>
                </a:lnTo>
                <a:lnTo>
                  <a:pt x="85256" y="61451"/>
                </a:lnTo>
                <a:lnTo>
                  <a:pt x="113675" y="75895"/>
                </a:lnTo>
                <a:lnTo>
                  <a:pt x="142094" y="87318"/>
                </a:lnTo>
                <a:lnTo>
                  <a:pt x="170513" y="95722"/>
                </a:lnTo>
                <a:lnTo>
                  <a:pt x="198932" y="101105"/>
                </a:lnTo>
                <a:lnTo>
                  <a:pt x="227351" y="103469"/>
                </a:lnTo>
                <a:lnTo>
                  <a:pt x="255769" y="102812"/>
                </a:lnTo>
                <a:lnTo>
                  <a:pt x="284188" y="99135"/>
                </a:lnTo>
                <a:lnTo>
                  <a:pt x="312607" y="92438"/>
                </a:lnTo>
                <a:lnTo>
                  <a:pt x="341026" y="82721"/>
                </a:lnTo>
                <a:lnTo>
                  <a:pt x="369445" y="69984"/>
                </a:lnTo>
                <a:lnTo>
                  <a:pt x="397864" y="54227"/>
                </a:lnTo>
              </a:path>
            </a:pathLst>
          </a:custGeom>
          <a:noFill/>
          <a:ln w="6477">
            <a:solidFill>
              <a:srgbClr val="B34059">
                <a:alpha val="17000"/>
              </a:srgbClr>
            </a:solidFill>
            <a:prstDash val="solid"/>
          </a:ln>
        </p:spPr>
      </p:sp>
      <p:sp>
        <p:nvSpPr>
          <p:cNvPr id="191" name="knowledge-cross-edge">
            <a:extLst>
              <a:ext uri="{FF2B5EF4-FFF2-40B4-BE49-F238E27FC236}">
                <a16:creationId xmlns:a16="http://schemas.microsoft.com/office/drawing/2014/main" id="{CCE6AF97-A3A0-4261-BB51-5FF560970B32}"/>
              </a:ext>
            </a:extLst>
          </p:cNvPr>
          <p:cNvSpPr>
            <a:spLocks noGrp="1"/>
          </p:cNvSpPr>
          <p:nvPr/>
        </p:nvSpPr>
        <p:spPr>
          <a:xfrm>
            <a:off x="5075617" y="6934673"/>
            <a:ext cx="173549" cy="114537"/>
          </a:xfrm>
          <a:custGeom>
            <a:avLst/>
            <a:gdLst/>
            <a:ahLst/>
            <a:cxnLst/>
            <a:rect l="0" t="0" r="0" b="0"/>
            <a:pathLst>
              <a:path w="173549" h="114537">
                <a:moveTo>
                  <a:pt x="98" y="114537"/>
                </a:moveTo>
                <a:lnTo>
                  <a:pt x="0" y="107424"/>
                </a:lnTo>
                <a:lnTo>
                  <a:pt x="2548" y="99870"/>
                </a:lnTo>
                <a:lnTo>
                  <a:pt x="7742" y="91873"/>
                </a:lnTo>
                <a:lnTo>
                  <a:pt x="15581" y="83433"/>
                </a:lnTo>
                <a:lnTo>
                  <a:pt x="26067" y="74552"/>
                </a:lnTo>
                <a:lnTo>
                  <a:pt x="39198" y="65228"/>
                </a:lnTo>
                <a:lnTo>
                  <a:pt x="54975" y="55462"/>
                </a:lnTo>
                <a:lnTo>
                  <a:pt x="73398" y="45254"/>
                </a:lnTo>
                <a:lnTo>
                  <a:pt x="94467" y="34604"/>
                </a:lnTo>
                <a:lnTo>
                  <a:pt x="118182" y="23512"/>
                </a:lnTo>
                <a:lnTo>
                  <a:pt x="144542" y="11977"/>
                </a:lnTo>
                <a:lnTo>
                  <a:pt x="173549" y="0"/>
                </a:lnTo>
              </a:path>
            </a:pathLst>
          </a:custGeom>
          <a:noFill/>
          <a:ln w="4953">
            <a:solidFill>
              <a:srgbClr val="B34059">
                <a:alpha val="12000"/>
              </a:srgbClr>
            </a:solidFill>
            <a:prstDash val="solid"/>
          </a:ln>
        </p:spPr>
      </p:sp>
      <p:sp>
        <p:nvSpPr>
          <p:cNvPr id="192" name="knowledge-edge">
            <a:extLst>
              <a:ext uri="{FF2B5EF4-FFF2-40B4-BE49-F238E27FC236}">
                <a16:creationId xmlns:a16="http://schemas.microsoft.com/office/drawing/2014/main" id="{E20EDC3C-8EEC-4D37-9A0D-7E4C2494737B}"/>
              </a:ext>
            </a:extLst>
          </p:cNvPr>
          <p:cNvSpPr>
            <a:spLocks noGrp="1"/>
          </p:cNvSpPr>
          <p:nvPr/>
        </p:nvSpPr>
        <p:spPr>
          <a:xfrm>
            <a:off x="5349460" y="5930869"/>
            <a:ext cx="400625" cy="24465"/>
          </a:xfrm>
          <a:custGeom>
            <a:avLst/>
            <a:gdLst/>
            <a:ahLst/>
            <a:cxnLst/>
            <a:rect l="0" t="0" r="0" b="0"/>
            <a:pathLst>
              <a:path w="400625" h="24465">
                <a:moveTo>
                  <a:pt x="0" y="1426"/>
                </a:moveTo>
                <a:lnTo>
                  <a:pt x="28616" y="565"/>
                </a:lnTo>
                <a:lnTo>
                  <a:pt x="57232" y="90"/>
                </a:lnTo>
                <a:lnTo>
                  <a:pt x="85848" y="0"/>
                </a:lnTo>
                <a:lnTo>
                  <a:pt x="114464" y="296"/>
                </a:lnTo>
                <a:lnTo>
                  <a:pt x="143080" y="978"/>
                </a:lnTo>
                <a:lnTo>
                  <a:pt x="171697" y="2045"/>
                </a:lnTo>
                <a:lnTo>
                  <a:pt x="200313" y="3498"/>
                </a:lnTo>
                <a:lnTo>
                  <a:pt x="228929" y="5336"/>
                </a:lnTo>
                <a:lnTo>
                  <a:pt x="257545" y="7560"/>
                </a:lnTo>
                <a:lnTo>
                  <a:pt x="286161" y="10170"/>
                </a:lnTo>
                <a:lnTo>
                  <a:pt x="314777" y="13165"/>
                </a:lnTo>
                <a:lnTo>
                  <a:pt x="343393" y="16546"/>
                </a:lnTo>
                <a:lnTo>
                  <a:pt x="372009" y="20313"/>
                </a:lnTo>
                <a:lnTo>
                  <a:pt x="400625" y="24465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193" name="knowledge-cross-edge">
            <a:extLst>
              <a:ext uri="{FF2B5EF4-FFF2-40B4-BE49-F238E27FC236}">
                <a16:creationId xmlns:a16="http://schemas.microsoft.com/office/drawing/2014/main" id="{D5099211-EDC1-4357-83CB-2479B5C0B858}"/>
              </a:ext>
            </a:extLst>
          </p:cNvPr>
          <p:cNvSpPr>
            <a:spLocks noGrp="1"/>
          </p:cNvSpPr>
          <p:nvPr/>
        </p:nvSpPr>
        <p:spPr>
          <a:xfrm>
            <a:off x="5349460" y="5932295"/>
            <a:ext cx="472347" cy="220604"/>
          </a:xfrm>
          <a:custGeom>
            <a:avLst/>
            <a:gdLst/>
            <a:ahLst/>
            <a:cxnLst/>
            <a:rect l="0" t="0" r="0" b="0"/>
            <a:pathLst>
              <a:path w="472347" h="220604">
                <a:moveTo>
                  <a:pt x="0" y="0"/>
                </a:moveTo>
                <a:lnTo>
                  <a:pt x="53914" y="3313"/>
                </a:lnTo>
                <a:lnTo>
                  <a:pt x="105183" y="9366"/>
                </a:lnTo>
                <a:lnTo>
                  <a:pt x="153805" y="18160"/>
                </a:lnTo>
                <a:lnTo>
                  <a:pt x="199782" y="29693"/>
                </a:lnTo>
                <a:lnTo>
                  <a:pt x="243113" y="43966"/>
                </a:lnTo>
                <a:lnTo>
                  <a:pt x="283798" y="60980"/>
                </a:lnTo>
                <a:lnTo>
                  <a:pt x="321838" y="80734"/>
                </a:lnTo>
                <a:lnTo>
                  <a:pt x="357231" y="103228"/>
                </a:lnTo>
                <a:lnTo>
                  <a:pt x="389979" y="128461"/>
                </a:lnTo>
                <a:lnTo>
                  <a:pt x="420081" y="156435"/>
                </a:lnTo>
                <a:lnTo>
                  <a:pt x="447536" y="187150"/>
                </a:lnTo>
                <a:lnTo>
                  <a:pt x="472347" y="220604"/>
                </a:lnTo>
              </a:path>
            </a:pathLst>
          </a:custGeom>
          <a:noFill/>
          <a:ln w="5334">
            <a:solidFill>
              <a:srgbClr val="C6414D">
                <a:alpha val="13000"/>
              </a:srgbClr>
            </a:solidFill>
            <a:prstDash val="solid"/>
          </a:ln>
        </p:spPr>
      </p:sp>
      <p:sp>
        <p:nvSpPr>
          <p:cNvPr id="194" name="knowledge-edge">
            <a:extLst>
              <a:ext uri="{FF2B5EF4-FFF2-40B4-BE49-F238E27FC236}">
                <a16:creationId xmlns:a16="http://schemas.microsoft.com/office/drawing/2014/main" id="{B626CD06-DA39-4475-810D-9C8A02F18919}"/>
              </a:ext>
            </a:extLst>
          </p:cNvPr>
          <p:cNvSpPr>
            <a:spLocks noGrp="1"/>
          </p:cNvSpPr>
          <p:nvPr/>
        </p:nvSpPr>
        <p:spPr>
          <a:xfrm>
            <a:off x="5316157" y="6107743"/>
            <a:ext cx="505649" cy="66672"/>
          </a:xfrm>
          <a:custGeom>
            <a:avLst/>
            <a:gdLst/>
            <a:ahLst/>
            <a:cxnLst/>
            <a:rect l="0" t="0" r="0" b="0"/>
            <a:pathLst>
              <a:path w="505649" h="66672">
                <a:moveTo>
                  <a:pt x="0" y="0"/>
                </a:moveTo>
                <a:lnTo>
                  <a:pt x="36118" y="14100"/>
                </a:lnTo>
                <a:lnTo>
                  <a:pt x="72236" y="26527"/>
                </a:lnTo>
                <a:lnTo>
                  <a:pt x="108353" y="37281"/>
                </a:lnTo>
                <a:lnTo>
                  <a:pt x="144471" y="46362"/>
                </a:lnTo>
                <a:lnTo>
                  <a:pt x="180589" y="53771"/>
                </a:lnTo>
                <a:lnTo>
                  <a:pt x="216707" y="59505"/>
                </a:lnTo>
                <a:lnTo>
                  <a:pt x="252825" y="63567"/>
                </a:lnTo>
                <a:lnTo>
                  <a:pt x="288942" y="65956"/>
                </a:lnTo>
                <a:lnTo>
                  <a:pt x="325060" y="66672"/>
                </a:lnTo>
                <a:lnTo>
                  <a:pt x="361178" y="65715"/>
                </a:lnTo>
                <a:lnTo>
                  <a:pt x="397296" y="63085"/>
                </a:lnTo>
                <a:lnTo>
                  <a:pt x="433414" y="58782"/>
                </a:lnTo>
                <a:lnTo>
                  <a:pt x="469531" y="52805"/>
                </a:lnTo>
                <a:lnTo>
                  <a:pt x="505649" y="45156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195" name="knowledge-cross-edge">
            <a:extLst>
              <a:ext uri="{FF2B5EF4-FFF2-40B4-BE49-F238E27FC236}">
                <a16:creationId xmlns:a16="http://schemas.microsoft.com/office/drawing/2014/main" id="{150002CF-ADBB-4D12-B7C5-640571283373}"/>
              </a:ext>
            </a:extLst>
          </p:cNvPr>
          <p:cNvSpPr>
            <a:spLocks noGrp="1"/>
          </p:cNvSpPr>
          <p:nvPr/>
        </p:nvSpPr>
        <p:spPr>
          <a:xfrm>
            <a:off x="5316157" y="6079596"/>
            <a:ext cx="564539" cy="501245"/>
          </a:xfrm>
          <a:custGeom>
            <a:avLst/>
            <a:gdLst/>
            <a:ahLst/>
            <a:cxnLst/>
            <a:rect l="0" t="0" r="0" b="0"/>
            <a:pathLst>
              <a:path w="564539" h="501245">
                <a:moveTo>
                  <a:pt x="0" y="28147"/>
                </a:moveTo>
                <a:lnTo>
                  <a:pt x="61597" y="8724"/>
                </a:lnTo>
                <a:lnTo>
                  <a:pt x="120548" y="0"/>
                </a:lnTo>
                <a:lnTo>
                  <a:pt x="176853" y="1976"/>
                </a:lnTo>
                <a:lnTo>
                  <a:pt x="230513" y="14652"/>
                </a:lnTo>
                <a:lnTo>
                  <a:pt x="281527" y="38027"/>
                </a:lnTo>
                <a:lnTo>
                  <a:pt x="329894" y="72102"/>
                </a:lnTo>
                <a:lnTo>
                  <a:pt x="375616" y="116877"/>
                </a:lnTo>
                <a:lnTo>
                  <a:pt x="418693" y="172351"/>
                </a:lnTo>
                <a:lnTo>
                  <a:pt x="459123" y="238525"/>
                </a:lnTo>
                <a:lnTo>
                  <a:pt x="496907" y="315399"/>
                </a:lnTo>
                <a:lnTo>
                  <a:pt x="532046" y="402972"/>
                </a:lnTo>
                <a:lnTo>
                  <a:pt x="564539" y="501245"/>
                </a:lnTo>
              </a:path>
            </a:pathLst>
          </a:custGeom>
          <a:noFill/>
          <a:ln w="5334">
            <a:solidFill>
              <a:srgbClr val="C6414D">
                <a:alpha val="13000"/>
              </a:srgbClr>
            </a:solidFill>
            <a:prstDash val="solid"/>
          </a:ln>
        </p:spPr>
      </p:sp>
      <p:sp>
        <p:nvSpPr>
          <p:cNvPr id="196" name="knowledge-cross-edge">
            <a:extLst>
              <a:ext uri="{FF2B5EF4-FFF2-40B4-BE49-F238E27FC236}">
                <a16:creationId xmlns:a16="http://schemas.microsoft.com/office/drawing/2014/main" id="{6BB62C45-B797-4AE2-ABD7-5ADF1D573C56}"/>
              </a:ext>
            </a:extLst>
          </p:cNvPr>
          <p:cNvSpPr>
            <a:spLocks noGrp="1"/>
          </p:cNvSpPr>
          <p:nvPr/>
        </p:nvSpPr>
        <p:spPr>
          <a:xfrm>
            <a:off x="5316157" y="5955334"/>
            <a:ext cx="433928" cy="152409"/>
          </a:xfrm>
          <a:custGeom>
            <a:avLst/>
            <a:gdLst/>
            <a:ahLst/>
            <a:cxnLst/>
            <a:rect l="0" t="0" r="0" b="0"/>
            <a:pathLst>
              <a:path w="433928" h="152409">
                <a:moveTo>
                  <a:pt x="0" y="152409"/>
                </a:moveTo>
                <a:lnTo>
                  <a:pt x="21609" y="133658"/>
                </a:lnTo>
                <a:lnTo>
                  <a:pt x="45863" y="116007"/>
                </a:lnTo>
                <a:lnTo>
                  <a:pt x="72763" y="99456"/>
                </a:lnTo>
                <a:lnTo>
                  <a:pt x="102309" y="84005"/>
                </a:lnTo>
                <a:lnTo>
                  <a:pt x="134501" y="69654"/>
                </a:lnTo>
                <a:lnTo>
                  <a:pt x="169339" y="56403"/>
                </a:lnTo>
                <a:lnTo>
                  <a:pt x="206823" y="44253"/>
                </a:lnTo>
                <a:lnTo>
                  <a:pt x="246952" y="33202"/>
                </a:lnTo>
                <a:lnTo>
                  <a:pt x="289727" y="23251"/>
                </a:lnTo>
                <a:lnTo>
                  <a:pt x="335148" y="14401"/>
                </a:lnTo>
                <a:lnTo>
                  <a:pt x="383215" y="6650"/>
                </a:lnTo>
                <a:lnTo>
                  <a:pt x="433928" y="0"/>
                </a:lnTo>
              </a:path>
            </a:pathLst>
          </a:custGeom>
          <a:noFill/>
          <a:ln w="4953">
            <a:solidFill>
              <a:srgbClr val="C6414D">
                <a:alpha val="12000"/>
              </a:srgbClr>
            </a:solidFill>
            <a:prstDash val="solid"/>
          </a:ln>
        </p:spPr>
      </p:sp>
      <p:sp>
        <p:nvSpPr>
          <p:cNvPr id="197" name="knowledge-long-edge">
            <a:extLst>
              <a:ext uri="{FF2B5EF4-FFF2-40B4-BE49-F238E27FC236}">
                <a16:creationId xmlns:a16="http://schemas.microsoft.com/office/drawing/2014/main" id="{4F834B58-26CA-45CD-A099-C377EDF8C84A}"/>
              </a:ext>
            </a:extLst>
          </p:cNvPr>
          <p:cNvSpPr>
            <a:spLocks noGrp="1"/>
          </p:cNvSpPr>
          <p:nvPr/>
        </p:nvSpPr>
        <p:spPr>
          <a:xfrm>
            <a:off x="5316157" y="5955220"/>
            <a:ext cx="667394" cy="542840"/>
          </a:xfrm>
          <a:custGeom>
            <a:avLst/>
            <a:gdLst/>
            <a:ahLst/>
            <a:cxnLst/>
            <a:rect l="0" t="0" r="0" b="0"/>
            <a:pathLst>
              <a:path w="667394" h="542840">
                <a:moveTo>
                  <a:pt x="0" y="152523"/>
                </a:moveTo>
                <a:lnTo>
                  <a:pt x="41712" y="102195"/>
                </a:lnTo>
                <a:lnTo>
                  <a:pt x="83424" y="61830"/>
                </a:lnTo>
                <a:lnTo>
                  <a:pt x="125136" y="31428"/>
                </a:lnTo>
                <a:lnTo>
                  <a:pt x="166848" y="10989"/>
                </a:lnTo>
                <a:lnTo>
                  <a:pt x="208561" y="513"/>
                </a:lnTo>
                <a:lnTo>
                  <a:pt x="250273" y="0"/>
                </a:lnTo>
                <a:lnTo>
                  <a:pt x="291985" y="9450"/>
                </a:lnTo>
                <a:lnTo>
                  <a:pt x="333697" y="28863"/>
                </a:lnTo>
                <a:lnTo>
                  <a:pt x="375409" y="58240"/>
                </a:lnTo>
                <a:lnTo>
                  <a:pt x="417121" y="97579"/>
                </a:lnTo>
                <a:lnTo>
                  <a:pt x="458833" y="146882"/>
                </a:lnTo>
                <a:lnTo>
                  <a:pt x="500545" y="206147"/>
                </a:lnTo>
                <a:lnTo>
                  <a:pt x="542257" y="275376"/>
                </a:lnTo>
                <a:lnTo>
                  <a:pt x="583969" y="354567"/>
                </a:lnTo>
                <a:lnTo>
                  <a:pt x="625682" y="443722"/>
                </a:lnTo>
                <a:lnTo>
                  <a:pt x="667394" y="542840"/>
                </a:lnTo>
              </a:path>
            </a:pathLst>
          </a:custGeom>
          <a:noFill/>
          <a:ln w="4286">
            <a:solidFill>
              <a:srgbClr val="C6414D">
                <a:alpha val="9000"/>
              </a:srgbClr>
            </a:solidFill>
            <a:prstDash val="solid"/>
          </a:ln>
        </p:spPr>
      </p:sp>
      <p:sp>
        <p:nvSpPr>
          <p:cNvPr id="198" name="knowledge-edge">
            <a:extLst>
              <a:ext uri="{FF2B5EF4-FFF2-40B4-BE49-F238E27FC236}">
                <a16:creationId xmlns:a16="http://schemas.microsoft.com/office/drawing/2014/main" id="{82809389-CCDC-4AFF-9F80-C66AA6E1DB86}"/>
              </a:ext>
            </a:extLst>
          </p:cNvPr>
          <p:cNvSpPr>
            <a:spLocks noGrp="1"/>
          </p:cNvSpPr>
          <p:nvPr/>
        </p:nvSpPr>
        <p:spPr>
          <a:xfrm>
            <a:off x="5257645" y="6464978"/>
            <a:ext cx="623051" cy="115863"/>
          </a:xfrm>
          <a:custGeom>
            <a:avLst/>
            <a:gdLst/>
            <a:ahLst/>
            <a:cxnLst/>
            <a:rect l="0" t="0" r="0" b="0"/>
            <a:pathLst>
              <a:path w="623051" h="115863">
                <a:moveTo>
                  <a:pt x="0" y="7051"/>
                </a:moveTo>
                <a:lnTo>
                  <a:pt x="44504" y="2860"/>
                </a:lnTo>
                <a:lnTo>
                  <a:pt x="89007" y="510"/>
                </a:lnTo>
                <a:lnTo>
                  <a:pt x="133511" y="0"/>
                </a:lnTo>
                <a:lnTo>
                  <a:pt x="178015" y="1331"/>
                </a:lnTo>
                <a:lnTo>
                  <a:pt x="222518" y="4502"/>
                </a:lnTo>
                <a:lnTo>
                  <a:pt x="267022" y="9514"/>
                </a:lnTo>
                <a:lnTo>
                  <a:pt x="311526" y="16366"/>
                </a:lnTo>
                <a:lnTo>
                  <a:pt x="356029" y="25058"/>
                </a:lnTo>
                <a:lnTo>
                  <a:pt x="400533" y="35591"/>
                </a:lnTo>
                <a:lnTo>
                  <a:pt x="445037" y="47965"/>
                </a:lnTo>
                <a:lnTo>
                  <a:pt x="489540" y="62179"/>
                </a:lnTo>
                <a:lnTo>
                  <a:pt x="534044" y="78233"/>
                </a:lnTo>
                <a:lnTo>
                  <a:pt x="578547" y="96128"/>
                </a:lnTo>
                <a:lnTo>
                  <a:pt x="623051" y="115863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199" name="knowledge-long-edge">
            <a:extLst>
              <a:ext uri="{FF2B5EF4-FFF2-40B4-BE49-F238E27FC236}">
                <a16:creationId xmlns:a16="http://schemas.microsoft.com/office/drawing/2014/main" id="{922E44B9-0D5E-4600-8C3A-E1ECA96D368A}"/>
              </a:ext>
            </a:extLst>
          </p:cNvPr>
          <p:cNvSpPr>
            <a:spLocks noGrp="1"/>
          </p:cNvSpPr>
          <p:nvPr/>
        </p:nvSpPr>
        <p:spPr>
          <a:xfrm>
            <a:off x="5257645" y="6051109"/>
            <a:ext cx="934241" cy="420919"/>
          </a:xfrm>
          <a:custGeom>
            <a:avLst/>
            <a:gdLst/>
            <a:ahLst/>
            <a:cxnLst/>
            <a:rect l="0" t="0" r="0" b="0"/>
            <a:pathLst>
              <a:path w="934241" h="420919">
                <a:moveTo>
                  <a:pt x="0" y="420919"/>
                </a:moveTo>
                <a:lnTo>
                  <a:pt x="58390" y="331230"/>
                </a:lnTo>
                <a:lnTo>
                  <a:pt x="116780" y="252270"/>
                </a:lnTo>
                <a:lnTo>
                  <a:pt x="175170" y="184041"/>
                </a:lnTo>
                <a:lnTo>
                  <a:pt x="233560" y="126542"/>
                </a:lnTo>
                <a:lnTo>
                  <a:pt x="291950" y="79774"/>
                </a:lnTo>
                <a:lnTo>
                  <a:pt x="350340" y="43735"/>
                </a:lnTo>
                <a:lnTo>
                  <a:pt x="408730" y="18426"/>
                </a:lnTo>
                <a:lnTo>
                  <a:pt x="467120" y="3848"/>
                </a:lnTo>
                <a:lnTo>
                  <a:pt x="525510" y="0"/>
                </a:lnTo>
                <a:lnTo>
                  <a:pt x="583900" y="6882"/>
                </a:lnTo>
                <a:lnTo>
                  <a:pt x="642290" y="24494"/>
                </a:lnTo>
                <a:lnTo>
                  <a:pt x="700680" y="52837"/>
                </a:lnTo>
                <a:lnTo>
                  <a:pt x="759070" y="91909"/>
                </a:lnTo>
                <a:lnTo>
                  <a:pt x="817460" y="141712"/>
                </a:lnTo>
                <a:lnTo>
                  <a:pt x="875850" y="202245"/>
                </a:lnTo>
                <a:lnTo>
                  <a:pt x="934241" y="273508"/>
                </a:lnTo>
              </a:path>
            </a:pathLst>
          </a:custGeom>
          <a:noFill/>
          <a:ln w="4286">
            <a:solidFill>
              <a:srgbClr val="C6414D">
                <a:alpha val="9000"/>
              </a:srgbClr>
            </a:solidFill>
            <a:prstDash val="solid"/>
          </a:ln>
        </p:spPr>
      </p:sp>
      <p:sp>
        <p:nvSpPr>
          <p:cNvPr id="200" name="knowledge-edge">
            <a:extLst>
              <a:ext uri="{FF2B5EF4-FFF2-40B4-BE49-F238E27FC236}">
                <a16:creationId xmlns:a16="http://schemas.microsoft.com/office/drawing/2014/main" id="{5CCCD548-7FE8-4145-8971-E19288A4D41C}"/>
              </a:ext>
            </a:extLst>
          </p:cNvPr>
          <p:cNvSpPr>
            <a:spLocks noGrp="1"/>
          </p:cNvSpPr>
          <p:nvPr/>
        </p:nvSpPr>
        <p:spPr>
          <a:xfrm>
            <a:off x="5405908" y="6731943"/>
            <a:ext cx="468882" cy="100368"/>
          </a:xfrm>
          <a:custGeom>
            <a:avLst/>
            <a:gdLst/>
            <a:ahLst/>
            <a:cxnLst/>
            <a:rect l="0" t="0" r="0" b="0"/>
            <a:pathLst>
              <a:path w="468882" h="100368">
                <a:moveTo>
                  <a:pt x="0" y="53742"/>
                </a:moveTo>
                <a:lnTo>
                  <a:pt x="33492" y="68769"/>
                </a:lnTo>
                <a:lnTo>
                  <a:pt x="66983" y="80894"/>
                </a:lnTo>
                <a:lnTo>
                  <a:pt x="100475" y="90116"/>
                </a:lnTo>
                <a:lnTo>
                  <a:pt x="133966" y="96436"/>
                </a:lnTo>
                <a:lnTo>
                  <a:pt x="167458" y="99853"/>
                </a:lnTo>
                <a:lnTo>
                  <a:pt x="200950" y="100368"/>
                </a:lnTo>
                <a:lnTo>
                  <a:pt x="234441" y="97981"/>
                </a:lnTo>
                <a:lnTo>
                  <a:pt x="267933" y="92691"/>
                </a:lnTo>
                <a:lnTo>
                  <a:pt x="301424" y="84498"/>
                </a:lnTo>
                <a:lnTo>
                  <a:pt x="334916" y="73404"/>
                </a:lnTo>
                <a:lnTo>
                  <a:pt x="368407" y="59406"/>
                </a:lnTo>
                <a:lnTo>
                  <a:pt x="401899" y="42507"/>
                </a:lnTo>
                <a:lnTo>
                  <a:pt x="435391" y="22705"/>
                </a:lnTo>
                <a:lnTo>
                  <a:pt x="468882" y="0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01" name="knowledge-cross-edge">
            <a:extLst>
              <a:ext uri="{FF2B5EF4-FFF2-40B4-BE49-F238E27FC236}">
                <a16:creationId xmlns:a16="http://schemas.microsoft.com/office/drawing/2014/main" id="{1777CE66-AE73-4B49-A317-6BDE89893C4B}"/>
              </a:ext>
            </a:extLst>
          </p:cNvPr>
          <p:cNvSpPr>
            <a:spLocks noGrp="1"/>
          </p:cNvSpPr>
          <p:nvPr/>
        </p:nvSpPr>
        <p:spPr>
          <a:xfrm>
            <a:off x="5405908" y="6580841"/>
            <a:ext cx="474788" cy="204844"/>
          </a:xfrm>
          <a:custGeom>
            <a:avLst/>
            <a:gdLst/>
            <a:ahLst/>
            <a:cxnLst/>
            <a:rect l="0" t="0" r="0" b="0"/>
            <a:pathLst>
              <a:path w="474788" h="204844">
                <a:moveTo>
                  <a:pt x="0" y="204844"/>
                </a:moveTo>
                <a:lnTo>
                  <a:pt x="25014" y="171964"/>
                </a:lnTo>
                <a:lnTo>
                  <a:pt x="52673" y="141958"/>
                </a:lnTo>
                <a:lnTo>
                  <a:pt x="82978" y="114827"/>
                </a:lnTo>
                <a:lnTo>
                  <a:pt x="115929" y="90570"/>
                </a:lnTo>
                <a:lnTo>
                  <a:pt x="151526" y="69188"/>
                </a:lnTo>
                <a:lnTo>
                  <a:pt x="189769" y="50681"/>
                </a:lnTo>
                <a:lnTo>
                  <a:pt x="230658" y="35048"/>
                </a:lnTo>
                <a:lnTo>
                  <a:pt x="274192" y="22289"/>
                </a:lnTo>
                <a:lnTo>
                  <a:pt x="320372" y="12405"/>
                </a:lnTo>
                <a:lnTo>
                  <a:pt x="369198" y="5395"/>
                </a:lnTo>
                <a:lnTo>
                  <a:pt x="420670" y="1260"/>
                </a:lnTo>
                <a:lnTo>
                  <a:pt x="474788" y="0"/>
                </a:lnTo>
              </a:path>
            </a:pathLst>
          </a:custGeom>
          <a:noFill/>
          <a:ln w="4953">
            <a:solidFill>
              <a:srgbClr val="C6414D">
                <a:alpha val="12000"/>
              </a:srgbClr>
            </a:solidFill>
            <a:prstDash val="solid"/>
          </a:ln>
        </p:spPr>
      </p:sp>
      <p:sp>
        <p:nvSpPr>
          <p:cNvPr id="202" name="knowledge-edge">
            <a:extLst>
              <a:ext uri="{FF2B5EF4-FFF2-40B4-BE49-F238E27FC236}">
                <a16:creationId xmlns:a16="http://schemas.microsoft.com/office/drawing/2014/main" id="{7C688E6F-2318-430E-B902-57D9AEB4795D}"/>
              </a:ext>
            </a:extLst>
          </p:cNvPr>
          <p:cNvSpPr>
            <a:spLocks noGrp="1"/>
          </p:cNvSpPr>
          <p:nvPr/>
        </p:nvSpPr>
        <p:spPr>
          <a:xfrm>
            <a:off x="5391563" y="6794948"/>
            <a:ext cx="390964" cy="51201"/>
          </a:xfrm>
          <a:custGeom>
            <a:avLst/>
            <a:gdLst/>
            <a:ahLst/>
            <a:cxnLst/>
            <a:rect l="0" t="0" r="0" b="0"/>
            <a:pathLst>
              <a:path w="390964" h="51201">
                <a:moveTo>
                  <a:pt x="0" y="51201"/>
                </a:moveTo>
                <a:lnTo>
                  <a:pt x="27926" y="42556"/>
                </a:lnTo>
                <a:lnTo>
                  <a:pt x="55852" y="34709"/>
                </a:lnTo>
                <a:lnTo>
                  <a:pt x="83778" y="27661"/>
                </a:lnTo>
                <a:lnTo>
                  <a:pt x="111704" y="21410"/>
                </a:lnTo>
                <a:lnTo>
                  <a:pt x="139630" y="15957"/>
                </a:lnTo>
                <a:lnTo>
                  <a:pt x="167556" y="11302"/>
                </a:lnTo>
                <a:lnTo>
                  <a:pt x="195482" y="7446"/>
                </a:lnTo>
                <a:lnTo>
                  <a:pt x="223408" y="4387"/>
                </a:lnTo>
                <a:lnTo>
                  <a:pt x="251334" y="2127"/>
                </a:lnTo>
                <a:lnTo>
                  <a:pt x="279260" y="664"/>
                </a:lnTo>
                <a:lnTo>
                  <a:pt x="307186" y="0"/>
                </a:lnTo>
                <a:lnTo>
                  <a:pt x="335112" y="134"/>
                </a:lnTo>
                <a:lnTo>
                  <a:pt x="363038" y="1065"/>
                </a:lnTo>
                <a:lnTo>
                  <a:pt x="390964" y="2795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03" name="knowledge-cross-edge">
            <a:extLst>
              <a:ext uri="{FF2B5EF4-FFF2-40B4-BE49-F238E27FC236}">
                <a16:creationId xmlns:a16="http://schemas.microsoft.com/office/drawing/2014/main" id="{BE057039-D9EA-4C9E-BEE2-ADFE07B68146}"/>
              </a:ext>
            </a:extLst>
          </p:cNvPr>
          <p:cNvSpPr>
            <a:spLocks noGrp="1"/>
          </p:cNvSpPr>
          <p:nvPr/>
        </p:nvSpPr>
        <p:spPr>
          <a:xfrm>
            <a:off x="5391563" y="6684347"/>
            <a:ext cx="483227" cy="161802"/>
          </a:xfrm>
          <a:custGeom>
            <a:avLst/>
            <a:gdLst/>
            <a:ahLst/>
            <a:cxnLst/>
            <a:rect l="0" t="0" r="0" b="0"/>
            <a:pathLst>
              <a:path w="483227" h="161802">
                <a:moveTo>
                  <a:pt x="0" y="161802"/>
                </a:moveTo>
                <a:lnTo>
                  <a:pt x="25717" y="122838"/>
                </a:lnTo>
                <a:lnTo>
                  <a:pt x="54080" y="89227"/>
                </a:lnTo>
                <a:lnTo>
                  <a:pt x="85088" y="60971"/>
                </a:lnTo>
                <a:lnTo>
                  <a:pt x="118742" y="38069"/>
                </a:lnTo>
                <a:lnTo>
                  <a:pt x="155043" y="20520"/>
                </a:lnTo>
                <a:lnTo>
                  <a:pt x="193989" y="8326"/>
                </a:lnTo>
                <a:lnTo>
                  <a:pt x="235581" y="1486"/>
                </a:lnTo>
                <a:lnTo>
                  <a:pt x="279818" y="0"/>
                </a:lnTo>
                <a:lnTo>
                  <a:pt x="326702" y="3868"/>
                </a:lnTo>
                <a:lnTo>
                  <a:pt x="376231" y="13090"/>
                </a:lnTo>
                <a:lnTo>
                  <a:pt x="428406" y="27666"/>
                </a:lnTo>
                <a:lnTo>
                  <a:pt x="483227" y="47596"/>
                </a:lnTo>
              </a:path>
            </a:pathLst>
          </a:custGeom>
          <a:noFill/>
          <a:ln w="4953">
            <a:solidFill>
              <a:srgbClr val="C6414D">
                <a:alpha val="12000"/>
              </a:srgbClr>
            </a:solidFill>
            <a:prstDash val="solid"/>
          </a:ln>
        </p:spPr>
      </p:sp>
      <p:sp>
        <p:nvSpPr>
          <p:cNvPr id="204" name="knowledge-edge">
            <a:extLst>
              <a:ext uri="{FF2B5EF4-FFF2-40B4-BE49-F238E27FC236}">
                <a16:creationId xmlns:a16="http://schemas.microsoft.com/office/drawing/2014/main" id="{D15B285A-64E9-43CB-86FD-F257B055F238}"/>
              </a:ext>
            </a:extLst>
          </p:cNvPr>
          <p:cNvSpPr>
            <a:spLocks noGrp="1"/>
          </p:cNvSpPr>
          <p:nvPr/>
        </p:nvSpPr>
        <p:spPr>
          <a:xfrm>
            <a:off x="5249166" y="6900265"/>
            <a:ext cx="490104" cy="38318"/>
          </a:xfrm>
          <a:custGeom>
            <a:avLst/>
            <a:gdLst/>
            <a:ahLst/>
            <a:cxnLst/>
            <a:rect l="0" t="0" r="0" b="0"/>
            <a:pathLst>
              <a:path w="490104" h="38318">
                <a:moveTo>
                  <a:pt x="0" y="34408"/>
                </a:moveTo>
                <a:lnTo>
                  <a:pt x="35007" y="25040"/>
                </a:lnTo>
                <a:lnTo>
                  <a:pt x="70015" y="17156"/>
                </a:lnTo>
                <a:lnTo>
                  <a:pt x="105022" y="10756"/>
                </a:lnTo>
                <a:lnTo>
                  <a:pt x="140030" y="5841"/>
                </a:lnTo>
                <a:lnTo>
                  <a:pt x="175037" y="2410"/>
                </a:lnTo>
                <a:lnTo>
                  <a:pt x="210045" y="463"/>
                </a:lnTo>
                <a:lnTo>
                  <a:pt x="245052" y="0"/>
                </a:lnTo>
                <a:lnTo>
                  <a:pt x="280060" y="1021"/>
                </a:lnTo>
                <a:lnTo>
                  <a:pt x="315067" y="3527"/>
                </a:lnTo>
                <a:lnTo>
                  <a:pt x="350074" y="7517"/>
                </a:lnTo>
                <a:lnTo>
                  <a:pt x="385082" y="12991"/>
                </a:lnTo>
                <a:lnTo>
                  <a:pt x="420089" y="19949"/>
                </a:lnTo>
                <a:lnTo>
                  <a:pt x="455097" y="28391"/>
                </a:lnTo>
                <a:lnTo>
                  <a:pt x="490104" y="38318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05" name="knowledge-edge">
            <a:extLst>
              <a:ext uri="{FF2B5EF4-FFF2-40B4-BE49-F238E27FC236}">
                <a16:creationId xmlns:a16="http://schemas.microsoft.com/office/drawing/2014/main" id="{7FA8B570-068C-43C1-9FAC-4A2302AFFB39}"/>
              </a:ext>
            </a:extLst>
          </p:cNvPr>
          <p:cNvSpPr>
            <a:spLocks noGrp="1"/>
          </p:cNvSpPr>
          <p:nvPr/>
        </p:nvSpPr>
        <p:spPr>
          <a:xfrm>
            <a:off x="5473578" y="7044960"/>
            <a:ext cx="237227" cy="58477"/>
          </a:xfrm>
          <a:custGeom>
            <a:avLst/>
            <a:gdLst/>
            <a:ahLst/>
            <a:cxnLst/>
            <a:rect l="0" t="0" r="0" b="0"/>
            <a:pathLst>
              <a:path w="237227" h="58477">
                <a:moveTo>
                  <a:pt x="0" y="58477"/>
                </a:moveTo>
                <a:lnTo>
                  <a:pt x="16945" y="48424"/>
                </a:lnTo>
                <a:lnTo>
                  <a:pt x="33890" y="39318"/>
                </a:lnTo>
                <a:lnTo>
                  <a:pt x="50834" y="31160"/>
                </a:lnTo>
                <a:lnTo>
                  <a:pt x="67779" y="23950"/>
                </a:lnTo>
                <a:lnTo>
                  <a:pt x="84724" y="17686"/>
                </a:lnTo>
                <a:lnTo>
                  <a:pt x="101669" y="12370"/>
                </a:lnTo>
                <a:lnTo>
                  <a:pt x="118614" y="8001"/>
                </a:lnTo>
                <a:lnTo>
                  <a:pt x="135558" y="4580"/>
                </a:lnTo>
                <a:lnTo>
                  <a:pt x="152503" y="2106"/>
                </a:lnTo>
                <a:lnTo>
                  <a:pt x="169448" y="579"/>
                </a:lnTo>
                <a:lnTo>
                  <a:pt x="186393" y="0"/>
                </a:lnTo>
                <a:lnTo>
                  <a:pt x="203338" y="368"/>
                </a:lnTo>
                <a:lnTo>
                  <a:pt x="220282" y="1683"/>
                </a:lnTo>
                <a:lnTo>
                  <a:pt x="237227" y="3946"/>
                </a:lnTo>
              </a:path>
            </a:pathLst>
          </a:custGeom>
          <a:noFill/>
          <a:ln w="6477">
            <a:solidFill>
              <a:srgbClr val="C6414D">
                <a:alpha val="17000"/>
              </a:srgbClr>
            </a:solidFill>
            <a:prstDash val="solid"/>
          </a:ln>
        </p:spPr>
      </p:sp>
      <p:sp>
        <p:nvSpPr>
          <p:cNvPr id="206" name="knowledge-edge">
            <a:extLst>
              <a:ext uri="{FF2B5EF4-FFF2-40B4-BE49-F238E27FC236}">
                <a16:creationId xmlns:a16="http://schemas.microsoft.com/office/drawing/2014/main" id="{0BFD1993-8315-4B1F-B87F-2AC7A4BBA0DD}"/>
              </a:ext>
            </a:extLst>
          </p:cNvPr>
          <p:cNvSpPr>
            <a:spLocks noGrp="1"/>
          </p:cNvSpPr>
          <p:nvPr/>
        </p:nvSpPr>
        <p:spPr>
          <a:xfrm>
            <a:off x="5750085" y="5849107"/>
            <a:ext cx="372295" cy="112431"/>
          </a:xfrm>
          <a:custGeom>
            <a:avLst/>
            <a:gdLst/>
            <a:ahLst/>
            <a:cxnLst/>
            <a:rect l="0" t="0" r="0" b="0"/>
            <a:pathLst>
              <a:path w="372295" h="112431">
                <a:moveTo>
                  <a:pt x="0" y="106227"/>
                </a:moveTo>
                <a:lnTo>
                  <a:pt x="26593" y="110051"/>
                </a:lnTo>
                <a:lnTo>
                  <a:pt x="53185" y="112119"/>
                </a:lnTo>
                <a:lnTo>
                  <a:pt x="79778" y="112431"/>
                </a:lnTo>
                <a:lnTo>
                  <a:pt x="106370" y="110988"/>
                </a:lnTo>
                <a:lnTo>
                  <a:pt x="132963" y="107789"/>
                </a:lnTo>
                <a:lnTo>
                  <a:pt x="159555" y="102834"/>
                </a:lnTo>
                <a:lnTo>
                  <a:pt x="186148" y="96125"/>
                </a:lnTo>
                <a:lnTo>
                  <a:pt x="212740" y="87659"/>
                </a:lnTo>
                <a:lnTo>
                  <a:pt x="239333" y="77438"/>
                </a:lnTo>
                <a:lnTo>
                  <a:pt x="265925" y="65462"/>
                </a:lnTo>
                <a:lnTo>
                  <a:pt x="292518" y="51730"/>
                </a:lnTo>
                <a:lnTo>
                  <a:pt x="319110" y="36242"/>
                </a:lnTo>
                <a:lnTo>
                  <a:pt x="345703" y="18999"/>
                </a:lnTo>
                <a:lnTo>
                  <a:pt x="372295" y="0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07" name="knowledge-cross-edge">
            <a:extLst>
              <a:ext uri="{FF2B5EF4-FFF2-40B4-BE49-F238E27FC236}">
                <a16:creationId xmlns:a16="http://schemas.microsoft.com/office/drawing/2014/main" id="{6CEAA2E6-7717-489F-A5BC-623861B486EE}"/>
              </a:ext>
            </a:extLst>
          </p:cNvPr>
          <p:cNvSpPr>
            <a:spLocks noGrp="1"/>
          </p:cNvSpPr>
          <p:nvPr/>
        </p:nvSpPr>
        <p:spPr>
          <a:xfrm>
            <a:off x="5750085" y="5954170"/>
            <a:ext cx="441800" cy="370447"/>
          </a:xfrm>
          <a:custGeom>
            <a:avLst/>
            <a:gdLst/>
            <a:ahLst/>
            <a:cxnLst/>
            <a:rect l="0" t="0" r="0" b="0"/>
            <a:pathLst>
              <a:path w="441800" h="370447">
                <a:moveTo>
                  <a:pt x="0" y="1164"/>
                </a:moveTo>
                <a:lnTo>
                  <a:pt x="51369" y="0"/>
                </a:lnTo>
                <a:lnTo>
                  <a:pt x="100092" y="4642"/>
                </a:lnTo>
                <a:lnTo>
                  <a:pt x="146169" y="15092"/>
                </a:lnTo>
                <a:lnTo>
                  <a:pt x="189600" y="31348"/>
                </a:lnTo>
                <a:lnTo>
                  <a:pt x="230386" y="53411"/>
                </a:lnTo>
                <a:lnTo>
                  <a:pt x="268525" y="81281"/>
                </a:lnTo>
                <a:lnTo>
                  <a:pt x="304019" y="114958"/>
                </a:lnTo>
                <a:lnTo>
                  <a:pt x="336867" y="154442"/>
                </a:lnTo>
                <a:lnTo>
                  <a:pt x="367069" y="199733"/>
                </a:lnTo>
                <a:lnTo>
                  <a:pt x="394625" y="250831"/>
                </a:lnTo>
                <a:lnTo>
                  <a:pt x="419536" y="307735"/>
                </a:lnTo>
                <a:lnTo>
                  <a:pt x="441800" y="370447"/>
                </a:lnTo>
              </a:path>
            </a:pathLst>
          </a:custGeom>
          <a:noFill/>
          <a:ln w="5334">
            <a:solidFill>
              <a:srgbClr val="D84241">
                <a:alpha val="13000"/>
              </a:srgbClr>
            </a:solidFill>
            <a:prstDash val="solid"/>
          </a:ln>
        </p:spPr>
      </p:sp>
      <p:sp>
        <p:nvSpPr>
          <p:cNvPr id="208" name="knowledge-edge">
            <a:extLst>
              <a:ext uri="{FF2B5EF4-FFF2-40B4-BE49-F238E27FC236}">
                <a16:creationId xmlns:a16="http://schemas.microsoft.com/office/drawing/2014/main" id="{1D97C627-D18C-4E80-96D0-604DF1CF065A}"/>
              </a:ext>
            </a:extLst>
          </p:cNvPr>
          <p:cNvSpPr>
            <a:spLocks noGrp="1"/>
          </p:cNvSpPr>
          <p:nvPr/>
        </p:nvSpPr>
        <p:spPr>
          <a:xfrm>
            <a:off x="5821806" y="6152899"/>
            <a:ext cx="370079" cy="171718"/>
          </a:xfrm>
          <a:custGeom>
            <a:avLst/>
            <a:gdLst/>
            <a:ahLst/>
            <a:cxnLst/>
            <a:rect l="0" t="0" r="0" b="0"/>
            <a:pathLst>
              <a:path w="370079" h="171718">
                <a:moveTo>
                  <a:pt x="0" y="0"/>
                </a:moveTo>
                <a:lnTo>
                  <a:pt x="26434" y="21830"/>
                </a:lnTo>
                <a:lnTo>
                  <a:pt x="52868" y="42189"/>
                </a:lnTo>
                <a:lnTo>
                  <a:pt x="79303" y="61077"/>
                </a:lnTo>
                <a:lnTo>
                  <a:pt x="105737" y="78493"/>
                </a:lnTo>
                <a:lnTo>
                  <a:pt x="132171" y="94437"/>
                </a:lnTo>
                <a:lnTo>
                  <a:pt x="158605" y="108910"/>
                </a:lnTo>
                <a:lnTo>
                  <a:pt x="185040" y="121911"/>
                </a:lnTo>
                <a:lnTo>
                  <a:pt x="211474" y="133441"/>
                </a:lnTo>
                <a:lnTo>
                  <a:pt x="237908" y="143499"/>
                </a:lnTo>
                <a:lnTo>
                  <a:pt x="264342" y="152086"/>
                </a:lnTo>
                <a:lnTo>
                  <a:pt x="290776" y="159201"/>
                </a:lnTo>
                <a:lnTo>
                  <a:pt x="317211" y="164845"/>
                </a:lnTo>
                <a:lnTo>
                  <a:pt x="343645" y="169017"/>
                </a:lnTo>
                <a:lnTo>
                  <a:pt x="370079" y="171718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09" name="knowledge-cross-edge">
            <a:extLst>
              <a:ext uri="{FF2B5EF4-FFF2-40B4-BE49-F238E27FC236}">
                <a16:creationId xmlns:a16="http://schemas.microsoft.com/office/drawing/2014/main" id="{F534E5E6-7AB3-4917-94BD-15477299EFE1}"/>
              </a:ext>
            </a:extLst>
          </p:cNvPr>
          <p:cNvSpPr>
            <a:spLocks noGrp="1"/>
          </p:cNvSpPr>
          <p:nvPr/>
        </p:nvSpPr>
        <p:spPr>
          <a:xfrm>
            <a:off x="5821806" y="6152899"/>
            <a:ext cx="162818" cy="345161"/>
          </a:xfrm>
          <a:custGeom>
            <a:avLst/>
            <a:gdLst/>
            <a:ahLst/>
            <a:cxnLst/>
            <a:rect l="0" t="0" r="0" b="0"/>
            <a:pathLst>
              <a:path w="162818" h="345161">
                <a:moveTo>
                  <a:pt x="0" y="0"/>
                </a:moveTo>
                <a:lnTo>
                  <a:pt x="28031" y="14268"/>
                </a:lnTo>
                <a:lnTo>
                  <a:pt x="53416" y="31171"/>
                </a:lnTo>
                <a:lnTo>
                  <a:pt x="76155" y="50710"/>
                </a:lnTo>
                <a:lnTo>
                  <a:pt x="96248" y="72885"/>
                </a:lnTo>
                <a:lnTo>
                  <a:pt x="113696" y="97695"/>
                </a:lnTo>
                <a:lnTo>
                  <a:pt x="128497" y="125140"/>
                </a:lnTo>
                <a:lnTo>
                  <a:pt x="140653" y="155221"/>
                </a:lnTo>
                <a:lnTo>
                  <a:pt x="150163" y="187938"/>
                </a:lnTo>
                <a:lnTo>
                  <a:pt x="157027" y="223290"/>
                </a:lnTo>
                <a:lnTo>
                  <a:pt x="161245" y="261278"/>
                </a:lnTo>
                <a:lnTo>
                  <a:pt x="162818" y="301902"/>
                </a:lnTo>
                <a:lnTo>
                  <a:pt x="161744" y="345161"/>
                </a:lnTo>
              </a:path>
            </a:pathLst>
          </a:custGeom>
          <a:noFill/>
          <a:ln w="5334">
            <a:solidFill>
              <a:srgbClr val="D84241">
                <a:alpha val="13000"/>
              </a:srgbClr>
            </a:solidFill>
            <a:prstDash val="solid"/>
          </a:ln>
        </p:spPr>
      </p:sp>
      <p:sp>
        <p:nvSpPr>
          <p:cNvPr id="210" name="knowledge-cross-edge">
            <a:extLst>
              <a:ext uri="{FF2B5EF4-FFF2-40B4-BE49-F238E27FC236}">
                <a16:creationId xmlns:a16="http://schemas.microsoft.com/office/drawing/2014/main" id="{FD1050F6-058C-4085-9CBB-B83A0A12C2F8}"/>
              </a:ext>
            </a:extLst>
          </p:cNvPr>
          <p:cNvSpPr>
            <a:spLocks noGrp="1"/>
          </p:cNvSpPr>
          <p:nvPr/>
        </p:nvSpPr>
        <p:spPr>
          <a:xfrm>
            <a:off x="5821806" y="5816790"/>
            <a:ext cx="300574" cy="336109"/>
          </a:xfrm>
          <a:custGeom>
            <a:avLst/>
            <a:gdLst/>
            <a:ahLst/>
            <a:cxnLst/>
            <a:rect l="0" t="0" r="0" b="0"/>
            <a:pathLst>
              <a:path w="300574" h="336109">
                <a:moveTo>
                  <a:pt x="0" y="336109"/>
                </a:moveTo>
                <a:lnTo>
                  <a:pt x="10496" y="266685"/>
                </a:lnTo>
                <a:lnTo>
                  <a:pt x="23637" y="205281"/>
                </a:lnTo>
                <a:lnTo>
                  <a:pt x="39425" y="151896"/>
                </a:lnTo>
                <a:lnTo>
                  <a:pt x="57858" y="106531"/>
                </a:lnTo>
                <a:lnTo>
                  <a:pt x="78937" y="69186"/>
                </a:lnTo>
                <a:lnTo>
                  <a:pt x="102662" y="39860"/>
                </a:lnTo>
                <a:lnTo>
                  <a:pt x="129033" y="18554"/>
                </a:lnTo>
                <a:lnTo>
                  <a:pt x="158049" y="5267"/>
                </a:lnTo>
                <a:lnTo>
                  <a:pt x="189712" y="0"/>
                </a:lnTo>
                <a:lnTo>
                  <a:pt x="224020" y="2753"/>
                </a:lnTo>
                <a:lnTo>
                  <a:pt x="260974" y="13525"/>
                </a:lnTo>
                <a:lnTo>
                  <a:pt x="300574" y="32316"/>
                </a:lnTo>
              </a:path>
            </a:pathLst>
          </a:custGeom>
          <a:noFill/>
          <a:ln w="4953">
            <a:solidFill>
              <a:srgbClr val="D84241">
                <a:alpha val="12000"/>
              </a:srgbClr>
            </a:solidFill>
            <a:prstDash val="solid"/>
          </a:ln>
        </p:spPr>
      </p:sp>
      <p:sp>
        <p:nvSpPr>
          <p:cNvPr id="211" name="knowledge-edge">
            <a:extLst>
              <a:ext uri="{FF2B5EF4-FFF2-40B4-BE49-F238E27FC236}">
                <a16:creationId xmlns:a16="http://schemas.microsoft.com/office/drawing/2014/main" id="{A9FBB956-DE89-4839-8A76-274F51F0255A}"/>
              </a:ext>
            </a:extLst>
          </p:cNvPr>
          <p:cNvSpPr>
            <a:spLocks noGrp="1"/>
          </p:cNvSpPr>
          <p:nvPr/>
        </p:nvSpPr>
        <p:spPr>
          <a:xfrm>
            <a:off x="5880696" y="6498060"/>
            <a:ext cx="102855" cy="82781"/>
          </a:xfrm>
          <a:custGeom>
            <a:avLst/>
            <a:gdLst/>
            <a:ahLst/>
            <a:cxnLst/>
            <a:rect l="0" t="0" r="0" b="0"/>
            <a:pathLst>
              <a:path w="102855" h="82781">
                <a:moveTo>
                  <a:pt x="0" y="82781"/>
                </a:moveTo>
                <a:lnTo>
                  <a:pt x="7347" y="78081"/>
                </a:lnTo>
                <a:lnTo>
                  <a:pt x="14694" y="73194"/>
                </a:lnTo>
                <a:lnTo>
                  <a:pt x="22040" y="68121"/>
                </a:lnTo>
                <a:lnTo>
                  <a:pt x="29387" y="62862"/>
                </a:lnTo>
                <a:lnTo>
                  <a:pt x="36734" y="57415"/>
                </a:lnTo>
                <a:lnTo>
                  <a:pt x="44081" y="51782"/>
                </a:lnTo>
                <a:lnTo>
                  <a:pt x="51427" y="45963"/>
                </a:lnTo>
                <a:lnTo>
                  <a:pt x="58774" y="39956"/>
                </a:lnTo>
                <a:lnTo>
                  <a:pt x="66121" y="33763"/>
                </a:lnTo>
                <a:lnTo>
                  <a:pt x="73468" y="27384"/>
                </a:lnTo>
                <a:lnTo>
                  <a:pt x="80814" y="20818"/>
                </a:lnTo>
                <a:lnTo>
                  <a:pt x="88161" y="14065"/>
                </a:lnTo>
                <a:lnTo>
                  <a:pt x="95508" y="7126"/>
                </a:lnTo>
                <a:lnTo>
                  <a:pt x="102855" y="0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12" name="knowledge-cross-edge">
            <a:extLst>
              <a:ext uri="{FF2B5EF4-FFF2-40B4-BE49-F238E27FC236}">
                <a16:creationId xmlns:a16="http://schemas.microsoft.com/office/drawing/2014/main" id="{719C5D9B-D965-4E1A-9F6E-0940518CCCA2}"/>
              </a:ext>
            </a:extLst>
          </p:cNvPr>
          <p:cNvSpPr>
            <a:spLocks noGrp="1"/>
          </p:cNvSpPr>
          <p:nvPr/>
        </p:nvSpPr>
        <p:spPr>
          <a:xfrm>
            <a:off x="5880696" y="6580841"/>
            <a:ext cx="170331" cy="123397"/>
          </a:xfrm>
          <a:custGeom>
            <a:avLst/>
            <a:gdLst/>
            <a:ahLst/>
            <a:cxnLst/>
            <a:rect l="0" t="0" r="0" b="0"/>
            <a:pathLst>
              <a:path w="170331" h="123397">
                <a:moveTo>
                  <a:pt x="0" y="0"/>
                </a:moveTo>
                <a:lnTo>
                  <a:pt x="28714" y="13698"/>
                </a:lnTo>
                <a:lnTo>
                  <a:pt x="54782" y="26775"/>
                </a:lnTo>
                <a:lnTo>
                  <a:pt x="78204" y="39232"/>
                </a:lnTo>
                <a:lnTo>
                  <a:pt x="98980" y="51067"/>
                </a:lnTo>
                <a:lnTo>
                  <a:pt x="117111" y="62281"/>
                </a:lnTo>
                <a:lnTo>
                  <a:pt x="132595" y="72875"/>
                </a:lnTo>
                <a:lnTo>
                  <a:pt x="145434" y="82848"/>
                </a:lnTo>
                <a:lnTo>
                  <a:pt x="155627" y="92199"/>
                </a:lnTo>
                <a:lnTo>
                  <a:pt x="163174" y="100930"/>
                </a:lnTo>
                <a:lnTo>
                  <a:pt x="168076" y="109040"/>
                </a:lnTo>
                <a:lnTo>
                  <a:pt x="170331" y="116529"/>
                </a:lnTo>
                <a:lnTo>
                  <a:pt x="169941" y="123397"/>
                </a:lnTo>
              </a:path>
            </a:pathLst>
          </a:custGeom>
          <a:noFill/>
          <a:ln w="5334">
            <a:solidFill>
              <a:srgbClr val="D84241">
                <a:alpha val="13000"/>
              </a:srgbClr>
            </a:solidFill>
            <a:prstDash val="solid"/>
          </a:ln>
        </p:spPr>
      </p:sp>
      <p:sp>
        <p:nvSpPr>
          <p:cNvPr id="213" name="knowledge-edge">
            <a:extLst>
              <a:ext uri="{FF2B5EF4-FFF2-40B4-BE49-F238E27FC236}">
                <a16:creationId xmlns:a16="http://schemas.microsoft.com/office/drawing/2014/main" id="{0D548747-4287-49E9-AE14-3E3774E82520}"/>
              </a:ext>
            </a:extLst>
          </p:cNvPr>
          <p:cNvSpPr>
            <a:spLocks noGrp="1"/>
          </p:cNvSpPr>
          <p:nvPr/>
        </p:nvSpPr>
        <p:spPr>
          <a:xfrm>
            <a:off x="5874790" y="6684427"/>
            <a:ext cx="175846" cy="47516"/>
          </a:xfrm>
          <a:custGeom>
            <a:avLst/>
            <a:gdLst/>
            <a:ahLst/>
            <a:cxnLst/>
            <a:rect l="0" t="0" r="0" b="0"/>
            <a:pathLst>
              <a:path w="175846" h="47516">
                <a:moveTo>
                  <a:pt x="0" y="47516"/>
                </a:moveTo>
                <a:lnTo>
                  <a:pt x="12560" y="36956"/>
                </a:lnTo>
                <a:lnTo>
                  <a:pt x="25121" y="27716"/>
                </a:lnTo>
                <a:lnTo>
                  <a:pt x="37681" y="19796"/>
                </a:lnTo>
                <a:lnTo>
                  <a:pt x="50242" y="13197"/>
                </a:lnTo>
                <a:lnTo>
                  <a:pt x="62802" y="7917"/>
                </a:lnTo>
                <a:lnTo>
                  <a:pt x="75363" y="3958"/>
                </a:lnTo>
                <a:lnTo>
                  <a:pt x="87923" y="1319"/>
                </a:lnTo>
                <a:lnTo>
                  <a:pt x="100484" y="0"/>
                </a:lnTo>
                <a:lnTo>
                  <a:pt x="113044" y="1"/>
                </a:lnTo>
                <a:lnTo>
                  <a:pt x="125605" y="1323"/>
                </a:lnTo>
                <a:lnTo>
                  <a:pt x="138165" y="3964"/>
                </a:lnTo>
                <a:lnTo>
                  <a:pt x="150725" y="7926"/>
                </a:lnTo>
                <a:lnTo>
                  <a:pt x="163286" y="13208"/>
                </a:lnTo>
                <a:lnTo>
                  <a:pt x="175846" y="19811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14" name="knowledge-edge">
            <a:extLst>
              <a:ext uri="{FF2B5EF4-FFF2-40B4-BE49-F238E27FC236}">
                <a16:creationId xmlns:a16="http://schemas.microsoft.com/office/drawing/2014/main" id="{A293D044-614D-402D-91A8-CDB30D4D2736}"/>
              </a:ext>
            </a:extLst>
          </p:cNvPr>
          <p:cNvSpPr>
            <a:spLocks noGrp="1"/>
          </p:cNvSpPr>
          <p:nvPr/>
        </p:nvSpPr>
        <p:spPr>
          <a:xfrm>
            <a:off x="5782527" y="6732705"/>
            <a:ext cx="227888" cy="65038"/>
          </a:xfrm>
          <a:custGeom>
            <a:avLst/>
            <a:gdLst/>
            <a:ahLst/>
            <a:cxnLst/>
            <a:rect l="0" t="0" r="0" b="0"/>
            <a:pathLst>
              <a:path w="227888" h="65038">
                <a:moveTo>
                  <a:pt x="0" y="65038"/>
                </a:moveTo>
                <a:lnTo>
                  <a:pt x="16278" y="64156"/>
                </a:lnTo>
                <a:lnTo>
                  <a:pt x="32555" y="62695"/>
                </a:lnTo>
                <a:lnTo>
                  <a:pt x="48833" y="60655"/>
                </a:lnTo>
                <a:lnTo>
                  <a:pt x="65111" y="58036"/>
                </a:lnTo>
                <a:lnTo>
                  <a:pt x="81389" y="54838"/>
                </a:lnTo>
                <a:lnTo>
                  <a:pt x="97666" y="51061"/>
                </a:lnTo>
                <a:lnTo>
                  <a:pt x="113944" y="46705"/>
                </a:lnTo>
                <a:lnTo>
                  <a:pt x="130222" y="41770"/>
                </a:lnTo>
                <a:lnTo>
                  <a:pt x="146500" y="36256"/>
                </a:lnTo>
                <a:lnTo>
                  <a:pt x="162777" y="30163"/>
                </a:lnTo>
                <a:lnTo>
                  <a:pt x="179055" y="23490"/>
                </a:lnTo>
                <a:lnTo>
                  <a:pt x="195333" y="16239"/>
                </a:lnTo>
                <a:lnTo>
                  <a:pt x="211611" y="8409"/>
                </a:lnTo>
                <a:lnTo>
                  <a:pt x="227888" y="0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15" name="knowledge-cross-edge">
            <a:extLst>
              <a:ext uri="{FF2B5EF4-FFF2-40B4-BE49-F238E27FC236}">
                <a16:creationId xmlns:a16="http://schemas.microsoft.com/office/drawing/2014/main" id="{B10D4632-2D62-47CE-BFCD-BD9C049CB104}"/>
              </a:ext>
            </a:extLst>
          </p:cNvPr>
          <p:cNvSpPr>
            <a:spLocks noGrp="1"/>
          </p:cNvSpPr>
          <p:nvPr/>
        </p:nvSpPr>
        <p:spPr>
          <a:xfrm>
            <a:off x="5782527" y="6749097"/>
            <a:ext cx="270997" cy="192192"/>
          </a:xfrm>
          <a:custGeom>
            <a:avLst/>
            <a:gdLst/>
            <a:ahLst/>
            <a:cxnLst/>
            <a:rect l="0" t="0" r="0" b="0"/>
            <a:pathLst>
              <a:path w="270997" h="192192">
                <a:moveTo>
                  <a:pt x="0" y="48646"/>
                </a:moveTo>
                <a:lnTo>
                  <a:pt x="37135" y="27438"/>
                </a:lnTo>
                <a:lnTo>
                  <a:pt x="71624" y="12261"/>
                </a:lnTo>
                <a:lnTo>
                  <a:pt x="103468" y="3115"/>
                </a:lnTo>
                <a:lnTo>
                  <a:pt x="132666" y="0"/>
                </a:lnTo>
                <a:lnTo>
                  <a:pt x="159217" y="2916"/>
                </a:lnTo>
                <a:lnTo>
                  <a:pt x="183123" y="11862"/>
                </a:lnTo>
                <a:lnTo>
                  <a:pt x="204384" y="26840"/>
                </a:lnTo>
                <a:lnTo>
                  <a:pt x="222998" y="47849"/>
                </a:lnTo>
                <a:lnTo>
                  <a:pt x="238966" y="74888"/>
                </a:lnTo>
                <a:lnTo>
                  <a:pt x="252289" y="107958"/>
                </a:lnTo>
                <a:lnTo>
                  <a:pt x="262966" y="147060"/>
                </a:lnTo>
                <a:lnTo>
                  <a:pt x="270997" y="192192"/>
                </a:lnTo>
              </a:path>
            </a:pathLst>
          </a:custGeom>
          <a:noFill/>
          <a:ln w="5334">
            <a:solidFill>
              <a:srgbClr val="D84241">
                <a:alpha val="13000"/>
              </a:srgbClr>
            </a:solidFill>
            <a:prstDash val="solid"/>
          </a:ln>
        </p:spPr>
      </p:sp>
      <p:sp>
        <p:nvSpPr>
          <p:cNvPr id="216" name="knowledge-long-edge">
            <a:extLst>
              <a:ext uri="{FF2B5EF4-FFF2-40B4-BE49-F238E27FC236}">
                <a16:creationId xmlns:a16="http://schemas.microsoft.com/office/drawing/2014/main" id="{1B178FB3-2F18-43E1-B57C-73946F9D3BD5}"/>
              </a:ext>
            </a:extLst>
          </p:cNvPr>
          <p:cNvSpPr>
            <a:spLocks noGrp="1"/>
          </p:cNvSpPr>
          <p:nvPr/>
        </p:nvSpPr>
        <p:spPr>
          <a:xfrm>
            <a:off x="5782527" y="6426509"/>
            <a:ext cx="862358" cy="371234"/>
          </a:xfrm>
          <a:custGeom>
            <a:avLst/>
            <a:gdLst/>
            <a:ahLst/>
            <a:cxnLst/>
            <a:rect l="0" t="0" r="0" b="0"/>
            <a:pathLst>
              <a:path w="862358" h="371234">
                <a:moveTo>
                  <a:pt x="0" y="371234"/>
                </a:moveTo>
                <a:lnTo>
                  <a:pt x="53897" y="298179"/>
                </a:lnTo>
                <a:lnTo>
                  <a:pt x="107795" y="233110"/>
                </a:lnTo>
                <a:lnTo>
                  <a:pt x="161692" y="176024"/>
                </a:lnTo>
                <a:lnTo>
                  <a:pt x="215589" y="126924"/>
                </a:lnTo>
                <a:lnTo>
                  <a:pt x="269487" y="85808"/>
                </a:lnTo>
                <a:lnTo>
                  <a:pt x="323384" y="52677"/>
                </a:lnTo>
                <a:lnTo>
                  <a:pt x="377282" y="27531"/>
                </a:lnTo>
                <a:lnTo>
                  <a:pt x="431179" y="10369"/>
                </a:lnTo>
                <a:lnTo>
                  <a:pt x="485076" y="1192"/>
                </a:lnTo>
                <a:lnTo>
                  <a:pt x="538974" y="0"/>
                </a:lnTo>
                <a:lnTo>
                  <a:pt x="592871" y="6793"/>
                </a:lnTo>
                <a:lnTo>
                  <a:pt x="646768" y="21570"/>
                </a:lnTo>
                <a:lnTo>
                  <a:pt x="700666" y="44332"/>
                </a:lnTo>
                <a:lnTo>
                  <a:pt x="754563" y="75079"/>
                </a:lnTo>
                <a:lnTo>
                  <a:pt x="808461" y="113810"/>
                </a:lnTo>
                <a:lnTo>
                  <a:pt x="862358" y="160526"/>
                </a:lnTo>
              </a:path>
            </a:pathLst>
          </a:custGeom>
          <a:noFill/>
          <a:ln w="4286">
            <a:solidFill>
              <a:srgbClr val="D84241">
                <a:alpha val="9000"/>
              </a:srgbClr>
            </a:solidFill>
            <a:prstDash val="solid"/>
          </a:ln>
        </p:spPr>
      </p:sp>
      <p:sp>
        <p:nvSpPr>
          <p:cNvPr id="217" name="knowledge-edge">
            <a:extLst>
              <a:ext uri="{FF2B5EF4-FFF2-40B4-BE49-F238E27FC236}">
                <a16:creationId xmlns:a16="http://schemas.microsoft.com/office/drawing/2014/main" id="{CE396454-2F1E-46B3-B551-8292F99E338F}"/>
              </a:ext>
            </a:extLst>
          </p:cNvPr>
          <p:cNvSpPr>
            <a:spLocks noGrp="1"/>
          </p:cNvSpPr>
          <p:nvPr/>
        </p:nvSpPr>
        <p:spPr>
          <a:xfrm>
            <a:off x="5739270" y="6938583"/>
            <a:ext cx="314254" cy="58449"/>
          </a:xfrm>
          <a:custGeom>
            <a:avLst/>
            <a:gdLst/>
            <a:ahLst/>
            <a:cxnLst/>
            <a:rect l="0" t="0" r="0" b="0"/>
            <a:pathLst>
              <a:path w="314254" h="58449">
                <a:moveTo>
                  <a:pt x="0" y="0"/>
                </a:moveTo>
                <a:lnTo>
                  <a:pt x="22447" y="15341"/>
                </a:lnTo>
                <a:lnTo>
                  <a:pt x="44893" y="28352"/>
                </a:lnTo>
                <a:lnTo>
                  <a:pt x="67340" y="39032"/>
                </a:lnTo>
                <a:lnTo>
                  <a:pt x="89787" y="47382"/>
                </a:lnTo>
                <a:lnTo>
                  <a:pt x="112233" y="53401"/>
                </a:lnTo>
                <a:lnTo>
                  <a:pt x="134680" y="57090"/>
                </a:lnTo>
                <a:lnTo>
                  <a:pt x="157127" y="58449"/>
                </a:lnTo>
                <a:lnTo>
                  <a:pt x="179574" y="57477"/>
                </a:lnTo>
                <a:lnTo>
                  <a:pt x="202020" y="54174"/>
                </a:lnTo>
                <a:lnTo>
                  <a:pt x="224467" y="48542"/>
                </a:lnTo>
                <a:lnTo>
                  <a:pt x="246914" y="40578"/>
                </a:lnTo>
                <a:lnTo>
                  <a:pt x="269360" y="30285"/>
                </a:lnTo>
                <a:lnTo>
                  <a:pt x="291807" y="17661"/>
                </a:lnTo>
                <a:lnTo>
                  <a:pt x="314254" y="2706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18" name="knowledge-cross-edge">
            <a:extLst>
              <a:ext uri="{FF2B5EF4-FFF2-40B4-BE49-F238E27FC236}">
                <a16:creationId xmlns:a16="http://schemas.microsoft.com/office/drawing/2014/main" id="{BA33A940-BFED-44CF-AACD-B181E7D3A636}"/>
              </a:ext>
            </a:extLst>
          </p:cNvPr>
          <p:cNvSpPr>
            <a:spLocks noGrp="1"/>
          </p:cNvSpPr>
          <p:nvPr/>
        </p:nvSpPr>
        <p:spPr>
          <a:xfrm>
            <a:off x="5739270" y="6732705"/>
            <a:ext cx="271145" cy="205878"/>
          </a:xfrm>
          <a:custGeom>
            <a:avLst/>
            <a:gdLst/>
            <a:ahLst/>
            <a:cxnLst/>
            <a:rect l="0" t="0" r="0" b="0"/>
            <a:pathLst>
              <a:path w="271145" h="205878">
                <a:moveTo>
                  <a:pt x="0" y="205878"/>
                </a:moveTo>
                <a:lnTo>
                  <a:pt x="8043" y="181138"/>
                </a:lnTo>
                <a:lnTo>
                  <a:pt x="18733" y="157776"/>
                </a:lnTo>
                <a:lnTo>
                  <a:pt x="32068" y="135794"/>
                </a:lnTo>
                <a:lnTo>
                  <a:pt x="48048" y="115190"/>
                </a:lnTo>
                <a:lnTo>
                  <a:pt x="66675" y="95966"/>
                </a:lnTo>
                <a:lnTo>
                  <a:pt x="87948" y="78120"/>
                </a:lnTo>
                <a:lnTo>
                  <a:pt x="111866" y="61653"/>
                </a:lnTo>
                <a:lnTo>
                  <a:pt x="138430" y="46565"/>
                </a:lnTo>
                <a:lnTo>
                  <a:pt x="167640" y="32855"/>
                </a:lnTo>
                <a:lnTo>
                  <a:pt x="199496" y="20525"/>
                </a:lnTo>
                <a:lnTo>
                  <a:pt x="233998" y="9573"/>
                </a:lnTo>
                <a:lnTo>
                  <a:pt x="271145" y="0"/>
                </a:lnTo>
              </a:path>
            </a:pathLst>
          </a:custGeom>
          <a:noFill/>
          <a:ln w="4953">
            <a:solidFill>
              <a:srgbClr val="D84241">
                <a:alpha val="12000"/>
              </a:srgbClr>
            </a:solidFill>
            <a:prstDash val="solid"/>
          </a:ln>
        </p:spPr>
      </p:sp>
      <p:sp>
        <p:nvSpPr>
          <p:cNvPr id="219" name="knowledge-edge">
            <a:extLst>
              <a:ext uri="{FF2B5EF4-FFF2-40B4-BE49-F238E27FC236}">
                <a16:creationId xmlns:a16="http://schemas.microsoft.com/office/drawing/2014/main" id="{C0899221-F1CD-4663-A10F-B4789C4F75FA}"/>
              </a:ext>
            </a:extLst>
          </p:cNvPr>
          <p:cNvSpPr>
            <a:spLocks noGrp="1"/>
          </p:cNvSpPr>
          <p:nvPr/>
        </p:nvSpPr>
        <p:spPr>
          <a:xfrm>
            <a:off x="5710806" y="6967380"/>
            <a:ext cx="354054" cy="81527"/>
          </a:xfrm>
          <a:custGeom>
            <a:avLst/>
            <a:gdLst/>
            <a:ahLst/>
            <a:cxnLst/>
            <a:rect l="0" t="0" r="0" b="0"/>
            <a:pathLst>
              <a:path w="354054" h="81527">
                <a:moveTo>
                  <a:pt x="0" y="81527"/>
                </a:moveTo>
                <a:lnTo>
                  <a:pt x="25290" y="79800"/>
                </a:lnTo>
                <a:lnTo>
                  <a:pt x="50579" y="77442"/>
                </a:lnTo>
                <a:lnTo>
                  <a:pt x="75869" y="74455"/>
                </a:lnTo>
                <a:lnTo>
                  <a:pt x="101158" y="70837"/>
                </a:lnTo>
                <a:lnTo>
                  <a:pt x="126448" y="66590"/>
                </a:lnTo>
                <a:lnTo>
                  <a:pt x="151737" y="61712"/>
                </a:lnTo>
                <a:lnTo>
                  <a:pt x="177027" y="56203"/>
                </a:lnTo>
                <a:lnTo>
                  <a:pt x="202317" y="50065"/>
                </a:lnTo>
                <a:lnTo>
                  <a:pt x="227606" y="43296"/>
                </a:lnTo>
                <a:lnTo>
                  <a:pt x="252896" y="35897"/>
                </a:lnTo>
                <a:lnTo>
                  <a:pt x="278185" y="27868"/>
                </a:lnTo>
                <a:lnTo>
                  <a:pt x="303475" y="19209"/>
                </a:lnTo>
                <a:lnTo>
                  <a:pt x="328764" y="9920"/>
                </a:lnTo>
                <a:lnTo>
                  <a:pt x="354054" y="0"/>
                </a:lnTo>
              </a:path>
            </a:pathLst>
          </a:custGeom>
          <a:noFill/>
          <a:ln w="6477">
            <a:solidFill>
              <a:srgbClr val="D84241">
                <a:alpha val="17000"/>
              </a:srgbClr>
            </a:solidFill>
            <a:prstDash val="solid"/>
          </a:ln>
        </p:spPr>
      </p:sp>
      <p:sp>
        <p:nvSpPr>
          <p:cNvPr id="220" name="knowledge-long-edge">
            <a:extLst>
              <a:ext uri="{FF2B5EF4-FFF2-40B4-BE49-F238E27FC236}">
                <a16:creationId xmlns:a16="http://schemas.microsoft.com/office/drawing/2014/main" id="{DAFB3160-D760-4592-8834-406D38A28D63}"/>
              </a:ext>
            </a:extLst>
          </p:cNvPr>
          <p:cNvSpPr>
            <a:spLocks noGrp="1"/>
          </p:cNvSpPr>
          <p:nvPr/>
        </p:nvSpPr>
        <p:spPr>
          <a:xfrm>
            <a:off x="5710806" y="6554430"/>
            <a:ext cx="845065" cy="494477"/>
          </a:xfrm>
          <a:custGeom>
            <a:avLst/>
            <a:gdLst/>
            <a:ahLst/>
            <a:cxnLst/>
            <a:rect l="0" t="0" r="0" b="0"/>
            <a:pathLst>
              <a:path w="845065" h="494477">
                <a:moveTo>
                  <a:pt x="0" y="494477"/>
                </a:moveTo>
                <a:lnTo>
                  <a:pt x="52817" y="402255"/>
                </a:lnTo>
                <a:lnTo>
                  <a:pt x="105633" y="319539"/>
                </a:lnTo>
                <a:lnTo>
                  <a:pt x="158450" y="246328"/>
                </a:lnTo>
                <a:lnTo>
                  <a:pt x="211266" y="182622"/>
                </a:lnTo>
                <a:lnTo>
                  <a:pt x="264083" y="128422"/>
                </a:lnTo>
                <a:lnTo>
                  <a:pt x="316899" y="83727"/>
                </a:lnTo>
                <a:lnTo>
                  <a:pt x="369716" y="48537"/>
                </a:lnTo>
                <a:lnTo>
                  <a:pt x="422533" y="22853"/>
                </a:lnTo>
                <a:lnTo>
                  <a:pt x="475349" y="6674"/>
                </a:lnTo>
                <a:lnTo>
                  <a:pt x="528166" y="0"/>
                </a:lnTo>
                <a:lnTo>
                  <a:pt x="580982" y="2832"/>
                </a:lnTo>
                <a:lnTo>
                  <a:pt x="633799" y="15169"/>
                </a:lnTo>
                <a:lnTo>
                  <a:pt x="686615" y="37011"/>
                </a:lnTo>
                <a:lnTo>
                  <a:pt x="739432" y="68359"/>
                </a:lnTo>
                <a:lnTo>
                  <a:pt x="792249" y="109211"/>
                </a:lnTo>
                <a:lnTo>
                  <a:pt x="845065" y="159570"/>
                </a:lnTo>
              </a:path>
            </a:pathLst>
          </a:custGeom>
          <a:noFill/>
          <a:ln w="4286">
            <a:solidFill>
              <a:srgbClr val="D84241">
                <a:alpha val="9000"/>
              </a:srgbClr>
            </a:solidFill>
            <a:prstDash val="solid"/>
          </a:ln>
        </p:spPr>
      </p:sp>
      <p:sp>
        <p:nvSpPr>
          <p:cNvPr id="221" name="knowledge-edge">
            <a:extLst>
              <a:ext uri="{FF2B5EF4-FFF2-40B4-BE49-F238E27FC236}">
                <a16:creationId xmlns:a16="http://schemas.microsoft.com/office/drawing/2014/main" id="{337DBDE2-B197-4D21-9B15-B5AB70D6F0E0}"/>
              </a:ext>
            </a:extLst>
          </p:cNvPr>
          <p:cNvSpPr>
            <a:spLocks noGrp="1"/>
          </p:cNvSpPr>
          <p:nvPr/>
        </p:nvSpPr>
        <p:spPr>
          <a:xfrm>
            <a:off x="6122380" y="5849107"/>
            <a:ext cx="335052" cy="101944"/>
          </a:xfrm>
          <a:custGeom>
            <a:avLst/>
            <a:gdLst/>
            <a:ahLst/>
            <a:cxnLst/>
            <a:rect l="0" t="0" r="0" b="0"/>
            <a:pathLst>
              <a:path w="335052" h="101944">
                <a:moveTo>
                  <a:pt x="0" y="0"/>
                </a:moveTo>
                <a:lnTo>
                  <a:pt x="23932" y="17544"/>
                </a:lnTo>
                <a:lnTo>
                  <a:pt x="47865" y="33432"/>
                </a:lnTo>
                <a:lnTo>
                  <a:pt x="71797" y="47666"/>
                </a:lnTo>
                <a:lnTo>
                  <a:pt x="95729" y="60244"/>
                </a:lnTo>
                <a:lnTo>
                  <a:pt x="119662" y="71167"/>
                </a:lnTo>
                <a:lnTo>
                  <a:pt x="143594" y="80434"/>
                </a:lnTo>
                <a:lnTo>
                  <a:pt x="167526" y="88047"/>
                </a:lnTo>
                <a:lnTo>
                  <a:pt x="191459" y="94004"/>
                </a:lnTo>
                <a:lnTo>
                  <a:pt x="215391" y="98306"/>
                </a:lnTo>
                <a:lnTo>
                  <a:pt x="239323" y="100952"/>
                </a:lnTo>
                <a:lnTo>
                  <a:pt x="263256" y="101944"/>
                </a:lnTo>
                <a:lnTo>
                  <a:pt x="287188" y="101280"/>
                </a:lnTo>
                <a:lnTo>
                  <a:pt x="311120" y="98961"/>
                </a:lnTo>
                <a:lnTo>
                  <a:pt x="335052" y="94986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22" name="knowledge-cross-edge">
            <a:extLst>
              <a:ext uri="{FF2B5EF4-FFF2-40B4-BE49-F238E27FC236}">
                <a16:creationId xmlns:a16="http://schemas.microsoft.com/office/drawing/2014/main" id="{50A3ED04-81E7-4EF4-BAFC-CC914D03F59A}"/>
              </a:ext>
            </a:extLst>
          </p:cNvPr>
          <p:cNvSpPr>
            <a:spLocks noGrp="1"/>
          </p:cNvSpPr>
          <p:nvPr/>
        </p:nvSpPr>
        <p:spPr>
          <a:xfrm>
            <a:off x="6122380" y="5817636"/>
            <a:ext cx="279938" cy="478228"/>
          </a:xfrm>
          <a:custGeom>
            <a:avLst/>
            <a:gdLst/>
            <a:ahLst/>
            <a:cxnLst/>
            <a:rect l="0" t="0" r="0" b="0"/>
            <a:pathLst>
              <a:path w="279938" h="478228">
                <a:moveTo>
                  <a:pt x="0" y="31471"/>
                </a:moveTo>
                <a:lnTo>
                  <a:pt x="37880" y="10439"/>
                </a:lnTo>
                <a:lnTo>
                  <a:pt x="73115" y="0"/>
                </a:lnTo>
                <a:lnTo>
                  <a:pt x="105703" y="154"/>
                </a:lnTo>
                <a:lnTo>
                  <a:pt x="135646" y="10901"/>
                </a:lnTo>
                <a:lnTo>
                  <a:pt x="162943" y="32241"/>
                </a:lnTo>
                <a:lnTo>
                  <a:pt x="187594" y="64175"/>
                </a:lnTo>
                <a:lnTo>
                  <a:pt x="209599" y="106701"/>
                </a:lnTo>
                <a:lnTo>
                  <a:pt x="228959" y="159820"/>
                </a:lnTo>
                <a:lnTo>
                  <a:pt x="245672" y="223533"/>
                </a:lnTo>
                <a:lnTo>
                  <a:pt x="259740" y="297838"/>
                </a:lnTo>
                <a:lnTo>
                  <a:pt x="271162" y="382737"/>
                </a:lnTo>
                <a:lnTo>
                  <a:pt x="279938" y="478228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23" name="knowledge-long-edge">
            <a:extLst>
              <a:ext uri="{FF2B5EF4-FFF2-40B4-BE49-F238E27FC236}">
                <a16:creationId xmlns:a16="http://schemas.microsoft.com/office/drawing/2014/main" id="{FACCA6C5-8DE4-4D48-8869-FC19B653D94E}"/>
              </a:ext>
            </a:extLst>
          </p:cNvPr>
          <p:cNvSpPr>
            <a:spLocks noGrp="1"/>
          </p:cNvSpPr>
          <p:nvPr/>
        </p:nvSpPr>
        <p:spPr>
          <a:xfrm>
            <a:off x="6122380" y="5593284"/>
            <a:ext cx="859340" cy="487717"/>
          </a:xfrm>
          <a:custGeom>
            <a:avLst/>
            <a:gdLst/>
            <a:ahLst/>
            <a:cxnLst/>
            <a:rect l="0" t="0" r="0" b="0"/>
            <a:pathLst>
              <a:path w="859340" h="487717">
                <a:moveTo>
                  <a:pt x="0" y="255823"/>
                </a:moveTo>
                <a:lnTo>
                  <a:pt x="53709" y="185251"/>
                </a:lnTo>
                <a:lnTo>
                  <a:pt x="107418" y="126020"/>
                </a:lnTo>
                <a:lnTo>
                  <a:pt x="161126" y="78132"/>
                </a:lnTo>
                <a:lnTo>
                  <a:pt x="214835" y="41586"/>
                </a:lnTo>
                <a:lnTo>
                  <a:pt x="268544" y="16382"/>
                </a:lnTo>
                <a:lnTo>
                  <a:pt x="322253" y="2520"/>
                </a:lnTo>
                <a:lnTo>
                  <a:pt x="375961" y="0"/>
                </a:lnTo>
                <a:lnTo>
                  <a:pt x="429670" y="8822"/>
                </a:lnTo>
                <a:lnTo>
                  <a:pt x="483379" y="28987"/>
                </a:lnTo>
                <a:lnTo>
                  <a:pt x="537088" y="60493"/>
                </a:lnTo>
                <a:lnTo>
                  <a:pt x="590797" y="103342"/>
                </a:lnTo>
                <a:lnTo>
                  <a:pt x="644505" y="157533"/>
                </a:lnTo>
                <a:lnTo>
                  <a:pt x="698214" y="223065"/>
                </a:lnTo>
                <a:lnTo>
                  <a:pt x="751923" y="299940"/>
                </a:lnTo>
                <a:lnTo>
                  <a:pt x="805632" y="388158"/>
                </a:lnTo>
                <a:lnTo>
                  <a:pt x="859340" y="487717"/>
                </a:lnTo>
              </a:path>
            </a:pathLst>
          </a:custGeom>
          <a:noFill/>
          <a:ln w="4286">
            <a:solidFill>
              <a:srgbClr val="EA4335">
                <a:alpha val="9000"/>
              </a:srgbClr>
            </a:solidFill>
            <a:prstDash val="solid"/>
          </a:ln>
        </p:spPr>
      </p:sp>
      <p:sp>
        <p:nvSpPr>
          <p:cNvPr id="224" name="knowledge-edge">
            <a:extLst>
              <a:ext uri="{FF2B5EF4-FFF2-40B4-BE49-F238E27FC236}">
                <a16:creationId xmlns:a16="http://schemas.microsoft.com/office/drawing/2014/main" id="{69697F7A-EC12-4BD7-AF32-5EA80C002D64}"/>
              </a:ext>
            </a:extLst>
          </p:cNvPr>
          <p:cNvSpPr>
            <a:spLocks noGrp="1"/>
          </p:cNvSpPr>
          <p:nvPr/>
        </p:nvSpPr>
        <p:spPr>
          <a:xfrm>
            <a:off x="6191885" y="6257709"/>
            <a:ext cx="210433" cy="66908"/>
          </a:xfrm>
          <a:custGeom>
            <a:avLst/>
            <a:gdLst/>
            <a:ahLst/>
            <a:cxnLst/>
            <a:rect l="0" t="0" r="0" b="0"/>
            <a:pathLst>
              <a:path w="210433" h="66908">
                <a:moveTo>
                  <a:pt x="0" y="66908"/>
                </a:moveTo>
                <a:lnTo>
                  <a:pt x="15031" y="51183"/>
                </a:lnTo>
                <a:lnTo>
                  <a:pt x="30062" y="37562"/>
                </a:lnTo>
                <a:lnTo>
                  <a:pt x="45093" y="26043"/>
                </a:lnTo>
                <a:lnTo>
                  <a:pt x="60124" y="16628"/>
                </a:lnTo>
                <a:lnTo>
                  <a:pt x="75155" y="9316"/>
                </a:lnTo>
                <a:lnTo>
                  <a:pt x="90186" y="4108"/>
                </a:lnTo>
                <a:lnTo>
                  <a:pt x="105217" y="1002"/>
                </a:lnTo>
                <a:lnTo>
                  <a:pt x="120247" y="0"/>
                </a:lnTo>
                <a:lnTo>
                  <a:pt x="135278" y="1101"/>
                </a:lnTo>
                <a:lnTo>
                  <a:pt x="150309" y="4305"/>
                </a:lnTo>
                <a:lnTo>
                  <a:pt x="165340" y="9613"/>
                </a:lnTo>
                <a:lnTo>
                  <a:pt x="180371" y="17024"/>
                </a:lnTo>
                <a:lnTo>
                  <a:pt x="195402" y="26538"/>
                </a:lnTo>
                <a:lnTo>
                  <a:pt x="210433" y="38155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25" name="knowledge-cross-edge">
            <a:extLst>
              <a:ext uri="{FF2B5EF4-FFF2-40B4-BE49-F238E27FC236}">
                <a16:creationId xmlns:a16="http://schemas.microsoft.com/office/drawing/2014/main" id="{2D1BD370-3B99-4218-9B46-22AC85F5A85D}"/>
              </a:ext>
            </a:extLst>
          </p:cNvPr>
          <p:cNvSpPr>
            <a:spLocks noGrp="1"/>
          </p:cNvSpPr>
          <p:nvPr/>
        </p:nvSpPr>
        <p:spPr>
          <a:xfrm>
            <a:off x="6191885" y="6324617"/>
            <a:ext cx="274908" cy="144732"/>
          </a:xfrm>
          <a:custGeom>
            <a:avLst/>
            <a:gdLst/>
            <a:ahLst/>
            <a:cxnLst/>
            <a:rect l="0" t="0" r="0" b="0"/>
            <a:pathLst>
              <a:path w="274908" h="144732">
                <a:moveTo>
                  <a:pt x="0" y="0"/>
                </a:moveTo>
                <a:lnTo>
                  <a:pt x="37461" y="13962"/>
                </a:lnTo>
                <a:lnTo>
                  <a:pt x="72276" y="27578"/>
                </a:lnTo>
                <a:lnTo>
                  <a:pt x="104446" y="40849"/>
                </a:lnTo>
                <a:lnTo>
                  <a:pt x="133969" y="53774"/>
                </a:lnTo>
                <a:lnTo>
                  <a:pt x="160847" y="66353"/>
                </a:lnTo>
                <a:lnTo>
                  <a:pt x="185079" y="78587"/>
                </a:lnTo>
                <a:lnTo>
                  <a:pt x="206665" y="90475"/>
                </a:lnTo>
                <a:lnTo>
                  <a:pt x="225606" y="102017"/>
                </a:lnTo>
                <a:lnTo>
                  <a:pt x="241900" y="113214"/>
                </a:lnTo>
                <a:lnTo>
                  <a:pt x="255549" y="124066"/>
                </a:lnTo>
                <a:lnTo>
                  <a:pt x="266551" y="134572"/>
                </a:lnTo>
                <a:lnTo>
                  <a:pt x="274908" y="144732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26" name="knowledge-edge">
            <a:extLst>
              <a:ext uri="{FF2B5EF4-FFF2-40B4-BE49-F238E27FC236}">
                <a16:creationId xmlns:a16="http://schemas.microsoft.com/office/drawing/2014/main" id="{30653132-C1E9-4AA5-838E-D44833ABD620}"/>
              </a:ext>
            </a:extLst>
          </p:cNvPr>
          <p:cNvSpPr>
            <a:spLocks noGrp="1"/>
          </p:cNvSpPr>
          <p:nvPr/>
        </p:nvSpPr>
        <p:spPr>
          <a:xfrm>
            <a:off x="5983551" y="6469349"/>
            <a:ext cx="483243" cy="49094"/>
          </a:xfrm>
          <a:custGeom>
            <a:avLst/>
            <a:gdLst/>
            <a:ahLst/>
            <a:cxnLst/>
            <a:rect l="0" t="0" r="0" b="0"/>
            <a:pathLst>
              <a:path w="483243" h="49094">
                <a:moveTo>
                  <a:pt x="0" y="28711"/>
                </a:moveTo>
                <a:lnTo>
                  <a:pt x="34517" y="35511"/>
                </a:lnTo>
                <a:lnTo>
                  <a:pt x="69035" y="40949"/>
                </a:lnTo>
                <a:lnTo>
                  <a:pt x="103552" y="45026"/>
                </a:lnTo>
                <a:lnTo>
                  <a:pt x="138069" y="47741"/>
                </a:lnTo>
                <a:lnTo>
                  <a:pt x="172587" y="49094"/>
                </a:lnTo>
                <a:lnTo>
                  <a:pt x="207104" y="49086"/>
                </a:lnTo>
                <a:lnTo>
                  <a:pt x="241622" y="47716"/>
                </a:lnTo>
                <a:lnTo>
                  <a:pt x="276139" y="44984"/>
                </a:lnTo>
                <a:lnTo>
                  <a:pt x="310656" y="40891"/>
                </a:lnTo>
                <a:lnTo>
                  <a:pt x="345174" y="35436"/>
                </a:lnTo>
                <a:lnTo>
                  <a:pt x="379691" y="28619"/>
                </a:lnTo>
                <a:lnTo>
                  <a:pt x="414208" y="20441"/>
                </a:lnTo>
                <a:lnTo>
                  <a:pt x="448726" y="10901"/>
                </a:lnTo>
                <a:lnTo>
                  <a:pt x="483243" y="0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27" name="knowledge-cross-edge">
            <a:extLst>
              <a:ext uri="{FF2B5EF4-FFF2-40B4-BE49-F238E27FC236}">
                <a16:creationId xmlns:a16="http://schemas.microsoft.com/office/drawing/2014/main" id="{3B02AB87-E39A-4A59-A5EB-E8E1A1D060D2}"/>
              </a:ext>
            </a:extLst>
          </p:cNvPr>
          <p:cNvSpPr>
            <a:spLocks noGrp="1"/>
          </p:cNvSpPr>
          <p:nvPr/>
        </p:nvSpPr>
        <p:spPr>
          <a:xfrm>
            <a:off x="5983551" y="6478126"/>
            <a:ext cx="661334" cy="108909"/>
          </a:xfrm>
          <a:custGeom>
            <a:avLst/>
            <a:gdLst/>
            <a:ahLst/>
            <a:cxnLst/>
            <a:rect l="0" t="0" r="0" b="0"/>
            <a:pathLst>
              <a:path w="661334" h="108909">
                <a:moveTo>
                  <a:pt x="0" y="19934"/>
                </a:moveTo>
                <a:lnTo>
                  <a:pt x="69663" y="10301"/>
                </a:lnTo>
                <a:lnTo>
                  <a:pt x="136681" y="3768"/>
                </a:lnTo>
                <a:lnTo>
                  <a:pt x="201052" y="334"/>
                </a:lnTo>
                <a:lnTo>
                  <a:pt x="262778" y="0"/>
                </a:lnTo>
                <a:lnTo>
                  <a:pt x="321858" y="2765"/>
                </a:lnTo>
                <a:lnTo>
                  <a:pt x="378292" y="8630"/>
                </a:lnTo>
                <a:lnTo>
                  <a:pt x="432080" y="17595"/>
                </a:lnTo>
                <a:lnTo>
                  <a:pt x="483223" y="29659"/>
                </a:lnTo>
                <a:lnTo>
                  <a:pt x="531719" y="44822"/>
                </a:lnTo>
                <a:lnTo>
                  <a:pt x="577570" y="63085"/>
                </a:lnTo>
                <a:lnTo>
                  <a:pt x="620775" y="84447"/>
                </a:lnTo>
                <a:lnTo>
                  <a:pt x="661334" y="108909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28" name="knowledge-cross-edge">
            <a:extLst>
              <a:ext uri="{FF2B5EF4-FFF2-40B4-BE49-F238E27FC236}">
                <a16:creationId xmlns:a16="http://schemas.microsoft.com/office/drawing/2014/main" id="{4FC9768E-E51F-4C66-96DE-7F596B2BD389}"/>
              </a:ext>
            </a:extLst>
          </p:cNvPr>
          <p:cNvSpPr>
            <a:spLocks noGrp="1"/>
          </p:cNvSpPr>
          <p:nvPr/>
        </p:nvSpPr>
        <p:spPr>
          <a:xfrm>
            <a:off x="5983551" y="6295864"/>
            <a:ext cx="418768" cy="202196"/>
          </a:xfrm>
          <a:custGeom>
            <a:avLst/>
            <a:gdLst/>
            <a:ahLst/>
            <a:cxnLst/>
            <a:rect l="0" t="0" r="0" b="0"/>
            <a:pathLst>
              <a:path w="418768" h="202196">
                <a:moveTo>
                  <a:pt x="0" y="202196"/>
                </a:moveTo>
                <a:lnTo>
                  <a:pt x="20345" y="178606"/>
                </a:lnTo>
                <a:lnTo>
                  <a:pt x="43336" y="156242"/>
                </a:lnTo>
                <a:lnTo>
                  <a:pt x="68973" y="135103"/>
                </a:lnTo>
                <a:lnTo>
                  <a:pt x="97256" y="115190"/>
                </a:lnTo>
                <a:lnTo>
                  <a:pt x="128184" y="96502"/>
                </a:lnTo>
                <a:lnTo>
                  <a:pt x="161759" y="79040"/>
                </a:lnTo>
                <a:lnTo>
                  <a:pt x="197979" y="62803"/>
                </a:lnTo>
                <a:lnTo>
                  <a:pt x="236845" y="47792"/>
                </a:lnTo>
                <a:lnTo>
                  <a:pt x="278357" y="34006"/>
                </a:lnTo>
                <a:lnTo>
                  <a:pt x="322515" y="21445"/>
                </a:lnTo>
                <a:lnTo>
                  <a:pt x="369318" y="10110"/>
                </a:lnTo>
                <a:lnTo>
                  <a:pt x="418768" y="0"/>
                </a:lnTo>
              </a:path>
            </a:pathLst>
          </a:custGeom>
          <a:noFill/>
          <a:ln w="4953">
            <a:solidFill>
              <a:srgbClr val="EA4335">
                <a:alpha val="12000"/>
              </a:srgbClr>
            </a:solidFill>
            <a:prstDash val="solid"/>
          </a:ln>
        </p:spPr>
      </p:sp>
      <p:sp>
        <p:nvSpPr>
          <p:cNvPr id="229" name="knowledge-long-edge">
            <a:extLst>
              <a:ext uri="{FF2B5EF4-FFF2-40B4-BE49-F238E27FC236}">
                <a16:creationId xmlns:a16="http://schemas.microsoft.com/office/drawing/2014/main" id="{DB49C4A9-893F-446F-AA76-0BCA3A152939}"/>
              </a:ext>
            </a:extLst>
          </p:cNvPr>
          <p:cNvSpPr>
            <a:spLocks noGrp="1"/>
          </p:cNvSpPr>
          <p:nvPr/>
        </p:nvSpPr>
        <p:spPr>
          <a:xfrm>
            <a:off x="5983551" y="6269907"/>
            <a:ext cx="1086768" cy="330761"/>
          </a:xfrm>
          <a:custGeom>
            <a:avLst/>
            <a:gdLst/>
            <a:ahLst/>
            <a:cxnLst/>
            <a:rect l="0" t="0" r="0" b="0"/>
            <a:pathLst>
              <a:path w="1086768" h="330761">
                <a:moveTo>
                  <a:pt x="0" y="228153"/>
                </a:moveTo>
                <a:lnTo>
                  <a:pt x="67923" y="169555"/>
                </a:lnTo>
                <a:lnTo>
                  <a:pt x="135846" y="119626"/>
                </a:lnTo>
                <a:lnTo>
                  <a:pt x="203769" y="78365"/>
                </a:lnTo>
                <a:lnTo>
                  <a:pt x="271692" y="45771"/>
                </a:lnTo>
                <a:lnTo>
                  <a:pt x="339615" y="21846"/>
                </a:lnTo>
                <a:lnTo>
                  <a:pt x="407538" y="6589"/>
                </a:lnTo>
                <a:lnTo>
                  <a:pt x="475461" y="0"/>
                </a:lnTo>
                <a:lnTo>
                  <a:pt x="543384" y="2079"/>
                </a:lnTo>
                <a:lnTo>
                  <a:pt x="611307" y="12826"/>
                </a:lnTo>
                <a:lnTo>
                  <a:pt x="679230" y="32241"/>
                </a:lnTo>
                <a:lnTo>
                  <a:pt x="747153" y="60324"/>
                </a:lnTo>
                <a:lnTo>
                  <a:pt x="815076" y="97075"/>
                </a:lnTo>
                <a:lnTo>
                  <a:pt x="882999" y="142495"/>
                </a:lnTo>
                <a:lnTo>
                  <a:pt x="950922" y="196582"/>
                </a:lnTo>
                <a:lnTo>
                  <a:pt x="1018845" y="259337"/>
                </a:lnTo>
                <a:lnTo>
                  <a:pt x="1086768" y="330761"/>
                </a:lnTo>
              </a:path>
            </a:pathLst>
          </a:custGeom>
          <a:noFill/>
          <a:ln w="4286">
            <a:solidFill>
              <a:srgbClr val="EA4335">
                <a:alpha val="9000"/>
              </a:srgbClr>
            </a:solidFill>
            <a:prstDash val="solid"/>
          </a:ln>
        </p:spPr>
      </p:sp>
      <p:sp>
        <p:nvSpPr>
          <p:cNvPr id="230" name="knowledge-edge">
            <a:extLst>
              <a:ext uri="{FF2B5EF4-FFF2-40B4-BE49-F238E27FC236}">
                <a16:creationId xmlns:a16="http://schemas.microsoft.com/office/drawing/2014/main" id="{8222E8D8-FF5E-44C1-A1B8-436805A7AF41}"/>
              </a:ext>
            </a:extLst>
          </p:cNvPr>
          <p:cNvSpPr>
            <a:spLocks noGrp="1"/>
          </p:cNvSpPr>
          <p:nvPr/>
        </p:nvSpPr>
        <p:spPr>
          <a:xfrm>
            <a:off x="6050637" y="6562552"/>
            <a:ext cx="594248" cy="141686"/>
          </a:xfrm>
          <a:custGeom>
            <a:avLst/>
            <a:gdLst/>
            <a:ahLst/>
            <a:cxnLst/>
            <a:rect l="0" t="0" r="0" b="0"/>
            <a:pathLst>
              <a:path w="594248" h="141686">
                <a:moveTo>
                  <a:pt x="0" y="141686"/>
                </a:moveTo>
                <a:lnTo>
                  <a:pt x="42446" y="114474"/>
                </a:lnTo>
                <a:lnTo>
                  <a:pt x="84893" y="90160"/>
                </a:lnTo>
                <a:lnTo>
                  <a:pt x="127339" y="68746"/>
                </a:lnTo>
                <a:lnTo>
                  <a:pt x="169785" y="50229"/>
                </a:lnTo>
                <a:lnTo>
                  <a:pt x="212231" y="34612"/>
                </a:lnTo>
                <a:lnTo>
                  <a:pt x="254678" y="21892"/>
                </a:lnTo>
                <a:lnTo>
                  <a:pt x="297124" y="12071"/>
                </a:lnTo>
                <a:lnTo>
                  <a:pt x="339570" y="5149"/>
                </a:lnTo>
                <a:lnTo>
                  <a:pt x="382017" y="1125"/>
                </a:lnTo>
                <a:lnTo>
                  <a:pt x="424463" y="0"/>
                </a:lnTo>
                <a:lnTo>
                  <a:pt x="466909" y="1773"/>
                </a:lnTo>
                <a:lnTo>
                  <a:pt x="509355" y="6445"/>
                </a:lnTo>
                <a:lnTo>
                  <a:pt x="551802" y="14015"/>
                </a:lnTo>
                <a:lnTo>
                  <a:pt x="594248" y="24484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31" name="knowledge-cross-edge">
            <a:extLst>
              <a:ext uri="{FF2B5EF4-FFF2-40B4-BE49-F238E27FC236}">
                <a16:creationId xmlns:a16="http://schemas.microsoft.com/office/drawing/2014/main" id="{61CC288F-B9BB-46EF-8F03-54929748F743}"/>
              </a:ext>
            </a:extLst>
          </p:cNvPr>
          <p:cNvSpPr>
            <a:spLocks noGrp="1"/>
          </p:cNvSpPr>
          <p:nvPr/>
        </p:nvSpPr>
        <p:spPr>
          <a:xfrm>
            <a:off x="6050637" y="6699086"/>
            <a:ext cx="616675" cy="85557"/>
          </a:xfrm>
          <a:custGeom>
            <a:avLst/>
            <a:gdLst/>
            <a:ahLst/>
            <a:cxnLst/>
            <a:rect l="0" t="0" r="0" b="0"/>
            <a:pathLst>
              <a:path w="616675" h="85557">
                <a:moveTo>
                  <a:pt x="0" y="5151"/>
                </a:moveTo>
                <a:lnTo>
                  <a:pt x="65942" y="1648"/>
                </a:lnTo>
                <a:lnTo>
                  <a:pt x="129237" y="0"/>
                </a:lnTo>
                <a:lnTo>
                  <a:pt x="189887" y="207"/>
                </a:lnTo>
                <a:lnTo>
                  <a:pt x="247892" y="2270"/>
                </a:lnTo>
                <a:lnTo>
                  <a:pt x="303250" y="6188"/>
                </a:lnTo>
                <a:lnTo>
                  <a:pt x="355962" y="11960"/>
                </a:lnTo>
                <a:lnTo>
                  <a:pt x="406029" y="19589"/>
                </a:lnTo>
                <a:lnTo>
                  <a:pt x="453450" y="29072"/>
                </a:lnTo>
                <a:lnTo>
                  <a:pt x="498225" y="40410"/>
                </a:lnTo>
                <a:lnTo>
                  <a:pt x="540354" y="53604"/>
                </a:lnTo>
                <a:lnTo>
                  <a:pt x="579837" y="68653"/>
                </a:lnTo>
                <a:lnTo>
                  <a:pt x="616675" y="85557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32" name="knowledge-edge">
            <a:extLst>
              <a:ext uri="{FF2B5EF4-FFF2-40B4-BE49-F238E27FC236}">
                <a16:creationId xmlns:a16="http://schemas.microsoft.com/office/drawing/2014/main" id="{72CE927D-8067-47FA-9176-39E932395E30}"/>
              </a:ext>
            </a:extLst>
          </p:cNvPr>
          <p:cNvSpPr>
            <a:spLocks noGrp="1"/>
          </p:cNvSpPr>
          <p:nvPr/>
        </p:nvSpPr>
        <p:spPr>
          <a:xfrm>
            <a:off x="6010415" y="6732705"/>
            <a:ext cx="656896" cy="51939"/>
          </a:xfrm>
          <a:custGeom>
            <a:avLst/>
            <a:gdLst/>
            <a:ahLst/>
            <a:cxnLst/>
            <a:rect l="0" t="0" r="0" b="0"/>
            <a:pathLst>
              <a:path w="656896" h="51939">
                <a:moveTo>
                  <a:pt x="0" y="0"/>
                </a:moveTo>
                <a:lnTo>
                  <a:pt x="46921" y="6161"/>
                </a:lnTo>
                <a:lnTo>
                  <a:pt x="93842" y="11945"/>
                </a:lnTo>
                <a:lnTo>
                  <a:pt x="140764" y="17353"/>
                </a:lnTo>
                <a:lnTo>
                  <a:pt x="187685" y="22382"/>
                </a:lnTo>
                <a:lnTo>
                  <a:pt x="234606" y="27035"/>
                </a:lnTo>
                <a:lnTo>
                  <a:pt x="281527" y="31311"/>
                </a:lnTo>
                <a:lnTo>
                  <a:pt x="328448" y="35209"/>
                </a:lnTo>
                <a:lnTo>
                  <a:pt x="375369" y="38731"/>
                </a:lnTo>
                <a:lnTo>
                  <a:pt x="422291" y="41875"/>
                </a:lnTo>
                <a:lnTo>
                  <a:pt x="469212" y="44642"/>
                </a:lnTo>
                <a:lnTo>
                  <a:pt x="516133" y="47032"/>
                </a:lnTo>
                <a:lnTo>
                  <a:pt x="563054" y="49045"/>
                </a:lnTo>
                <a:lnTo>
                  <a:pt x="609975" y="50680"/>
                </a:lnTo>
                <a:lnTo>
                  <a:pt x="656896" y="51939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33" name="knowledge-edge">
            <a:extLst>
              <a:ext uri="{FF2B5EF4-FFF2-40B4-BE49-F238E27FC236}">
                <a16:creationId xmlns:a16="http://schemas.microsoft.com/office/drawing/2014/main" id="{9D9BB9EB-AA20-46DA-9138-5C11480EB0D7}"/>
              </a:ext>
            </a:extLst>
          </p:cNvPr>
          <p:cNvSpPr>
            <a:spLocks noGrp="1"/>
          </p:cNvSpPr>
          <p:nvPr/>
        </p:nvSpPr>
        <p:spPr>
          <a:xfrm>
            <a:off x="6053524" y="6713999"/>
            <a:ext cx="502347" cy="227290"/>
          </a:xfrm>
          <a:custGeom>
            <a:avLst/>
            <a:gdLst/>
            <a:ahLst/>
            <a:cxnLst/>
            <a:rect l="0" t="0" r="0" b="0"/>
            <a:pathLst>
              <a:path w="502347" h="227290">
                <a:moveTo>
                  <a:pt x="0" y="227290"/>
                </a:moveTo>
                <a:lnTo>
                  <a:pt x="35882" y="205770"/>
                </a:lnTo>
                <a:lnTo>
                  <a:pt x="71764" y="185064"/>
                </a:lnTo>
                <a:lnTo>
                  <a:pt x="107646" y="165170"/>
                </a:lnTo>
                <a:lnTo>
                  <a:pt x="143528" y="146090"/>
                </a:lnTo>
                <a:lnTo>
                  <a:pt x="179410" y="127822"/>
                </a:lnTo>
                <a:lnTo>
                  <a:pt x="215292" y="110368"/>
                </a:lnTo>
                <a:lnTo>
                  <a:pt x="251174" y="93726"/>
                </a:lnTo>
                <a:lnTo>
                  <a:pt x="287056" y="77898"/>
                </a:lnTo>
                <a:lnTo>
                  <a:pt x="322937" y="62882"/>
                </a:lnTo>
                <a:lnTo>
                  <a:pt x="358819" y="48680"/>
                </a:lnTo>
                <a:lnTo>
                  <a:pt x="394701" y="35290"/>
                </a:lnTo>
                <a:lnTo>
                  <a:pt x="430583" y="22714"/>
                </a:lnTo>
                <a:lnTo>
                  <a:pt x="466465" y="10950"/>
                </a:lnTo>
                <a:lnTo>
                  <a:pt x="502347" y="0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34" name="knowledge-cross-edge">
            <a:extLst>
              <a:ext uri="{FF2B5EF4-FFF2-40B4-BE49-F238E27FC236}">
                <a16:creationId xmlns:a16="http://schemas.microsoft.com/office/drawing/2014/main" id="{BF5F8B1E-2EFA-4D95-8A0E-DE1E8CB4E029}"/>
              </a:ext>
            </a:extLst>
          </p:cNvPr>
          <p:cNvSpPr>
            <a:spLocks noGrp="1"/>
          </p:cNvSpPr>
          <p:nvPr/>
        </p:nvSpPr>
        <p:spPr>
          <a:xfrm>
            <a:off x="6053524" y="6892649"/>
            <a:ext cx="462357" cy="112349"/>
          </a:xfrm>
          <a:custGeom>
            <a:avLst/>
            <a:gdLst/>
            <a:ahLst/>
            <a:cxnLst/>
            <a:rect l="0" t="0" r="0" b="0"/>
            <a:pathLst>
              <a:path w="462357" h="112349">
                <a:moveTo>
                  <a:pt x="0" y="48640"/>
                </a:moveTo>
                <a:lnTo>
                  <a:pt x="53082" y="30319"/>
                </a:lnTo>
                <a:lnTo>
                  <a:pt x="103518" y="16295"/>
                </a:lnTo>
                <a:lnTo>
                  <a:pt x="151308" y="6567"/>
                </a:lnTo>
                <a:lnTo>
                  <a:pt x="196452" y="1135"/>
                </a:lnTo>
                <a:lnTo>
                  <a:pt x="238951" y="0"/>
                </a:lnTo>
                <a:lnTo>
                  <a:pt x="278803" y="3161"/>
                </a:lnTo>
                <a:lnTo>
                  <a:pt x="316010" y="10618"/>
                </a:lnTo>
                <a:lnTo>
                  <a:pt x="350571" y="22372"/>
                </a:lnTo>
                <a:lnTo>
                  <a:pt x="382486" y="38421"/>
                </a:lnTo>
                <a:lnTo>
                  <a:pt x="411755" y="58768"/>
                </a:lnTo>
                <a:lnTo>
                  <a:pt x="438379" y="83410"/>
                </a:lnTo>
                <a:lnTo>
                  <a:pt x="462357" y="112349"/>
                </a:lnTo>
              </a:path>
            </a:pathLst>
          </a:custGeom>
          <a:noFill/>
          <a:ln w="5334">
            <a:solidFill>
              <a:srgbClr val="EA4335">
                <a:alpha val="13000"/>
              </a:srgbClr>
            </a:solidFill>
            <a:prstDash val="solid"/>
          </a:ln>
        </p:spPr>
      </p:sp>
      <p:sp>
        <p:nvSpPr>
          <p:cNvPr id="235" name="knowledge-cross-edge">
            <a:extLst>
              <a:ext uri="{FF2B5EF4-FFF2-40B4-BE49-F238E27FC236}">
                <a16:creationId xmlns:a16="http://schemas.microsoft.com/office/drawing/2014/main" id="{7D71D83C-498D-4EE8-81E5-6931A5A2524C}"/>
              </a:ext>
            </a:extLst>
          </p:cNvPr>
          <p:cNvSpPr>
            <a:spLocks noGrp="1"/>
          </p:cNvSpPr>
          <p:nvPr/>
        </p:nvSpPr>
        <p:spPr>
          <a:xfrm>
            <a:off x="6053524" y="6764674"/>
            <a:ext cx="613788" cy="176615"/>
          </a:xfrm>
          <a:custGeom>
            <a:avLst/>
            <a:gdLst/>
            <a:ahLst/>
            <a:cxnLst/>
            <a:rect l="0" t="0" r="0" b="0"/>
            <a:pathLst>
              <a:path w="613788" h="176615">
                <a:moveTo>
                  <a:pt x="0" y="176615"/>
                </a:moveTo>
                <a:lnTo>
                  <a:pt x="36597" y="139471"/>
                </a:lnTo>
                <a:lnTo>
                  <a:pt x="75840" y="106707"/>
                </a:lnTo>
                <a:lnTo>
                  <a:pt x="117728" y="78323"/>
                </a:lnTo>
                <a:lnTo>
                  <a:pt x="162263" y="54319"/>
                </a:lnTo>
                <a:lnTo>
                  <a:pt x="209443" y="34695"/>
                </a:lnTo>
                <a:lnTo>
                  <a:pt x="259269" y="19451"/>
                </a:lnTo>
                <a:lnTo>
                  <a:pt x="311741" y="8587"/>
                </a:lnTo>
                <a:lnTo>
                  <a:pt x="366859" y="2104"/>
                </a:lnTo>
                <a:lnTo>
                  <a:pt x="424622" y="0"/>
                </a:lnTo>
                <a:lnTo>
                  <a:pt x="485032" y="2276"/>
                </a:lnTo>
                <a:lnTo>
                  <a:pt x="548087" y="8933"/>
                </a:lnTo>
                <a:lnTo>
                  <a:pt x="613788" y="19969"/>
                </a:lnTo>
              </a:path>
            </a:pathLst>
          </a:custGeom>
          <a:noFill/>
          <a:ln w="4953">
            <a:solidFill>
              <a:srgbClr val="EA4335">
                <a:alpha val="12000"/>
              </a:srgbClr>
            </a:solidFill>
            <a:prstDash val="solid"/>
          </a:ln>
        </p:spPr>
      </p:sp>
      <p:sp>
        <p:nvSpPr>
          <p:cNvPr id="236" name="knowledge-edge">
            <a:extLst>
              <a:ext uri="{FF2B5EF4-FFF2-40B4-BE49-F238E27FC236}">
                <a16:creationId xmlns:a16="http://schemas.microsoft.com/office/drawing/2014/main" id="{1643D27A-0470-4E3B-8852-6A4077DF576F}"/>
              </a:ext>
            </a:extLst>
          </p:cNvPr>
          <p:cNvSpPr>
            <a:spLocks noGrp="1"/>
          </p:cNvSpPr>
          <p:nvPr/>
        </p:nvSpPr>
        <p:spPr>
          <a:xfrm>
            <a:off x="6064860" y="6967380"/>
            <a:ext cx="451021" cy="37618"/>
          </a:xfrm>
          <a:custGeom>
            <a:avLst/>
            <a:gdLst/>
            <a:ahLst/>
            <a:cxnLst/>
            <a:rect l="0" t="0" r="0" b="0"/>
            <a:pathLst>
              <a:path w="451021" h="37618">
                <a:moveTo>
                  <a:pt x="0" y="0"/>
                </a:moveTo>
                <a:lnTo>
                  <a:pt x="32216" y="3406"/>
                </a:lnTo>
                <a:lnTo>
                  <a:pt x="64432" y="6701"/>
                </a:lnTo>
                <a:lnTo>
                  <a:pt x="96647" y="9885"/>
                </a:lnTo>
                <a:lnTo>
                  <a:pt x="128863" y="12959"/>
                </a:lnTo>
                <a:lnTo>
                  <a:pt x="161079" y="15922"/>
                </a:lnTo>
                <a:lnTo>
                  <a:pt x="193295" y="18775"/>
                </a:lnTo>
                <a:lnTo>
                  <a:pt x="225510" y="21518"/>
                </a:lnTo>
                <a:lnTo>
                  <a:pt x="257726" y="24149"/>
                </a:lnTo>
                <a:lnTo>
                  <a:pt x="289942" y="26671"/>
                </a:lnTo>
                <a:lnTo>
                  <a:pt x="322158" y="29081"/>
                </a:lnTo>
                <a:lnTo>
                  <a:pt x="354373" y="31381"/>
                </a:lnTo>
                <a:lnTo>
                  <a:pt x="386589" y="33571"/>
                </a:lnTo>
                <a:lnTo>
                  <a:pt x="418805" y="35650"/>
                </a:lnTo>
                <a:lnTo>
                  <a:pt x="451021" y="37618"/>
                </a:lnTo>
              </a:path>
            </a:pathLst>
          </a:custGeom>
          <a:noFill/>
          <a:ln w="6477">
            <a:solidFill>
              <a:srgbClr val="EA4335">
                <a:alpha val="17000"/>
              </a:srgbClr>
            </a:solidFill>
            <a:prstDash val="solid"/>
          </a:ln>
        </p:spPr>
      </p:sp>
      <p:sp>
        <p:nvSpPr>
          <p:cNvPr id="237" name="knowledge-edge">
            <a:extLst>
              <a:ext uri="{FF2B5EF4-FFF2-40B4-BE49-F238E27FC236}">
                <a16:creationId xmlns:a16="http://schemas.microsoft.com/office/drawing/2014/main" id="{268E4B58-3030-4729-ABF9-3FCB02B9146B}"/>
              </a:ext>
            </a:extLst>
          </p:cNvPr>
          <p:cNvSpPr>
            <a:spLocks noGrp="1"/>
          </p:cNvSpPr>
          <p:nvPr/>
        </p:nvSpPr>
        <p:spPr>
          <a:xfrm>
            <a:off x="6457433" y="5944093"/>
            <a:ext cx="524288" cy="136907"/>
          </a:xfrm>
          <a:custGeom>
            <a:avLst/>
            <a:gdLst/>
            <a:ahLst/>
            <a:cxnLst/>
            <a:rect l="0" t="0" r="0" b="0"/>
            <a:pathLst>
              <a:path w="524288" h="136907">
                <a:moveTo>
                  <a:pt x="0" y="0"/>
                </a:moveTo>
                <a:lnTo>
                  <a:pt x="37449" y="10621"/>
                </a:lnTo>
                <a:lnTo>
                  <a:pt x="74898" y="21112"/>
                </a:lnTo>
                <a:lnTo>
                  <a:pt x="112347" y="31474"/>
                </a:lnTo>
                <a:lnTo>
                  <a:pt x="149797" y="41706"/>
                </a:lnTo>
                <a:lnTo>
                  <a:pt x="187246" y="51809"/>
                </a:lnTo>
                <a:lnTo>
                  <a:pt x="224695" y="61782"/>
                </a:lnTo>
                <a:lnTo>
                  <a:pt x="262144" y="71626"/>
                </a:lnTo>
                <a:lnTo>
                  <a:pt x="299593" y="81340"/>
                </a:lnTo>
                <a:lnTo>
                  <a:pt x="337042" y="90925"/>
                </a:lnTo>
                <a:lnTo>
                  <a:pt x="374491" y="100380"/>
                </a:lnTo>
                <a:lnTo>
                  <a:pt x="411940" y="109706"/>
                </a:lnTo>
                <a:lnTo>
                  <a:pt x="449390" y="118903"/>
                </a:lnTo>
                <a:lnTo>
                  <a:pt x="486839" y="127970"/>
                </a:lnTo>
                <a:lnTo>
                  <a:pt x="524288" y="136907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38" name="knowledge-cross-edge">
            <a:extLst>
              <a:ext uri="{FF2B5EF4-FFF2-40B4-BE49-F238E27FC236}">
                <a16:creationId xmlns:a16="http://schemas.microsoft.com/office/drawing/2014/main" id="{211A83A5-7C50-4446-AF8A-9F58CF0C0FA8}"/>
              </a:ext>
            </a:extLst>
          </p:cNvPr>
          <p:cNvSpPr>
            <a:spLocks noGrp="1"/>
          </p:cNvSpPr>
          <p:nvPr/>
        </p:nvSpPr>
        <p:spPr>
          <a:xfrm>
            <a:off x="6457433" y="5937127"/>
            <a:ext cx="637457" cy="386644"/>
          </a:xfrm>
          <a:custGeom>
            <a:avLst/>
            <a:gdLst/>
            <a:ahLst/>
            <a:cxnLst/>
            <a:rect l="0" t="0" r="0" b="0"/>
            <a:pathLst>
              <a:path w="637457" h="386644">
                <a:moveTo>
                  <a:pt x="0" y="6966"/>
                </a:moveTo>
                <a:lnTo>
                  <a:pt x="67674" y="0"/>
                </a:lnTo>
                <a:lnTo>
                  <a:pt x="132701" y="53"/>
                </a:lnTo>
                <a:lnTo>
                  <a:pt x="195083" y="7125"/>
                </a:lnTo>
                <a:lnTo>
                  <a:pt x="254819" y="21217"/>
                </a:lnTo>
                <a:lnTo>
                  <a:pt x="311909" y="42328"/>
                </a:lnTo>
                <a:lnTo>
                  <a:pt x="366354" y="70458"/>
                </a:lnTo>
                <a:lnTo>
                  <a:pt x="418152" y="105607"/>
                </a:lnTo>
                <a:lnTo>
                  <a:pt x="467305" y="147776"/>
                </a:lnTo>
                <a:lnTo>
                  <a:pt x="513812" y="196964"/>
                </a:lnTo>
                <a:lnTo>
                  <a:pt x="557673" y="253171"/>
                </a:lnTo>
                <a:lnTo>
                  <a:pt x="598888" y="316398"/>
                </a:lnTo>
                <a:lnTo>
                  <a:pt x="637457" y="386644"/>
                </a:lnTo>
              </a:path>
            </a:pathLst>
          </a:custGeom>
          <a:noFill/>
          <a:ln w="5334">
            <a:solidFill>
              <a:srgbClr val="EC522F">
                <a:alpha val="13000"/>
              </a:srgbClr>
            </a:solidFill>
            <a:prstDash val="solid"/>
          </a:ln>
        </p:spPr>
      </p:sp>
      <p:sp>
        <p:nvSpPr>
          <p:cNvPr id="239" name="knowledge-long-edge">
            <a:extLst>
              <a:ext uri="{FF2B5EF4-FFF2-40B4-BE49-F238E27FC236}">
                <a16:creationId xmlns:a16="http://schemas.microsoft.com/office/drawing/2014/main" id="{321E28A9-C20B-4865-9897-225BBEBD0373}"/>
              </a:ext>
            </a:extLst>
          </p:cNvPr>
          <p:cNvSpPr>
            <a:spLocks noGrp="1"/>
          </p:cNvSpPr>
          <p:nvPr/>
        </p:nvSpPr>
        <p:spPr>
          <a:xfrm>
            <a:off x="6457433" y="5755282"/>
            <a:ext cx="916465" cy="324676"/>
          </a:xfrm>
          <a:custGeom>
            <a:avLst/>
            <a:gdLst/>
            <a:ahLst/>
            <a:cxnLst/>
            <a:rect l="0" t="0" r="0" b="0"/>
            <a:pathLst>
              <a:path w="916465" h="324676">
                <a:moveTo>
                  <a:pt x="0" y="188811"/>
                </a:moveTo>
                <a:lnTo>
                  <a:pt x="57279" y="138195"/>
                </a:lnTo>
                <a:lnTo>
                  <a:pt x="114558" y="95460"/>
                </a:lnTo>
                <a:lnTo>
                  <a:pt x="171837" y="60606"/>
                </a:lnTo>
                <a:lnTo>
                  <a:pt x="229116" y="33633"/>
                </a:lnTo>
                <a:lnTo>
                  <a:pt x="286395" y="14541"/>
                </a:lnTo>
                <a:lnTo>
                  <a:pt x="343675" y="3330"/>
                </a:lnTo>
                <a:lnTo>
                  <a:pt x="400954" y="0"/>
                </a:lnTo>
                <a:lnTo>
                  <a:pt x="458233" y="4551"/>
                </a:lnTo>
                <a:lnTo>
                  <a:pt x="515512" y="16983"/>
                </a:lnTo>
                <a:lnTo>
                  <a:pt x="572791" y="37296"/>
                </a:lnTo>
                <a:lnTo>
                  <a:pt x="630070" y="65490"/>
                </a:lnTo>
                <a:lnTo>
                  <a:pt x="687349" y="101565"/>
                </a:lnTo>
                <a:lnTo>
                  <a:pt x="744628" y="145521"/>
                </a:lnTo>
                <a:lnTo>
                  <a:pt x="801907" y="197358"/>
                </a:lnTo>
                <a:lnTo>
                  <a:pt x="859186" y="257077"/>
                </a:lnTo>
                <a:lnTo>
                  <a:pt x="916465" y="324676"/>
                </a:lnTo>
              </a:path>
            </a:pathLst>
          </a:custGeom>
          <a:noFill/>
          <a:ln w="4286">
            <a:solidFill>
              <a:srgbClr val="EC522F">
                <a:alpha val="9000"/>
              </a:srgbClr>
            </a:solidFill>
            <a:prstDash val="solid"/>
          </a:ln>
        </p:spPr>
      </p:sp>
      <p:sp>
        <p:nvSpPr>
          <p:cNvPr id="240" name="knowledge-edge">
            <a:extLst>
              <a:ext uri="{FF2B5EF4-FFF2-40B4-BE49-F238E27FC236}">
                <a16:creationId xmlns:a16="http://schemas.microsoft.com/office/drawing/2014/main" id="{C2A83480-656D-4FA0-8982-F75C71461F19}"/>
              </a:ext>
            </a:extLst>
          </p:cNvPr>
          <p:cNvSpPr>
            <a:spLocks noGrp="1"/>
          </p:cNvSpPr>
          <p:nvPr/>
        </p:nvSpPr>
        <p:spPr>
          <a:xfrm>
            <a:off x="6402319" y="6295864"/>
            <a:ext cx="692572" cy="27907"/>
          </a:xfrm>
          <a:custGeom>
            <a:avLst/>
            <a:gdLst/>
            <a:ahLst/>
            <a:cxnLst/>
            <a:rect l="0" t="0" r="0" b="0"/>
            <a:pathLst>
              <a:path w="692572" h="27907">
                <a:moveTo>
                  <a:pt x="0" y="0"/>
                </a:moveTo>
                <a:lnTo>
                  <a:pt x="49469" y="3295"/>
                </a:lnTo>
                <a:lnTo>
                  <a:pt x="98939" y="6389"/>
                </a:lnTo>
                <a:lnTo>
                  <a:pt x="148408" y="9283"/>
                </a:lnTo>
                <a:lnTo>
                  <a:pt x="197878" y="11977"/>
                </a:lnTo>
                <a:lnTo>
                  <a:pt x="247347" y="14471"/>
                </a:lnTo>
                <a:lnTo>
                  <a:pt x="296816" y="16764"/>
                </a:lnTo>
                <a:lnTo>
                  <a:pt x="346286" y="18858"/>
                </a:lnTo>
                <a:lnTo>
                  <a:pt x="395755" y="20751"/>
                </a:lnTo>
                <a:lnTo>
                  <a:pt x="445225" y="22444"/>
                </a:lnTo>
                <a:lnTo>
                  <a:pt x="494694" y="23937"/>
                </a:lnTo>
                <a:lnTo>
                  <a:pt x="544163" y="25230"/>
                </a:lnTo>
                <a:lnTo>
                  <a:pt x="593633" y="26322"/>
                </a:lnTo>
                <a:lnTo>
                  <a:pt x="643102" y="27214"/>
                </a:lnTo>
                <a:lnTo>
                  <a:pt x="692572" y="27907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41" name="knowledge-edge">
            <a:extLst>
              <a:ext uri="{FF2B5EF4-FFF2-40B4-BE49-F238E27FC236}">
                <a16:creationId xmlns:a16="http://schemas.microsoft.com/office/drawing/2014/main" id="{B9949E76-7C16-46D6-A29F-F4EB9754265E}"/>
              </a:ext>
            </a:extLst>
          </p:cNvPr>
          <p:cNvSpPr>
            <a:spLocks noGrp="1"/>
          </p:cNvSpPr>
          <p:nvPr/>
        </p:nvSpPr>
        <p:spPr>
          <a:xfrm>
            <a:off x="6466794" y="6413804"/>
            <a:ext cx="422712" cy="55544"/>
          </a:xfrm>
          <a:custGeom>
            <a:avLst/>
            <a:gdLst/>
            <a:ahLst/>
            <a:cxnLst/>
            <a:rect l="0" t="0" r="0" b="0"/>
            <a:pathLst>
              <a:path w="422712" h="55544">
                <a:moveTo>
                  <a:pt x="0" y="55544"/>
                </a:moveTo>
                <a:lnTo>
                  <a:pt x="30194" y="48636"/>
                </a:lnTo>
                <a:lnTo>
                  <a:pt x="60387" y="42180"/>
                </a:lnTo>
                <a:lnTo>
                  <a:pt x="90581" y="36176"/>
                </a:lnTo>
                <a:lnTo>
                  <a:pt x="120775" y="30625"/>
                </a:lnTo>
                <a:lnTo>
                  <a:pt x="150969" y="25527"/>
                </a:lnTo>
                <a:lnTo>
                  <a:pt x="181162" y="20881"/>
                </a:lnTo>
                <a:lnTo>
                  <a:pt x="211356" y="16687"/>
                </a:lnTo>
                <a:lnTo>
                  <a:pt x="241550" y="12946"/>
                </a:lnTo>
                <a:lnTo>
                  <a:pt x="271744" y="9657"/>
                </a:lnTo>
                <a:lnTo>
                  <a:pt x="301937" y="6821"/>
                </a:lnTo>
                <a:lnTo>
                  <a:pt x="332131" y="4437"/>
                </a:lnTo>
                <a:lnTo>
                  <a:pt x="362325" y="2505"/>
                </a:lnTo>
                <a:lnTo>
                  <a:pt x="392519" y="1026"/>
                </a:lnTo>
                <a:lnTo>
                  <a:pt x="422712" y="0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42" name="knowledge-edge">
            <a:extLst>
              <a:ext uri="{FF2B5EF4-FFF2-40B4-BE49-F238E27FC236}">
                <a16:creationId xmlns:a16="http://schemas.microsoft.com/office/drawing/2014/main" id="{FC69824D-3E6B-4FB7-9B7F-8CF663F41E2F}"/>
              </a:ext>
            </a:extLst>
          </p:cNvPr>
          <p:cNvSpPr>
            <a:spLocks noGrp="1"/>
          </p:cNvSpPr>
          <p:nvPr/>
        </p:nvSpPr>
        <p:spPr>
          <a:xfrm>
            <a:off x="6644885" y="6587036"/>
            <a:ext cx="425434" cy="78917"/>
          </a:xfrm>
          <a:custGeom>
            <a:avLst/>
            <a:gdLst/>
            <a:ahLst/>
            <a:cxnLst/>
            <a:rect l="0" t="0" r="0" b="0"/>
            <a:pathLst>
              <a:path w="425434" h="78917">
                <a:moveTo>
                  <a:pt x="0" y="0"/>
                </a:moveTo>
                <a:lnTo>
                  <a:pt x="30388" y="20103"/>
                </a:lnTo>
                <a:lnTo>
                  <a:pt x="60776" y="37262"/>
                </a:lnTo>
                <a:lnTo>
                  <a:pt x="91164" y="51479"/>
                </a:lnTo>
                <a:lnTo>
                  <a:pt x="121553" y="62753"/>
                </a:lnTo>
                <a:lnTo>
                  <a:pt x="151941" y="71084"/>
                </a:lnTo>
                <a:lnTo>
                  <a:pt x="182329" y="76472"/>
                </a:lnTo>
                <a:lnTo>
                  <a:pt x="212717" y="78917"/>
                </a:lnTo>
                <a:lnTo>
                  <a:pt x="243105" y="78419"/>
                </a:lnTo>
                <a:lnTo>
                  <a:pt x="273493" y="74979"/>
                </a:lnTo>
                <a:lnTo>
                  <a:pt x="303881" y="68595"/>
                </a:lnTo>
                <a:lnTo>
                  <a:pt x="334270" y="59269"/>
                </a:lnTo>
                <a:lnTo>
                  <a:pt x="364658" y="46999"/>
                </a:lnTo>
                <a:lnTo>
                  <a:pt x="395046" y="31787"/>
                </a:lnTo>
                <a:lnTo>
                  <a:pt x="425434" y="13632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43" name="knowledge-cross-edge">
            <a:extLst>
              <a:ext uri="{FF2B5EF4-FFF2-40B4-BE49-F238E27FC236}">
                <a16:creationId xmlns:a16="http://schemas.microsoft.com/office/drawing/2014/main" id="{A8A4029C-0BF5-4322-B3B1-A9B7138A1985}"/>
              </a:ext>
            </a:extLst>
          </p:cNvPr>
          <p:cNvSpPr>
            <a:spLocks noGrp="1"/>
          </p:cNvSpPr>
          <p:nvPr/>
        </p:nvSpPr>
        <p:spPr>
          <a:xfrm>
            <a:off x="6644885" y="6587036"/>
            <a:ext cx="311098" cy="71461"/>
          </a:xfrm>
          <a:custGeom>
            <a:avLst/>
            <a:gdLst/>
            <a:ahLst/>
            <a:cxnLst/>
            <a:rect l="0" t="0" r="0" b="0"/>
            <a:pathLst>
              <a:path w="311098" h="71461">
                <a:moveTo>
                  <a:pt x="0" y="0"/>
                </a:moveTo>
                <a:lnTo>
                  <a:pt x="40477" y="9568"/>
                </a:lnTo>
                <a:lnTo>
                  <a:pt x="78308" y="18479"/>
                </a:lnTo>
                <a:lnTo>
                  <a:pt x="113493" y="26733"/>
                </a:lnTo>
                <a:lnTo>
                  <a:pt x="146033" y="34330"/>
                </a:lnTo>
                <a:lnTo>
                  <a:pt x="175926" y="41271"/>
                </a:lnTo>
                <a:lnTo>
                  <a:pt x="203174" y="47554"/>
                </a:lnTo>
                <a:lnTo>
                  <a:pt x="227776" y="53181"/>
                </a:lnTo>
                <a:lnTo>
                  <a:pt x="249732" y="58151"/>
                </a:lnTo>
                <a:lnTo>
                  <a:pt x="269042" y="62464"/>
                </a:lnTo>
                <a:lnTo>
                  <a:pt x="285706" y="66120"/>
                </a:lnTo>
                <a:lnTo>
                  <a:pt x="299725" y="69119"/>
                </a:lnTo>
                <a:lnTo>
                  <a:pt x="311098" y="71461"/>
                </a:lnTo>
              </a:path>
            </a:pathLst>
          </a:custGeom>
          <a:noFill/>
          <a:ln w="5334">
            <a:solidFill>
              <a:srgbClr val="EC522F">
                <a:alpha val="13000"/>
              </a:srgbClr>
            </a:solidFill>
            <a:prstDash val="solid"/>
          </a:ln>
        </p:spPr>
      </p:sp>
      <p:sp>
        <p:nvSpPr>
          <p:cNvPr id="244" name="knowledge-cross-edge">
            <a:extLst>
              <a:ext uri="{FF2B5EF4-FFF2-40B4-BE49-F238E27FC236}">
                <a16:creationId xmlns:a16="http://schemas.microsoft.com/office/drawing/2014/main" id="{61978ABA-D515-43CB-A26A-E5975527514A}"/>
              </a:ext>
            </a:extLst>
          </p:cNvPr>
          <p:cNvSpPr>
            <a:spLocks noGrp="1"/>
          </p:cNvSpPr>
          <p:nvPr/>
        </p:nvSpPr>
        <p:spPr>
          <a:xfrm>
            <a:off x="6644885" y="6413804"/>
            <a:ext cx="244622" cy="173231"/>
          </a:xfrm>
          <a:custGeom>
            <a:avLst/>
            <a:gdLst/>
            <a:ahLst/>
            <a:cxnLst/>
            <a:rect l="0" t="0" r="0" b="0"/>
            <a:pathLst>
              <a:path w="244622" h="173231">
                <a:moveTo>
                  <a:pt x="0" y="173231"/>
                </a:moveTo>
                <a:lnTo>
                  <a:pt x="5833" y="147307"/>
                </a:lnTo>
                <a:lnTo>
                  <a:pt x="14312" y="123471"/>
                </a:lnTo>
                <a:lnTo>
                  <a:pt x="25437" y="101724"/>
                </a:lnTo>
                <a:lnTo>
                  <a:pt x="39207" y="82066"/>
                </a:lnTo>
                <a:lnTo>
                  <a:pt x="55624" y="64497"/>
                </a:lnTo>
                <a:lnTo>
                  <a:pt x="74686" y="49017"/>
                </a:lnTo>
                <a:lnTo>
                  <a:pt x="96394" y="35625"/>
                </a:lnTo>
                <a:lnTo>
                  <a:pt x="120748" y="24323"/>
                </a:lnTo>
                <a:lnTo>
                  <a:pt x="147747" y="15109"/>
                </a:lnTo>
                <a:lnTo>
                  <a:pt x="177393" y="7984"/>
                </a:lnTo>
                <a:lnTo>
                  <a:pt x="209684" y="2947"/>
                </a:lnTo>
                <a:lnTo>
                  <a:pt x="244622" y="0"/>
                </a:lnTo>
              </a:path>
            </a:pathLst>
          </a:custGeom>
          <a:noFill/>
          <a:ln w="4953">
            <a:solidFill>
              <a:srgbClr val="EC522F">
                <a:alpha val="12000"/>
              </a:srgbClr>
            </a:solidFill>
            <a:prstDash val="solid"/>
          </a:ln>
        </p:spPr>
      </p:sp>
      <p:sp>
        <p:nvSpPr>
          <p:cNvPr id="245" name="knowledge-edge">
            <a:extLst>
              <a:ext uri="{FF2B5EF4-FFF2-40B4-BE49-F238E27FC236}">
                <a16:creationId xmlns:a16="http://schemas.microsoft.com/office/drawing/2014/main" id="{17A558BE-1D38-481A-A0C0-4D88C562EB7A}"/>
              </a:ext>
            </a:extLst>
          </p:cNvPr>
          <p:cNvSpPr>
            <a:spLocks noGrp="1"/>
          </p:cNvSpPr>
          <p:nvPr/>
        </p:nvSpPr>
        <p:spPr>
          <a:xfrm>
            <a:off x="6667311" y="6646511"/>
            <a:ext cx="288671" cy="138133"/>
          </a:xfrm>
          <a:custGeom>
            <a:avLst/>
            <a:gdLst/>
            <a:ahLst/>
            <a:cxnLst/>
            <a:rect l="0" t="0" r="0" b="0"/>
            <a:pathLst>
              <a:path w="288671" h="138133">
                <a:moveTo>
                  <a:pt x="0" y="138133"/>
                </a:moveTo>
                <a:lnTo>
                  <a:pt x="20619" y="113752"/>
                </a:lnTo>
                <a:lnTo>
                  <a:pt x="41239" y="91735"/>
                </a:lnTo>
                <a:lnTo>
                  <a:pt x="61858" y="72084"/>
                </a:lnTo>
                <a:lnTo>
                  <a:pt x="82477" y="54797"/>
                </a:lnTo>
                <a:lnTo>
                  <a:pt x="103097" y="39875"/>
                </a:lnTo>
                <a:lnTo>
                  <a:pt x="123716" y="27317"/>
                </a:lnTo>
                <a:lnTo>
                  <a:pt x="144335" y="17124"/>
                </a:lnTo>
                <a:lnTo>
                  <a:pt x="164955" y="9296"/>
                </a:lnTo>
                <a:lnTo>
                  <a:pt x="185574" y="3833"/>
                </a:lnTo>
                <a:lnTo>
                  <a:pt x="206193" y="734"/>
                </a:lnTo>
                <a:lnTo>
                  <a:pt x="226813" y="0"/>
                </a:lnTo>
                <a:lnTo>
                  <a:pt x="247432" y="1631"/>
                </a:lnTo>
                <a:lnTo>
                  <a:pt x="268051" y="5626"/>
                </a:lnTo>
                <a:lnTo>
                  <a:pt x="288671" y="11986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46" name="knowledge-cross-edge">
            <a:extLst>
              <a:ext uri="{FF2B5EF4-FFF2-40B4-BE49-F238E27FC236}">
                <a16:creationId xmlns:a16="http://schemas.microsoft.com/office/drawing/2014/main" id="{5FB1454C-2903-402E-B83D-6E7CF5EBB052}"/>
              </a:ext>
            </a:extLst>
          </p:cNvPr>
          <p:cNvSpPr>
            <a:spLocks noGrp="1"/>
          </p:cNvSpPr>
          <p:nvPr/>
        </p:nvSpPr>
        <p:spPr>
          <a:xfrm>
            <a:off x="6667311" y="6784644"/>
            <a:ext cx="293363" cy="42412"/>
          </a:xfrm>
          <a:custGeom>
            <a:avLst/>
            <a:gdLst/>
            <a:ahLst/>
            <a:cxnLst/>
            <a:rect l="0" t="0" r="0" b="0"/>
            <a:pathLst>
              <a:path w="293363" h="42412">
                <a:moveTo>
                  <a:pt x="0" y="0"/>
                </a:moveTo>
                <a:lnTo>
                  <a:pt x="38999" y="5194"/>
                </a:lnTo>
                <a:lnTo>
                  <a:pt x="75352" y="10086"/>
                </a:lnTo>
                <a:lnTo>
                  <a:pt x="109060" y="14676"/>
                </a:lnTo>
                <a:lnTo>
                  <a:pt x="140121" y="18965"/>
                </a:lnTo>
                <a:lnTo>
                  <a:pt x="168537" y="22951"/>
                </a:lnTo>
                <a:lnTo>
                  <a:pt x="194307" y="26637"/>
                </a:lnTo>
                <a:lnTo>
                  <a:pt x="217431" y="30020"/>
                </a:lnTo>
                <a:lnTo>
                  <a:pt x="237909" y="33102"/>
                </a:lnTo>
                <a:lnTo>
                  <a:pt x="255741" y="35882"/>
                </a:lnTo>
                <a:lnTo>
                  <a:pt x="270928" y="38360"/>
                </a:lnTo>
                <a:lnTo>
                  <a:pt x="283468" y="40537"/>
                </a:lnTo>
                <a:lnTo>
                  <a:pt x="293363" y="42412"/>
                </a:lnTo>
              </a:path>
            </a:pathLst>
          </a:custGeom>
          <a:noFill/>
          <a:ln w="5334">
            <a:solidFill>
              <a:srgbClr val="EC522F">
                <a:alpha val="13000"/>
              </a:srgbClr>
            </a:solidFill>
            <a:prstDash val="solid"/>
          </a:ln>
        </p:spPr>
      </p:sp>
      <p:sp>
        <p:nvSpPr>
          <p:cNvPr id="247" name="knowledge-cross-edge">
            <a:extLst>
              <a:ext uri="{FF2B5EF4-FFF2-40B4-BE49-F238E27FC236}">
                <a16:creationId xmlns:a16="http://schemas.microsoft.com/office/drawing/2014/main" id="{58A2ADEE-F907-4B00-92E3-FCC0B8C8F8A8}"/>
              </a:ext>
            </a:extLst>
          </p:cNvPr>
          <p:cNvSpPr>
            <a:spLocks noGrp="1"/>
          </p:cNvSpPr>
          <p:nvPr/>
        </p:nvSpPr>
        <p:spPr>
          <a:xfrm>
            <a:off x="6667311" y="6569912"/>
            <a:ext cx="403007" cy="214732"/>
          </a:xfrm>
          <a:custGeom>
            <a:avLst/>
            <a:gdLst/>
            <a:ahLst/>
            <a:cxnLst/>
            <a:rect l="0" t="0" r="0" b="0"/>
            <a:pathLst>
              <a:path w="403007" h="214732">
                <a:moveTo>
                  <a:pt x="0" y="214732"/>
                </a:moveTo>
                <a:lnTo>
                  <a:pt x="19032" y="168132"/>
                </a:lnTo>
                <a:lnTo>
                  <a:pt x="40710" y="127217"/>
                </a:lnTo>
                <a:lnTo>
                  <a:pt x="65033" y="91988"/>
                </a:lnTo>
                <a:lnTo>
                  <a:pt x="92002" y="62444"/>
                </a:lnTo>
                <a:lnTo>
                  <a:pt x="121618" y="38585"/>
                </a:lnTo>
                <a:lnTo>
                  <a:pt x="153879" y="20411"/>
                </a:lnTo>
                <a:lnTo>
                  <a:pt x="188786" y="7922"/>
                </a:lnTo>
                <a:lnTo>
                  <a:pt x="226338" y="1118"/>
                </a:lnTo>
                <a:lnTo>
                  <a:pt x="266537" y="0"/>
                </a:lnTo>
                <a:lnTo>
                  <a:pt x="309381" y="4567"/>
                </a:lnTo>
                <a:lnTo>
                  <a:pt x="354871" y="14819"/>
                </a:lnTo>
                <a:lnTo>
                  <a:pt x="403007" y="30756"/>
                </a:lnTo>
              </a:path>
            </a:pathLst>
          </a:custGeom>
          <a:noFill/>
          <a:ln w="4953">
            <a:solidFill>
              <a:srgbClr val="EC522F">
                <a:alpha val="12000"/>
              </a:srgbClr>
            </a:solidFill>
            <a:prstDash val="solid"/>
          </a:ln>
        </p:spPr>
      </p:sp>
      <p:sp>
        <p:nvSpPr>
          <p:cNvPr id="248" name="knowledge-edge">
            <a:extLst>
              <a:ext uri="{FF2B5EF4-FFF2-40B4-BE49-F238E27FC236}">
                <a16:creationId xmlns:a16="http://schemas.microsoft.com/office/drawing/2014/main" id="{AD367D1B-684E-4D1D-BB1C-E26DC6DA8D4A}"/>
              </a:ext>
            </a:extLst>
          </p:cNvPr>
          <p:cNvSpPr>
            <a:spLocks noGrp="1"/>
          </p:cNvSpPr>
          <p:nvPr/>
        </p:nvSpPr>
        <p:spPr>
          <a:xfrm>
            <a:off x="6555871" y="6713999"/>
            <a:ext cx="404804" cy="113056"/>
          </a:xfrm>
          <a:custGeom>
            <a:avLst/>
            <a:gdLst/>
            <a:ahLst/>
            <a:cxnLst/>
            <a:rect l="0" t="0" r="0" b="0"/>
            <a:pathLst>
              <a:path w="404804" h="113056">
                <a:moveTo>
                  <a:pt x="0" y="0"/>
                </a:moveTo>
                <a:lnTo>
                  <a:pt x="28915" y="3921"/>
                </a:lnTo>
                <a:lnTo>
                  <a:pt x="57829" y="8481"/>
                </a:lnTo>
                <a:lnTo>
                  <a:pt x="86744" y="13680"/>
                </a:lnTo>
                <a:lnTo>
                  <a:pt x="115658" y="19518"/>
                </a:lnTo>
                <a:lnTo>
                  <a:pt x="144573" y="25996"/>
                </a:lnTo>
                <a:lnTo>
                  <a:pt x="173487" y="33112"/>
                </a:lnTo>
                <a:lnTo>
                  <a:pt x="202402" y="40868"/>
                </a:lnTo>
                <a:lnTo>
                  <a:pt x="231317" y="49263"/>
                </a:lnTo>
                <a:lnTo>
                  <a:pt x="260231" y="58297"/>
                </a:lnTo>
                <a:lnTo>
                  <a:pt x="289146" y="67971"/>
                </a:lnTo>
                <a:lnTo>
                  <a:pt x="318060" y="78283"/>
                </a:lnTo>
                <a:lnTo>
                  <a:pt x="346975" y="89235"/>
                </a:lnTo>
                <a:lnTo>
                  <a:pt x="375890" y="100826"/>
                </a:lnTo>
                <a:lnTo>
                  <a:pt x="404804" y="113056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49" name="knowledge-edge">
            <a:extLst>
              <a:ext uri="{FF2B5EF4-FFF2-40B4-BE49-F238E27FC236}">
                <a16:creationId xmlns:a16="http://schemas.microsoft.com/office/drawing/2014/main" id="{27C81A62-E06C-4D2E-9F93-4D139ACB611E}"/>
              </a:ext>
            </a:extLst>
          </p:cNvPr>
          <p:cNvSpPr>
            <a:spLocks noGrp="1"/>
          </p:cNvSpPr>
          <p:nvPr/>
        </p:nvSpPr>
        <p:spPr>
          <a:xfrm>
            <a:off x="6515880" y="7004998"/>
            <a:ext cx="567294" cy="46850"/>
          </a:xfrm>
          <a:custGeom>
            <a:avLst/>
            <a:gdLst/>
            <a:ahLst/>
            <a:cxnLst/>
            <a:rect l="0" t="0" r="0" b="0"/>
            <a:pathLst>
              <a:path w="567294" h="46850">
                <a:moveTo>
                  <a:pt x="0" y="0"/>
                </a:moveTo>
                <a:lnTo>
                  <a:pt x="40521" y="8783"/>
                </a:lnTo>
                <a:lnTo>
                  <a:pt x="81042" y="16656"/>
                </a:lnTo>
                <a:lnTo>
                  <a:pt x="121563" y="23618"/>
                </a:lnTo>
                <a:lnTo>
                  <a:pt x="162084" y="29669"/>
                </a:lnTo>
                <a:lnTo>
                  <a:pt x="202605" y="34809"/>
                </a:lnTo>
                <a:lnTo>
                  <a:pt x="243126" y="39039"/>
                </a:lnTo>
                <a:lnTo>
                  <a:pt x="283647" y="42358"/>
                </a:lnTo>
                <a:lnTo>
                  <a:pt x="324168" y="44766"/>
                </a:lnTo>
                <a:lnTo>
                  <a:pt x="364689" y="46264"/>
                </a:lnTo>
                <a:lnTo>
                  <a:pt x="405210" y="46850"/>
                </a:lnTo>
                <a:lnTo>
                  <a:pt x="445731" y="46526"/>
                </a:lnTo>
                <a:lnTo>
                  <a:pt x="486252" y="45292"/>
                </a:lnTo>
                <a:lnTo>
                  <a:pt x="526773" y="43146"/>
                </a:lnTo>
                <a:lnTo>
                  <a:pt x="567294" y="40090"/>
                </a:lnTo>
              </a:path>
            </a:pathLst>
          </a:custGeom>
          <a:noFill/>
          <a:ln w="6477">
            <a:solidFill>
              <a:srgbClr val="EC522F">
                <a:alpha val="17000"/>
              </a:srgbClr>
            </a:solidFill>
            <a:prstDash val="solid"/>
          </a:ln>
        </p:spPr>
      </p:sp>
      <p:sp>
        <p:nvSpPr>
          <p:cNvPr id="250" name="knowledge-cross-edge">
            <a:extLst>
              <a:ext uri="{FF2B5EF4-FFF2-40B4-BE49-F238E27FC236}">
                <a16:creationId xmlns:a16="http://schemas.microsoft.com/office/drawing/2014/main" id="{FB2353D7-43B9-478D-A908-99F9A3577376}"/>
              </a:ext>
            </a:extLst>
          </p:cNvPr>
          <p:cNvSpPr>
            <a:spLocks noGrp="1"/>
          </p:cNvSpPr>
          <p:nvPr/>
        </p:nvSpPr>
        <p:spPr>
          <a:xfrm>
            <a:off x="6515880" y="6827055"/>
            <a:ext cx="444795" cy="177943"/>
          </a:xfrm>
          <a:custGeom>
            <a:avLst/>
            <a:gdLst/>
            <a:ahLst/>
            <a:cxnLst/>
            <a:rect l="0" t="0" r="0" b="0"/>
            <a:pathLst>
              <a:path w="444795" h="177943">
                <a:moveTo>
                  <a:pt x="0" y="177943"/>
                </a:moveTo>
                <a:lnTo>
                  <a:pt x="22514" y="160619"/>
                </a:lnTo>
                <a:lnTo>
                  <a:pt x="47674" y="143749"/>
                </a:lnTo>
                <a:lnTo>
                  <a:pt x="75480" y="127333"/>
                </a:lnTo>
                <a:lnTo>
                  <a:pt x="105932" y="111370"/>
                </a:lnTo>
                <a:lnTo>
                  <a:pt x="139029" y="95861"/>
                </a:lnTo>
                <a:lnTo>
                  <a:pt x="174772" y="80805"/>
                </a:lnTo>
                <a:lnTo>
                  <a:pt x="213161" y="66204"/>
                </a:lnTo>
                <a:lnTo>
                  <a:pt x="254196" y="52056"/>
                </a:lnTo>
                <a:lnTo>
                  <a:pt x="297877" y="38361"/>
                </a:lnTo>
                <a:lnTo>
                  <a:pt x="344204" y="25121"/>
                </a:lnTo>
                <a:lnTo>
                  <a:pt x="393176" y="12333"/>
                </a:lnTo>
                <a:lnTo>
                  <a:pt x="444795" y="0"/>
                </a:lnTo>
              </a:path>
            </a:pathLst>
          </a:custGeom>
          <a:noFill/>
          <a:ln w="4953">
            <a:solidFill>
              <a:srgbClr val="EC522F">
                <a:alpha val="12000"/>
              </a:srgbClr>
            </a:solidFill>
            <a:prstDash val="solid"/>
          </a:ln>
        </p:spPr>
      </p:sp>
      <p:sp>
        <p:nvSpPr>
          <p:cNvPr id="251" name="knowledge-edge">
            <a:extLst>
              <a:ext uri="{FF2B5EF4-FFF2-40B4-BE49-F238E27FC236}">
                <a16:creationId xmlns:a16="http://schemas.microsoft.com/office/drawing/2014/main" id="{621D82C2-7739-4E96-8C55-533FD749AE37}"/>
              </a:ext>
            </a:extLst>
          </p:cNvPr>
          <p:cNvSpPr>
            <a:spLocks noGrp="1"/>
          </p:cNvSpPr>
          <p:nvPr/>
        </p:nvSpPr>
        <p:spPr>
          <a:xfrm>
            <a:off x="6981721" y="6032596"/>
            <a:ext cx="392177" cy="48404"/>
          </a:xfrm>
          <a:custGeom>
            <a:avLst/>
            <a:gdLst/>
            <a:ahLst/>
            <a:cxnLst/>
            <a:rect l="0" t="0" r="0" b="0"/>
            <a:pathLst>
              <a:path w="392177" h="48404">
                <a:moveTo>
                  <a:pt x="0" y="48404"/>
                </a:moveTo>
                <a:lnTo>
                  <a:pt x="28013" y="35626"/>
                </a:lnTo>
                <a:lnTo>
                  <a:pt x="56025" y="24802"/>
                </a:lnTo>
                <a:lnTo>
                  <a:pt x="84038" y="15933"/>
                </a:lnTo>
                <a:lnTo>
                  <a:pt x="112051" y="9018"/>
                </a:lnTo>
                <a:lnTo>
                  <a:pt x="140063" y="4058"/>
                </a:lnTo>
                <a:lnTo>
                  <a:pt x="168076" y="1052"/>
                </a:lnTo>
                <a:lnTo>
                  <a:pt x="196089" y="0"/>
                </a:lnTo>
                <a:lnTo>
                  <a:pt x="224101" y="903"/>
                </a:lnTo>
                <a:lnTo>
                  <a:pt x="252114" y="3760"/>
                </a:lnTo>
                <a:lnTo>
                  <a:pt x="280127" y="8571"/>
                </a:lnTo>
                <a:lnTo>
                  <a:pt x="308139" y="15337"/>
                </a:lnTo>
                <a:lnTo>
                  <a:pt x="336152" y="24058"/>
                </a:lnTo>
                <a:lnTo>
                  <a:pt x="364165" y="34733"/>
                </a:lnTo>
                <a:lnTo>
                  <a:pt x="392177" y="47362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52" name="knowledge-cross-edge">
            <a:extLst>
              <a:ext uri="{FF2B5EF4-FFF2-40B4-BE49-F238E27FC236}">
                <a16:creationId xmlns:a16="http://schemas.microsoft.com/office/drawing/2014/main" id="{50499E9F-C290-4D5F-BF64-AB3FDCB4F9CF}"/>
              </a:ext>
            </a:extLst>
          </p:cNvPr>
          <p:cNvSpPr>
            <a:spLocks noGrp="1"/>
          </p:cNvSpPr>
          <p:nvPr/>
        </p:nvSpPr>
        <p:spPr>
          <a:xfrm>
            <a:off x="6981721" y="6081000"/>
            <a:ext cx="473365" cy="200397"/>
          </a:xfrm>
          <a:custGeom>
            <a:avLst/>
            <a:gdLst/>
            <a:ahLst/>
            <a:cxnLst/>
            <a:rect l="0" t="0" r="0" b="0"/>
            <a:pathLst>
              <a:path w="473365" h="200397">
                <a:moveTo>
                  <a:pt x="0" y="0"/>
                </a:moveTo>
                <a:lnTo>
                  <a:pt x="53999" y="12056"/>
                </a:lnTo>
                <a:lnTo>
                  <a:pt x="105352" y="24956"/>
                </a:lnTo>
                <a:lnTo>
                  <a:pt x="154060" y="38701"/>
                </a:lnTo>
                <a:lnTo>
                  <a:pt x="200122" y="53290"/>
                </a:lnTo>
                <a:lnTo>
                  <a:pt x="243537" y="68723"/>
                </a:lnTo>
                <a:lnTo>
                  <a:pt x="284307" y="85000"/>
                </a:lnTo>
                <a:lnTo>
                  <a:pt x="322432" y="102122"/>
                </a:lnTo>
                <a:lnTo>
                  <a:pt x="357910" y="120089"/>
                </a:lnTo>
                <a:lnTo>
                  <a:pt x="390742" y="138899"/>
                </a:lnTo>
                <a:lnTo>
                  <a:pt x="420929" y="158554"/>
                </a:lnTo>
                <a:lnTo>
                  <a:pt x="448470" y="179053"/>
                </a:lnTo>
                <a:lnTo>
                  <a:pt x="473365" y="200397"/>
                </a:lnTo>
              </a:path>
            </a:pathLst>
          </a:custGeom>
          <a:noFill/>
          <a:ln w="5334">
            <a:solidFill>
              <a:srgbClr val="EE6129">
                <a:alpha val="13000"/>
              </a:srgbClr>
            </a:solidFill>
            <a:prstDash val="solid"/>
          </a:ln>
        </p:spPr>
      </p:sp>
      <p:sp>
        <p:nvSpPr>
          <p:cNvPr id="253" name="knowledge-edge">
            <a:extLst>
              <a:ext uri="{FF2B5EF4-FFF2-40B4-BE49-F238E27FC236}">
                <a16:creationId xmlns:a16="http://schemas.microsoft.com/office/drawing/2014/main" id="{ECA78FB3-6932-4881-BC90-98D9FDBEE4B5}"/>
              </a:ext>
            </a:extLst>
          </p:cNvPr>
          <p:cNvSpPr>
            <a:spLocks noGrp="1"/>
          </p:cNvSpPr>
          <p:nvPr/>
        </p:nvSpPr>
        <p:spPr>
          <a:xfrm>
            <a:off x="7094890" y="6281397"/>
            <a:ext cx="360195" cy="68827"/>
          </a:xfrm>
          <a:custGeom>
            <a:avLst/>
            <a:gdLst/>
            <a:ahLst/>
            <a:cxnLst/>
            <a:rect l="0" t="0" r="0" b="0"/>
            <a:pathLst>
              <a:path w="360195" h="68827">
                <a:moveTo>
                  <a:pt x="0" y="42373"/>
                </a:moveTo>
                <a:lnTo>
                  <a:pt x="25728" y="51361"/>
                </a:lnTo>
                <a:lnTo>
                  <a:pt x="51456" y="58500"/>
                </a:lnTo>
                <a:lnTo>
                  <a:pt x="77185" y="63791"/>
                </a:lnTo>
                <a:lnTo>
                  <a:pt x="102913" y="67233"/>
                </a:lnTo>
                <a:lnTo>
                  <a:pt x="128641" y="68827"/>
                </a:lnTo>
                <a:lnTo>
                  <a:pt x="154369" y="68573"/>
                </a:lnTo>
                <a:lnTo>
                  <a:pt x="180098" y="66470"/>
                </a:lnTo>
                <a:lnTo>
                  <a:pt x="205826" y="62520"/>
                </a:lnTo>
                <a:lnTo>
                  <a:pt x="231554" y="56720"/>
                </a:lnTo>
                <a:lnTo>
                  <a:pt x="257282" y="49073"/>
                </a:lnTo>
                <a:lnTo>
                  <a:pt x="283011" y="39577"/>
                </a:lnTo>
                <a:lnTo>
                  <a:pt x="308739" y="28233"/>
                </a:lnTo>
                <a:lnTo>
                  <a:pt x="334467" y="15041"/>
                </a:lnTo>
                <a:lnTo>
                  <a:pt x="360195" y="0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54" name="knowledge-cross-edge">
            <a:extLst>
              <a:ext uri="{FF2B5EF4-FFF2-40B4-BE49-F238E27FC236}">
                <a16:creationId xmlns:a16="http://schemas.microsoft.com/office/drawing/2014/main" id="{58A16708-A819-4A03-8129-8AD6E4FF6D12}"/>
              </a:ext>
            </a:extLst>
          </p:cNvPr>
          <p:cNvSpPr>
            <a:spLocks noGrp="1"/>
          </p:cNvSpPr>
          <p:nvPr/>
        </p:nvSpPr>
        <p:spPr>
          <a:xfrm>
            <a:off x="7094890" y="6323771"/>
            <a:ext cx="273709" cy="227110"/>
          </a:xfrm>
          <a:custGeom>
            <a:avLst/>
            <a:gdLst/>
            <a:ahLst/>
            <a:cxnLst/>
            <a:rect l="0" t="0" r="0" b="0"/>
            <a:pathLst>
              <a:path w="273709" h="227110">
                <a:moveTo>
                  <a:pt x="0" y="0"/>
                </a:moveTo>
                <a:lnTo>
                  <a:pt x="37361" y="13800"/>
                </a:lnTo>
                <a:lnTo>
                  <a:pt x="72076" y="28531"/>
                </a:lnTo>
                <a:lnTo>
                  <a:pt x="104146" y="44195"/>
                </a:lnTo>
                <a:lnTo>
                  <a:pt x="133570" y="60791"/>
                </a:lnTo>
                <a:lnTo>
                  <a:pt x="160347" y="78318"/>
                </a:lnTo>
                <a:lnTo>
                  <a:pt x="184479" y="96778"/>
                </a:lnTo>
                <a:lnTo>
                  <a:pt x="205965" y="116170"/>
                </a:lnTo>
                <a:lnTo>
                  <a:pt x="224806" y="136494"/>
                </a:lnTo>
                <a:lnTo>
                  <a:pt x="241000" y="157750"/>
                </a:lnTo>
                <a:lnTo>
                  <a:pt x="254549" y="179938"/>
                </a:lnTo>
                <a:lnTo>
                  <a:pt x="265452" y="203058"/>
                </a:lnTo>
                <a:lnTo>
                  <a:pt x="273709" y="227110"/>
                </a:lnTo>
              </a:path>
            </a:pathLst>
          </a:custGeom>
          <a:noFill/>
          <a:ln w="5334">
            <a:solidFill>
              <a:srgbClr val="EE6129">
                <a:alpha val="13000"/>
              </a:srgbClr>
            </a:solidFill>
            <a:prstDash val="solid"/>
          </a:ln>
        </p:spPr>
      </p:sp>
      <p:sp>
        <p:nvSpPr>
          <p:cNvPr id="255" name="knowledge-long-edge">
            <a:extLst>
              <a:ext uri="{FF2B5EF4-FFF2-40B4-BE49-F238E27FC236}">
                <a16:creationId xmlns:a16="http://schemas.microsoft.com/office/drawing/2014/main" id="{A509C9E5-8403-4AD3-9E60-FA944ADD709F}"/>
              </a:ext>
            </a:extLst>
          </p:cNvPr>
          <p:cNvSpPr>
            <a:spLocks noGrp="1"/>
          </p:cNvSpPr>
          <p:nvPr/>
        </p:nvSpPr>
        <p:spPr>
          <a:xfrm>
            <a:off x="7094890" y="5742224"/>
            <a:ext cx="707387" cy="581546"/>
          </a:xfrm>
          <a:custGeom>
            <a:avLst/>
            <a:gdLst/>
            <a:ahLst/>
            <a:cxnLst/>
            <a:rect l="0" t="0" r="0" b="0"/>
            <a:pathLst>
              <a:path w="707387" h="581546">
                <a:moveTo>
                  <a:pt x="0" y="581546"/>
                </a:moveTo>
                <a:lnTo>
                  <a:pt x="44212" y="470609"/>
                </a:lnTo>
                <a:lnTo>
                  <a:pt x="88423" y="371401"/>
                </a:lnTo>
                <a:lnTo>
                  <a:pt x="132635" y="283922"/>
                </a:lnTo>
                <a:lnTo>
                  <a:pt x="176847" y="208173"/>
                </a:lnTo>
                <a:lnTo>
                  <a:pt x="221059" y="144154"/>
                </a:lnTo>
                <a:lnTo>
                  <a:pt x="265270" y="91864"/>
                </a:lnTo>
                <a:lnTo>
                  <a:pt x="309482" y="51303"/>
                </a:lnTo>
                <a:lnTo>
                  <a:pt x="353694" y="22473"/>
                </a:lnTo>
                <a:lnTo>
                  <a:pt x="397905" y="5372"/>
                </a:lnTo>
                <a:lnTo>
                  <a:pt x="442117" y="0"/>
                </a:lnTo>
                <a:lnTo>
                  <a:pt x="486329" y="6358"/>
                </a:lnTo>
                <a:lnTo>
                  <a:pt x="530540" y="24446"/>
                </a:lnTo>
                <a:lnTo>
                  <a:pt x="574752" y="54263"/>
                </a:lnTo>
                <a:lnTo>
                  <a:pt x="618964" y="95809"/>
                </a:lnTo>
                <a:lnTo>
                  <a:pt x="663176" y="149086"/>
                </a:lnTo>
                <a:lnTo>
                  <a:pt x="707387" y="214092"/>
                </a:lnTo>
              </a:path>
            </a:pathLst>
          </a:custGeom>
          <a:noFill/>
          <a:ln w="4286">
            <a:solidFill>
              <a:srgbClr val="EE6129">
                <a:alpha val="9000"/>
              </a:srgbClr>
            </a:solidFill>
            <a:prstDash val="solid"/>
          </a:ln>
        </p:spPr>
      </p:sp>
      <p:sp>
        <p:nvSpPr>
          <p:cNvPr id="256" name="knowledge-edge">
            <a:extLst>
              <a:ext uri="{FF2B5EF4-FFF2-40B4-BE49-F238E27FC236}">
                <a16:creationId xmlns:a16="http://schemas.microsoft.com/office/drawing/2014/main" id="{B39435CE-74FB-4664-B3AE-B50F43E4362B}"/>
              </a:ext>
            </a:extLst>
          </p:cNvPr>
          <p:cNvSpPr>
            <a:spLocks noGrp="1"/>
          </p:cNvSpPr>
          <p:nvPr/>
        </p:nvSpPr>
        <p:spPr>
          <a:xfrm>
            <a:off x="6889506" y="6413804"/>
            <a:ext cx="479093" cy="137076"/>
          </a:xfrm>
          <a:custGeom>
            <a:avLst/>
            <a:gdLst/>
            <a:ahLst/>
            <a:cxnLst/>
            <a:rect l="0" t="0" r="0" b="0"/>
            <a:pathLst>
              <a:path w="479093" h="137076">
                <a:moveTo>
                  <a:pt x="0" y="0"/>
                </a:moveTo>
                <a:lnTo>
                  <a:pt x="34221" y="17842"/>
                </a:lnTo>
                <a:lnTo>
                  <a:pt x="68442" y="34446"/>
                </a:lnTo>
                <a:lnTo>
                  <a:pt x="102663" y="49811"/>
                </a:lnTo>
                <a:lnTo>
                  <a:pt x="136884" y="63938"/>
                </a:lnTo>
                <a:lnTo>
                  <a:pt x="171104" y="76826"/>
                </a:lnTo>
                <a:lnTo>
                  <a:pt x="205325" y="88475"/>
                </a:lnTo>
                <a:lnTo>
                  <a:pt x="239546" y="98885"/>
                </a:lnTo>
                <a:lnTo>
                  <a:pt x="273767" y="108057"/>
                </a:lnTo>
                <a:lnTo>
                  <a:pt x="307988" y="115990"/>
                </a:lnTo>
                <a:lnTo>
                  <a:pt x="342209" y="122685"/>
                </a:lnTo>
                <a:lnTo>
                  <a:pt x="376430" y="128141"/>
                </a:lnTo>
                <a:lnTo>
                  <a:pt x="410651" y="132358"/>
                </a:lnTo>
                <a:lnTo>
                  <a:pt x="444872" y="135336"/>
                </a:lnTo>
                <a:lnTo>
                  <a:pt x="479093" y="137076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57" name="knowledge-cross-edge">
            <a:extLst>
              <a:ext uri="{FF2B5EF4-FFF2-40B4-BE49-F238E27FC236}">
                <a16:creationId xmlns:a16="http://schemas.microsoft.com/office/drawing/2014/main" id="{998E3BBB-F650-4A62-BEDD-26D675C88853}"/>
              </a:ext>
            </a:extLst>
          </p:cNvPr>
          <p:cNvSpPr>
            <a:spLocks noGrp="1"/>
          </p:cNvSpPr>
          <p:nvPr/>
        </p:nvSpPr>
        <p:spPr>
          <a:xfrm>
            <a:off x="6889506" y="6413804"/>
            <a:ext cx="336212" cy="173070"/>
          </a:xfrm>
          <a:custGeom>
            <a:avLst/>
            <a:gdLst/>
            <a:ahLst/>
            <a:cxnLst/>
            <a:rect l="0" t="0" r="0" b="0"/>
            <a:pathLst>
              <a:path w="336212" h="173070">
                <a:moveTo>
                  <a:pt x="0" y="0"/>
                </a:moveTo>
                <a:lnTo>
                  <a:pt x="42570" y="7191"/>
                </a:lnTo>
                <a:lnTo>
                  <a:pt x="82494" y="15696"/>
                </a:lnTo>
                <a:lnTo>
                  <a:pt x="119772" y="25517"/>
                </a:lnTo>
                <a:lnTo>
                  <a:pt x="154404" y="36652"/>
                </a:lnTo>
                <a:lnTo>
                  <a:pt x="186390" y="49102"/>
                </a:lnTo>
                <a:lnTo>
                  <a:pt x="215731" y="62867"/>
                </a:lnTo>
                <a:lnTo>
                  <a:pt x="242426" y="77947"/>
                </a:lnTo>
                <a:lnTo>
                  <a:pt x="266475" y="94342"/>
                </a:lnTo>
                <a:lnTo>
                  <a:pt x="287878" y="112052"/>
                </a:lnTo>
                <a:lnTo>
                  <a:pt x="306635" y="131076"/>
                </a:lnTo>
                <a:lnTo>
                  <a:pt x="322746" y="151416"/>
                </a:lnTo>
                <a:lnTo>
                  <a:pt x="336212" y="173070"/>
                </a:lnTo>
              </a:path>
            </a:pathLst>
          </a:custGeom>
          <a:noFill/>
          <a:ln w="5334">
            <a:solidFill>
              <a:srgbClr val="EE6129">
                <a:alpha val="13000"/>
              </a:srgbClr>
            </a:solidFill>
            <a:prstDash val="solid"/>
          </a:ln>
        </p:spPr>
      </p:sp>
      <p:sp>
        <p:nvSpPr>
          <p:cNvPr id="258" name="knowledge-cross-edge">
            <a:extLst>
              <a:ext uri="{FF2B5EF4-FFF2-40B4-BE49-F238E27FC236}">
                <a16:creationId xmlns:a16="http://schemas.microsoft.com/office/drawing/2014/main" id="{286DA7E5-6C88-4397-AE9B-E92341362EE8}"/>
              </a:ext>
            </a:extLst>
          </p:cNvPr>
          <p:cNvSpPr>
            <a:spLocks noGrp="1"/>
          </p:cNvSpPr>
          <p:nvPr/>
        </p:nvSpPr>
        <p:spPr>
          <a:xfrm>
            <a:off x="6889506" y="6281397"/>
            <a:ext cx="565579" cy="132407"/>
          </a:xfrm>
          <a:custGeom>
            <a:avLst/>
            <a:gdLst/>
            <a:ahLst/>
            <a:cxnLst/>
            <a:rect l="0" t="0" r="0" b="0"/>
            <a:pathLst>
              <a:path w="565579" h="132407">
                <a:moveTo>
                  <a:pt x="0" y="132407"/>
                </a:moveTo>
                <a:lnTo>
                  <a:pt x="32580" y="118411"/>
                </a:lnTo>
                <a:lnTo>
                  <a:pt x="67805" y="104954"/>
                </a:lnTo>
                <a:lnTo>
                  <a:pt x="105676" y="92036"/>
                </a:lnTo>
                <a:lnTo>
                  <a:pt x="146193" y="79656"/>
                </a:lnTo>
                <a:lnTo>
                  <a:pt x="189356" y="67814"/>
                </a:lnTo>
                <a:lnTo>
                  <a:pt x="235165" y="56511"/>
                </a:lnTo>
                <a:lnTo>
                  <a:pt x="283619" y="45746"/>
                </a:lnTo>
                <a:lnTo>
                  <a:pt x="334720" y="35520"/>
                </a:lnTo>
                <a:lnTo>
                  <a:pt x="388466" y="25832"/>
                </a:lnTo>
                <a:lnTo>
                  <a:pt x="444858" y="16683"/>
                </a:lnTo>
                <a:lnTo>
                  <a:pt x="503896" y="8072"/>
                </a:lnTo>
                <a:lnTo>
                  <a:pt x="565579" y="0"/>
                </a:lnTo>
              </a:path>
            </a:pathLst>
          </a:custGeom>
          <a:noFill/>
          <a:ln w="4953">
            <a:solidFill>
              <a:srgbClr val="EE6129">
                <a:alpha val="12000"/>
              </a:srgbClr>
            </a:solidFill>
            <a:prstDash val="solid"/>
          </a:ln>
        </p:spPr>
      </p:sp>
      <p:sp>
        <p:nvSpPr>
          <p:cNvPr id="259" name="knowledge-edge">
            <a:extLst>
              <a:ext uri="{FF2B5EF4-FFF2-40B4-BE49-F238E27FC236}">
                <a16:creationId xmlns:a16="http://schemas.microsoft.com/office/drawing/2014/main" id="{119A631A-2D75-4ED5-872E-BF8BFE4871B4}"/>
              </a:ext>
            </a:extLst>
          </p:cNvPr>
          <p:cNvSpPr>
            <a:spLocks noGrp="1"/>
          </p:cNvSpPr>
          <p:nvPr/>
        </p:nvSpPr>
        <p:spPr>
          <a:xfrm>
            <a:off x="7070319" y="6586874"/>
            <a:ext cx="155400" cy="40335"/>
          </a:xfrm>
          <a:custGeom>
            <a:avLst/>
            <a:gdLst/>
            <a:ahLst/>
            <a:cxnLst/>
            <a:rect l="0" t="0" r="0" b="0"/>
            <a:pathLst>
              <a:path w="155400" h="40335">
                <a:moveTo>
                  <a:pt x="0" y="13793"/>
                </a:moveTo>
                <a:lnTo>
                  <a:pt x="11100" y="21598"/>
                </a:lnTo>
                <a:lnTo>
                  <a:pt x="22200" y="28050"/>
                </a:lnTo>
                <a:lnTo>
                  <a:pt x="33300" y="33149"/>
                </a:lnTo>
                <a:lnTo>
                  <a:pt x="44400" y="36897"/>
                </a:lnTo>
                <a:lnTo>
                  <a:pt x="55500" y="39292"/>
                </a:lnTo>
                <a:lnTo>
                  <a:pt x="66600" y="40335"/>
                </a:lnTo>
                <a:lnTo>
                  <a:pt x="77700" y="40026"/>
                </a:lnTo>
                <a:lnTo>
                  <a:pt x="88800" y="38365"/>
                </a:lnTo>
                <a:lnTo>
                  <a:pt x="99900" y="35351"/>
                </a:lnTo>
                <a:lnTo>
                  <a:pt x="111000" y="30985"/>
                </a:lnTo>
                <a:lnTo>
                  <a:pt x="122100" y="25267"/>
                </a:lnTo>
                <a:lnTo>
                  <a:pt x="133200" y="18197"/>
                </a:lnTo>
                <a:lnTo>
                  <a:pt x="144300" y="9775"/>
                </a:lnTo>
                <a:lnTo>
                  <a:pt x="155400" y="0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60" name="knowledge-cross-edge">
            <a:extLst>
              <a:ext uri="{FF2B5EF4-FFF2-40B4-BE49-F238E27FC236}">
                <a16:creationId xmlns:a16="http://schemas.microsoft.com/office/drawing/2014/main" id="{80424A74-5389-4B9D-B47A-E8814C051F67}"/>
              </a:ext>
            </a:extLst>
          </p:cNvPr>
          <p:cNvSpPr>
            <a:spLocks noGrp="1"/>
          </p:cNvSpPr>
          <p:nvPr/>
        </p:nvSpPr>
        <p:spPr>
          <a:xfrm>
            <a:off x="7070319" y="6538478"/>
            <a:ext cx="441431" cy="95251"/>
          </a:xfrm>
          <a:custGeom>
            <a:avLst/>
            <a:gdLst/>
            <a:ahLst/>
            <a:cxnLst/>
            <a:rect l="0" t="0" r="0" b="0"/>
            <a:pathLst>
              <a:path w="441431" h="95251">
                <a:moveTo>
                  <a:pt x="0" y="62190"/>
                </a:moveTo>
                <a:lnTo>
                  <a:pt x="51338" y="41070"/>
                </a:lnTo>
                <a:lnTo>
                  <a:pt x="100030" y="24291"/>
                </a:lnTo>
                <a:lnTo>
                  <a:pt x="146076" y="11853"/>
                </a:lnTo>
                <a:lnTo>
                  <a:pt x="189477" y="3756"/>
                </a:lnTo>
                <a:lnTo>
                  <a:pt x="230231" y="0"/>
                </a:lnTo>
                <a:lnTo>
                  <a:pt x="268340" y="585"/>
                </a:lnTo>
                <a:lnTo>
                  <a:pt x="303803" y="5510"/>
                </a:lnTo>
                <a:lnTo>
                  <a:pt x="336620" y="14776"/>
                </a:lnTo>
                <a:lnTo>
                  <a:pt x="366792" y="28384"/>
                </a:lnTo>
                <a:lnTo>
                  <a:pt x="394317" y="46332"/>
                </a:lnTo>
                <a:lnTo>
                  <a:pt x="419197" y="68621"/>
                </a:lnTo>
                <a:lnTo>
                  <a:pt x="441431" y="95251"/>
                </a:lnTo>
              </a:path>
            </a:pathLst>
          </a:custGeom>
          <a:noFill/>
          <a:ln w="5334">
            <a:solidFill>
              <a:srgbClr val="EE6129">
                <a:alpha val="13000"/>
              </a:srgbClr>
            </a:solidFill>
            <a:prstDash val="solid"/>
          </a:ln>
        </p:spPr>
      </p:sp>
      <p:sp>
        <p:nvSpPr>
          <p:cNvPr id="261" name="knowledge-cross-edge">
            <a:extLst>
              <a:ext uri="{FF2B5EF4-FFF2-40B4-BE49-F238E27FC236}">
                <a16:creationId xmlns:a16="http://schemas.microsoft.com/office/drawing/2014/main" id="{E2772A45-C5F8-471F-8E14-452843FF2C83}"/>
              </a:ext>
            </a:extLst>
          </p:cNvPr>
          <p:cNvSpPr>
            <a:spLocks noGrp="1"/>
          </p:cNvSpPr>
          <p:nvPr/>
        </p:nvSpPr>
        <p:spPr>
          <a:xfrm>
            <a:off x="7070319" y="6550880"/>
            <a:ext cx="298280" cy="53697"/>
          </a:xfrm>
          <a:custGeom>
            <a:avLst/>
            <a:gdLst/>
            <a:ahLst/>
            <a:cxnLst/>
            <a:rect l="0" t="0" r="0" b="0"/>
            <a:pathLst>
              <a:path w="298280" h="53697">
                <a:moveTo>
                  <a:pt x="0" y="49787"/>
                </a:moveTo>
                <a:lnTo>
                  <a:pt x="10305" y="52302"/>
                </a:lnTo>
                <a:lnTo>
                  <a:pt x="23255" y="53606"/>
                </a:lnTo>
                <a:lnTo>
                  <a:pt x="38851" y="53697"/>
                </a:lnTo>
                <a:lnTo>
                  <a:pt x="57093" y="52577"/>
                </a:lnTo>
                <a:lnTo>
                  <a:pt x="77981" y="50246"/>
                </a:lnTo>
                <a:lnTo>
                  <a:pt x="101515" y="46703"/>
                </a:lnTo>
                <a:lnTo>
                  <a:pt x="127695" y="41948"/>
                </a:lnTo>
                <a:lnTo>
                  <a:pt x="156520" y="35981"/>
                </a:lnTo>
                <a:lnTo>
                  <a:pt x="187991" y="28804"/>
                </a:lnTo>
                <a:lnTo>
                  <a:pt x="222108" y="20414"/>
                </a:lnTo>
                <a:lnTo>
                  <a:pt x="258871" y="10813"/>
                </a:lnTo>
                <a:lnTo>
                  <a:pt x="298280" y="0"/>
                </a:lnTo>
              </a:path>
            </a:pathLst>
          </a:custGeom>
          <a:noFill/>
          <a:ln w="4953">
            <a:solidFill>
              <a:srgbClr val="EE6129">
                <a:alpha val="12000"/>
              </a:srgbClr>
            </a:solidFill>
            <a:prstDash val="solid"/>
          </a:ln>
        </p:spPr>
      </p:sp>
      <p:sp>
        <p:nvSpPr>
          <p:cNvPr id="262" name="knowledge-edge">
            <a:extLst>
              <a:ext uri="{FF2B5EF4-FFF2-40B4-BE49-F238E27FC236}">
                <a16:creationId xmlns:a16="http://schemas.microsoft.com/office/drawing/2014/main" id="{A227E530-07D6-4F98-9B17-5BFC43C86C24}"/>
              </a:ext>
            </a:extLst>
          </p:cNvPr>
          <p:cNvSpPr>
            <a:spLocks noGrp="1"/>
          </p:cNvSpPr>
          <p:nvPr/>
        </p:nvSpPr>
        <p:spPr>
          <a:xfrm>
            <a:off x="6955982" y="6633728"/>
            <a:ext cx="555767" cy="69444"/>
          </a:xfrm>
          <a:custGeom>
            <a:avLst/>
            <a:gdLst/>
            <a:ahLst/>
            <a:cxnLst/>
            <a:rect l="0" t="0" r="0" b="0"/>
            <a:pathLst>
              <a:path w="555767" h="69444">
                <a:moveTo>
                  <a:pt x="0" y="24769"/>
                </a:moveTo>
                <a:lnTo>
                  <a:pt x="39698" y="37974"/>
                </a:lnTo>
                <a:lnTo>
                  <a:pt x="79395" y="48875"/>
                </a:lnTo>
                <a:lnTo>
                  <a:pt x="119093" y="57473"/>
                </a:lnTo>
                <a:lnTo>
                  <a:pt x="158791" y="63767"/>
                </a:lnTo>
                <a:lnTo>
                  <a:pt x="198488" y="67757"/>
                </a:lnTo>
                <a:lnTo>
                  <a:pt x="238186" y="69444"/>
                </a:lnTo>
                <a:lnTo>
                  <a:pt x="277884" y="68826"/>
                </a:lnTo>
                <a:lnTo>
                  <a:pt x="317581" y="65905"/>
                </a:lnTo>
                <a:lnTo>
                  <a:pt x="357279" y="60680"/>
                </a:lnTo>
                <a:lnTo>
                  <a:pt x="396977" y="53152"/>
                </a:lnTo>
                <a:lnTo>
                  <a:pt x="436674" y="43319"/>
                </a:lnTo>
                <a:lnTo>
                  <a:pt x="476372" y="31183"/>
                </a:lnTo>
                <a:lnTo>
                  <a:pt x="516069" y="16744"/>
                </a:lnTo>
                <a:lnTo>
                  <a:pt x="555767" y="0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63" name="knowledge-cross-edge">
            <a:extLst>
              <a:ext uri="{FF2B5EF4-FFF2-40B4-BE49-F238E27FC236}">
                <a16:creationId xmlns:a16="http://schemas.microsoft.com/office/drawing/2014/main" id="{327A754F-81C4-45B5-836A-D5178D636BB3}"/>
              </a:ext>
            </a:extLst>
          </p:cNvPr>
          <p:cNvSpPr>
            <a:spLocks noGrp="1"/>
          </p:cNvSpPr>
          <p:nvPr/>
        </p:nvSpPr>
        <p:spPr>
          <a:xfrm>
            <a:off x="6955982" y="6606419"/>
            <a:ext cx="438569" cy="52078"/>
          </a:xfrm>
          <a:custGeom>
            <a:avLst/>
            <a:gdLst/>
            <a:ahLst/>
            <a:cxnLst/>
            <a:rect l="0" t="0" r="0" b="0"/>
            <a:pathLst>
              <a:path w="438569" h="52078">
                <a:moveTo>
                  <a:pt x="0" y="52078"/>
                </a:moveTo>
                <a:lnTo>
                  <a:pt x="51099" y="39221"/>
                </a:lnTo>
                <a:lnTo>
                  <a:pt x="99553" y="28178"/>
                </a:lnTo>
                <a:lnTo>
                  <a:pt x="145361" y="18948"/>
                </a:lnTo>
                <a:lnTo>
                  <a:pt x="188523" y="11531"/>
                </a:lnTo>
                <a:lnTo>
                  <a:pt x="229039" y="5928"/>
                </a:lnTo>
                <a:lnTo>
                  <a:pt x="266909" y="2139"/>
                </a:lnTo>
                <a:lnTo>
                  <a:pt x="302134" y="163"/>
                </a:lnTo>
                <a:lnTo>
                  <a:pt x="334712" y="0"/>
                </a:lnTo>
                <a:lnTo>
                  <a:pt x="364645" y="1651"/>
                </a:lnTo>
                <a:lnTo>
                  <a:pt x="391932" y="5115"/>
                </a:lnTo>
                <a:lnTo>
                  <a:pt x="416573" y="10393"/>
                </a:lnTo>
                <a:lnTo>
                  <a:pt x="438569" y="17484"/>
                </a:lnTo>
              </a:path>
            </a:pathLst>
          </a:custGeom>
          <a:noFill/>
          <a:ln w="5334">
            <a:solidFill>
              <a:srgbClr val="EE6129">
                <a:alpha val="13000"/>
              </a:srgbClr>
            </a:solidFill>
            <a:prstDash val="solid"/>
          </a:ln>
        </p:spPr>
      </p:sp>
      <p:sp>
        <p:nvSpPr>
          <p:cNvPr id="264" name="knowledge-edge">
            <a:extLst>
              <a:ext uri="{FF2B5EF4-FFF2-40B4-BE49-F238E27FC236}">
                <a16:creationId xmlns:a16="http://schemas.microsoft.com/office/drawing/2014/main" id="{5467FC90-C005-4BD3-BB71-CDA125501F34}"/>
              </a:ext>
            </a:extLst>
          </p:cNvPr>
          <p:cNvSpPr>
            <a:spLocks noGrp="1"/>
          </p:cNvSpPr>
          <p:nvPr/>
        </p:nvSpPr>
        <p:spPr>
          <a:xfrm>
            <a:off x="6960675" y="6619498"/>
            <a:ext cx="433876" cy="207557"/>
          </a:xfrm>
          <a:custGeom>
            <a:avLst/>
            <a:gdLst/>
            <a:ahLst/>
            <a:cxnLst/>
            <a:rect l="0" t="0" r="0" b="0"/>
            <a:pathLst>
              <a:path w="433876" h="207557">
                <a:moveTo>
                  <a:pt x="0" y="207557"/>
                </a:moveTo>
                <a:lnTo>
                  <a:pt x="30991" y="174940"/>
                </a:lnTo>
                <a:lnTo>
                  <a:pt x="61982" y="145108"/>
                </a:lnTo>
                <a:lnTo>
                  <a:pt x="92973" y="118063"/>
                </a:lnTo>
                <a:lnTo>
                  <a:pt x="123965" y="93802"/>
                </a:lnTo>
                <a:lnTo>
                  <a:pt x="154956" y="72328"/>
                </a:lnTo>
                <a:lnTo>
                  <a:pt x="185947" y="53638"/>
                </a:lnTo>
                <a:lnTo>
                  <a:pt x="216938" y="37735"/>
                </a:lnTo>
                <a:lnTo>
                  <a:pt x="247929" y="24617"/>
                </a:lnTo>
                <a:lnTo>
                  <a:pt x="278920" y="14284"/>
                </a:lnTo>
                <a:lnTo>
                  <a:pt x="309911" y="6737"/>
                </a:lnTo>
                <a:lnTo>
                  <a:pt x="340903" y="1976"/>
                </a:lnTo>
                <a:lnTo>
                  <a:pt x="371894" y="0"/>
                </a:lnTo>
                <a:lnTo>
                  <a:pt x="402885" y="810"/>
                </a:lnTo>
                <a:lnTo>
                  <a:pt x="433876" y="4405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65" name="knowledge-cross-edge">
            <a:extLst>
              <a:ext uri="{FF2B5EF4-FFF2-40B4-BE49-F238E27FC236}">
                <a16:creationId xmlns:a16="http://schemas.microsoft.com/office/drawing/2014/main" id="{EFCBA3DD-7395-42F1-B60A-370320FD94B9}"/>
              </a:ext>
            </a:extLst>
          </p:cNvPr>
          <p:cNvSpPr>
            <a:spLocks noGrp="1"/>
          </p:cNvSpPr>
          <p:nvPr/>
        </p:nvSpPr>
        <p:spPr>
          <a:xfrm>
            <a:off x="6960675" y="6633728"/>
            <a:ext cx="551075" cy="193327"/>
          </a:xfrm>
          <a:custGeom>
            <a:avLst/>
            <a:gdLst/>
            <a:ahLst/>
            <a:cxnLst/>
            <a:rect l="0" t="0" r="0" b="0"/>
            <a:pathLst>
              <a:path w="551075" h="193327">
                <a:moveTo>
                  <a:pt x="0" y="193327"/>
                </a:moveTo>
                <a:lnTo>
                  <a:pt x="31371" y="167568"/>
                </a:lnTo>
                <a:lnTo>
                  <a:pt x="65387" y="143563"/>
                </a:lnTo>
                <a:lnTo>
                  <a:pt x="102050" y="121313"/>
                </a:lnTo>
                <a:lnTo>
                  <a:pt x="141358" y="100816"/>
                </a:lnTo>
                <a:lnTo>
                  <a:pt x="183312" y="82074"/>
                </a:lnTo>
                <a:lnTo>
                  <a:pt x="227912" y="65087"/>
                </a:lnTo>
                <a:lnTo>
                  <a:pt x="275158" y="49853"/>
                </a:lnTo>
                <a:lnTo>
                  <a:pt x="325050" y="36374"/>
                </a:lnTo>
                <a:lnTo>
                  <a:pt x="377587" y="24649"/>
                </a:lnTo>
                <a:lnTo>
                  <a:pt x="432770" y="14678"/>
                </a:lnTo>
                <a:lnTo>
                  <a:pt x="490600" y="6462"/>
                </a:lnTo>
                <a:lnTo>
                  <a:pt x="551075" y="0"/>
                </a:lnTo>
              </a:path>
            </a:pathLst>
          </a:custGeom>
          <a:noFill/>
          <a:ln w="4953">
            <a:solidFill>
              <a:srgbClr val="EE6129">
                <a:alpha val="12000"/>
              </a:srgbClr>
            </a:solidFill>
            <a:prstDash val="solid"/>
          </a:ln>
        </p:spPr>
      </p:sp>
      <p:sp>
        <p:nvSpPr>
          <p:cNvPr id="266" name="knowledge-long-edge">
            <a:extLst>
              <a:ext uri="{FF2B5EF4-FFF2-40B4-BE49-F238E27FC236}">
                <a16:creationId xmlns:a16="http://schemas.microsoft.com/office/drawing/2014/main" id="{B638728E-DDE5-4984-A35A-F0DD08C0E7E5}"/>
              </a:ext>
            </a:extLst>
          </p:cNvPr>
          <p:cNvSpPr>
            <a:spLocks noGrp="1"/>
          </p:cNvSpPr>
          <p:nvPr/>
        </p:nvSpPr>
        <p:spPr>
          <a:xfrm>
            <a:off x="6960675" y="6226077"/>
            <a:ext cx="827777" cy="600978"/>
          </a:xfrm>
          <a:custGeom>
            <a:avLst/>
            <a:gdLst/>
            <a:ahLst/>
            <a:cxnLst/>
            <a:rect l="0" t="0" r="0" b="0"/>
            <a:pathLst>
              <a:path w="827777" h="600978">
                <a:moveTo>
                  <a:pt x="0" y="600978"/>
                </a:moveTo>
                <a:lnTo>
                  <a:pt x="51736" y="489548"/>
                </a:lnTo>
                <a:lnTo>
                  <a:pt x="103472" y="389525"/>
                </a:lnTo>
                <a:lnTo>
                  <a:pt x="155208" y="300909"/>
                </a:lnTo>
                <a:lnTo>
                  <a:pt x="206944" y="223700"/>
                </a:lnTo>
                <a:lnTo>
                  <a:pt x="258680" y="157899"/>
                </a:lnTo>
                <a:lnTo>
                  <a:pt x="310416" y="103505"/>
                </a:lnTo>
                <a:lnTo>
                  <a:pt x="362152" y="60518"/>
                </a:lnTo>
                <a:lnTo>
                  <a:pt x="413888" y="28938"/>
                </a:lnTo>
                <a:lnTo>
                  <a:pt x="465624" y="8765"/>
                </a:lnTo>
                <a:lnTo>
                  <a:pt x="517361" y="0"/>
                </a:lnTo>
                <a:lnTo>
                  <a:pt x="569097" y="2642"/>
                </a:lnTo>
                <a:lnTo>
                  <a:pt x="620833" y="16691"/>
                </a:lnTo>
                <a:lnTo>
                  <a:pt x="672569" y="42148"/>
                </a:lnTo>
                <a:lnTo>
                  <a:pt x="724305" y="79011"/>
                </a:lnTo>
                <a:lnTo>
                  <a:pt x="776041" y="127282"/>
                </a:lnTo>
                <a:lnTo>
                  <a:pt x="827777" y="186960"/>
                </a:lnTo>
              </a:path>
            </a:pathLst>
          </a:custGeom>
          <a:noFill/>
          <a:ln w="4286">
            <a:solidFill>
              <a:srgbClr val="EE6129">
                <a:alpha val="9000"/>
              </a:srgbClr>
            </a:solidFill>
            <a:prstDash val="solid"/>
          </a:ln>
        </p:spPr>
      </p:sp>
      <p:sp>
        <p:nvSpPr>
          <p:cNvPr id="267" name="knowledge-edge">
            <a:extLst>
              <a:ext uri="{FF2B5EF4-FFF2-40B4-BE49-F238E27FC236}">
                <a16:creationId xmlns:a16="http://schemas.microsoft.com/office/drawing/2014/main" id="{D887AD33-B6CA-4E33-A287-99E6595FA162}"/>
              </a:ext>
            </a:extLst>
          </p:cNvPr>
          <p:cNvSpPr>
            <a:spLocks noGrp="1"/>
          </p:cNvSpPr>
          <p:nvPr/>
        </p:nvSpPr>
        <p:spPr>
          <a:xfrm>
            <a:off x="7083174" y="6984429"/>
            <a:ext cx="325883" cy="60659"/>
          </a:xfrm>
          <a:custGeom>
            <a:avLst/>
            <a:gdLst/>
            <a:ahLst/>
            <a:cxnLst/>
            <a:rect l="0" t="0" r="0" b="0"/>
            <a:pathLst>
              <a:path w="325883" h="60659">
                <a:moveTo>
                  <a:pt x="0" y="60659"/>
                </a:moveTo>
                <a:lnTo>
                  <a:pt x="23277" y="45465"/>
                </a:lnTo>
                <a:lnTo>
                  <a:pt x="46555" y="32447"/>
                </a:lnTo>
                <a:lnTo>
                  <a:pt x="69832" y="21606"/>
                </a:lnTo>
                <a:lnTo>
                  <a:pt x="93109" y="12940"/>
                </a:lnTo>
                <a:lnTo>
                  <a:pt x="116387" y="6451"/>
                </a:lnTo>
                <a:lnTo>
                  <a:pt x="139664" y="2137"/>
                </a:lnTo>
                <a:lnTo>
                  <a:pt x="162942" y="0"/>
                </a:lnTo>
                <a:lnTo>
                  <a:pt x="186219" y="39"/>
                </a:lnTo>
                <a:lnTo>
                  <a:pt x="209496" y="2253"/>
                </a:lnTo>
                <a:lnTo>
                  <a:pt x="232774" y="6644"/>
                </a:lnTo>
                <a:lnTo>
                  <a:pt x="256051" y="13210"/>
                </a:lnTo>
                <a:lnTo>
                  <a:pt x="279328" y="21953"/>
                </a:lnTo>
                <a:lnTo>
                  <a:pt x="302606" y="32872"/>
                </a:lnTo>
                <a:lnTo>
                  <a:pt x="325883" y="45966"/>
                </a:lnTo>
              </a:path>
            </a:pathLst>
          </a:custGeom>
          <a:noFill/>
          <a:ln w="6477">
            <a:solidFill>
              <a:srgbClr val="EE6129">
                <a:alpha val="17000"/>
              </a:srgbClr>
            </a:solidFill>
            <a:prstDash val="solid"/>
          </a:ln>
        </p:spPr>
      </p:sp>
      <p:sp>
        <p:nvSpPr>
          <p:cNvPr id="268" name="knowledge-edge">
            <a:extLst>
              <a:ext uri="{FF2B5EF4-FFF2-40B4-BE49-F238E27FC236}">
                <a16:creationId xmlns:a16="http://schemas.microsoft.com/office/drawing/2014/main" id="{513B32F3-C21A-416C-AF86-C3E0D89F93C0}"/>
              </a:ext>
            </a:extLst>
          </p:cNvPr>
          <p:cNvSpPr>
            <a:spLocks noGrp="1"/>
          </p:cNvSpPr>
          <p:nvPr/>
        </p:nvSpPr>
        <p:spPr>
          <a:xfrm>
            <a:off x="7373898" y="5956316"/>
            <a:ext cx="428379" cy="123642"/>
          </a:xfrm>
          <a:custGeom>
            <a:avLst/>
            <a:gdLst/>
            <a:ahLst/>
            <a:cxnLst/>
            <a:rect l="0" t="0" r="0" b="0"/>
            <a:pathLst>
              <a:path w="428379" h="123642">
                <a:moveTo>
                  <a:pt x="0" y="123642"/>
                </a:moveTo>
                <a:lnTo>
                  <a:pt x="30599" y="108560"/>
                </a:lnTo>
                <a:lnTo>
                  <a:pt x="61197" y="94440"/>
                </a:lnTo>
                <a:lnTo>
                  <a:pt x="91796" y="81281"/>
                </a:lnTo>
                <a:lnTo>
                  <a:pt x="122394" y="69084"/>
                </a:lnTo>
                <a:lnTo>
                  <a:pt x="152993" y="57848"/>
                </a:lnTo>
                <a:lnTo>
                  <a:pt x="183591" y="47574"/>
                </a:lnTo>
                <a:lnTo>
                  <a:pt x="214190" y="38262"/>
                </a:lnTo>
                <a:lnTo>
                  <a:pt x="244788" y="29911"/>
                </a:lnTo>
                <a:lnTo>
                  <a:pt x="275387" y="22522"/>
                </a:lnTo>
                <a:lnTo>
                  <a:pt x="305985" y="16094"/>
                </a:lnTo>
                <a:lnTo>
                  <a:pt x="336584" y="10628"/>
                </a:lnTo>
                <a:lnTo>
                  <a:pt x="367182" y="6124"/>
                </a:lnTo>
                <a:lnTo>
                  <a:pt x="397781" y="2581"/>
                </a:lnTo>
                <a:lnTo>
                  <a:pt x="428379" y="0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69" name="knowledge-edge">
            <a:extLst>
              <a:ext uri="{FF2B5EF4-FFF2-40B4-BE49-F238E27FC236}">
                <a16:creationId xmlns:a16="http://schemas.microsoft.com/office/drawing/2014/main" id="{C4BD3C45-1F33-4F2D-9E81-47EB930DD6E1}"/>
              </a:ext>
            </a:extLst>
          </p:cNvPr>
          <p:cNvSpPr>
            <a:spLocks noGrp="1"/>
          </p:cNvSpPr>
          <p:nvPr/>
        </p:nvSpPr>
        <p:spPr>
          <a:xfrm>
            <a:off x="7455086" y="6265982"/>
            <a:ext cx="248998" cy="43193"/>
          </a:xfrm>
          <a:custGeom>
            <a:avLst/>
            <a:gdLst/>
            <a:ahLst/>
            <a:cxnLst/>
            <a:rect l="0" t="0" r="0" b="0"/>
            <a:pathLst>
              <a:path w="248998" h="43193">
                <a:moveTo>
                  <a:pt x="0" y="15415"/>
                </a:moveTo>
                <a:lnTo>
                  <a:pt x="17786" y="23626"/>
                </a:lnTo>
                <a:lnTo>
                  <a:pt x="35571" y="30405"/>
                </a:lnTo>
                <a:lnTo>
                  <a:pt x="53357" y="35751"/>
                </a:lnTo>
                <a:lnTo>
                  <a:pt x="71142" y="39664"/>
                </a:lnTo>
                <a:lnTo>
                  <a:pt x="88928" y="42145"/>
                </a:lnTo>
                <a:lnTo>
                  <a:pt x="106713" y="43193"/>
                </a:lnTo>
                <a:lnTo>
                  <a:pt x="124499" y="42808"/>
                </a:lnTo>
                <a:lnTo>
                  <a:pt x="142285" y="40991"/>
                </a:lnTo>
                <a:lnTo>
                  <a:pt x="160070" y="37741"/>
                </a:lnTo>
                <a:lnTo>
                  <a:pt x="177856" y="33058"/>
                </a:lnTo>
                <a:lnTo>
                  <a:pt x="195641" y="26942"/>
                </a:lnTo>
                <a:lnTo>
                  <a:pt x="213427" y="19394"/>
                </a:lnTo>
                <a:lnTo>
                  <a:pt x="231212" y="10414"/>
                </a:lnTo>
                <a:lnTo>
                  <a:pt x="248998" y="0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70" name="knowledge-cross-edge">
            <a:extLst>
              <a:ext uri="{FF2B5EF4-FFF2-40B4-BE49-F238E27FC236}">
                <a16:creationId xmlns:a16="http://schemas.microsoft.com/office/drawing/2014/main" id="{E13F7E79-F855-43E6-A9A3-B6089294DB0D}"/>
              </a:ext>
            </a:extLst>
          </p:cNvPr>
          <p:cNvSpPr>
            <a:spLocks noGrp="1"/>
          </p:cNvSpPr>
          <p:nvPr/>
        </p:nvSpPr>
        <p:spPr>
          <a:xfrm>
            <a:off x="7455086" y="6250340"/>
            <a:ext cx="435680" cy="71563"/>
          </a:xfrm>
          <a:custGeom>
            <a:avLst/>
            <a:gdLst/>
            <a:ahLst/>
            <a:cxnLst/>
            <a:rect l="0" t="0" r="0" b="0"/>
            <a:pathLst>
              <a:path w="435680" h="71563">
                <a:moveTo>
                  <a:pt x="0" y="31058"/>
                </a:moveTo>
                <a:lnTo>
                  <a:pt x="50859" y="19368"/>
                </a:lnTo>
                <a:lnTo>
                  <a:pt x="99072" y="10417"/>
                </a:lnTo>
                <a:lnTo>
                  <a:pt x="144639" y="4206"/>
                </a:lnTo>
                <a:lnTo>
                  <a:pt x="187560" y="733"/>
                </a:lnTo>
                <a:lnTo>
                  <a:pt x="227835" y="0"/>
                </a:lnTo>
                <a:lnTo>
                  <a:pt x="265465" y="2006"/>
                </a:lnTo>
                <a:lnTo>
                  <a:pt x="300449" y="6751"/>
                </a:lnTo>
                <a:lnTo>
                  <a:pt x="332787" y="14235"/>
                </a:lnTo>
                <a:lnTo>
                  <a:pt x="362479" y="24458"/>
                </a:lnTo>
                <a:lnTo>
                  <a:pt x="389525" y="37420"/>
                </a:lnTo>
                <a:lnTo>
                  <a:pt x="413925" y="53122"/>
                </a:lnTo>
                <a:lnTo>
                  <a:pt x="435680" y="71563"/>
                </a:lnTo>
              </a:path>
            </a:pathLst>
          </a:custGeom>
          <a:noFill/>
          <a:ln w="5334">
            <a:solidFill>
              <a:srgbClr val="F07023">
                <a:alpha val="13000"/>
              </a:srgbClr>
            </a:solidFill>
            <a:prstDash val="solid"/>
          </a:ln>
        </p:spPr>
      </p:sp>
      <p:sp>
        <p:nvSpPr>
          <p:cNvPr id="271" name="knowledge-edge">
            <a:extLst>
              <a:ext uri="{FF2B5EF4-FFF2-40B4-BE49-F238E27FC236}">
                <a16:creationId xmlns:a16="http://schemas.microsoft.com/office/drawing/2014/main" id="{47212B4B-54E4-4720-94F6-A520413F3E1B}"/>
              </a:ext>
            </a:extLst>
          </p:cNvPr>
          <p:cNvSpPr>
            <a:spLocks noGrp="1"/>
          </p:cNvSpPr>
          <p:nvPr/>
        </p:nvSpPr>
        <p:spPr>
          <a:xfrm>
            <a:off x="7368599" y="6321902"/>
            <a:ext cx="522167" cy="229788"/>
          </a:xfrm>
          <a:custGeom>
            <a:avLst/>
            <a:gdLst/>
            <a:ahLst/>
            <a:cxnLst/>
            <a:rect l="0" t="0" r="0" b="0"/>
            <a:pathLst>
              <a:path w="522167" h="229788">
                <a:moveTo>
                  <a:pt x="0" y="228978"/>
                </a:moveTo>
                <a:lnTo>
                  <a:pt x="37298" y="229788"/>
                </a:lnTo>
                <a:lnTo>
                  <a:pt x="74595" y="227957"/>
                </a:lnTo>
                <a:lnTo>
                  <a:pt x="111893" y="223485"/>
                </a:lnTo>
                <a:lnTo>
                  <a:pt x="149190" y="216372"/>
                </a:lnTo>
                <a:lnTo>
                  <a:pt x="186488" y="206619"/>
                </a:lnTo>
                <a:lnTo>
                  <a:pt x="223786" y="194224"/>
                </a:lnTo>
                <a:lnTo>
                  <a:pt x="261083" y="179189"/>
                </a:lnTo>
                <a:lnTo>
                  <a:pt x="298381" y="161513"/>
                </a:lnTo>
                <a:lnTo>
                  <a:pt x="335679" y="141197"/>
                </a:lnTo>
                <a:lnTo>
                  <a:pt x="372976" y="118239"/>
                </a:lnTo>
                <a:lnTo>
                  <a:pt x="410274" y="92640"/>
                </a:lnTo>
                <a:lnTo>
                  <a:pt x="447571" y="64401"/>
                </a:lnTo>
                <a:lnTo>
                  <a:pt x="484869" y="33521"/>
                </a:lnTo>
                <a:lnTo>
                  <a:pt x="522167" y="0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72" name="knowledge-long-edge">
            <a:extLst>
              <a:ext uri="{FF2B5EF4-FFF2-40B4-BE49-F238E27FC236}">
                <a16:creationId xmlns:a16="http://schemas.microsoft.com/office/drawing/2014/main" id="{67215F1B-D1C8-4FB3-A733-EEAFA1A10379}"/>
              </a:ext>
            </a:extLst>
          </p:cNvPr>
          <p:cNvSpPr>
            <a:spLocks noGrp="1"/>
          </p:cNvSpPr>
          <p:nvPr/>
        </p:nvSpPr>
        <p:spPr>
          <a:xfrm>
            <a:off x="7368599" y="6174343"/>
            <a:ext cx="788621" cy="376538"/>
          </a:xfrm>
          <a:custGeom>
            <a:avLst/>
            <a:gdLst/>
            <a:ahLst/>
            <a:cxnLst/>
            <a:rect l="0" t="0" r="0" b="0"/>
            <a:pathLst>
              <a:path w="788621" h="376538">
                <a:moveTo>
                  <a:pt x="0" y="376538"/>
                </a:moveTo>
                <a:lnTo>
                  <a:pt x="49289" y="302710"/>
                </a:lnTo>
                <a:lnTo>
                  <a:pt x="98578" y="236921"/>
                </a:lnTo>
                <a:lnTo>
                  <a:pt x="147866" y="179170"/>
                </a:lnTo>
                <a:lnTo>
                  <a:pt x="197155" y="129459"/>
                </a:lnTo>
                <a:lnTo>
                  <a:pt x="246444" y="87785"/>
                </a:lnTo>
                <a:lnTo>
                  <a:pt x="295733" y="54151"/>
                </a:lnTo>
                <a:lnTo>
                  <a:pt x="345022" y="28555"/>
                </a:lnTo>
                <a:lnTo>
                  <a:pt x="394311" y="10998"/>
                </a:lnTo>
                <a:lnTo>
                  <a:pt x="443599" y="1480"/>
                </a:lnTo>
                <a:lnTo>
                  <a:pt x="492888" y="0"/>
                </a:lnTo>
                <a:lnTo>
                  <a:pt x="542177" y="6559"/>
                </a:lnTo>
                <a:lnTo>
                  <a:pt x="591466" y="21157"/>
                </a:lnTo>
                <a:lnTo>
                  <a:pt x="640755" y="43793"/>
                </a:lnTo>
                <a:lnTo>
                  <a:pt x="690043" y="74468"/>
                </a:lnTo>
                <a:lnTo>
                  <a:pt x="739332" y="113182"/>
                </a:lnTo>
                <a:lnTo>
                  <a:pt x="788621" y="159934"/>
                </a:lnTo>
              </a:path>
            </a:pathLst>
          </a:custGeom>
          <a:noFill/>
          <a:ln w="4286">
            <a:solidFill>
              <a:srgbClr val="F07023">
                <a:alpha val="9000"/>
              </a:srgbClr>
            </a:solidFill>
            <a:prstDash val="solid"/>
          </a:ln>
        </p:spPr>
      </p:sp>
      <p:sp>
        <p:nvSpPr>
          <p:cNvPr id="273" name="knowledge-edge">
            <a:extLst>
              <a:ext uri="{FF2B5EF4-FFF2-40B4-BE49-F238E27FC236}">
                <a16:creationId xmlns:a16="http://schemas.microsoft.com/office/drawing/2014/main" id="{B4D46FDC-5061-4909-9659-9A0C0127DBDD}"/>
              </a:ext>
            </a:extLst>
          </p:cNvPr>
          <p:cNvSpPr>
            <a:spLocks noGrp="1"/>
          </p:cNvSpPr>
          <p:nvPr/>
        </p:nvSpPr>
        <p:spPr>
          <a:xfrm>
            <a:off x="7225718" y="6480505"/>
            <a:ext cx="535038" cy="106370"/>
          </a:xfrm>
          <a:custGeom>
            <a:avLst/>
            <a:gdLst/>
            <a:ahLst/>
            <a:cxnLst/>
            <a:rect l="0" t="0" r="0" b="0"/>
            <a:pathLst>
              <a:path w="535038" h="106370">
                <a:moveTo>
                  <a:pt x="0" y="106370"/>
                </a:moveTo>
                <a:lnTo>
                  <a:pt x="38217" y="86723"/>
                </a:lnTo>
                <a:lnTo>
                  <a:pt x="76434" y="69079"/>
                </a:lnTo>
                <a:lnTo>
                  <a:pt x="114651" y="53437"/>
                </a:lnTo>
                <a:lnTo>
                  <a:pt x="152868" y="39797"/>
                </a:lnTo>
                <a:lnTo>
                  <a:pt x="191085" y="28159"/>
                </a:lnTo>
                <a:lnTo>
                  <a:pt x="229302" y="18523"/>
                </a:lnTo>
                <a:lnTo>
                  <a:pt x="267519" y="10889"/>
                </a:lnTo>
                <a:lnTo>
                  <a:pt x="305736" y="5257"/>
                </a:lnTo>
                <a:lnTo>
                  <a:pt x="343953" y="1628"/>
                </a:lnTo>
                <a:lnTo>
                  <a:pt x="382170" y="0"/>
                </a:lnTo>
                <a:lnTo>
                  <a:pt x="420387" y="375"/>
                </a:lnTo>
                <a:lnTo>
                  <a:pt x="458604" y="2751"/>
                </a:lnTo>
                <a:lnTo>
                  <a:pt x="496821" y="7130"/>
                </a:lnTo>
                <a:lnTo>
                  <a:pt x="535038" y="13511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74" name="knowledge-edge">
            <a:extLst>
              <a:ext uri="{FF2B5EF4-FFF2-40B4-BE49-F238E27FC236}">
                <a16:creationId xmlns:a16="http://schemas.microsoft.com/office/drawing/2014/main" id="{C1643452-8890-46E6-9B62-F98E4631963C}"/>
              </a:ext>
            </a:extLst>
          </p:cNvPr>
          <p:cNvSpPr>
            <a:spLocks noGrp="1"/>
          </p:cNvSpPr>
          <p:nvPr/>
        </p:nvSpPr>
        <p:spPr>
          <a:xfrm>
            <a:off x="7511749" y="6413037"/>
            <a:ext cx="276702" cy="220691"/>
          </a:xfrm>
          <a:custGeom>
            <a:avLst/>
            <a:gdLst/>
            <a:ahLst/>
            <a:cxnLst/>
            <a:rect l="0" t="0" r="0" b="0"/>
            <a:pathLst>
              <a:path w="276702" h="220691">
                <a:moveTo>
                  <a:pt x="0" y="220691"/>
                </a:moveTo>
                <a:lnTo>
                  <a:pt x="19764" y="192583"/>
                </a:lnTo>
                <a:lnTo>
                  <a:pt x="39529" y="166375"/>
                </a:lnTo>
                <a:lnTo>
                  <a:pt x="59293" y="142065"/>
                </a:lnTo>
                <a:lnTo>
                  <a:pt x="79058" y="119654"/>
                </a:lnTo>
                <a:lnTo>
                  <a:pt x="98822" y="99143"/>
                </a:lnTo>
                <a:lnTo>
                  <a:pt x="118587" y="80531"/>
                </a:lnTo>
                <a:lnTo>
                  <a:pt x="138351" y="63817"/>
                </a:lnTo>
                <a:lnTo>
                  <a:pt x="158116" y="49003"/>
                </a:lnTo>
                <a:lnTo>
                  <a:pt x="177880" y="36088"/>
                </a:lnTo>
                <a:lnTo>
                  <a:pt x="197645" y="25072"/>
                </a:lnTo>
                <a:lnTo>
                  <a:pt x="217409" y="15956"/>
                </a:lnTo>
                <a:lnTo>
                  <a:pt x="237173" y="8738"/>
                </a:lnTo>
                <a:lnTo>
                  <a:pt x="256938" y="3419"/>
                </a:lnTo>
                <a:lnTo>
                  <a:pt x="276702" y="0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75" name="knowledge-cross-edge">
            <a:extLst>
              <a:ext uri="{FF2B5EF4-FFF2-40B4-BE49-F238E27FC236}">
                <a16:creationId xmlns:a16="http://schemas.microsoft.com/office/drawing/2014/main" id="{CE5AE75C-184A-4A75-8AA2-90E02AE15A9D}"/>
              </a:ext>
            </a:extLst>
          </p:cNvPr>
          <p:cNvSpPr>
            <a:spLocks noGrp="1"/>
          </p:cNvSpPr>
          <p:nvPr/>
        </p:nvSpPr>
        <p:spPr>
          <a:xfrm>
            <a:off x="7511749" y="6628008"/>
            <a:ext cx="244329" cy="18697"/>
          </a:xfrm>
          <a:custGeom>
            <a:avLst/>
            <a:gdLst/>
            <a:ahLst/>
            <a:cxnLst/>
            <a:rect l="0" t="0" r="0" b="0"/>
            <a:pathLst>
              <a:path w="244329" h="18697">
                <a:moveTo>
                  <a:pt x="0" y="5720"/>
                </a:moveTo>
                <a:lnTo>
                  <a:pt x="34913" y="10071"/>
                </a:lnTo>
                <a:lnTo>
                  <a:pt x="67180" y="13544"/>
                </a:lnTo>
                <a:lnTo>
                  <a:pt x="96801" y="16140"/>
                </a:lnTo>
                <a:lnTo>
                  <a:pt x="123776" y="17858"/>
                </a:lnTo>
                <a:lnTo>
                  <a:pt x="148106" y="18697"/>
                </a:lnTo>
                <a:lnTo>
                  <a:pt x="169790" y="18660"/>
                </a:lnTo>
                <a:lnTo>
                  <a:pt x="188827" y="17744"/>
                </a:lnTo>
                <a:lnTo>
                  <a:pt x="205219" y="15951"/>
                </a:lnTo>
                <a:lnTo>
                  <a:pt x="218966" y="13280"/>
                </a:lnTo>
                <a:lnTo>
                  <a:pt x="230066" y="9731"/>
                </a:lnTo>
                <a:lnTo>
                  <a:pt x="238520" y="5304"/>
                </a:lnTo>
                <a:lnTo>
                  <a:pt x="244329" y="0"/>
                </a:lnTo>
              </a:path>
            </a:pathLst>
          </a:custGeom>
          <a:noFill/>
          <a:ln w="5334">
            <a:solidFill>
              <a:srgbClr val="F07023">
                <a:alpha val="13000"/>
              </a:srgbClr>
            </a:solidFill>
            <a:prstDash val="solid"/>
          </a:ln>
        </p:spPr>
      </p:sp>
      <p:sp>
        <p:nvSpPr>
          <p:cNvPr id="276" name="knowledge-edge">
            <a:extLst>
              <a:ext uri="{FF2B5EF4-FFF2-40B4-BE49-F238E27FC236}">
                <a16:creationId xmlns:a16="http://schemas.microsoft.com/office/drawing/2014/main" id="{95169B8D-5D2B-49DF-91B8-2F73722AC014}"/>
              </a:ext>
            </a:extLst>
          </p:cNvPr>
          <p:cNvSpPr>
            <a:spLocks noGrp="1"/>
          </p:cNvSpPr>
          <p:nvPr/>
        </p:nvSpPr>
        <p:spPr>
          <a:xfrm>
            <a:off x="7394551" y="6623137"/>
            <a:ext cx="361528" cy="9525"/>
          </a:xfrm>
          <a:custGeom>
            <a:avLst/>
            <a:gdLst/>
            <a:ahLst/>
            <a:cxnLst/>
            <a:rect l="0" t="0" r="0" b="0"/>
            <a:pathLst>
              <a:path w="361528" h="9525">
                <a:moveTo>
                  <a:pt x="0" y="767"/>
                </a:moveTo>
                <a:lnTo>
                  <a:pt x="25823" y="430"/>
                </a:lnTo>
                <a:lnTo>
                  <a:pt x="51647" y="189"/>
                </a:lnTo>
                <a:lnTo>
                  <a:pt x="77470" y="46"/>
                </a:lnTo>
                <a:lnTo>
                  <a:pt x="103294" y="0"/>
                </a:lnTo>
                <a:lnTo>
                  <a:pt x="129117" y="51"/>
                </a:lnTo>
                <a:lnTo>
                  <a:pt x="154940" y="198"/>
                </a:lnTo>
                <a:lnTo>
                  <a:pt x="180764" y="443"/>
                </a:lnTo>
                <a:lnTo>
                  <a:pt x="206587" y="785"/>
                </a:lnTo>
                <a:lnTo>
                  <a:pt x="232411" y="1223"/>
                </a:lnTo>
                <a:lnTo>
                  <a:pt x="258234" y="1759"/>
                </a:lnTo>
                <a:lnTo>
                  <a:pt x="284057" y="2392"/>
                </a:lnTo>
                <a:lnTo>
                  <a:pt x="309881" y="3121"/>
                </a:lnTo>
                <a:lnTo>
                  <a:pt x="335704" y="3948"/>
                </a:lnTo>
                <a:lnTo>
                  <a:pt x="361528" y="4871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77" name="knowledge-long-edge">
            <a:extLst>
              <a:ext uri="{FF2B5EF4-FFF2-40B4-BE49-F238E27FC236}">
                <a16:creationId xmlns:a16="http://schemas.microsoft.com/office/drawing/2014/main" id="{56820283-6FEF-46FA-8252-76FE590A0051}"/>
              </a:ext>
            </a:extLst>
          </p:cNvPr>
          <p:cNvSpPr>
            <a:spLocks noGrp="1"/>
          </p:cNvSpPr>
          <p:nvPr/>
        </p:nvSpPr>
        <p:spPr>
          <a:xfrm>
            <a:off x="7394551" y="6425062"/>
            <a:ext cx="896224" cy="634062"/>
          </a:xfrm>
          <a:custGeom>
            <a:avLst/>
            <a:gdLst/>
            <a:ahLst/>
            <a:cxnLst/>
            <a:rect l="0" t="0" r="0" b="0"/>
            <a:pathLst>
              <a:path w="896224" h="634062">
                <a:moveTo>
                  <a:pt x="0" y="198842"/>
                </a:moveTo>
                <a:lnTo>
                  <a:pt x="56014" y="135531"/>
                </a:lnTo>
                <a:lnTo>
                  <a:pt x="112028" y="84288"/>
                </a:lnTo>
                <a:lnTo>
                  <a:pt x="168042" y="45113"/>
                </a:lnTo>
                <a:lnTo>
                  <a:pt x="224056" y="18007"/>
                </a:lnTo>
                <a:lnTo>
                  <a:pt x="280070" y="2969"/>
                </a:lnTo>
                <a:lnTo>
                  <a:pt x="336084" y="0"/>
                </a:lnTo>
                <a:lnTo>
                  <a:pt x="392098" y="9099"/>
                </a:lnTo>
                <a:lnTo>
                  <a:pt x="448112" y="30266"/>
                </a:lnTo>
                <a:lnTo>
                  <a:pt x="504126" y="63501"/>
                </a:lnTo>
                <a:lnTo>
                  <a:pt x="560140" y="108805"/>
                </a:lnTo>
                <a:lnTo>
                  <a:pt x="616154" y="166177"/>
                </a:lnTo>
                <a:lnTo>
                  <a:pt x="672168" y="235618"/>
                </a:lnTo>
                <a:lnTo>
                  <a:pt x="728182" y="317126"/>
                </a:lnTo>
                <a:lnTo>
                  <a:pt x="784196" y="410703"/>
                </a:lnTo>
                <a:lnTo>
                  <a:pt x="840210" y="516349"/>
                </a:lnTo>
                <a:lnTo>
                  <a:pt x="896224" y="634062"/>
                </a:lnTo>
              </a:path>
            </a:pathLst>
          </a:custGeom>
          <a:noFill/>
          <a:ln w="4286">
            <a:solidFill>
              <a:srgbClr val="F07023">
                <a:alpha val="9000"/>
              </a:srgbClr>
            </a:solidFill>
            <a:prstDash val="solid"/>
          </a:ln>
        </p:spPr>
      </p:sp>
      <p:sp>
        <p:nvSpPr>
          <p:cNvPr id="278" name="knowledge-edge">
            <a:extLst>
              <a:ext uri="{FF2B5EF4-FFF2-40B4-BE49-F238E27FC236}">
                <a16:creationId xmlns:a16="http://schemas.microsoft.com/office/drawing/2014/main" id="{0666C847-4295-4872-89C2-F5D4A94C8DF4}"/>
              </a:ext>
            </a:extLst>
          </p:cNvPr>
          <p:cNvSpPr>
            <a:spLocks noGrp="1"/>
          </p:cNvSpPr>
          <p:nvPr/>
        </p:nvSpPr>
        <p:spPr>
          <a:xfrm>
            <a:off x="7409057" y="7023675"/>
            <a:ext cx="408678" cy="47651"/>
          </a:xfrm>
          <a:custGeom>
            <a:avLst/>
            <a:gdLst/>
            <a:ahLst/>
            <a:cxnLst/>
            <a:rect l="0" t="0" r="0" b="0"/>
            <a:pathLst>
              <a:path w="408678" h="47651">
                <a:moveTo>
                  <a:pt x="0" y="6721"/>
                </a:moveTo>
                <a:lnTo>
                  <a:pt x="29191" y="3659"/>
                </a:lnTo>
                <a:lnTo>
                  <a:pt x="58383" y="1519"/>
                </a:lnTo>
                <a:lnTo>
                  <a:pt x="87574" y="299"/>
                </a:lnTo>
                <a:lnTo>
                  <a:pt x="116765" y="0"/>
                </a:lnTo>
                <a:lnTo>
                  <a:pt x="145956" y="622"/>
                </a:lnTo>
                <a:lnTo>
                  <a:pt x="175148" y="2164"/>
                </a:lnTo>
                <a:lnTo>
                  <a:pt x="204339" y="4627"/>
                </a:lnTo>
                <a:lnTo>
                  <a:pt x="233530" y="8011"/>
                </a:lnTo>
                <a:lnTo>
                  <a:pt x="262721" y="12316"/>
                </a:lnTo>
                <a:lnTo>
                  <a:pt x="291913" y="17542"/>
                </a:lnTo>
                <a:lnTo>
                  <a:pt x="321104" y="23688"/>
                </a:lnTo>
                <a:lnTo>
                  <a:pt x="350295" y="30755"/>
                </a:lnTo>
                <a:lnTo>
                  <a:pt x="379486" y="38743"/>
                </a:lnTo>
                <a:lnTo>
                  <a:pt x="408678" y="47651"/>
                </a:lnTo>
              </a:path>
            </a:pathLst>
          </a:custGeom>
          <a:noFill/>
          <a:ln w="6477">
            <a:solidFill>
              <a:srgbClr val="F07023">
                <a:alpha val="17000"/>
              </a:srgbClr>
            </a:solidFill>
            <a:prstDash val="solid"/>
          </a:ln>
        </p:spPr>
      </p:sp>
      <p:sp>
        <p:nvSpPr>
          <p:cNvPr id="279" name="knowledge-edge">
            <a:extLst>
              <a:ext uri="{FF2B5EF4-FFF2-40B4-BE49-F238E27FC236}">
                <a16:creationId xmlns:a16="http://schemas.microsoft.com/office/drawing/2014/main" id="{5A4AD3B1-940A-421C-AA20-E1829B75E7D4}"/>
              </a:ext>
            </a:extLst>
          </p:cNvPr>
          <p:cNvSpPr>
            <a:spLocks noGrp="1"/>
          </p:cNvSpPr>
          <p:nvPr/>
        </p:nvSpPr>
        <p:spPr>
          <a:xfrm>
            <a:off x="7802278" y="5944952"/>
            <a:ext cx="421619" cy="50563"/>
          </a:xfrm>
          <a:custGeom>
            <a:avLst/>
            <a:gdLst/>
            <a:ahLst/>
            <a:cxnLst/>
            <a:rect l="0" t="0" r="0" b="0"/>
            <a:pathLst>
              <a:path w="421619" h="50563">
                <a:moveTo>
                  <a:pt x="0" y="11364"/>
                </a:moveTo>
                <a:lnTo>
                  <a:pt x="30116" y="22460"/>
                </a:lnTo>
                <a:lnTo>
                  <a:pt x="60231" y="31723"/>
                </a:lnTo>
                <a:lnTo>
                  <a:pt x="90347" y="39155"/>
                </a:lnTo>
                <a:lnTo>
                  <a:pt x="120463" y="44755"/>
                </a:lnTo>
                <a:lnTo>
                  <a:pt x="150578" y="48523"/>
                </a:lnTo>
                <a:lnTo>
                  <a:pt x="180694" y="50459"/>
                </a:lnTo>
                <a:lnTo>
                  <a:pt x="210810" y="50563"/>
                </a:lnTo>
                <a:lnTo>
                  <a:pt x="240925" y="48835"/>
                </a:lnTo>
                <a:lnTo>
                  <a:pt x="271041" y="45276"/>
                </a:lnTo>
                <a:lnTo>
                  <a:pt x="301157" y="39884"/>
                </a:lnTo>
                <a:lnTo>
                  <a:pt x="331272" y="32661"/>
                </a:lnTo>
                <a:lnTo>
                  <a:pt x="361388" y="23606"/>
                </a:lnTo>
                <a:lnTo>
                  <a:pt x="391504" y="12719"/>
                </a:lnTo>
                <a:lnTo>
                  <a:pt x="421619" y="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280" name="knowledge-cross-edge">
            <a:extLst>
              <a:ext uri="{FF2B5EF4-FFF2-40B4-BE49-F238E27FC236}">
                <a16:creationId xmlns:a16="http://schemas.microsoft.com/office/drawing/2014/main" id="{B44CD58A-86B3-49AA-93E5-C16F2AA02FC6}"/>
              </a:ext>
            </a:extLst>
          </p:cNvPr>
          <p:cNvSpPr>
            <a:spLocks noGrp="1"/>
          </p:cNvSpPr>
          <p:nvPr/>
        </p:nvSpPr>
        <p:spPr>
          <a:xfrm>
            <a:off x="7802278" y="5915771"/>
            <a:ext cx="513250" cy="187705"/>
          </a:xfrm>
          <a:custGeom>
            <a:avLst/>
            <a:gdLst/>
            <a:ahLst/>
            <a:cxnLst/>
            <a:rect l="0" t="0" r="0" b="0"/>
            <a:pathLst>
              <a:path w="513250" h="187705">
                <a:moveTo>
                  <a:pt x="0" y="40545"/>
                </a:moveTo>
                <a:lnTo>
                  <a:pt x="57323" y="22009"/>
                </a:lnTo>
                <a:lnTo>
                  <a:pt x="112000" y="9073"/>
                </a:lnTo>
                <a:lnTo>
                  <a:pt x="164031" y="1736"/>
                </a:lnTo>
                <a:lnTo>
                  <a:pt x="213417" y="0"/>
                </a:lnTo>
                <a:lnTo>
                  <a:pt x="260156" y="3864"/>
                </a:lnTo>
                <a:lnTo>
                  <a:pt x="304250" y="13327"/>
                </a:lnTo>
                <a:lnTo>
                  <a:pt x="345698" y="28390"/>
                </a:lnTo>
                <a:lnTo>
                  <a:pt x="384500" y="49053"/>
                </a:lnTo>
                <a:lnTo>
                  <a:pt x="420656" y="75317"/>
                </a:lnTo>
                <a:lnTo>
                  <a:pt x="454166" y="107180"/>
                </a:lnTo>
                <a:lnTo>
                  <a:pt x="485031" y="144642"/>
                </a:lnTo>
                <a:lnTo>
                  <a:pt x="513250" y="187705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281" name="knowledge-edge">
            <a:extLst>
              <a:ext uri="{FF2B5EF4-FFF2-40B4-BE49-F238E27FC236}">
                <a16:creationId xmlns:a16="http://schemas.microsoft.com/office/drawing/2014/main" id="{9AFF0668-B200-4AFE-9EF1-4BD127476FF6}"/>
              </a:ext>
            </a:extLst>
          </p:cNvPr>
          <p:cNvSpPr>
            <a:spLocks noGrp="1"/>
          </p:cNvSpPr>
          <p:nvPr/>
        </p:nvSpPr>
        <p:spPr>
          <a:xfrm>
            <a:off x="7704084" y="6103476"/>
            <a:ext cx="611444" cy="162506"/>
          </a:xfrm>
          <a:custGeom>
            <a:avLst/>
            <a:gdLst/>
            <a:ahLst/>
            <a:cxnLst/>
            <a:rect l="0" t="0" r="0" b="0"/>
            <a:pathLst>
              <a:path w="611444" h="162506">
                <a:moveTo>
                  <a:pt x="0" y="162506"/>
                </a:moveTo>
                <a:lnTo>
                  <a:pt x="43675" y="151641"/>
                </a:lnTo>
                <a:lnTo>
                  <a:pt x="87349" y="140661"/>
                </a:lnTo>
                <a:lnTo>
                  <a:pt x="131024" y="129568"/>
                </a:lnTo>
                <a:lnTo>
                  <a:pt x="174698" y="118360"/>
                </a:lnTo>
                <a:lnTo>
                  <a:pt x="218373" y="107038"/>
                </a:lnTo>
                <a:lnTo>
                  <a:pt x="262047" y="95602"/>
                </a:lnTo>
                <a:lnTo>
                  <a:pt x="305722" y="84051"/>
                </a:lnTo>
                <a:lnTo>
                  <a:pt x="349396" y="72387"/>
                </a:lnTo>
                <a:lnTo>
                  <a:pt x="393071" y="60608"/>
                </a:lnTo>
                <a:lnTo>
                  <a:pt x="436746" y="48715"/>
                </a:lnTo>
                <a:lnTo>
                  <a:pt x="480420" y="36707"/>
                </a:lnTo>
                <a:lnTo>
                  <a:pt x="524095" y="24586"/>
                </a:lnTo>
                <a:lnTo>
                  <a:pt x="567769" y="12350"/>
                </a:lnTo>
                <a:lnTo>
                  <a:pt x="611444" y="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282" name="knowledge-cross-edge">
            <a:extLst>
              <a:ext uri="{FF2B5EF4-FFF2-40B4-BE49-F238E27FC236}">
                <a16:creationId xmlns:a16="http://schemas.microsoft.com/office/drawing/2014/main" id="{3636A27C-2AFE-4354-9727-4FE5C6971821}"/>
              </a:ext>
            </a:extLst>
          </p:cNvPr>
          <p:cNvSpPr>
            <a:spLocks noGrp="1"/>
          </p:cNvSpPr>
          <p:nvPr/>
        </p:nvSpPr>
        <p:spPr>
          <a:xfrm>
            <a:off x="7704084" y="6219099"/>
            <a:ext cx="554036" cy="113605"/>
          </a:xfrm>
          <a:custGeom>
            <a:avLst/>
            <a:gdLst/>
            <a:ahLst/>
            <a:cxnLst/>
            <a:rect l="0" t="0" r="0" b="0"/>
            <a:pathLst>
              <a:path w="554036" h="113605">
                <a:moveTo>
                  <a:pt x="0" y="46884"/>
                </a:moveTo>
                <a:lnTo>
                  <a:pt x="60722" y="28972"/>
                </a:lnTo>
                <a:lnTo>
                  <a:pt x="118798" y="15327"/>
                </a:lnTo>
                <a:lnTo>
                  <a:pt x="174228" y="5950"/>
                </a:lnTo>
                <a:lnTo>
                  <a:pt x="227012" y="841"/>
                </a:lnTo>
                <a:lnTo>
                  <a:pt x="277150" y="0"/>
                </a:lnTo>
                <a:lnTo>
                  <a:pt x="324643" y="3426"/>
                </a:lnTo>
                <a:lnTo>
                  <a:pt x="369490" y="11120"/>
                </a:lnTo>
                <a:lnTo>
                  <a:pt x="411691" y="23082"/>
                </a:lnTo>
                <a:lnTo>
                  <a:pt x="451246" y="39311"/>
                </a:lnTo>
                <a:lnTo>
                  <a:pt x="488155" y="59808"/>
                </a:lnTo>
                <a:lnTo>
                  <a:pt x="522418" y="84573"/>
                </a:lnTo>
                <a:lnTo>
                  <a:pt x="554036" y="113605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283" name="knowledge-edge">
            <a:extLst>
              <a:ext uri="{FF2B5EF4-FFF2-40B4-BE49-F238E27FC236}">
                <a16:creationId xmlns:a16="http://schemas.microsoft.com/office/drawing/2014/main" id="{B9340F34-8183-4B42-95E8-483176B1F19F}"/>
              </a:ext>
            </a:extLst>
          </p:cNvPr>
          <p:cNvSpPr>
            <a:spLocks noGrp="1"/>
          </p:cNvSpPr>
          <p:nvPr/>
        </p:nvSpPr>
        <p:spPr>
          <a:xfrm>
            <a:off x="7890765" y="6294702"/>
            <a:ext cx="367354" cy="38002"/>
          </a:xfrm>
          <a:custGeom>
            <a:avLst/>
            <a:gdLst/>
            <a:ahLst/>
            <a:cxnLst/>
            <a:rect l="0" t="0" r="0" b="0"/>
            <a:pathLst>
              <a:path w="367354" h="38002">
                <a:moveTo>
                  <a:pt x="0" y="27201"/>
                </a:moveTo>
                <a:lnTo>
                  <a:pt x="26240" y="19352"/>
                </a:lnTo>
                <a:lnTo>
                  <a:pt x="52479" y="12829"/>
                </a:lnTo>
                <a:lnTo>
                  <a:pt x="78719" y="7632"/>
                </a:lnTo>
                <a:lnTo>
                  <a:pt x="104958" y="3762"/>
                </a:lnTo>
                <a:lnTo>
                  <a:pt x="131198" y="1218"/>
                </a:lnTo>
                <a:lnTo>
                  <a:pt x="157437" y="0"/>
                </a:lnTo>
                <a:lnTo>
                  <a:pt x="183677" y="108"/>
                </a:lnTo>
                <a:lnTo>
                  <a:pt x="209917" y="1543"/>
                </a:lnTo>
                <a:lnTo>
                  <a:pt x="236156" y="4304"/>
                </a:lnTo>
                <a:lnTo>
                  <a:pt x="262396" y="8391"/>
                </a:lnTo>
                <a:lnTo>
                  <a:pt x="288635" y="13805"/>
                </a:lnTo>
                <a:lnTo>
                  <a:pt x="314875" y="20544"/>
                </a:lnTo>
                <a:lnTo>
                  <a:pt x="341115" y="28610"/>
                </a:lnTo>
                <a:lnTo>
                  <a:pt x="367354" y="38002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284" name="knowledge-cross-edge">
            <a:extLst>
              <a:ext uri="{FF2B5EF4-FFF2-40B4-BE49-F238E27FC236}">
                <a16:creationId xmlns:a16="http://schemas.microsoft.com/office/drawing/2014/main" id="{F5053C17-FCE8-404B-85DA-18426646DD05}"/>
              </a:ext>
            </a:extLst>
          </p:cNvPr>
          <p:cNvSpPr>
            <a:spLocks noGrp="1"/>
          </p:cNvSpPr>
          <p:nvPr/>
        </p:nvSpPr>
        <p:spPr>
          <a:xfrm>
            <a:off x="7890765" y="6263446"/>
            <a:ext cx="266454" cy="70831"/>
          </a:xfrm>
          <a:custGeom>
            <a:avLst/>
            <a:gdLst/>
            <a:ahLst/>
            <a:cxnLst/>
            <a:rect l="0" t="0" r="0" b="0"/>
            <a:pathLst>
              <a:path w="266454" h="70831">
                <a:moveTo>
                  <a:pt x="0" y="58456"/>
                </a:moveTo>
                <a:lnTo>
                  <a:pt x="36757" y="39735"/>
                </a:lnTo>
                <a:lnTo>
                  <a:pt x="70867" y="24606"/>
                </a:lnTo>
                <a:lnTo>
                  <a:pt x="102332" y="13067"/>
                </a:lnTo>
                <a:lnTo>
                  <a:pt x="131151" y="5120"/>
                </a:lnTo>
                <a:lnTo>
                  <a:pt x="157325" y="764"/>
                </a:lnTo>
                <a:lnTo>
                  <a:pt x="180852" y="0"/>
                </a:lnTo>
                <a:lnTo>
                  <a:pt x="201734" y="2827"/>
                </a:lnTo>
                <a:lnTo>
                  <a:pt x="219970" y="9245"/>
                </a:lnTo>
                <a:lnTo>
                  <a:pt x="235560" y="19254"/>
                </a:lnTo>
                <a:lnTo>
                  <a:pt x="248504" y="32855"/>
                </a:lnTo>
                <a:lnTo>
                  <a:pt x="258802" y="50047"/>
                </a:lnTo>
                <a:lnTo>
                  <a:pt x="266454" y="70831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285" name="knowledge-long-edge">
            <a:extLst>
              <a:ext uri="{FF2B5EF4-FFF2-40B4-BE49-F238E27FC236}">
                <a16:creationId xmlns:a16="http://schemas.microsoft.com/office/drawing/2014/main" id="{5D0AD3B9-1C91-4727-BA4A-A3F1338A4681}"/>
              </a:ext>
            </a:extLst>
          </p:cNvPr>
          <p:cNvSpPr>
            <a:spLocks noGrp="1"/>
          </p:cNvSpPr>
          <p:nvPr/>
        </p:nvSpPr>
        <p:spPr>
          <a:xfrm>
            <a:off x="7890765" y="5915300"/>
            <a:ext cx="570408" cy="406603"/>
          </a:xfrm>
          <a:custGeom>
            <a:avLst/>
            <a:gdLst/>
            <a:ahLst/>
            <a:cxnLst/>
            <a:rect l="0" t="0" r="0" b="0"/>
            <a:pathLst>
              <a:path w="570408" h="406603">
                <a:moveTo>
                  <a:pt x="0" y="406603"/>
                </a:moveTo>
                <a:lnTo>
                  <a:pt x="35651" y="324996"/>
                </a:lnTo>
                <a:lnTo>
                  <a:pt x="71301" y="252497"/>
                </a:lnTo>
                <a:lnTo>
                  <a:pt x="106952" y="189105"/>
                </a:lnTo>
                <a:lnTo>
                  <a:pt x="142602" y="134819"/>
                </a:lnTo>
                <a:lnTo>
                  <a:pt x="178253" y="89641"/>
                </a:lnTo>
                <a:lnTo>
                  <a:pt x="213903" y="53570"/>
                </a:lnTo>
                <a:lnTo>
                  <a:pt x="249554" y="26606"/>
                </a:lnTo>
                <a:lnTo>
                  <a:pt x="285204" y="8750"/>
                </a:lnTo>
                <a:lnTo>
                  <a:pt x="320855" y="0"/>
                </a:lnTo>
                <a:lnTo>
                  <a:pt x="356505" y="357"/>
                </a:lnTo>
                <a:lnTo>
                  <a:pt x="392156" y="9822"/>
                </a:lnTo>
                <a:lnTo>
                  <a:pt x="427806" y="28394"/>
                </a:lnTo>
                <a:lnTo>
                  <a:pt x="463457" y="56072"/>
                </a:lnTo>
                <a:lnTo>
                  <a:pt x="499107" y="92858"/>
                </a:lnTo>
                <a:lnTo>
                  <a:pt x="534758" y="138751"/>
                </a:lnTo>
                <a:lnTo>
                  <a:pt x="570408" y="193751"/>
                </a:lnTo>
              </a:path>
            </a:pathLst>
          </a:custGeom>
          <a:noFill/>
          <a:ln w="4286">
            <a:solidFill>
              <a:srgbClr val="F3801D">
                <a:alpha val="9000"/>
              </a:srgbClr>
            </a:solidFill>
            <a:prstDash val="solid"/>
          </a:ln>
        </p:spPr>
      </p:sp>
      <p:sp>
        <p:nvSpPr>
          <p:cNvPr id="286" name="knowledge-edge">
            <a:extLst>
              <a:ext uri="{FF2B5EF4-FFF2-40B4-BE49-F238E27FC236}">
                <a16:creationId xmlns:a16="http://schemas.microsoft.com/office/drawing/2014/main" id="{EBA0FABE-C14B-4C4D-B6BB-F471B165529E}"/>
              </a:ext>
            </a:extLst>
          </p:cNvPr>
          <p:cNvSpPr>
            <a:spLocks noGrp="1"/>
          </p:cNvSpPr>
          <p:nvPr/>
        </p:nvSpPr>
        <p:spPr>
          <a:xfrm>
            <a:off x="7760756" y="6334276"/>
            <a:ext cx="396464" cy="159739"/>
          </a:xfrm>
          <a:custGeom>
            <a:avLst/>
            <a:gdLst/>
            <a:ahLst/>
            <a:cxnLst/>
            <a:rect l="0" t="0" r="0" b="0"/>
            <a:pathLst>
              <a:path w="396464" h="159739">
                <a:moveTo>
                  <a:pt x="0" y="159739"/>
                </a:moveTo>
                <a:lnTo>
                  <a:pt x="28319" y="150126"/>
                </a:lnTo>
                <a:lnTo>
                  <a:pt x="56638" y="140236"/>
                </a:lnTo>
                <a:lnTo>
                  <a:pt x="84957" y="130070"/>
                </a:lnTo>
                <a:lnTo>
                  <a:pt x="113275" y="119627"/>
                </a:lnTo>
                <a:lnTo>
                  <a:pt x="141594" y="108908"/>
                </a:lnTo>
                <a:lnTo>
                  <a:pt x="169913" y="97913"/>
                </a:lnTo>
                <a:lnTo>
                  <a:pt x="198232" y="86641"/>
                </a:lnTo>
                <a:lnTo>
                  <a:pt x="226551" y="75093"/>
                </a:lnTo>
                <a:lnTo>
                  <a:pt x="254870" y="63268"/>
                </a:lnTo>
                <a:lnTo>
                  <a:pt x="283188" y="51167"/>
                </a:lnTo>
                <a:lnTo>
                  <a:pt x="311507" y="38790"/>
                </a:lnTo>
                <a:lnTo>
                  <a:pt x="339826" y="26136"/>
                </a:lnTo>
                <a:lnTo>
                  <a:pt x="368145" y="13206"/>
                </a:lnTo>
                <a:lnTo>
                  <a:pt x="396464" y="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287" name="knowledge-edge">
            <a:extLst>
              <a:ext uri="{FF2B5EF4-FFF2-40B4-BE49-F238E27FC236}">
                <a16:creationId xmlns:a16="http://schemas.microsoft.com/office/drawing/2014/main" id="{10836810-0AFE-4BEE-AB5C-F70F5EFCC2C6}"/>
              </a:ext>
            </a:extLst>
          </p:cNvPr>
          <p:cNvSpPr>
            <a:spLocks noGrp="1"/>
          </p:cNvSpPr>
          <p:nvPr/>
        </p:nvSpPr>
        <p:spPr>
          <a:xfrm>
            <a:off x="7788452" y="6365699"/>
            <a:ext cx="349030" cy="47338"/>
          </a:xfrm>
          <a:custGeom>
            <a:avLst/>
            <a:gdLst/>
            <a:ahLst/>
            <a:cxnLst/>
            <a:rect l="0" t="0" r="0" b="0"/>
            <a:pathLst>
              <a:path w="349030" h="47338">
                <a:moveTo>
                  <a:pt x="0" y="47338"/>
                </a:moveTo>
                <a:lnTo>
                  <a:pt x="24931" y="45537"/>
                </a:lnTo>
                <a:lnTo>
                  <a:pt x="49861" y="43493"/>
                </a:lnTo>
                <a:lnTo>
                  <a:pt x="74792" y="41206"/>
                </a:lnTo>
                <a:lnTo>
                  <a:pt x="99723" y="38676"/>
                </a:lnTo>
                <a:lnTo>
                  <a:pt x="124654" y="35902"/>
                </a:lnTo>
                <a:lnTo>
                  <a:pt x="149584" y="32886"/>
                </a:lnTo>
                <a:lnTo>
                  <a:pt x="174515" y="29626"/>
                </a:lnTo>
                <a:lnTo>
                  <a:pt x="199446" y="26123"/>
                </a:lnTo>
                <a:lnTo>
                  <a:pt x="224377" y="22377"/>
                </a:lnTo>
                <a:lnTo>
                  <a:pt x="249307" y="18388"/>
                </a:lnTo>
                <a:lnTo>
                  <a:pt x="274238" y="14156"/>
                </a:lnTo>
                <a:lnTo>
                  <a:pt x="299169" y="9680"/>
                </a:lnTo>
                <a:lnTo>
                  <a:pt x="324100" y="4962"/>
                </a:lnTo>
                <a:lnTo>
                  <a:pt x="349030" y="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288" name="knowledge-cross-edge">
            <a:extLst>
              <a:ext uri="{FF2B5EF4-FFF2-40B4-BE49-F238E27FC236}">
                <a16:creationId xmlns:a16="http://schemas.microsoft.com/office/drawing/2014/main" id="{D8945F0A-95FD-470C-8C7E-C7247AB9CFA2}"/>
              </a:ext>
            </a:extLst>
          </p:cNvPr>
          <p:cNvSpPr>
            <a:spLocks noGrp="1"/>
          </p:cNvSpPr>
          <p:nvPr/>
        </p:nvSpPr>
        <p:spPr>
          <a:xfrm>
            <a:off x="7788452" y="6397653"/>
            <a:ext cx="372284" cy="203955"/>
          </a:xfrm>
          <a:custGeom>
            <a:avLst/>
            <a:gdLst/>
            <a:ahLst/>
            <a:cxnLst/>
            <a:rect l="0" t="0" r="0" b="0"/>
            <a:pathLst>
              <a:path w="372284" h="203955">
                <a:moveTo>
                  <a:pt x="0" y="15384"/>
                </a:moveTo>
                <a:lnTo>
                  <a:pt x="45576" y="5625"/>
                </a:lnTo>
                <a:lnTo>
                  <a:pt x="88506" y="497"/>
                </a:lnTo>
                <a:lnTo>
                  <a:pt x="128790" y="0"/>
                </a:lnTo>
                <a:lnTo>
                  <a:pt x="166428" y="4135"/>
                </a:lnTo>
                <a:lnTo>
                  <a:pt x="201420" y="12902"/>
                </a:lnTo>
                <a:lnTo>
                  <a:pt x="233767" y="26300"/>
                </a:lnTo>
                <a:lnTo>
                  <a:pt x="263467" y="44330"/>
                </a:lnTo>
                <a:lnTo>
                  <a:pt x="290522" y="66992"/>
                </a:lnTo>
                <a:lnTo>
                  <a:pt x="314931" y="94285"/>
                </a:lnTo>
                <a:lnTo>
                  <a:pt x="336695" y="126210"/>
                </a:lnTo>
                <a:lnTo>
                  <a:pt x="355812" y="162767"/>
                </a:lnTo>
                <a:lnTo>
                  <a:pt x="372284" y="203955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289" name="knowledge-cross-edge">
            <a:extLst>
              <a:ext uri="{FF2B5EF4-FFF2-40B4-BE49-F238E27FC236}">
                <a16:creationId xmlns:a16="http://schemas.microsoft.com/office/drawing/2014/main" id="{41A83EB5-63C3-44D3-8285-00DBCAA96B40}"/>
              </a:ext>
            </a:extLst>
          </p:cNvPr>
          <p:cNvSpPr>
            <a:spLocks noGrp="1"/>
          </p:cNvSpPr>
          <p:nvPr/>
        </p:nvSpPr>
        <p:spPr>
          <a:xfrm>
            <a:off x="7788452" y="6291316"/>
            <a:ext cx="368768" cy="121721"/>
          </a:xfrm>
          <a:custGeom>
            <a:avLst/>
            <a:gdLst/>
            <a:ahLst/>
            <a:cxnLst/>
            <a:rect l="0" t="0" r="0" b="0"/>
            <a:pathLst>
              <a:path w="368768" h="121721">
                <a:moveTo>
                  <a:pt x="0" y="121721"/>
                </a:moveTo>
                <a:lnTo>
                  <a:pt x="16179" y="91365"/>
                </a:lnTo>
                <a:lnTo>
                  <a:pt x="35003" y="65336"/>
                </a:lnTo>
                <a:lnTo>
                  <a:pt x="56473" y="43632"/>
                </a:lnTo>
                <a:lnTo>
                  <a:pt x="80589" y="26254"/>
                </a:lnTo>
                <a:lnTo>
                  <a:pt x="107351" y="13201"/>
                </a:lnTo>
                <a:lnTo>
                  <a:pt x="136759" y="4475"/>
                </a:lnTo>
                <a:lnTo>
                  <a:pt x="168813" y="75"/>
                </a:lnTo>
                <a:lnTo>
                  <a:pt x="203512" y="0"/>
                </a:lnTo>
                <a:lnTo>
                  <a:pt x="240857" y="4251"/>
                </a:lnTo>
                <a:lnTo>
                  <a:pt x="280848" y="12828"/>
                </a:lnTo>
                <a:lnTo>
                  <a:pt x="323485" y="25732"/>
                </a:lnTo>
                <a:lnTo>
                  <a:pt x="368768" y="42960"/>
                </a:lnTo>
              </a:path>
            </a:pathLst>
          </a:custGeom>
          <a:noFill/>
          <a:ln w="4953">
            <a:solidFill>
              <a:srgbClr val="F3801D">
                <a:alpha val="12000"/>
              </a:srgbClr>
            </a:solidFill>
            <a:prstDash val="solid"/>
          </a:ln>
        </p:spPr>
      </p:sp>
      <p:sp>
        <p:nvSpPr>
          <p:cNvPr id="290" name="knowledge-edge">
            <a:extLst>
              <a:ext uri="{FF2B5EF4-FFF2-40B4-BE49-F238E27FC236}">
                <a16:creationId xmlns:a16="http://schemas.microsoft.com/office/drawing/2014/main" id="{D4692F53-D533-4A4A-9DEB-8A9A2D2D21AF}"/>
              </a:ext>
            </a:extLst>
          </p:cNvPr>
          <p:cNvSpPr>
            <a:spLocks noGrp="1"/>
          </p:cNvSpPr>
          <p:nvPr/>
        </p:nvSpPr>
        <p:spPr>
          <a:xfrm>
            <a:off x="7756078" y="6601608"/>
            <a:ext cx="404657" cy="76116"/>
          </a:xfrm>
          <a:custGeom>
            <a:avLst/>
            <a:gdLst/>
            <a:ahLst/>
            <a:cxnLst/>
            <a:rect l="0" t="0" r="0" b="0"/>
            <a:pathLst>
              <a:path w="404657" h="76116">
                <a:moveTo>
                  <a:pt x="0" y="26400"/>
                </a:moveTo>
                <a:lnTo>
                  <a:pt x="28904" y="41044"/>
                </a:lnTo>
                <a:lnTo>
                  <a:pt x="57808" y="53144"/>
                </a:lnTo>
                <a:lnTo>
                  <a:pt x="86712" y="62701"/>
                </a:lnTo>
                <a:lnTo>
                  <a:pt x="115616" y="69716"/>
                </a:lnTo>
                <a:lnTo>
                  <a:pt x="144520" y="74188"/>
                </a:lnTo>
                <a:lnTo>
                  <a:pt x="173424" y="76116"/>
                </a:lnTo>
                <a:lnTo>
                  <a:pt x="202328" y="75502"/>
                </a:lnTo>
                <a:lnTo>
                  <a:pt x="231232" y="72345"/>
                </a:lnTo>
                <a:lnTo>
                  <a:pt x="260137" y="66645"/>
                </a:lnTo>
                <a:lnTo>
                  <a:pt x="289041" y="58401"/>
                </a:lnTo>
                <a:lnTo>
                  <a:pt x="317945" y="47615"/>
                </a:lnTo>
                <a:lnTo>
                  <a:pt x="346849" y="34287"/>
                </a:lnTo>
                <a:lnTo>
                  <a:pt x="375753" y="18415"/>
                </a:lnTo>
                <a:lnTo>
                  <a:pt x="404657" y="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291" name="knowledge-cross-edge">
            <a:extLst>
              <a:ext uri="{FF2B5EF4-FFF2-40B4-BE49-F238E27FC236}">
                <a16:creationId xmlns:a16="http://schemas.microsoft.com/office/drawing/2014/main" id="{EF5D0B93-ABC7-4B7A-9491-787FED28D445}"/>
              </a:ext>
            </a:extLst>
          </p:cNvPr>
          <p:cNvSpPr>
            <a:spLocks noGrp="1"/>
          </p:cNvSpPr>
          <p:nvPr/>
        </p:nvSpPr>
        <p:spPr>
          <a:xfrm>
            <a:off x="7756078" y="6612149"/>
            <a:ext cx="534696" cy="446975"/>
          </a:xfrm>
          <a:custGeom>
            <a:avLst/>
            <a:gdLst/>
            <a:ahLst/>
            <a:cxnLst/>
            <a:rect l="0" t="0" r="0" b="0"/>
            <a:pathLst>
              <a:path w="534696" h="446975">
                <a:moveTo>
                  <a:pt x="0" y="15859"/>
                </a:moveTo>
                <a:lnTo>
                  <a:pt x="59110" y="3544"/>
                </a:lnTo>
                <a:lnTo>
                  <a:pt x="115574" y="0"/>
                </a:lnTo>
                <a:lnTo>
                  <a:pt x="169393" y="5227"/>
                </a:lnTo>
                <a:lnTo>
                  <a:pt x="220565" y="19226"/>
                </a:lnTo>
                <a:lnTo>
                  <a:pt x="269092" y="41995"/>
                </a:lnTo>
                <a:lnTo>
                  <a:pt x="314973" y="73536"/>
                </a:lnTo>
                <a:lnTo>
                  <a:pt x="358208" y="113848"/>
                </a:lnTo>
                <a:lnTo>
                  <a:pt x="398798" y="162931"/>
                </a:lnTo>
                <a:lnTo>
                  <a:pt x="436741" y="220785"/>
                </a:lnTo>
                <a:lnTo>
                  <a:pt x="472039" y="287411"/>
                </a:lnTo>
                <a:lnTo>
                  <a:pt x="504690" y="362807"/>
                </a:lnTo>
                <a:lnTo>
                  <a:pt x="534696" y="446975"/>
                </a:lnTo>
              </a:path>
            </a:pathLst>
          </a:custGeom>
          <a:noFill/>
          <a:ln w="5334">
            <a:solidFill>
              <a:srgbClr val="F3801D">
                <a:alpha val="13000"/>
              </a:srgbClr>
            </a:solidFill>
            <a:prstDash val="solid"/>
          </a:ln>
        </p:spPr>
      </p:sp>
      <p:sp>
        <p:nvSpPr>
          <p:cNvPr id="292" name="knowledge-edge">
            <a:extLst>
              <a:ext uri="{FF2B5EF4-FFF2-40B4-BE49-F238E27FC236}">
                <a16:creationId xmlns:a16="http://schemas.microsoft.com/office/drawing/2014/main" id="{7C2F3F8B-DC69-4042-80CA-54244873A8C5}"/>
              </a:ext>
            </a:extLst>
          </p:cNvPr>
          <p:cNvSpPr>
            <a:spLocks noGrp="1"/>
          </p:cNvSpPr>
          <p:nvPr/>
        </p:nvSpPr>
        <p:spPr>
          <a:xfrm>
            <a:off x="7817735" y="7059124"/>
            <a:ext cx="473040" cy="57396"/>
          </a:xfrm>
          <a:custGeom>
            <a:avLst/>
            <a:gdLst/>
            <a:ahLst/>
            <a:cxnLst/>
            <a:rect l="0" t="0" r="0" b="0"/>
            <a:pathLst>
              <a:path w="473040" h="57396">
                <a:moveTo>
                  <a:pt x="0" y="12202"/>
                </a:moveTo>
                <a:lnTo>
                  <a:pt x="33789" y="24940"/>
                </a:lnTo>
                <a:lnTo>
                  <a:pt x="67577" y="35583"/>
                </a:lnTo>
                <a:lnTo>
                  <a:pt x="101366" y="44133"/>
                </a:lnTo>
                <a:lnTo>
                  <a:pt x="135154" y="50589"/>
                </a:lnTo>
                <a:lnTo>
                  <a:pt x="168943" y="54951"/>
                </a:lnTo>
                <a:lnTo>
                  <a:pt x="202731" y="57220"/>
                </a:lnTo>
                <a:lnTo>
                  <a:pt x="236520" y="57396"/>
                </a:lnTo>
                <a:lnTo>
                  <a:pt x="270309" y="55477"/>
                </a:lnTo>
                <a:lnTo>
                  <a:pt x="304097" y="51465"/>
                </a:lnTo>
                <a:lnTo>
                  <a:pt x="337886" y="45359"/>
                </a:lnTo>
                <a:lnTo>
                  <a:pt x="371674" y="37160"/>
                </a:lnTo>
                <a:lnTo>
                  <a:pt x="405463" y="26867"/>
                </a:lnTo>
                <a:lnTo>
                  <a:pt x="439251" y="14480"/>
                </a:lnTo>
                <a:lnTo>
                  <a:pt x="473040" y="0"/>
                </a:lnTo>
              </a:path>
            </a:pathLst>
          </a:custGeom>
          <a:noFill/>
          <a:ln w="6477">
            <a:solidFill>
              <a:srgbClr val="F3801D">
                <a:alpha val="17000"/>
              </a:srgbClr>
            </a:solidFill>
            <a:prstDash val="solid"/>
          </a:ln>
        </p:spPr>
      </p:sp>
      <p:sp>
        <p:nvSpPr>
          <p:cNvPr id="293" name="knowledge-cross-edge">
            <a:extLst>
              <a:ext uri="{FF2B5EF4-FFF2-40B4-BE49-F238E27FC236}">
                <a16:creationId xmlns:a16="http://schemas.microsoft.com/office/drawing/2014/main" id="{05346617-A42B-4DD6-85AF-B2D47128CC2C}"/>
              </a:ext>
            </a:extLst>
          </p:cNvPr>
          <p:cNvSpPr>
            <a:spLocks noGrp="1"/>
          </p:cNvSpPr>
          <p:nvPr/>
        </p:nvSpPr>
        <p:spPr>
          <a:xfrm>
            <a:off x="7817735" y="6601608"/>
            <a:ext cx="343000" cy="469719"/>
          </a:xfrm>
          <a:custGeom>
            <a:avLst/>
            <a:gdLst/>
            <a:ahLst/>
            <a:cxnLst/>
            <a:rect l="0" t="0" r="0" b="0"/>
            <a:pathLst>
              <a:path w="343000" h="469719">
                <a:moveTo>
                  <a:pt x="0" y="469719"/>
                </a:moveTo>
                <a:lnTo>
                  <a:pt x="14031" y="393345"/>
                </a:lnTo>
                <a:lnTo>
                  <a:pt x="30708" y="323740"/>
                </a:lnTo>
                <a:lnTo>
                  <a:pt x="50031" y="260905"/>
                </a:lnTo>
                <a:lnTo>
                  <a:pt x="72000" y="204838"/>
                </a:lnTo>
                <a:lnTo>
                  <a:pt x="96615" y="155541"/>
                </a:lnTo>
                <a:lnTo>
                  <a:pt x="123875" y="113013"/>
                </a:lnTo>
                <a:lnTo>
                  <a:pt x="153781" y="77255"/>
                </a:lnTo>
                <a:lnTo>
                  <a:pt x="186334" y="48265"/>
                </a:lnTo>
                <a:lnTo>
                  <a:pt x="221531" y="26045"/>
                </a:lnTo>
                <a:lnTo>
                  <a:pt x="259375" y="10594"/>
                </a:lnTo>
                <a:lnTo>
                  <a:pt x="299865" y="1912"/>
                </a:lnTo>
                <a:lnTo>
                  <a:pt x="343000" y="0"/>
                </a:lnTo>
              </a:path>
            </a:pathLst>
          </a:custGeom>
          <a:noFill/>
          <a:ln w="4953">
            <a:solidFill>
              <a:srgbClr val="F3801D">
                <a:alpha val="12000"/>
              </a:srgbClr>
            </a:solidFill>
            <a:prstDash val="solid"/>
          </a:ln>
        </p:spPr>
      </p:sp>
      <p:sp>
        <p:nvSpPr>
          <p:cNvPr id="294" name="knowledge-edge">
            <a:extLst>
              <a:ext uri="{FF2B5EF4-FFF2-40B4-BE49-F238E27FC236}">
                <a16:creationId xmlns:a16="http://schemas.microsoft.com/office/drawing/2014/main" id="{F73D379A-1C0E-4DED-8E3A-B43D38E901ED}"/>
              </a:ext>
            </a:extLst>
          </p:cNvPr>
          <p:cNvSpPr>
            <a:spLocks noGrp="1"/>
          </p:cNvSpPr>
          <p:nvPr/>
        </p:nvSpPr>
        <p:spPr>
          <a:xfrm>
            <a:off x="8223897" y="5845230"/>
            <a:ext cx="402995" cy="99722"/>
          </a:xfrm>
          <a:custGeom>
            <a:avLst/>
            <a:gdLst/>
            <a:ahLst/>
            <a:cxnLst/>
            <a:rect l="0" t="0" r="0" b="0"/>
            <a:pathLst>
              <a:path w="402995" h="99722">
                <a:moveTo>
                  <a:pt x="0" y="99722"/>
                </a:moveTo>
                <a:lnTo>
                  <a:pt x="28785" y="89892"/>
                </a:lnTo>
                <a:lnTo>
                  <a:pt x="57571" y="80479"/>
                </a:lnTo>
                <a:lnTo>
                  <a:pt x="86356" y="71482"/>
                </a:lnTo>
                <a:lnTo>
                  <a:pt x="115141" y="62901"/>
                </a:lnTo>
                <a:lnTo>
                  <a:pt x="143927" y="54737"/>
                </a:lnTo>
                <a:lnTo>
                  <a:pt x="172712" y="46990"/>
                </a:lnTo>
                <a:lnTo>
                  <a:pt x="201498" y="39658"/>
                </a:lnTo>
                <a:lnTo>
                  <a:pt x="230283" y="32744"/>
                </a:lnTo>
                <a:lnTo>
                  <a:pt x="259068" y="26245"/>
                </a:lnTo>
                <a:lnTo>
                  <a:pt x="287854" y="20163"/>
                </a:lnTo>
                <a:lnTo>
                  <a:pt x="316639" y="14498"/>
                </a:lnTo>
                <a:lnTo>
                  <a:pt x="345424" y="9249"/>
                </a:lnTo>
                <a:lnTo>
                  <a:pt x="374210" y="4416"/>
                </a:lnTo>
                <a:lnTo>
                  <a:pt x="402995" y="0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295" name="knowledge-cross-edge">
            <a:extLst>
              <a:ext uri="{FF2B5EF4-FFF2-40B4-BE49-F238E27FC236}">
                <a16:creationId xmlns:a16="http://schemas.microsoft.com/office/drawing/2014/main" id="{02E5DB2B-42AF-4359-98BF-67EF29F9B852}"/>
              </a:ext>
            </a:extLst>
          </p:cNvPr>
          <p:cNvSpPr>
            <a:spLocks noGrp="1"/>
          </p:cNvSpPr>
          <p:nvPr/>
        </p:nvSpPr>
        <p:spPr>
          <a:xfrm>
            <a:off x="8223897" y="5938247"/>
            <a:ext cx="237277" cy="170804"/>
          </a:xfrm>
          <a:custGeom>
            <a:avLst/>
            <a:gdLst/>
            <a:ahLst/>
            <a:cxnLst/>
            <a:rect l="0" t="0" r="0" b="0"/>
            <a:pathLst>
              <a:path w="237277" h="170804">
                <a:moveTo>
                  <a:pt x="0" y="6704"/>
                </a:moveTo>
                <a:lnTo>
                  <a:pt x="34325" y="1650"/>
                </a:lnTo>
                <a:lnTo>
                  <a:pt x="66005" y="0"/>
                </a:lnTo>
                <a:lnTo>
                  <a:pt x="95038" y="1756"/>
                </a:lnTo>
                <a:lnTo>
                  <a:pt x="121426" y="6917"/>
                </a:lnTo>
                <a:lnTo>
                  <a:pt x="145168" y="15484"/>
                </a:lnTo>
                <a:lnTo>
                  <a:pt x="166264" y="27456"/>
                </a:lnTo>
                <a:lnTo>
                  <a:pt x="184714" y="42834"/>
                </a:lnTo>
                <a:lnTo>
                  <a:pt x="200518" y="61617"/>
                </a:lnTo>
                <a:lnTo>
                  <a:pt x="213677" y="83805"/>
                </a:lnTo>
                <a:lnTo>
                  <a:pt x="224189" y="109399"/>
                </a:lnTo>
                <a:lnTo>
                  <a:pt x="232056" y="138399"/>
                </a:lnTo>
                <a:lnTo>
                  <a:pt x="237277" y="170804"/>
                </a:lnTo>
              </a:path>
            </a:pathLst>
          </a:custGeom>
          <a:noFill/>
          <a:ln w="5334">
            <a:solidFill>
              <a:srgbClr val="F58F17">
                <a:alpha val="13000"/>
              </a:srgbClr>
            </a:solidFill>
            <a:prstDash val="solid"/>
          </a:ln>
        </p:spPr>
      </p:sp>
      <p:sp>
        <p:nvSpPr>
          <p:cNvPr id="296" name="knowledge-long-edge">
            <a:extLst>
              <a:ext uri="{FF2B5EF4-FFF2-40B4-BE49-F238E27FC236}">
                <a16:creationId xmlns:a16="http://schemas.microsoft.com/office/drawing/2014/main" id="{13E2BAFB-A38F-4FCF-959A-1CE94F17D10C}"/>
              </a:ext>
            </a:extLst>
          </p:cNvPr>
          <p:cNvSpPr>
            <a:spLocks noGrp="1"/>
          </p:cNvSpPr>
          <p:nvPr/>
        </p:nvSpPr>
        <p:spPr>
          <a:xfrm>
            <a:off x="8223897" y="5485153"/>
            <a:ext cx="903549" cy="459799"/>
          </a:xfrm>
          <a:custGeom>
            <a:avLst/>
            <a:gdLst/>
            <a:ahLst/>
            <a:cxnLst/>
            <a:rect l="0" t="0" r="0" b="0"/>
            <a:pathLst>
              <a:path w="903549" h="459799">
                <a:moveTo>
                  <a:pt x="0" y="459799"/>
                </a:moveTo>
                <a:lnTo>
                  <a:pt x="56472" y="364036"/>
                </a:lnTo>
                <a:lnTo>
                  <a:pt x="112944" y="279442"/>
                </a:lnTo>
                <a:lnTo>
                  <a:pt x="169415" y="206016"/>
                </a:lnTo>
                <a:lnTo>
                  <a:pt x="225887" y="143759"/>
                </a:lnTo>
                <a:lnTo>
                  <a:pt x="282359" y="92670"/>
                </a:lnTo>
                <a:lnTo>
                  <a:pt x="338831" y="52750"/>
                </a:lnTo>
                <a:lnTo>
                  <a:pt x="395303" y="23998"/>
                </a:lnTo>
                <a:lnTo>
                  <a:pt x="451774" y="6415"/>
                </a:lnTo>
                <a:lnTo>
                  <a:pt x="508246" y="0"/>
                </a:lnTo>
                <a:lnTo>
                  <a:pt x="564718" y="4754"/>
                </a:lnTo>
                <a:lnTo>
                  <a:pt x="621190" y="20676"/>
                </a:lnTo>
                <a:lnTo>
                  <a:pt x="677662" y="47766"/>
                </a:lnTo>
                <a:lnTo>
                  <a:pt x="734134" y="86025"/>
                </a:lnTo>
                <a:lnTo>
                  <a:pt x="790605" y="135452"/>
                </a:lnTo>
                <a:lnTo>
                  <a:pt x="847077" y="196048"/>
                </a:lnTo>
                <a:lnTo>
                  <a:pt x="903549" y="267813"/>
                </a:lnTo>
              </a:path>
            </a:pathLst>
          </a:custGeom>
          <a:noFill/>
          <a:ln w="4286">
            <a:solidFill>
              <a:srgbClr val="F58F17">
                <a:alpha val="9000"/>
              </a:srgbClr>
            </a:solidFill>
            <a:prstDash val="solid"/>
          </a:ln>
        </p:spPr>
      </p:sp>
      <p:sp>
        <p:nvSpPr>
          <p:cNvPr id="297" name="knowledge-edge">
            <a:extLst>
              <a:ext uri="{FF2B5EF4-FFF2-40B4-BE49-F238E27FC236}">
                <a16:creationId xmlns:a16="http://schemas.microsoft.com/office/drawing/2014/main" id="{A01B08E2-700D-4AA6-911F-EAFA8F588C46}"/>
              </a:ext>
            </a:extLst>
          </p:cNvPr>
          <p:cNvSpPr>
            <a:spLocks noGrp="1"/>
          </p:cNvSpPr>
          <p:nvPr/>
        </p:nvSpPr>
        <p:spPr>
          <a:xfrm>
            <a:off x="8315527" y="6049091"/>
            <a:ext cx="145647" cy="59959"/>
          </a:xfrm>
          <a:custGeom>
            <a:avLst/>
            <a:gdLst/>
            <a:ahLst/>
            <a:cxnLst/>
            <a:rect l="0" t="0" r="0" b="0"/>
            <a:pathLst>
              <a:path w="145647" h="59959">
                <a:moveTo>
                  <a:pt x="0" y="54385"/>
                </a:moveTo>
                <a:lnTo>
                  <a:pt x="10403" y="39615"/>
                </a:lnTo>
                <a:lnTo>
                  <a:pt x="20807" y="27179"/>
                </a:lnTo>
                <a:lnTo>
                  <a:pt x="31210" y="17076"/>
                </a:lnTo>
                <a:lnTo>
                  <a:pt x="41613" y="9307"/>
                </a:lnTo>
                <a:lnTo>
                  <a:pt x="52017" y="3871"/>
                </a:lnTo>
                <a:lnTo>
                  <a:pt x="62420" y="769"/>
                </a:lnTo>
                <a:lnTo>
                  <a:pt x="72823" y="0"/>
                </a:lnTo>
                <a:lnTo>
                  <a:pt x="83227" y="1565"/>
                </a:lnTo>
                <a:lnTo>
                  <a:pt x="93630" y="5463"/>
                </a:lnTo>
                <a:lnTo>
                  <a:pt x="104033" y="11696"/>
                </a:lnTo>
                <a:lnTo>
                  <a:pt x="114437" y="20261"/>
                </a:lnTo>
                <a:lnTo>
                  <a:pt x="124840" y="31160"/>
                </a:lnTo>
                <a:lnTo>
                  <a:pt x="135243" y="44393"/>
                </a:lnTo>
                <a:lnTo>
                  <a:pt x="145647" y="59959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298" name="knowledge-cross-edge">
            <a:extLst>
              <a:ext uri="{FF2B5EF4-FFF2-40B4-BE49-F238E27FC236}">
                <a16:creationId xmlns:a16="http://schemas.microsoft.com/office/drawing/2014/main" id="{81655450-3128-4753-A8C1-ABB74F4E2CED}"/>
              </a:ext>
            </a:extLst>
          </p:cNvPr>
          <p:cNvSpPr>
            <a:spLocks noGrp="1"/>
          </p:cNvSpPr>
          <p:nvPr/>
        </p:nvSpPr>
        <p:spPr>
          <a:xfrm>
            <a:off x="8315527" y="5845230"/>
            <a:ext cx="311365" cy="258247"/>
          </a:xfrm>
          <a:custGeom>
            <a:avLst/>
            <a:gdLst/>
            <a:ahLst/>
            <a:cxnLst/>
            <a:rect l="0" t="0" r="0" b="0"/>
            <a:pathLst>
              <a:path w="311365" h="258247">
                <a:moveTo>
                  <a:pt x="0" y="258247"/>
                </a:moveTo>
                <a:lnTo>
                  <a:pt x="11395" y="217957"/>
                </a:lnTo>
                <a:lnTo>
                  <a:pt x="25436" y="181081"/>
                </a:lnTo>
                <a:lnTo>
                  <a:pt x="42122" y="147616"/>
                </a:lnTo>
                <a:lnTo>
                  <a:pt x="61455" y="117565"/>
                </a:lnTo>
                <a:lnTo>
                  <a:pt x="83433" y="90925"/>
                </a:lnTo>
                <a:lnTo>
                  <a:pt x="108057" y="67699"/>
                </a:lnTo>
                <a:lnTo>
                  <a:pt x="135327" y="47884"/>
                </a:lnTo>
                <a:lnTo>
                  <a:pt x="165243" y="31482"/>
                </a:lnTo>
                <a:lnTo>
                  <a:pt x="197805" y="18493"/>
                </a:lnTo>
                <a:lnTo>
                  <a:pt x="233012" y="8916"/>
                </a:lnTo>
                <a:lnTo>
                  <a:pt x="270866" y="2752"/>
                </a:lnTo>
                <a:lnTo>
                  <a:pt x="311365" y="0"/>
                </a:lnTo>
              </a:path>
            </a:pathLst>
          </a:custGeom>
          <a:noFill/>
          <a:ln w="4953">
            <a:solidFill>
              <a:srgbClr val="F58F17">
                <a:alpha val="12000"/>
              </a:srgbClr>
            </a:solidFill>
            <a:prstDash val="solid"/>
          </a:ln>
        </p:spPr>
      </p:sp>
      <p:sp>
        <p:nvSpPr>
          <p:cNvPr id="299" name="knowledge-long-edge">
            <a:extLst>
              <a:ext uri="{FF2B5EF4-FFF2-40B4-BE49-F238E27FC236}">
                <a16:creationId xmlns:a16="http://schemas.microsoft.com/office/drawing/2014/main" id="{40C7D0C1-8917-4336-B16A-FA6449FECBC0}"/>
              </a:ext>
            </a:extLst>
          </p:cNvPr>
          <p:cNvSpPr>
            <a:spLocks noGrp="1"/>
          </p:cNvSpPr>
          <p:nvPr/>
        </p:nvSpPr>
        <p:spPr>
          <a:xfrm>
            <a:off x="8315527" y="5572354"/>
            <a:ext cx="811919" cy="531122"/>
          </a:xfrm>
          <a:custGeom>
            <a:avLst/>
            <a:gdLst/>
            <a:ahLst/>
            <a:cxnLst/>
            <a:rect l="0" t="0" r="0" b="0"/>
            <a:pathLst>
              <a:path w="811919" h="531122">
                <a:moveTo>
                  <a:pt x="0" y="531122"/>
                </a:moveTo>
                <a:lnTo>
                  <a:pt x="50745" y="431202"/>
                </a:lnTo>
                <a:lnTo>
                  <a:pt x="101490" y="341684"/>
                </a:lnTo>
                <a:lnTo>
                  <a:pt x="152235" y="262567"/>
                </a:lnTo>
                <a:lnTo>
                  <a:pt x="202980" y="193852"/>
                </a:lnTo>
                <a:lnTo>
                  <a:pt x="253725" y="135539"/>
                </a:lnTo>
                <a:lnTo>
                  <a:pt x="304469" y="87628"/>
                </a:lnTo>
                <a:lnTo>
                  <a:pt x="355214" y="50118"/>
                </a:lnTo>
                <a:lnTo>
                  <a:pt x="405959" y="23010"/>
                </a:lnTo>
                <a:lnTo>
                  <a:pt x="456704" y="6304"/>
                </a:lnTo>
                <a:lnTo>
                  <a:pt x="507449" y="0"/>
                </a:lnTo>
                <a:lnTo>
                  <a:pt x="558194" y="4097"/>
                </a:lnTo>
                <a:lnTo>
                  <a:pt x="608939" y="18597"/>
                </a:lnTo>
                <a:lnTo>
                  <a:pt x="659684" y="43498"/>
                </a:lnTo>
                <a:lnTo>
                  <a:pt x="710429" y="78800"/>
                </a:lnTo>
                <a:lnTo>
                  <a:pt x="761174" y="124505"/>
                </a:lnTo>
                <a:lnTo>
                  <a:pt x="811919" y="180611"/>
                </a:lnTo>
              </a:path>
            </a:pathLst>
          </a:custGeom>
          <a:noFill/>
          <a:ln w="4286">
            <a:solidFill>
              <a:srgbClr val="F58F17">
                <a:alpha val="9000"/>
              </a:srgbClr>
            </a:solidFill>
            <a:prstDash val="solid"/>
          </a:ln>
        </p:spPr>
      </p:sp>
      <p:sp>
        <p:nvSpPr>
          <p:cNvPr id="300" name="knowledge-edge">
            <a:extLst>
              <a:ext uri="{FF2B5EF4-FFF2-40B4-BE49-F238E27FC236}">
                <a16:creationId xmlns:a16="http://schemas.microsoft.com/office/drawing/2014/main" id="{268BFA73-5F6F-4DF8-B0FA-8C27F81ED1F5}"/>
              </a:ext>
            </a:extLst>
          </p:cNvPr>
          <p:cNvSpPr>
            <a:spLocks noGrp="1"/>
          </p:cNvSpPr>
          <p:nvPr/>
        </p:nvSpPr>
        <p:spPr>
          <a:xfrm>
            <a:off x="8258120" y="6109057"/>
            <a:ext cx="176127" cy="223647"/>
          </a:xfrm>
          <a:custGeom>
            <a:avLst/>
            <a:gdLst/>
            <a:ahLst/>
            <a:cxnLst/>
            <a:rect l="0" t="0" r="0" b="0"/>
            <a:pathLst>
              <a:path w="176127" h="223647">
                <a:moveTo>
                  <a:pt x="0" y="223647"/>
                </a:moveTo>
                <a:lnTo>
                  <a:pt x="12580" y="191265"/>
                </a:lnTo>
                <a:lnTo>
                  <a:pt x="25161" y="161412"/>
                </a:lnTo>
                <a:lnTo>
                  <a:pt x="37741" y="134089"/>
                </a:lnTo>
                <a:lnTo>
                  <a:pt x="50322" y="109296"/>
                </a:lnTo>
                <a:lnTo>
                  <a:pt x="62902" y="87033"/>
                </a:lnTo>
                <a:lnTo>
                  <a:pt x="75483" y="67300"/>
                </a:lnTo>
                <a:lnTo>
                  <a:pt x="88063" y="50096"/>
                </a:lnTo>
                <a:lnTo>
                  <a:pt x="100644" y="35422"/>
                </a:lnTo>
                <a:lnTo>
                  <a:pt x="113224" y="23278"/>
                </a:lnTo>
                <a:lnTo>
                  <a:pt x="125805" y="13664"/>
                </a:lnTo>
                <a:lnTo>
                  <a:pt x="138385" y="6579"/>
                </a:lnTo>
                <a:lnTo>
                  <a:pt x="150966" y="2025"/>
                </a:lnTo>
                <a:lnTo>
                  <a:pt x="163546" y="0"/>
                </a:lnTo>
                <a:lnTo>
                  <a:pt x="176127" y="505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01" name="knowledge-edge">
            <a:extLst>
              <a:ext uri="{FF2B5EF4-FFF2-40B4-BE49-F238E27FC236}">
                <a16:creationId xmlns:a16="http://schemas.microsoft.com/office/drawing/2014/main" id="{99D2770A-3E0C-40A1-ACD6-4DBD6B6F60FB}"/>
              </a:ext>
            </a:extLst>
          </p:cNvPr>
          <p:cNvSpPr>
            <a:spLocks noGrp="1"/>
          </p:cNvSpPr>
          <p:nvPr/>
        </p:nvSpPr>
        <p:spPr>
          <a:xfrm>
            <a:off x="8157220" y="6079635"/>
            <a:ext cx="270901" cy="254642"/>
          </a:xfrm>
          <a:custGeom>
            <a:avLst/>
            <a:gdLst/>
            <a:ahLst/>
            <a:cxnLst/>
            <a:rect l="0" t="0" r="0" b="0"/>
            <a:pathLst>
              <a:path w="270901" h="254642">
                <a:moveTo>
                  <a:pt x="0" y="254642"/>
                </a:moveTo>
                <a:lnTo>
                  <a:pt x="19350" y="218084"/>
                </a:lnTo>
                <a:lnTo>
                  <a:pt x="38700" y="184355"/>
                </a:lnTo>
                <a:lnTo>
                  <a:pt x="58050" y="153454"/>
                </a:lnTo>
                <a:lnTo>
                  <a:pt x="77400" y="125382"/>
                </a:lnTo>
                <a:lnTo>
                  <a:pt x="96750" y="100137"/>
                </a:lnTo>
                <a:lnTo>
                  <a:pt x="116101" y="77721"/>
                </a:lnTo>
                <a:lnTo>
                  <a:pt x="135451" y="58133"/>
                </a:lnTo>
                <a:lnTo>
                  <a:pt x="154801" y="41374"/>
                </a:lnTo>
                <a:lnTo>
                  <a:pt x="174151" y="27442"/>
                </a:lnTo>
                <a:lnTo>
                  <a:pt x="193501" y="16339"/>
                </a:lnTo>
                <a:lnTo>
                  <a:pt x="212851" y="8065"/>
                </a:lnTo>
                <a:lnTo>
                  <a:pt x="232201" y="2618"/>
                </a:lnTo>
                <a:lnTo>
                  <a:pt x="251551" y="0"/>
                </a:lnTo>
                <a:lnTo>
                  <a:pt x="270901" y="210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02" name="knowledge-edge">
            <a:extLst>
              <a:ext uri="{FF2B5EF4-FFF2-40B4-BE49-F238E27FC236}">
                <a16:creationId xmlns:a16="http://schemas.microsoft.com/office/drawing/2014/main" id="{2F82DA55-D567-4AAD-B8C3-C6A4E8752FA8}"/>
              </a:ext>
            </a:extLst>
          </p:cNvPr>
          <p:cNvSpPr>
            <a:spLocks noGrp="1"/>
          </p:cNvSpPr>
          <p:nvPr/>
        </p:nvSpPr>
        <p:spPr>
          <a:xfrm>
            <a:off x="8137482" y="6290428"/>
            <a:ext cx="297205" cy="91541"/>
          </a:xfrm>
          <a:custGeom>
            <a:avLst/>
            <a:gdLst/>
            <a:ahLst/>
            <a:cxnLst/>
            <a:rect l="0" t="0" r="0" b="0"/>
            <a:pathLst>
              <a:path w="297205" h="91541">
                <a:moveTo>
                  <a:pt x="0" y="75271"/>
                </a:moveTo>
                <a:lnTo>
                  <a:pt x="21229" y="82172"/>
                </a:lnTo>
                <a:lnTo>
                  <a:pt x="42458" y="87184"/>
                </a:lnTo>
                <a:lnTo>
                  <a:pt x="63687" y="90307"/>
                </a:lnTo>
                <a:lnTo>
                  <a:pt x="84916" y="91541"/>
                </a:lnTo>
                <a:lnTo>
                  <a:pt x="106145" y="90887"/>
                </a:lnTo>
                <a:lnTo>
                  <a:pt x="127374" y="88344"/>
                </a:lnTo>
                <a:lnTo>
                  <a:pt x="148603" y="83912"/>
                </a:lnTo>
                <a:lnTo>
                  <a:pt x="169832" y="77591"/>
                </a:lnTo>
                <a:lnTo>
                  <a:pt x="191061" y="69381"/>
                </a:lnTo>
                <a:lnTo>
                  <a:pt x="212289" y="59283"/>
                </a:lnTo>
                <a:lnTo>
                  <a:pt x="233518" y="47295"/>
                </a:lnTo>
                <a:lnTo>
                  <a:pt x="254747" y="33419"/>
                </a:lnTo>
                <a:lnTo>
                  <a:pt x="275976" y="17654"/>
                </a:lnTo>
                <a:lnTo>
                  <a:pt x="297205" y="0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03" name="knowledge-edge">
            <a:extLst>
              <a:ext uri="{FF2B5EF4-FFF2-40B4-BE49-F238E27FC236}">
                <a16:creationId xmlns:a16="http://schemas.microsoft.com/office/drawing/2014/main" id="{6E654A7E-EAEB-4B82-93B3-DFBFB086688B}"/>
              </a:ext>
            </a:extLst>
          </p:cNvPr>
          <p:cNvSpPr>
            <a:spLocks noGrp="1"/>
          </p:cNvSpPr>
          <p:nvPr/>
        </p:nvSpPr>
        <p:spPr>
          <a:xfrm>
            <a:off x="8160735" y="6573576"/>
            <a:ext cx="327130" cy="28031"/>
          </a:xfrm>
          <a:custGeom>
            <a:avLst/>
            <a:gdLst/>
            <a:ahLst/>
            <a:cxnLst/>
            <a:rect l="0" t="0" r="0" b="0"/>
            <a:pathLst>
              <a:path w="327130" h="28031">
                <a:moveTo>
                  <a:pt x="0" y="28031"/>
                </a:moveTo>
                <a:lnTo>
                  <a:pt x="23366" y="20936"/>
                </a:lnTo>
                <a:lnTo>
                  <a:pt x="46733" y="14871"/>
                </a:lnTo>
                <a:lnTo>
                  <a:pt x="70099" y="9836"/>
                </a:lnTo>
                <a:lnTo>
                  <a:pt x="93466" y="5832"/>
                </a:lnTo>
                <a:lnTo>
                  <a:pt x="116832" y="2857"/>
                </a:lnTo>
                <a:lnTo>
                  <a:pt x="140198" y="914"/>
                </a:lnTo>
                <a:lnTo>
                  <a:pt x="163565" y="0"/>
                </a:lnTo>
                <a:lnTo>
                  <a:pt x="186931" y="117"/>
                </a:lnTo>
                <a:lnTo>
                  <a:pt x="210298" y="1264"/>
                </a:lnTo>
                <a:lnTo>
                  <a:pt x="233664" y="3441"/>
                </a:lnTo>
                <a:lnTo>
                  <a:pt x="257031" y="6649"/>
                </a:lnTo>
                <a:lnTo>
                  <a:pt x="280397" y="10886"/>
                </a:lnTo>
                <a:lnTo>
                  <a:pt x="303763" y="16155"/>
                </a:lnTo>
                <a:lnTo>
                  <a:pt x="327130" y="22453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04" name="knowledge-cross-edge">
            <a:extLst>
              <a:ext uri="{FF2B5EF4-FFF2-40B4-BE49-F238E27FC236}">
                <a16:creationId xmlns:a16="http://schemas.microsoft.com/office/drawing/2014/main" id="{12F1B920-414C-4889-A76E-BBB9A0DED473}"/>
              </a:ext>
            </a:extLst>
          </p:cNvPr>
          <p:cNvSpPr>
            <a:spLocks noGrp="1"/>
          </p:cNvSpPr>
          <p:nvPr/>
        </p:nvSpPr>
        <p:spPr>
          <a:xfrm>
            <a:off x="8160735" y="6290428"/>
            <a:ext cx="273952" cy="311179"/>
          </a:xfrm>
          <a:custGeom>
            <a:avLst/>
            <a:gdLst/>
            <a:ahLst/>
            <a:cxnLst/>
            <a:rect l="0" t="0" r="0" b="0"/>
            <a:pathLst>
              <a:path w="273952" h="311179">
                <a:moveTo>
                  <a:pt x="0" y="311179"/>
                </a:moveTo>
                <a:lnTo>
                  <a:pt x="8277" y="260496"/>
                </a:lnTo>
                <a:lnTo>
                  <a:pt x="19200" y="214313"/>
                </a:lnTo>
                <a:lnTo>
                  <a:pt x="32769" y="172631"/>
                </a:lnTo>
                <a:lnTo>
                  <a:pt x="48984" y="135449"/>
                </a:lnTo>
                <a:lnTo>
                  <a:pt x="67845" y="102767"/>
                </a:lnTo>
                <a:lnTo>
                  <a:pt x="89351" y="74585"/>
                </a:lnTo>
                <a:lnTo>
                  <a:pt x="113503" y="50904"/>
                </a:lnTo>
                <a:lnTo>
                  <a:pt x="140301" y="31722"/>
                </a:lnTo>
                <a:lnTo>
                  <a:pt x="169745" y="17041"/>
                </a:lnTo>
                <a:lnTo>
                  <a:pt x="201835" y="6861"/>
                </a:lnTo>
                <a:lnTo>
                  <a:pt x="236571" y="1180"/>
                </a:lnTo>
                <a:lnTo>
                  <a:pt x="273952" y="0"/>
                </a:lnTo>
              </a:path>
            </a:pathLst>
          </a:custGeom>
          <a:noFill/>
          <a:ln w="4953">
            <a:solidFill>
              <a:srgbClr val="F58F17">
                <a:alpha val="12000"/>
              </a:srgbClr>
            </a:solidFill>
            <a:prstDash val="solid"/>
          </a:ln>
        </p:spPr>
      </p:sp>
      <p:sp>
        <p:nvSpPr>
          <p:cNvPr id="305" name="knowledge-edge">
            <a:extLst>
              <a:ext uri="{FF2B5EF4-FFF2-40B4-BE49-F238E27FC236}">
                <a16:creationId xmlns:a16="http://schemas.microsoft.com/office/drawing/2014/main" id="{2B6A0EB8-FA8D-4E21-AC28-C9D7AFB66856}"/>
              </a:ext>
            </a:extLst>
          </p:cNvPr>
          <p:cNvSpPr>
            <a:spLocks noGrp="1"/>
          </p:cNvSpPr>
          <p:nvPr/>
        </p:nvSpPr>
        <p:spPr>
          <a:xfrm>
            <a:off x="8290775" y="6904276"/>
            <a:ext cx="350539" cy="163269"/>
          </a:xfrm>
          <a:custGeom>
            <a:avLst/>
            <a:gdLst/>
            <a:ahLst/>
            <a:cxnLst/>
            <a:rect l="0" t="0" r="0" b="0"/>
            <a:pathLst>
              <a:path w="350539" h="163269">
                <a:moveTo>
                  <a:pt x="0" y="154848"/>
                </a:moveTo>
                <a:lnTo>
                  <a:pt x="25038" y="160176"/>
                </a:lnTo>
                <a:lnTo>
                  <a:pt x="50077" y="162983"/>
                </a:lnTo>
                <a:lnTo>
                  <a:pt x="75115" y="163269"/>
                </a:lnTo>
                <a:lnTo>
                  <a:pt x="100154" y="161033"/>
                </a:lnTo>
                <a:lnTo>
                  <a:pt x="125192" y="156275"/>
                </a:lnTo>
                <a:lnTo>
                  <a:pt x="150231" y="148997"/>
                </a:lnTo>
                <a:lnTo>
                  <a:pt x="175269" y="139197"/>
                </a:lnTo>
                <a:lnTo>
                  <a:pt x="200308" y="126876"/>
                </a:lnTo>
                <a:lnTo>
                  <a:pt x="225346" y="112033"/>
                </a:lnTo>
                <a:lnTo>
                  <a:pt x="250385" y="94669"/>
                </a:lnTo>
                <a:lnTo>
                  <a:pt x="275423" y="74784"/>
                </a:lnTo>
                <a:lnTo>
                  <a:pt x="300462" y="52377"/>
                </a:lnTo>
                <a:lnTo>
                  <a:pt x="325500" y="27449"/>
                </a:lnTo>
                <a:lnTo>
                  <a:pt x="350539" y="0"/>
                </a:lnTo>
              </a:path>
            </a:pathLst>
          </a:custGeom>
          <a:noFill/>
          <a:ln w="6477">
            <a:solidFill>
              <a:srgbClr val="F58F17">
                <a:alpha val="17000"/>
              </a:srgbClr>
            </a:solidFill>
            <a:prstDash val="solid"/>
          </a:ln>
        </p:spPr>
      </p:sp>
      <p:sp>
        <p:nvSpPr>
          <p:cNvPr id="306" name="knowledge-cross-edge">
            <a:extLst>
              <a:ext uri="{FF2B5EF4-FFF2-40B4-BE49-F238E27FC236}">
                <a16:creationId xmlns:a16="http://schemas.microsoft.com/office/drawing/2014/main" id="{7682388D-358F-4E28-BFE6-C7BF95866AF2}"/>
              </a:ext>
            </a:extLst>
          </p:cNvPr>
          <p:cNvSpPr>
            <a:spLocks noGrp="1"/>
          </p:cNvSpPr>
          <p:nvPr/>
        </p:nvSpPr>
        <p:spPr>
          <a:xfrm>
            <a:off x="8290775" y="6575617"/>
            <a:ext cx="197090" cy="483507"/>
          </a:xfrm>
          <a:custGeom>
            <a:avLst/>
            <a:gdLst/>
            <a:ahLst/>
            <a:cxnLst/>
            <a:rect l="0" t="0" r="0" b="0"/>
            <a:pathLst>
              <a:path w="197090" h="483507">
                <a:moveTo>
                  <a:pt x="0" y="483507"/>
                </a:moveTo>
                <a:lnTo>
                  <a:pt x="1872" y="391239"/>
                </a:lnTo>
                <a:lnTo>
                  <a:pt x="6390" y="308730"/>
                </a:lnTo>
                <a:lnTo>
                  <a:pt x="13554" y="235981"/>
                </a:lnTo>
                <a:lnTo>
                  <a:pt x="23363" y="172991"/>
                </a:lnTo>
                <a:lnTo>
                  <a:pt x="35819" y="119760"/>
                </a:lnTo>
                <a:lnTo>
                  <a:pt x="50920" y="76289"/>
                </a:lnTo>
                <a:lnTo>
                  <a:pt x="68667" y="42578"/>
                </a:lnTo>
                <a:lnTo>
                  <a:pt x="89060" y="18626"/>
                </a:lnTo>
                <a:lnTo>
                  <a:pt x="112099" y="4433"/>
                </a:lnTo>
                <a:lnTo>
                  <a:pt x="137783" y="0"/>
                </a:lnTo>
                <a:lnTo>
                  <a:pt x="166114" y="5326"/>
                </a:lnTo>
                <a:lnTo>
                  <a:pt x="197090" y="20412"/>
                </a:lnTo>
              </a:path>
            </a:pathLst>
          </a:custGeom>
          <a:noFill/>
          <a:ln w="4953">
            <a:solidFill>
              <a:srgbClr val="F58F17">
                <a:alpha val="12000"/>
              </a:srgbClr>
            </a:solidFill>
            <a:prstDash val="solid"/>
          </a:ln>
        </p:spPr>
      </p:sp>
      <p:sp>
        <p:nvSpPr>
          <p:cNvPr id="307" name="knowledge-edge">
            <a:extLst>
              <a:ext uri="{FF2B5EF4-FFF2-40B4-BE49-F238E27FC236}">
                <a16:creationId xmlns:a16="http://schemas.microsoft.com/office/drawing/2014/main" id="{F8C4BEE3-ADD0-45F3-A381-2E8419AD8C7F}"/>
              </a:ext>
            </a:extLst>
          </p:cNvPr>
          <p:cNvSpPr>
            <a:spLocks noGrp="1"/>
          </p:cNvSpPr>
          <p:nvPr/>
        </p:nvSpPr>
        <p:spPr>
          <a:xfrm>
            <a:off x="8626892" y="5752965"/>
            <a:ext cx="500554" cy="92888"/>
          </a:xfrm>
          <a:custGeom>
            <a:avLst/>
            <a:gdLst/>
            <a:ahLst/>
            <a:cxnLst/>
            <a:rect l="0" t="0" r="0" b="0"/>
            <a:pathLst>
              <a:path w="500554" h="92888">
                <a:moveTo>
                  <a:pt x="0" y="92264"/>
                </a:moveTo>
                <a:lnTo>
                  <a:pt x="35754" y="92888"/>
                </a:lnTo>
                <a:lnTo>
                  <a:pt x="71508" y="92401"/>
                </a:lnTo>
                <a:lnTo>
                  <a:pt x="107262" y="90805"/>
                </a:lnTo>
                <a:lnTo>
                  <a:pt x="143015" y="88099"/>
                </a:lnTo>
                <a:lnTo>
                  <a:pt x="178769" y="84283"/>
                </a:lnTo>
                <a:lnTo>
                  <a:pt x="214523" y="79357"/>
                </a:lnTo>
                <a:lnTo>
                  <a:pt x="250277" y="73322"/>
                </a:lnTo>
                <a:lnTo>
                  <a:pt x="286031" y="66176"/>
                </a:lnTo>
                <a:lnTo>
                  <a:pt x="321785" y="57921"/>
                </a:lnTo>
                <a:lnTo>
                  <a:pt x="357538" y="48557"/>
                </a:lnTo>
                <a:lnTo>
                  <a:pt x="393292" y="38082"/>
                </a:lnTo>
                <a:lnTo>
                  <a:pt x="429046" y="26498"/>
                </a:lnTo>
                <a:lnTo>
                  <a:pt x="464800" y="13804"/>
                </a:lnTo>
                <a:lnTo>
                  <a:pt x="500554" y="0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08" name="knowledge-edge">
            <a:extLst>
              <a:ext uri="{FF2B5EF4-FFF2-40B4-BE49-F238E27FC236}">
                <a16:creationId xmlns:a16="http://schemas.microsoft.com/office/drawing/2014/main" id="{69582452-E6AC-40F9-B727-E446AECEE056}"/>
              </a:ext>
            </a:extLst>
          </p:cNvPr>
          <p:cNvSpPr>
            <a:spLocks noGrp="1"/>
          </p:cNvSpPr>
          <p:nvPr/>
        </p:nvSpPr>
        <p:spPr>
          <a:xfrm>
            <a:off x="8461174" y="5964063"/>
            <a:ext cx="382605" cy="144987"/>
          </a:xfrm>
          <a:custGeom>
            <a:avLst/>
            <a:gdLst/>
            <a:ahLst/>
            <a:cxnLst/>
            <a:rect l="0" t="0" r="0" b="0"/>
            <a:pathLst>
              <a:path w="382605" h="144987">
                <a:moveTo>
                  <a:pt x="0" y="144987"/>
                </a:moveTo>
                <a:lnTo>
                  <a:pt x="27329" y="128775"/>
                </a:lnTo>
                <a:lnTo>
                  <a:pt x="54658" y="113463"/>
                </a:lnTo>
                <a:lnTo>
                  <a:pt x="81987" y="99053"/>
                </a:lnTo>
                <a:lnTo>
                  <a:pt x="109316" y="85544"/>
                </a:lnTo>
                <a:lnTo>
                  <a:pt x="136645" y="72935"/>
                </a:lnTo>
                <a:lnTo>
                  <a:pt x="163974" y="61227"/>
                </a:lnTo>
                <a:lnTo>
                  <a:pt x="191302" y="50421"/>
                </a:lnTo>
                <a:lnTo>
                  <a:pt x="218631" y="40515"/>
                </a:lnTo>
                <a:lnTo>
                  <a:pt x="245960" y="31510"/>
                </a:lnTo>
                <a:lnTo>
                  <a:pt x="273289" y="23406"/>
                </a:lnTo>
                <a:lnTo>
                  <a:pt x="300618" y="16203"/>
                </a:lnTo>
                <a:lnTo>
                  <a:pt x="327947" y="9901"/>
                </a:lnTo>
                <a:lnTo>
                  <a:pt x="355276" y="4500"/>
                </a:lnTo>
                <a:lnTo>
                  <a:pt x="382605" y="0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09" name="knowledge-edge">
            <a:extLst>
              <a:ext uri="{FF2B5EF4-FFF2-40B4-BE49-F238E27FC236}">
                <a16:creationId xmlns:a16="http://schemas.microsoft.com/office/drawing/2014/main" id="{29CC930B-B087-42B7-ACE6-509789A730FD}"/>
              </a:ext>
            </a:extLst>
          </p:cNvPr>
          <p:cNvSpPr>
            <a:spLocks noGrp="1"/>
          </p:cNvSpPr>
          <p:nvPr/>
        </p:nvSpPr>
        <p:spPr>
          <a:xfrm>
            <a:off x="8434247" y="5958113"/>
            <a:ext cx="518286" cy="151448"/>
          </a:xfrm>
          <a:custGeom>
            <a:avLst/>
            <a:gdLst/>
            <a:ahLst/>
            <a:cxnLst/>
            <a:rect l="0" t="0" r="0" b="0"/>
            <a:pathLst>
              <a:path w="518286" h="151448">
                <a:moveTo>
                  <a:pt x="0" y="151448"/>
                </a:moveTo>
                <a:lnTo>
                  <a:pt x="37020" y="136961"/>
                </a:lnTo>
                <a:lnTo>
                  <a:pt x="74041" y="123038"/>
                </a:lnTo>
                <a:lnTo>
                  <a:pt x="111061" y="109680"/>
                </a:lnTo>
                <a:lnTo>
                  <a:pt x="148082" y="96886"/>
                </a:lnTo>
                <a:lnTo>
                  <a:pt x="185102" y="84657"/>
                </a:lnTo>
                <a:lnTo>
                  <a:pt x="222122" y="72992"/>
                </a:lnTo>
                <a:lnTo>
                  <a:pt x="259143" y="61892"/>
                </a:lnTo>
                <a:lnTo>
                  <a:pt x="296163" y="51357"/>
                </a:lnTo>
                <a:lnTo>
                  <a:pt x="333184" y="41386"/>
                </a:lnTo>
                <a:lnTo>
                  <a:pt x="370204" y="31979"/>
                </a:lnTo>
                <a:lnTo>
                  <a:pt x="407225" y="23138"/>
                </a:lnTo>
                <a:lnTo>
                  <a:pt x="444245" y="14861"/>
                </a:lnTo>
                <a:lnTo>
                  <a:pt x="481265" y="7148"/>
                </a:lnTo>
                <a:lnTo>
                  <a:pt x="518286" y="0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10" name="knowledge-cross-edge">
            <a:extLst>
              <a:ext uri="{FF2B5EF4-FFF2-40B4-BE49-F238E27FC236}">
                <a16:creationId xmlns:a16="http://schemas.microsoft.com/office/drawing/2014/main" id="{E392EA90-B8E6-4876-A8B0-26D90EF7A5AD}"/>
              </a:ext>
            </a:extLst>
          </p:cNvPr>
          <p:cNvSpPr>
            <a:spLocks noGrp="1"/>
          </p:cNvSpPr>
          <p:nvPr/>
        </p:nvSpPr>
        <p:spPr>
          <a:xfrm>
            <a:off x="8434247" y="5964063"/>
            <a:ext cx="409532" cy="145498"/>
          </a:xfrm>
          <a:custGeom>
            <a:avLst/>
            <a:gdLst/>
            <a:ahLst/>
            <a:cxnLst/>
            <a:rect l="0" t="0" r="0" b="0"/>
            <a:pathLst>
              <a:path w="409532" h="145498">
                <a:moveTo>
                  <a:pt x="0" y="145498"/>
                </a:moveTo>
                <a:lnTo>
                  <a:pt x="19576" y="122005"/>
                </a:lnTo>
                <a:lnTo>
                  <a:pt x="41797" y="100579"/>
                </a:lnTo>
                <a:lnTo>
                  <a:pt x="66664" y="81219"/>
                </a:lnTo>
                <a:lnTo>
                  <a:pt x="94177" y="63927"/>
                </a:lnTo>
                <a:lnTo>
                  <a:pt x="124336" y="48702"/>
                </a:lnTo>
                <a:lnTo>
                  <a:pt x="157141" y="35544"/>
                </a:lnTo>
                <a:lnTo>
                  <a:pt x="192592" y="24452"/>
                </a:lnTo>
                <a:lnTo>
                  <a:pt x="230688" y="15428"/>
                </a:lnTo>
                <a:lnTo>
                  <a:pt x="271430" y="8470"/>
                </a:lnTo>
                <a:lnTo>
                  <a:pt x="314819" y="3580"/>
                </a:lnTo>
                <a:lnTo>
                  <a:pt x="360853" y="756"/>
                </a:lnTo>
                <a:lnTo>
                  <a:pt x="409532" y="0"/>
                </a:lnTo>
              </a:path>
            </a:pathLst>
          </a:custGeom>
          <a:noFill/>
          <a:ln w="4953">
            <a:solidFill>
              <a:srgbClr val="F79E11">
                <a:alpha val="12000"/>
              </a:srgbClr>
            </a:solidFill>
            <a:prstDash val="solid"/>
          </a:ln>
        </p:spPr>
      </p:sp>
      <p:sp>
        <p:nvSpPr>
          <p:cNvPr id="311" name="knowledge-edge">
            <a:extLst>
              <a:ext uri="{FF2B5EF4-FFF2-40B4-BE49-F238E27FC236}">
                <a16:creationId xmlns:a16="http://schemas.microsoft.com/office/drawing/2014/main" id="{9DEC0BC6-8094-40DE-B0DE-FB2DF92171B5}"/>
              </a:ext>
            </a:extLst>
          </p:cNvPr>
          <p:cNvSpPr>
            <a:spLocks noGrp="1"/>
          </p:cNvSpPr>
          <p:nvPr/>
        </p:nvSpPr>
        <p:spPr>
          <a:xfrm>
            <a:off x="8428121" y="6079845"/>
            <a:ext cx="684397" cy="83108"/>
          </a:xfrm>
          <a:custGeom>
            <a:avLst/>
            <a:gdLst/>
            <a:ahLst/>
            <a:cxnLst/>
            <a:rect l="0" t="0" r="0" b="0"/>
            <a:pathLst>
              <a:path w="684397" h="83108">
                <a:moveTo>
                  <a:pt x="0" y="0"/>
                </a:moveTo>
                <a:lnTo>
                  <a:pt x="48886" y="20476"/>
                </a:lnTo>
                <a:lnTo>
                  <a:pt x="97771" y="38070"/>
                </a:lnTo>
                <a:lnTo>
                  <a:pt x="146657" y="52782"/>
                </a:lnTo>
                <a:lnTo>
                  <a:pt x="195542" y="64612"/>
                </a:lnTo>
                <a:lnTo>
                  <a:pt x="244428" y="73559"/>
                </a:lnTo>
                <a:lnTo>
                  <a:pt x="293313" y="79625"/>
                </a:lnTo>
                <a:lnTo>
                  <a:pt x="342199" y="82808"/>
                </a:lnTo>
                <a:lnTo>
                  <a:pt x="391084" y="83108"/>
                </a:lnTo>
                <a:lnTo>
                  <a:pt x="439970" y="80527"/>
                </a:lnTo>
                <a:lnTo>
                  <a:pt x="488855" y="75063"/>
                </a:lnTo>
                <a:lnTo>
                  <a:pt x="537741" y="66718"/>
                </a:lnTo>
                <a:lnTo>
                  <a:pt x="586626" y="55490"/>
                </a:lnTo>
                <a:lnTo>
                  <a:pt x="635512" y="41379"/>
                </a:lnTo>
                <a:lnTo>
                  <a:pt x="684397" y="24387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12" name="knowledge-cross-edge">
            <a:extLst>
              <a:ext uri="{FF2B5EF4-FFF2-40B4-BE49-F238E27FC236}">
                <a16:creationId xmlns:a16="http://schemas.microsoft.com/office/drawing/2014/main" id="{63E0CE4E-101E-4318-B7FD-334D3E4E00B6}"/>
              </a:ext>
            </a:extLst>
          </p:cNvPr>
          <p:cNvSpPr>
            <a:spLocks noGrp="1"/>
          </p:cNvSpPr>
          <p:nvPr/>
        </p:nvSpPr>
        <p:spPr>
          <a:xfrm>
            <a:off x="8428121" y="6069840"/>
            <a:ext cx="647554" cy="175807"/>
          </a:xfrm>
          <a:custGeom>
            <a:avLst/>
            <a:gdLst/>
            <a:ahLst/>
            <a:cxnLst/>
            <a:rect l="0" t="0" r="0" b="0"/>
            <a:pathLst>
              <a:path w="647554" h="175807">
                <a:moveTo>
                  <a:pt x="0" y="10005"/>
                </a:moveTo>
                <a:lnTo>
                  <a:pt x="68515" y="3120"/>
                </a:lnTo>
                <a:lnTo>
                  <a:pt x="134384" y="0"/>
                </a:lnTo>
                <a:lnTo>
                  <a:pt x="197607" y="643"/>
                </a:lnTo>
                <a:lnTo>
                  <a:pt x="258185" y="5051"/>
                </a:lnTo>
                <a:lnTo>
                  <a:pt x="316116" y="13222"/>
                </a:lnTo>
                <a:lnTo>
                  <a:pt x="371402" y="25157"/>
                </a:lnTo>
                <a:lnTo>
                  <a:pt x="424042" y="40856"/>
                </a:lnTo>
                <a:lnTo>
                  <a:pt x="474036" y="60318"/>
                </a:lnTo>
                <a:lnTo>
                  <a:pt x="521384" y="83545"/>
                </a:lnTo>
                <a:lnTo>
                  <a:pt x="566087" y="110535"/>
                </a:lnTo>
                <a:lnTo>
                  <a:pt x="608143" y="141289"/>
                </a:lnTo>
                <a:lnTo>
                  <a:pt x="647554" y="175807"/>
                </a:lnTo>
              </a:path>
            </a:pathLst>
          </a:custGeom>
          <a:noFill/>
          <a:ln w="5334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313" name="knowledge-edge">
            <a:extLst>
              <a:ext uri="{FF2B5EF4-FFF2-40B4-BE49-F238E27FC236}">
                <a16:creationId xmlns:a16="http://schemas.microsoft.com/office/drawing/2014/main" id="{3B5545B1-B71A-4D7D-8C8D-C23F374E1E1B}"/>
              </a:ext>
            </a:extLst>
          </p:cNvPr>
          <p:cNvSpPr>
            <a:spLocks noGrp="1"/>
          </p:cNvSpPr>
          <p:nvPr/>
        </p:nvSpPr>
        <p:spPr>
          <a:xfrm>
            <a:off x="8434687" y="6245648"/>
            <a:ext cx="640988" cy="99358"/>
          </a:xfrm>
          <a:custGeom>
            <a:avLst/>
            <a:gdLst/>
            <a:ahLst/>
            <a:cxnLst/>
            <a:rect l="0" t="0" r="0" b="0"/>
            <a:pathLst>
              <a:path w="640988" h="99358">
                <a:moveTo>
                  <a:pt x="0" y="44781"/>
                </a:moveTo>
                <a:lnTo>
                  <a:pt x="45785" y="61561"/>
                </a:lnTo>
                <a:lnTo>
                  <a:pt x="91570" y="75268"/>
                </a:lnTo>
                <a:lnTo>
                  <a:pt x="137355" y="85901"/>
                </a:lnTo>
                <a:lnTo>
                  <a:pt x="183139" y="93460"/>
                </a:lnTo>
                <a:lnTo>
                  <a:pt x="228924" y="97946"/>
                </a:lnTo>
                <a:lnTo>
                  <a:pt x="274709" y="99358"/>
                </a:lnTo>
                <a:lnTo>
                  <a:pt x="320494" y="97696"/>
                </a:lnTo>
                <a:lnTo>
                  <a:pt x="366279" y="92961"/>
                </a:lnTo>
                <a:lnTo>
                  <a:pt x="412064" y="85152"/>
                </a:lnTo>
                <a:lnTo>
                  <a:pt x="457848" y="74269"/>
                </a:lnTo>
                <a:lnTo>
                  <a:pt x="503633" y="60312"/>
                </a:lnTo>
                <a:lnTo>
                  <a:pt x="549418" y="43282"/>
                </a:lnTo>
                <a:lnTo>
                  <a:pt x="595203" y="23178"/>
                </a:lnTo>
                <a:lnTo>
                  <a:pt x="640988" y="0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14" name="knowledge-cross-edge">
            <a:extLst>
              <a:ext uri="{FF2B5EF4-FFF2-40B4-BE49-F238E27FC236}">
                <a16:creationId xmlns:a16="http://schemas.microsoft.com/office/drawing/2014/main" id="{6EB4B73F-CD72-4AC4-BE12-4E443DA30316}"/>
              </a:ext>
            </a:extLst>
          </p:cNvPr>
          <p:cNvSpPr>
            <a:spLocks noGrp="1"/>
          </p:cNvSpPr>
          <p:nvPr/>
        </p:nvSpPr>
        <p:spPr>
          <a:xfrm>
            <a:off x="8434687" y="6279254"/>
            <a:ext cx="688677" cy="272529"/>
          </a:xfrm>
          <a:custGeom>
            <a:avLst/>
            <a:gdLst/>
            <a:ahLst/>
            <a:cxnLst/>
            <a:rect l="0" t="0" r="0" b="0"/>
            <a:pathLst>
              <a:path w="688677" h="272529">
                <a:moveTo>
                  <a:pt x="0" y="11174"/>
                </a:moveTo>
                <a:lnTo>
                  <a:pt x="71942" y="2851"/>
                </a:lnTo>
                <a:lnTo>
                  <a:pt x="141238" y="0"/>
                </a:lnTo>
                <a:lnTo>
                  <a:pt x="207888" y="2623"/>
                </a:lnTo>
                <a:lnTo>
                  <a:pt x="271892" y="10719"/>
                </a:lnTo>
                <a:lnTo>
                  <a:pt x="333251" y="24289"/>
                </a:lnTo>
                <a:lnTo>
                  <a:pt x="391964" y="43331"/>
                </a:lnTo>
                <a:lnTo>
                  <a:pt x="448031" y="67848"/>
                </a:lnTo>
                <a:lnTo>
                  <a:pt x="501452" y="97837"/>
                </a:lnTo>
                <a:lnTo>
                  <a:pt x="552227" y="133300"/>
                </a:lnTo>
                <a:lnTo>
                  <a:pt x="600356" y="174237"/>
                </a:lnTo>
                <a:lnTo>
                  <a:pt x="645840" y="220646"/>
                </a:lnTo>
                <a:lnTo>
                  <a:pt x="688677" y="272529"/>
                </a:lnTo>
              </a:path>
            </a:pathLst>
          </a:custGeom>
          <a:noFill/>
          <a:ln w="5334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315" name="knowledge-edge">
            <a:extLst>
              <a:ext uri="{FF2B5EF4-FFF2-40B4-BE49-F238E27FC236}">
                <a16:creationId xmlns:a16="http://schemas.microsoft.com/office/drawing/2014/main" id="{D4B93B25-78F2-4734-8DAB-595E065F0E1E}"/>
              </a:ext>
            </a:extLst>
          </p:cNvPr>
          <p:cNvSpPr>
            <a:spLocks noGrp="1"/>
          </p:cNvSpPr>
          <p:nvPr/>
        </p:nvSpPr>
        <p:spPr>
          <a:xfrm>
            <a:off x="8487865" y="6551783"/>
            <a:ext cx="635500" cy="71891"/>
          </a:xfrm>
          <a:custGeom>
            <a:avLst/>
            <a:gdLst/>
            <a:ahLst/>
            <a:cxnLst/>
            <a:rect l="0" t="0" r="0" b="0"/>
            <a:pathLst>
              <a:path w="635500" h="71891">
                <a:moveTo>
                  <a:pt x="0" y="44246"/>
                </a:moveTo>
                <a:lnTo>
                  <a:pt x="45393" y="53637"/>
                </a:lnTo>
                <a:lnTo>
                  <a:pt x="90786" y="61097"/>
                </a:lnTo>
                <a:lnTo>
                  <a:pt x="136179" y="66626"/>
                </a:lnTo>
                <a:lnTo>
                  <a:pt x="181571" y="70224"/>
                </a:lnTo>
                <a:lnTo>
                  <a:pt x="226964" y="71891"/>
                </a:lnTo>
                <a:lnTo>
                  <a:pt x="272357" y="71627"/>
                </a:lnTo>
                <a:lnTo>
                  <a:pt x="317750" y="69432"/>
                </a:lnTo>
                <a:lnTo>
                  <a:pt x="363143" y="65306"/>
                </a:lnTo>
                <a:lnTo>
                  <a:pt x="408536" y="59249"/>
                </a:lnTo>
                <a:lnTo>
                  <a:pt x="453928" y="51261"/>
                </a:lnTo>
                <a:lnTo>
                  <a:pt x="499321" y="41342"/>
                </a:lnTo>
                <a:lnTo>
                  <a:pt x="544714" y="29493"/>
                </a:lnTo>
                <a:lnTo>
                  <a:pt x="590107" y="15712"/>
                </a:lnTo>
                <a:lnTo>
                  <a:pt x="635500" y="0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16" name="knowledge-cross-edge">
            <a:extLst>
              <a:ext uri="{FF2B5EF4-FFF2-40B4-BE49-F238E27FC236}">
                <a16:creationId xmlns:a16="http://schemas.microsoft.com/office/drawing/2014/main" id="{72B52301-1361-4446-9DF2-A58DC6E625F2}"/>
              </a:ext>
            </a:extLst>
          </p:cNvPr>
          <p:cNvSpPr>
            <a:spLocks noGrp="1"/>
          </p:cNvSpPr>
          <p:nvPr/>
        </p:nvSpPr>
        <p:spPr>
          <a:xfrm>
            <a:off x="8487865" y="6592193"/>
            <a:ext cx="611127" cy="376169"/>
          </a:xfrm>
          <a:custGeom>
            <a:avLst/>
            <a:gdLst/>
            <a:ahLst/>
            <a:cxnLst/>
            <a:rect l="0" t="0" r="0" b="0"/>
            <a:pathLst>
              <a:path w="611127" h="376169">
                <a:moveTo>
                  <a:pt x="0" y="3837"/>
                </a:moveTo>
                <a:lnTo>
                  <a:pt x="65479" y="0"/>
                </a:lnTo>
                <a:lnTo>
                  <a:pt x="128313" y="2502"/>
                </a:lnTo>
                <a:lnTo>
                  <a:pt x="188500" y="11344"/>
                </a:lnTo>
                <a:lnTo>
                  <a:pt x="246042" y="26524"/>
                </a:lnTo>
                <a:lnTo>
                  <a:pt x="300938" y="48043"/>
                </a:lnTo>
                <a:lnTo>
                  <a:pt x="353188" y="75901"/>
                </a:lnTo>
                <a:lnTo>
                  <a:pt x="402793" y="110099"/>
                </a:lnTo>
                <a:lnTo>
                  <a:pt x="449751" y="150635"/>
                </a:lnTo>
                <a:lnTo>
                  <a:pt x="494064" y="197510"/>
                </a:lnTo>
                <a:lnTo>
                  <a:pt x="535731" y="250724"/>
                </a:lnTo>
                <a:lnTo>
                  <a:pt x="574752" y="310277"/>
                </a:lnTo>
                <a:lnTo>
                  <a:pt x="611127" y="376169"/>
                </a:lnTo>
              </a:path>
            </a:pathLst>
          </a:custGeom>
          <a:noFill/>
          <a:ln w="5334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317" name="knowledge-edge">
            <a:extLst>
              <a:ext uri="{FF2B5EF4-FFF2-40B4-BE49-F238E27FC236}">
                <a16:creationId xmlns:a16="http://schemas.microsoft.com/office/drawing/2014/main" id="{A8AA2D29-7A37-42BC-AE59-7FD381237495}"/>
              </a:ext>
            </a:extLst>
          </p:cNvPr>
          <p:cNvSpPr>
            <a:spLocks noGrp="1"/>
          </p:cNvSpPr>
          <p:nvPr/>
        </p:nvSpPr>
        <p:spPr>
          <a:xfrm>
            <a:off x="8641314" y="6884701"/>
            <a:ext cx="457678" cy="83661"/>
          </a:xfrm>
          <a:custGeom>
            <a:avLst/>
            <a:gdLst/>
            <a:ahLst/>
            <a:cxnLst/>
            <a:rect l="0" t="0" r="0" b="0"/>
            <a:pathLst>
              <a:path w="457678" h="83661">
                <a:moveTo>
                  <a:pt x="0" y="19575"/>
                </a:moveTo>
                <a:lnTo>
                  <a:pt x="32691" y="11885"/>
                </a:lnTo>
                <a:lnTo>
                  <a:pt x="65383" y="6083"/>
                </a:lnTo>
                <a:lnTo>
                  <a:pt x="98074" y="2168"/>
                </a:lnTo>
                <a:lnTo>
                  <a:pt x="130765" y="140"/>
                </a:lnTo>
                <a:lnTo>
                  <a:pt x="163456" y="0"/>
                </a:lnTo>
                <a:lnTo>
                  <a:pt x="196148" y="1747"/>
                </a:lnTo>
                <a:lnTo>
                  <a:pt x="228839" y="5381"/>
                </a:lnTo>
                <a:lnTo>
                  <a:pt x="261530" y="10902"/>
                </a:lnTo>
                <a:lnTo>
                  <a:pt x="294222" y="18310"/>
                </a:lnTo>
                <a:lnTo>
                  <a:pt x="326913" y="27606"/>
                </a:lnTo>
                <a:lnTo>
                  <a:pt x="359604" y="38789"/>
                </a:lnTo>
                <a:lnTo>
                  <a:pt x="392295" y="51859"/>
                </a:lnTo>
                <a:lnTo>
                  <a:pt x="424987" y="66816"/>
                </a:lnTo>
                <a:lnTo>
                  <a:pt x="457678" y="83661"/>
                </a:lnTo>
              </a:path>
            </a:pathLst>
          </a:custGeom>
          <a:noFill/>
          <a:ln w="6477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18" name="knowledge-edge">
            <a:extLst>
              <a:ext uri="{FF2B5EF4-FFF2-40B4-BE49-F238E27FC236}">
                <a16:creationId xmlns:a16="http://schemas.microsoft.com/office/drawing/2014/main" id="{32850CBD-51BF-4542-BD09-9C3E1BA4AC85}"/>
              </a:ext>
            </a:extLst>
          </p:cNvPr>
          <p:cNvSpPr>
            <a:spLocks noGrp="1"/>
          </p:cNvSpPr>
          <p:nvPr/>
        </p:nvSpPr>
        <p:spPr>
          <a:xfrm>
            <a:off x="9127446" y="5683510"/>
            <a:ext cx="356181" cy="69456"/>
          </a:xfrm>
          <a:custGeom>
            <a:avLst/>
            <a:gdLst/>
            <a:ahLst/>
            <a:cxnLst/>
            <a:rect l="0" t="0" r="0" b="0"/>
            <a:pathLst>
              <a:path w="356181" h="69456">
                <a:moveTo>
                  <a:pt x="0" y="69456"/>
                </a:moveTo>
                <a:lnTo>
                  <a:pt x="25442" y="69225"/>
                </a:lnTo>
                <a:lnTo>
                  <a:pt x="50883" y="68267"/>
                </a:lnTo>
                <a:lnTo>
                  <a:pt x="76325" y="66581"/>
                </a:lnTo>
                <a:lnTo>
                  <a:pt x="101766" y="64167"/>
                </a:lnTo>
                <a:lnTo>
                  <a:pt x="127208" y="61025"/>
                </a:lnTo>
                <a:lnTo>
                  <a:pt x="152649" y="57156"/>
                </a:lnTo>
                <a:lnTo>
                  <a:pt x="178091" y="52558"/>
                </a:lnTo>
                <a:lnTo>
                  <a:pt x="203532" y="47233"/>
                </a:lnTo>
                <a:lnTo>
                  <a:pt x="228974" y="41181"/>
                </a:lnTo>
                <a:lnTo>
                  <a:pt x="254415" y="34400"/>
                </a:lnTo>
                <a:lnTo>
                  <a:pt x="279857" y="26892"/>
                </a:lnTo>
                <a:lnTo>
                  <a:pt x="305298" y="18656"/>
                </a:lnTo>
                <a:lnTo>
                  <a:pt x="330740" y="9692"/>
                </a:lnTo>
                <a:lnTo>
                  <a:pt x="356181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19" name="knowledge-edge">
            <a:extLst>
              <a:ext uri="{FF2B5EF4-FFF2-40B4-BE49-F238E27FC236}">
                <a16:creationId xmlns:a16="http://schemas.microsoft.com/office/drawing/2014/main" id="{8BC725CB-438F-42ED-8F2C-B550B5EB7F19}"/>
              </a:ext>
            </a:extLst>
          </p:cNvPr>
          <p:cNvSpPr>
            <a:spLocks noGrp="1"/>
          </p:cNvSpPr>
          <p:nvPr/>
        </p:nvSpPr>
        <p:spPr>
          <a:xfrm>
            <a:off x="8843779" y="5731152"/>
            <a:ext cx="623621" cy="232912"/>
          </a:xfrm>
          <a:custGeom>
            <a:avLst/>
            <a:gdLst/>
            <a:ahLst/>
            <a:cxnLst/>
            <a:rect l="0" t="0" r="0" b="0"/>
            <a:pathLst>
              <a:path w="623621" h="232912">
                <a:moveTo>
                  <a:pt x="0" y="232912"/>
                </a:moveTo>
                <a:lnTo>
                  <a:pt x="44544" y="208351"/>
                </a:lnTo>
                <a:lnTo>
                  <a:pt x="89089" y="185009"/>
                </a:lnTo>
                <a:lnTo>
                  <a:pt x="133633" y="162887"/>
                </a:lnTo>
                <a:lnTo>
                  <a:pt x="178177" y="141983"/>
                </a:lnTo>
                <a:lnTo>
                  <a:pt x="222722" y="122299"/>
                </a:lnTo>
                <a:lnTo>
                  <a:pt x="267266" y="103833"/>
                </a:lnTo>
                <a:lnTo>
                  <a:pt x="311811" y="86587"/>
                </a:lnTo>
                <a:lnTo>
                  <a:pt x="356355" y="70560"/>
                </a:lnTo>
                <a:lnTo>
                  <a:pt x="400899" y="55752"/>
                </a:lnTo>
                <a:lnTo>
                  <a:pt x="445444" y="42164"/>
                </a:lnTo>
                <a:lnTo>
                  <a:pt x="489988" y="29794"/>
                </a:lnTo>
                <a:lnTo>
                  <a:pt x="534532" y="18644"/>
                </a:lnTo>
                <a:lnTo>
                  <a:pt x="579077" y="8712"/>
                </a:lnTo>
                <a:lnTo>
                  <a:pt x="623621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20" name="knowledge-cross-edge">
            <a:extLst>
              <a:ext uri="{FF2B5EF4-FFF2-40B4-BE49-F238E27FC236}">
                <a16:creationId xmlns:a16="http://schemas.microsoft.com/office/drawing/2014/main" id="{7B31B3C8-41AB-4CBE-8350-745DE08E8A38}"/>
              </a:ext>
            </a:extLst>
          </p:cNvPr>
          <p:cNvSpPr>
            <a:spLocks noGrp="1"/>
          </p:cNvSpPr>
          <p:nvPr/>
        </p:nvSpPr>
        <p:spPr>
          <a:xfrm>
            <a:off x="8843779" y="5764954"/>
            <a:ext cx="548113" cy="199109"/>
          </a:xfrm>
          <a:custGeom>
            <a:avLst/>
            <a:gdLst/>
            <a:ahLst/>
            <a:cxnLst/>
            <a:rect l="0" t="0" r="0" b="0"/>
            <a:pathLst>
              <a:path w="548113" h="199109">
                <a:moveTo>
                  <a:pt x="0" y="199109"/>
                </a:moveTo>
                <a:lnTo>
                  <a:pt x="60228" y="175457"/>
                </a:lnTo>
                <a:lnTo>
                  <a:pt x="117811" y="153088"/>
                </a:lnTo>
                <a:lnTo>
                  <a:pt x="172747" y="132003"/>
                </a:lnTo>
                <a:lnTo>
                  <a:pt x="225038" y="112202"/>
                </a:lnTo>
                <a:lnTo>
                  <a:pt x="274683" y="93684"/>
                </a:lnTo>
                <a:lnTo>
                  <a:pt x="321682" y="76449"/>
                </a:lnTo>
                <a:lnTo>
                  <a:pt x="366035" y="60499"/>
                </a:lnTo>
                <a:lnTo>
                  <a:pt x="407742" y="45832"/>
                </a:lnTo>
                <a:lnTo>
                  <a:pt x="446804" y="32448"/>
                </a:lnTo>
                <a:lnTo>
                  <a:pt x="483220" y="20349"/>
                </a:lnTo>
                <a:lnTo>
                  <a:pt x="516989" y="9532"/>
                </a:lnTo>
                <a:lnTo>
                  <a:pt x="548113" y="0"/>
                </a:lnTo>
              </a:path>
            </a:pathLst>
          </a:custGeom>
          <a:noFill/>
          <a:ln w="5334">
            <a:solidFill>
              <a:srgbClr val="F9AD0B">
                <a:alpha val="13000"/>
              </a:srgbClr>
            </a:solidFill>
            <a:prstDash val="solid"/>
          </a:ln>
        </p:spPr>
      </p:sp>
      <p:sp>
        <p:nvSpPr>
          <p:cNvPr id="321" name="knowledge-edge">
            <a:extLst>
              <a:ext uri="{FF2B5EF4-FFF2-40B4-BE49-F238E27FC236}">
                <a16:creationId xmlns:a16="http://schemas.microsoft.com/office/drawing/2014/main" id="{1ACA880E-0AC3-4F1E-9D46-CA01AB601EFD}"/>
              </a:ext>
            </a:extLst>
          </p:cNvPr>
          <p:cNvSpPr>
            <a:spLocks noGrp="1"/>
          </p:cNvSpPr>
          <p:nvPr/>
        </p:nvSpPr>
        <p:spPr>
          <a:xfrm>
            <a:off x="8952532" y="5764954"/>
            <a:ext cx="439360" cy="193159"/>
          </a:xfrm>
          <a:custGeom>
            <a:avLst/>
            <a:gdLst/>
            <a:ahLst/>
            <a:cxnLst/>
            <a:rect l="0" t="0" r="0" b="0"/>
            <a:pathLst>
              <a:path w="439360" h="193159">
                <a:moveTo>
                  <a:pt x="0" y="193159"/>
                </a:moveTo>
                <a:lnTo>
                  <a:pt x="31383" y="190916"/>
                </a:lnTo>
                <a:lnTo>
                  <a:pt x="62766" y="186895"/>
                </a:lnTo>
                <a:lnTo>
                  <a:pt x="94149" y="181097"/>
                </a:lnTo>
                <a:lnTo>
                  <a:pt x="125531" y="173521"/>
                </a:lnTo>
                <a:lnTo>
                  <a:pt x="156914" y="164168"/>
                </a:lnTo>
                <a:lnTo>
                  <a:pt x="188297" y="153037"/>
                </a:lnTo>
                <a:lnTo>
                  <a:pt x="219680" y="140129"/>
                </a:lnTo>
                <a:lnTo>
                  <a:pt x="251063" y="125443"/>
                </a:lnTo>
                <a:lnTo>
                  <a:pt x="282446" y="108980"/>
                </a:lnTo>
                <a:lnTo>
                  <a:pt x="313829" y="90739"/>
                </a:lnTo>
                <a:lnTo>
                  <a:pt x="345211" y="70720"/>
                </a:lnTo>
                <a:lnTo>
                  <a:pt x="376594" y="48924"/>
                </a:lnTo>
                <a:lnTo>
                  <a:pt x="407977" y="25351"/>
                </a:lnTo>
                <a:lnTo>
                  <a:pt x="439360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22" name="knowledge-edge">
            <a:extLst>
              <a:ext uri="{FF2B5EF4-FFF2-40B4-BE49-F238E27FC236}">
                <a16:creationId xmlns:a16="http://schemas.microsoft.com/office/drawing/2014/main" id="{59DA9494-6C20-414D-B5D9-5D1A474A0AFC}"/>
              </a:ext>
            </a:extLst>
          </p:cNvPr>
          <p:cNvSpPr>
            <a:spLocks noGrp="1"/>
          </p:cNvSpPr>
          <p:nvPr/>
        </p:nvSpPr>
        <p:spPr>
          <a:xfrm>
            <a:off x="9112518" y="5963008"/>
            <a:ext cx="307568" cy="141224"/>
          </a:xfrm>
          <a:custGeom>
            <a:avLst/>
            <a:gdLst/>
            <a:ahLst/>
            <a:cxnLst/>
            <a:rect l="0" t="0" r="0" b="0"/>
            <a:pathLst>
              <a:path w="307568" h="141224">
                <a:moveTo>
                  <a:pt x="0" y="141224"/>
                </a:moveTo>
                <a:lnTo>
                  <a:pt x="21969" y="134482"/>
                </a:lnTo>
                <a:lnTo>
                  <a:pt x="43938" y="127226"/>
                </a:lnTo>
                <a:lnTo>
                  <a:pt x="65907" y="119455"/>
                </a:lnTo>
                <a:lnTo>
                  <a:pt x="87877" y="111169"/>
                </a:lnTo>
                <a:lnTo>
                  <a:pt x="109846" y="102369"/>
                </a:lnTo>
                <a:lnTo>
                  <a:pt x="131815" y="93053"/>
                </a:lnTo>
                <a:lnTo>
                  <a:pt x="153784" y="83223"/>
                </a:lnTo>
                <a:lnTo>
                  <a:pt x="175753" y="72878"/>
                </a:lnTo>
                <a:lnTo>
                  <a:pt x="197722" y="62019"/>
                </a:lnTo>
                <a:lnTo>
                  <a:pt x="219691" y="50645"/>
                </a:lnTo>
                <a:lnTo>
                  <a:pt x="241661" y="38756"/>
                </a:lnTo>
                <a:lnTo>
                  <a:pt x="263630" y="26352"/>
                </a:lnTo>
                <a:lnTo>
                  <a:pt x="285599" y="13433"/>
                </a:lnTo>
                <a:lnTo>
                  <a:pt x="307568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23" name="knowledge-cross-edge">
            <a:extLst>
              <a:ext uri="{FF2B5EF4-FFF2-40B4-BE49-F238E27FC236}">
                <a16:creationId xmlns:a16="http://schemas.microsoft.com/office/drawing/2014/main" id="{B59EF762-8299-4BED-8438-236539930229}"/>
              </a:ext>
            </a:extLst>
          </p:cNvPr>
          <p:cNvSpPr>
            <a:spLocks noGrp="1"/>
          </p:cNvSpPr>
          <p:nvPr/>
        </p:nvSpPr>
        <p:spPr>
          <a:xfrm>
            <a:off x="9112518" y="6073098"/>
            <a:ext cx="317659" cy="31134"/>
          </a:xfrm>
          <a:custGeom>
            <a:avLst/>
            <a:gdLst/>
            <a:ahLst/>
            <a:cxnLst/>
            <a:rect l="0" t="0" r="0" b="0"/>
            <a:pathLst>
              <a:path w="317659" h="31134">
                <a:moveTo>
                  <a:pt x="0" y="31134"/>
                </a:moveTo>
                <a:lnTo>
                  <a:pt x="41024" y="28441"/>
                </a:lnTo>
                <a:lnTo>
                  <a:pt x="79401" y="25766"/>
                </a:lnTo>
                <a:lnTo>
                  <a:pt x="115133" y="23109"/>
                </a:lnTo>
                <a:lnTo>
                  <a:pt x="148220" y="20470"/>
                </a:lnTo>
                <a:lnTo>
                  <a:pt x="178660" y="17849"/>
                </a:lnTo>
                <a:lnTo>
                  <a:pt x="206454" y="15246"/>
                </a:lnTo>
                <a:lnTo>
                  <a:pt x="231603" y="12660"/>
                </a:lnTo>
                <a:lnTo>
                  <a:pt x="254106" y="10092"/>
                </a:lnTo>
                <a:lnTo>
                  <a:pt x="273963" y="7542"/>
                </a:lnTo>
                <a:lnTo>
                  <a:pt x="291174" y="5010"/>
                </a:lnTo>
                <a:lnTo>
                  <a:pt x="305739" y="2496"/>
                </a:lnTo>
                <a:lnTo>
                  <a:pt x="317659" y="0"/>
                </a:lnTo>
              </a:path>
            </a:pathLst>
          </a:custGeom>
          <a:noFill/>
          <a:ln w="5334">
            <a:solidFill>
              <a:srgbClr val="F9AD0B">
                <a:alpha val="13000"/>
              </a:srgbClr>
            </a:solidFill>
            <a:prstDash val="solid"/>
          </a:ln>
        </p:spPr>
      </p:sp>
      <p:sp>
        <p:nvSpPr>
          <p:cNvPr id="324" name="knowledge-long-edge">
            <a:extLst>
              <a:ext uri="{FF2B5EF4-FFF2-40B4-BE49-F238E27FC236}">
                <a16:creationId xmlns:a16="http://schemas.microsoft.com/office/drawing/2014/main" id="{C7CC2505-A103-4D9F-8A36-F05D1B3EB488}"/>
              </a:ext>
            </a:extLst>
          </p:cNvPr>
          <p:cNvSpPr>
            <a:spLocks noGrp="1"/>
          </p:cNvSpPr>
          <p:nvPr/>
        </p:nvSpPr>
        <p:spPr>
          <a:xfrm>
            <a:off x="9112518" y="5389415"/>
            <a:ext cx="564005" cy="714817"/>
          </a:xfrm>
          <a:custGeom>
            <a:avLst/>
            <a:gdLst/>
            <a:ahLst/>
            <a:cxnLst/>
            <a:rect l="0" t="0" r="0" b="0"/>
            <a:pathLst>
              <a:path w="564005" h="714817">
                <a:moveTo>
                  <a:pt x="0" y="714817"/>
                </a:moveTo>
                <a:lnTo>
                  <a:pt x="35250" y="585212"/>
                </a:lnTo>
                <a:lnTo>
                  <a:pt x="70501" y="468532"/>
                </a:lnTo>
                <a:lnTo>
                  <a:pt x="105751" y="364776"/>
                </a:lnTo>
                <a:lnTo>
                  <a:pt x="141001" y="273945"/>
                </a:lnTo>
                <a:lnTo>
                  <a:pt x="176251" y="196037"/>
                </a:lnTo>
                <a:lnTo>
                  <a:pt x="211502" y="131054"/>
                </a:lnTo>
                <a:lnTo>
                  <a:pt x="246752" y="78995"/>
                </a:lnTo>
                <a:lnTo>
                  <a:pt x="282002" y="39860"/>
                </a:lnTo>
                <a:lnTo>
                  <a:pt x="317253" y="13649"/>
                </a:lnTo>
                <a:lnTo>
                  <a:pt x="352503" y="362"/>
                </a:lnTo>
                <a:lnTo>
                  <a:pt x="387753" y="0"/>
                </a:lnTo>
                <a:lnTo>
                  <a:pt x="423004" y="12562"/>
                </a:lnTo>
                <a:lnTo>
                  <a:pt x="458254" y="38048"/>
                </a:lnTo>
                <a:lnTo>
                  <a:pt x="493504" y="76458"/>
                </a:lnTo>
                <a:lnTo>
                  <a:pt x="528754" y="127792"/>
                </a:lnTo>
                <a:lnTo>
                  <a:pt x="564005" y="192051"/>
                </a:lnTo>
              </a:path>
            </a:pathLst>
          </a:custGeom>
          <a:noFill/>
          <a:ln w="4286">
            <a:solidFill>
              <a:srgbClr val="F9AD0B">
                <a:alpha val="9000"/>
              </a:srgbClr>
            </a:solidFill>
            <a:prstDash val="solid"/>
          </a:ln>
        </p:spPr>
      </p:sp>
      <p:sp>
        <p:nvSpPr>
          <p:cNvPr id="325" name="knowledge-edge">
            <a:extLst>
              <a:ext uri="{FF2B5EF4-FFF2-40B4-BE49-F238E27FC236}">
                <a16:creationId xmlns:a16="http://schemas.microsoft.com/office/drawing/2014/main" id="{6D6C33F3-7690-420A-84D6-A4EEB341AF2B}"/>
              </a:ext>
            </a:extLst>
          </p:cNvPr>
          <p:cNvSpPr>
            <a:spLocks noGrp="1"/>
          </p:cNvSpPr>
          <p:nvPr/>
        </p:nvSpPr>
        <p:spPr>
          <a:xfrm>
            <a:off x="9075675" y="6073098"/>
            <a:ext cx="354502" cy="172550"/>
          </a:xfrm>
          <a:custGeom>
            <a:avLst/>
            <a:gdLst/>
            <a:ahLst/>
            <a:cxnLst/>
            <a:rect l="0" t="0" r="0" b="0"/>
            <a:pathLst>
              <a:path w="354502" h="172550">
                <a:moveTo>
                  <a:pt x="0" y="172550"/>
                </a:moveTo>
                <a:lnTo>
                  <a:pt x="25322" y="168288"/>
                </a:lnTo>
                <a:lnTo>
                  <a:pt x="50643" y="162785"/>
                </a:lnTo>
                <a:lnTo>
                  <a:pt x="75965" y="156042"/>
                </a:lnTo>
                <a:lnTo>
                  <a:pt x="101286" y="148058"/>
                </a:lnTo>
                <a:lnTo>
                  <a:pt x="126608" y="138834"/>
                </a:lnTo>
                <a:lnTo>
                  <a:pt x="151930" y="128370"/>
                </a:lnTo>
                <a:lnTo>
                  <a:pt x="177251" y="116665"/>
                </a:lnTo>
                <a:lnTo>
                  <a:pt x="202573" y="103720"/>
                </a:lnTo>
                <a:lnTo>
                  <a:pt x="227894" y="89534"/>
                </a:lnTo>
                <a:lnTo>
                  <a:pt x="253216" y="74108"/>
                </a:lnTo>
                <a:lnTo>
                  <a:pt x="278538" y="57442"/>
                </a:lnTo>
                <a:lnTo>
                  <a:pt x="303859" y="39535"/>
                </a:lnTo>
                <a:lnTo>
                  <a:pt x="329181" y="20388"/>
                </a:lnTo>
                <a:lnTo>
                  <a:pt x="354502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26" name="knowledge-cross-edge">
            <a:extLst>
              <a:ext uri="{FF2B5EF4-FFF2-40B4-BE49-F238E27FC236}">
                <a16:creationId xmlns:a16="http://schemas.microsoft.com/office/drawing/2014/main" id="{DB5FA04D-4A97-4F08-B6EC-8C12B8B536A2}"/>
              </a:ext>
            </a:extLst>
          </p:cNvPr>
          <p:cNvSpPr>
            <a:spLocks noGrp="1"/>
          </p:cNvSpPr>
          <p:nvPr/>
        </p:nvSpPr>
        <p:spPr>
          <a:xfrm>
            <a:off x="9075675" y="6240808"/>
            <a:ext cx="352049" cy="247937"/>
          </a:xfrm>
          <a:custGeom>
            <a:avLst/>
            <a:gdLst/>
            <a:ahLst/>
            <a:cxnLst/>
            <a:rect l="0" t="0" r="0" b="0"/>
            <a:pathLst>
              <a:path w="352049" h="247937">
                <a:moveTo>
                  <a:pt x="0" y="4840"/>
                </a:moveTo>
                <a:lnTo>
                  <a:pt x="43889" y="152"/>
                </a:lnTo>
                <a:lnTo>
                  <a:pt x="85133" y="0"/>
                </a:lnTo>
                <a:lnTo>
                  <a:pt x="123731" y="4383"/>
                </a:lnTo>
                <a:lnTo>
                  <a:pt x="159683" y="13302"/>
                </a:lnTo>
                <a:lnTo>
                  <a:pt x="192989" y="26757"/>
                </a:lnTo>
                <a:lnTo>
                  <a:pt x="223649" y="44747"/>
                </a:lnTo>
                <a:lnTo>
                  <a:pt x="251664" y="67273"/>
                </a:lnTo>
                <a:lnTo>
                  <a:pt x="277032" y="94335"/>
                </a:lnTo>
                <a:lnTo>
                  <a:pt x="299755" y="125932"/>
                </a:lnTo>
                <a:lnTo>
                  <a:pt x="319832" y="162065"/>
                </a:lnTo>
                <a:lnTo>
                  <a:pt x="337263" y="202733"/>
                </a:lnTo>
                <a:lnTo>
                  <a:pt x="352049" y="247937"/>
                </a:lnTo>
              </a:path>
            </a:pathLst>
          </a:custGeom>
          <a:noFill/>
          <a:ln w="5334">
            <a:solidFill>
              <a:srgbClr val="F9AD0B">
                <a:alpha val="13000"/>
              </a:srgbClr>
            </a:solidFill>
            <a:prstDash val="solid"/>
          </a:ln>
        </p:spPr>
      </p:sp>
      <p:sp>
        <p:nvSpPr>
          <p:cNvPr id="327" name="knowledge-edge">
            <a:extLst>
              <a:ext uri="{FF2B5EF4-FFF2-40B4-BE49-F238E27FC236}">
                <a16:creationId xmlns:a16="http://schemas.microsoft.com/office/drawing/2014/main" id="{FBEBC99A-FBC7-4D07-9A0C-C4558CC0ABAE}"/>
              </a:ext>
            </a:extLst>
          </p:cNvPr>
          <p:cNvSpPr>
            <a:spLocks noGrp="1"/>
          </p:cNvSpPr>
          <p:nvPr/>
        </p:nvSpPr>
        <p:spPr>
          <a:xfrm>
            <a:off x="9123365" y="6488745"/>
            <a:ext cx="304359" cy="63038"/>
          </a:xfrm>
          <a:custGeom>
            <a:avLst/>
            <a:gdLst/>
            <a:ahLst/>
            <a:cxnLst/>
            <a:rect l="0" t="0" r="0" b="0"/>
            <a:pathLst>
              <a:path w="304359" h="63038">
                <a:moveTo>
                  <a:pt x="0" y="63038"/>
                </a:moveTo>
                <a:lnTo>
                  <a:pt x="21740" y="60337"/>
                </a:lnTo>
                <a:lnTo>
                  <a:pt x="43480" y="57359"/>
                </a:lnTo>
                <a:lnTo>
                  <a:pt x="65220" y="54104"/>
                </a:lnTo>
                <a:lnTo>
                  <a:pt x="86960" y="50571"/>
                </a:lnTo>
                <a:lnTo>
                  <a:pt x="108700" y="46762"/>
                </a:lnTo>
                <a:lnTo>
                  <a:pt x="130440" y="42675"/>
                </a:lnTo>
                <a:lnTo>
                  <a:pt x="152180" y="38311"/>
                </a:lnTo>
                <a:lnTo>
                  <a:pt x="173919" y="33669"/>
                </a:lnTo>
                <a:lnTo>
                  <a:pt x="195659" y="28751"/>
                </a:lnTo>
                <a:lnTo>
                  <a:pt x="217399" y="23555"/>
                </a:lnTo>
                <a:lnTo>
                  <a:pt x="239139" y="18082"/>
                </a:lnTo>
                <a:lnTo>
                  <a:pt x="260879" y="12332"/>
                </a:lnTo>
                <a:lnTo>
                  <a:pt x="282619" y="6305"/>
                </a:lnTo>
                <a:lnTo>
                  <a:pt x="304359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28" name="knowledge-edge">
            <a:extLst>
              <a:ext uri="{FF2B5EF4-FFF2-40B4-BE49-F238E27FC236}">
                <a16:creationId xmlns:a16="http://schemas.microsoft.com/office/drawing/2014/main" id="{2EB4F940-E921-4FE0-ABDA-BF456BEF96E4}"/>
              </a:ext>
            </a:extLst>
          </p:cNvPr>
          <p:cNvSpPr>
            <a:spLocks noGrp="1"/>
          </p:cNvSpPr>
          <p:nvPr/>
        </p:nvSpPr>
        <p:spPr>
          <a:xfrm>
            <a:off x="9098992" y="6760449"/>
            <a:ext cx="260662" cy="207913"/>
          </a:xfrm>
          <a:custGeom>
            <a:avLst/>
            <a:gdLst/>
            <a:ahLst/>
            <a:cxnLst/>
            <a:rect l="0" t="0" r="0" b="0"/>
            <a:pathLst>
              <a:path w="260662" h="207913">
                <a:moveTo>
                  <a:pt x="0" y="207913"/>
                </a:moveTo>
                <a:lnTo>
                  <a:pt x="18619" y="204927"/>
                </a:lnTo>
                <a:lnTo>
                  <a:pt x="37237" y="200116"/>
                </a:lnTo>
                <a:lnTo>
                  <a:pt x="55856" y="193480"/>
                </a:lnTo>
                <a:lnTo>
                  <a:pt x="74475" y="185018"/>
                </a:lnTo>
                <a:lnTo>
                  <a:pt x="93093" y="174731"/>
                </a:lnTo>
                <a:lnTo>
                  <a:pt x="111712" y="162618"/>
                </a:lnTo>
                <a:lnTo>
                  <a:pt x="130331" y="148680"/>
                </a:lnTo>
                <a:lnTo>
                  <a:pt x="148949" y="132916"/>
                </a:lnTo>
                <a:lnTo>
                  <a:pt x="167568" y="115327"/>
                </a:lnTo>
                <a:lnTo>
                  <a:pt x="186187" y="95913"/>
                </a:lnTo>
                <a:lnTo>
                  <a:pt x="204805" y="74673"/>
                </a:lnTo>
                <a:lnTo>
                  <a:pt x="223424" y="51607"/>
                </a:lnTo>
                <a:lnTo>
                  <a:pt x="242043" y="26716"/>
                </a:lnTo>
                <a:lnTo>
                  <a:pt x="260662" y="0"/>
                </a:lnTo>
              </a:path>
            </a:pathLst>
          </a:custGeom>
          <a:noFill/>
          <a:ln w="6477">
            <a:solidFill>
              <a:srgbClr val="F9AD0B">
                <a:alpha val="17000"/>
              </a:srgbClr>
            </a:solidFill>
            <a:prstDash val="solid"/>
          </a:ln>
        </p:spPr>
      </p:sp>
      <p:sp>
        <p:nvSpPr>
          <p:cNvPr id="329" name="knowledge-edge">
            <a:extLst>
              <a:ext uri="{FF2B5EF4-FFF2-40B4-BE49-F238E27FC236}">
                <a16:creationId xmlns:a16="http://schemas.microsoft.com/office/drawing/2014/main" id="{26A09BE4-EE4A-44FF-B879-396FCBE20BAE}"/>
              </a:ext>
            </a:extLst>
          </p:cNvPr>
          <p:cNvSpPr>
            <a:spLocks noGrp="1"/>
          </p:cNvSpPr>
          <p:nvPr/>
        </p:nvSpPr>
        <p:spPr>
          <a:xfrm>
            <a:off x="9483627" y="5463573"/>
            <a:ext cx="436000" cy="219937"/>
          </a:xfrm>
          <a:custGeom>
            <a:avLst/>
            <a:gdLst/>
            <a:ahLst/>
            <a:cxnLst/>
            <a:rect l="0" t="0" r="0" b="0"/>
            <a:pathLst>
              <a:path w="436000" h="219937">
                <a:moveTo>
                  <a:pt x="0" y="219937"/>
                </a:moveTo>
                <a:lnTo>
                  <a:pt x="31143" y="209283"/>
                </a:lnTo>
                <a:lnTo>
                  <a:pt x="62286" y="197852"/>
                </a:lnTo>
                <a:lnTo>
                  <a:pt x="93429" y="185642"/>
                </a:lnTo>
                <a:lnTo>
                  <a:pt x="124571" y="172655"/>
                </a:lnTo>
                <a:lnTo>
                  <a:pt x="155714" y="158890"/>
                </a:lnTo>
                <a:lnTo>
                  <a:pt x="186857" y="144347"/>
                </a:lnTo>
                <a:lnTo>
                  <a:pt x="218000" y="129026"/>
                </a:lnTo>
                <a:lnTo>
                  <a:pt x="249143" y="112927"/>
                </a:lnTo>
                <a:lnTo>
                  <a:pt x="280286" y="96051"/>
                </a:lnTo>
                <a:lnTo>
                  <a:pt x="311428" y="78396"/>
                </a:lnTo>
                <a:lnTo>
                  <a:pt x="342571" y="59964"/>
                </a:lnTo>
                <a:lnTo>
                  <a:pt x="373714" y="40754"/>
                </a:lnTo>
                <a:lnTo>
                  <a:pt x="404857" y="20766"/>
                </a:lnTo>
                <a:lnTo>
                  <a:pt x="436000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30" name="knowledge-edge">
            <a:extLst>
              <a:ext uri="{FF2B5EF4-FFF2-40B4-BE49-F238E27FC236}">
                <a16:creationId xmlns:a16="http://schemas.microsoft.com/office/drawing/2014/main" id="{43107E31-1A19-4E64-BB4E-0384E0629121}"/>
              </a:ext>
            </a:extLst>
          </p:cNvPr>
          <p:cNvSpPr>
            <a:spLocks noGrp="1"/>
          </p:cNvSpPr>
          <p:nvPr/>
        </p:nvSpPr>
        <p:spPr>
          <a:xfrm>
            <a:off x="9467400" y="5525413"/>
            <a:ext cx="343092" cy="205739"/>
          </a:xfrm>
          <a:custGeom>
            <a:avLst/>
            <a:gdLst/>
            <a:ahLst/>
            <a:cxnLst/>
            <a:rect l="0" t="0" r="0" b="0"/>
            <a:pathLst>
              <a:path w="343092" h="205739">
                <a:moveTo>
                  <a:pt x="0" y="205739"/>
                </a:moveTo>
                <a:lnTo>
                  <a:pt x="24507" y="174866"/>
                </a:lnTo>
                <a:lnTo>
                  <a:pt x="49013" y="146501"/>
                </a:lnTo>
                <a:lnTo>
                  <a:pt x="73520" y="120644"/>
                </a:lnTo>
                <a:lnTo>
                  <a:pt x="98026" y="97295"/>
                </a:lnTo>
                <a:lnTo>
                  <a:pt x="122533" y="76454"/>
                </a:lnTo>
                <a:lnTo>
                  <a:pt x="147039" y="58120"/>
                </a:lnTo>
                <a:lnTo>
                  <a:pt x="171546" y="42294"/>
                </a:lnTo>
                <a:lnTo>
                  <a:pt x="196052" y="28976"/>
                </a:lnTo>
                <a:lnTo>
                  <a:pt x="220559" y="18165"/>
                </a:lnTo>
                <a:lnTo>
                  <a:pt x="245066" y="9862"/>
                </a:lnTo>
                <a:lnTo>
                  <a:pt x="269572" y="4067"/>
                </a:lnTo>
                <a:lnTo>
                  <a:pt x="294079" y="780"/>
                </a:lnTo>
                <a:lnTo>
                  <a:pt x="318585" y="0"/>
                </a:lnTo>
                <a:lnTo>
                  <a:pt x="343092" y="1728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31" name="knowledge-cross-edge">
            <a:extLst>
              <a:ext uri="{FF2B5EF4-FFF2-40B4-BE49-F238E27FC236}">
                <a16:creationId xmlns:a16="http://schemas.microsoft.com/office/drawing/2014/main" id="{E3E88419-8EA2-4DE9-9459-E6F9612F2389}"/>
              </a:ext>
            </a:extLst>
          </p:cNvPr>
          <p:cNvSpPr>
            <a:spLocks noGrp="1"/>
          </p:cNvSpPr>
          <p:nvPr/>
        </p:nvSpPr>
        <p:spPr>
          <a:xfrm>
            <a:off x="9467400" y="5581466"/>
            <a:ext cx="209123" cy="149686"/>
          </a:xfrm>
          <a:custGeom>
            <a:avLst/>
            <a:gdLst/>
            <a:ahLst/>
            <a:cxnLst/>
            <a:rect l="0" t="0" r="0" b="0"/>
            <a:pathLst>
              <a:path w="209123" h="149686">
                <a:moveTo>
                  <a:pt x="0" y="149686"/>
                </a:moveTo>
                <a:lnTo>
                  <a:pt x="31979" y="133310"/>
                </a:lnTo>
                <a:lnTo>
                  <a:pt x="61312" y="117644"/>
                </a:lnTo>
                <a:lnTo>
                  <a:pt x="88000" y="102687"/>
                </a:lnTo>
                <a:lnTo>
                  <a:pt x="112041" y="88439"/>
                </a:lnTo>
                <a:lnTo>
                  <a:pt x="133437" y="74901"/>
                </a:lnTo>
                <a:lnTo>
                  <a:pt x="152187" y="62073"/>
                </a:lnTo>
                <a:lnTo>
                  <a:pt x="168291" y="49954"/>
                </a:lnTo>
                <a:lnTo>
                  <a:pt x="181749" y="38544"/>
                </a:lnTo>
                <a:lnTo>
                  <a:pt x="192561" y="27844"/>
                </a:lnTo>
                <a:lnTo>
                  <a:pt x="200728" y="17853"/>
                </a:lnTo>
                <a:lnTo>
                  <a:pt x="206248" y="8572"/>
                </a:lnTo>
                <a:lnTo>
                  <a:pt x="209123" y="0"/>
                </a:lnTo>
              </a:path>
            </a:pathLst>
          </a:custGeom>
          <a:noFill/>
          <a:ln w="5334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332" name="knowledge-cross-edge">
            <a:extLst>
              <a:ext uri="{FF2B5EF4-FFF2-40B4-BE49-F238E27FC236}">
                <a16:creationId xmlns:a16="http://schemas.microsoft.com/office/drawing/2014/main" id="{B3A4172C-BD04-4EDD-BD3C-E34E588D9041}"/>
              </a:ext>
            </a:extLst>
          </p:cNvPr>
          <p:cNvSpPr>
            <a:spLocks noGrp="1"/>
          </p:cNvSpPr>
          <p:nvPr/>
        </p:nvSpPr>
        <p:spPr>
          <a:xfrm>
            <a:off x="9467400" y="5458260"/>
            <a:ext cx="452227" cy="272892"/>
          </a:xfrm>
          <a:custGeom>
            <a:avLst/>
            <a:gdLst/>
            <a:ahLst/>
            <a:cxnLst/>
            <a:rect l="0" t="0" r="0" b="0"/>
            <a:pathLst>
              <a:path w="452227" h="272892">
                <a:moveTo>
                  <a:pt x="0" y="272892"/>
                </a:moveTo>
                <a:lnTo>
                  <a:pt x="23133" y="223143"/>
                </a:lnTo>
                <a:lnTo>
                  <a:pt x="48913" y="178386"/>
                </a:lnTo>
                <a:lnTo>
                  <a:pt x="77338" y="138620"/>
                </a:lnTo>
                <a:lnTo>
                  <a:pt x="108409" y="103844"/>
                </a:lnTo>
                <a:lnTo>
                  <a:pt x="142126" y="74059"/>
                </a:lnTo>
                <a:lnTo>
                  <a:pt x="178488" y="49266"/>
                </a:lnTo>
                <a:lnTo>
                  <a:pt x="217497" y="29463"/>
                </a:lnTo>
                <a:lnTo>
                  <a:pt x="259151" y="14651"/>
                </a:lnTo>
                <a:lnTo>
                  <a:pt x="303451" y="4830"/>
                </a:lnTo>
                <a:lnTo>
                  <a:pt x="350397" y="0"/>
                </a:lnTo>
                <a:lnTo>
                  <a:pt x="399989" y="161"/>
                </a:lnTo>
                <a:lnTo>
                  <a:pt x="452227" y="5313"/>
                </a:lnTo>
              </a:path>
            </a:pathLst>
          </a:custGeom>
          <a:noFill/>
          <a:ln w="4953">
            <a:solidFill>
              <a:srgbClr val="FBBC05">
                <a:alpha val="12000"/>
              </a:srgbClr>
            </a:solidFill>
            <a:prstDash val="solid"/>
          </a:ln>
        </p:spPr>
      </p:sp>
      <p:sp>
        <p:nvSpPr>
          <p:cNvPr id="333" name="knowledge-edge">
            <a:extLst>
              <a:ext uri="{FF2B5EF4-FFF2-40B4-BE49-F238E27FC236}">
                <a16:creationId xmlns:a16="http://schemas.microsoft.com/office/drawing/2014/main" id="{B396F1FD-F051-4E3E-AB4B-B5756652FDDD}"/>
              </a:ext>
            </a:extLst>
          </p:cNvPr>
          <p:cNvSpPr>
            <a:spLocks noGrp="1"/>
          </p:cNvSpPr>
          <p:nvPr/>
        </p:nvSpPr>
        <p:spPr>
          <a:xfrm>
            <a:off x="9391892" y="5581466"/>
            <a:ext cx="284631" cy="183488"/>
          </a:xfrm>
          <a:custGeom>
            <a:avLst/>
            <a:gdLst/>
            <a:ahLst/>
            <a:cxnLst/>
            <a:rect l="0" t="0" r="0" b="0"/>
            <a:pathLst>
              <a:path w="284631" h="183488">
                <a:moveTo>
                  <a:pt x="0" y="183488"/>
                </a:moveTo>
                <a:lnTo>
                  <a:pt x="20331" y="180622"/>
                </a:lnTo>
                <a:lnTo>
                  <a:pt x="40662" y="176180"/>
                </a:lnTo>
                <a:lnTo>
                  <a:pt x="60992" y="170163"/>
                </a:lnTo>
                <a:lnTo>
                  <a:pt x="81323" y="162570"/>
                </a:lnTo>
                <a:lnTo>
                  <a:pt x="101654" y="153402"/>
                </a:lnTo>
                <a:lnTo>
                  <a:pt x="121985" y="142659"/>
                </a:lnTo>
                <a:lnTo>
                  <a:pt x="142315" y="130340"/>
                </a:lnTo>
                <a:lnTo>
                  <a:pt x="162646" y="116446"/>
                </a:lnTo>
                <a:lnTo>
                  <a:pt x="182977" y="100977"/>
                </a:lnTo>
                <a:lnTo>
                  <a:pt x="203308" y="83932"/>
                </a:lnTo>
                <a:lnTo>
                  <a:pt x="223639" y="65312"/>
                </a:lnTo>
                <a:lnTo>
                  <a:pt x="243969" y="45117"/>
                </a:lnTo>
                <a:lnTo>
                  <a:pt x="264300" y="23346"/>
                </a:lnTo>
                <a:lnTo>
                  <a:pt x="284631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34" name="knowledge-edge">
            <a:extLst>
              <a:ext uri="{FF2B5EF4-FFF2-40B4-BE49-F238E27FC236}">
                <a16:creationId xmlns:a16="http://schemas.microsoft.com/office/drawing/2014/main" id="{8E8FBB02-15E0-418F-ABA8-3092A8FE39E8}"/>
              </a:ext>
            </a:extLst>
          </p:cNvPr>
          <p:cNvSpPr>
            <a:spLocks noGrp="1"/>
          </p:cNvSpPr>
          <p:nvPr/>
        </p:nvSpPr>
        <p:spPr>
          <a:xfrm>
            <a:off x="9420086" y="5757251"/>
            <a:ext cx="511031" cy="205757"/>
          </a:xfrm>
          <a:custGeom>
            <a:avLst/>
            <a:gdLst/>
            <a:ahLst/>
            <a:cxnLst/>
            <a:rect l="0" t="0" r="0" b="0"/>
            <a:pathLst>
              <a:path w="511031" h="205757">
                <a:moveTo>
                  <a:pt x="0" y="205757"/>
                </a:moveTo>
                <a:lnTo>
                  <a:pt x="36502" y="188247"/>
                </a:lnTo>
                <a:lnTo>
                  <a:pt x="73004" y="171170"/>
                </a:lnTo>
                <a:lnTo>
                  <a:pt x="109507" y="154526"/>
                </a:lnTo>
                <a:lnTo>
                  <a:pt x="146009" y="138314"/>
                </a:lnTo>
                <a:lnTo>
                  <a:pt x="182511" y="122536"/>
                </a:lnTo>
                <a:lnTo>
                  <a:pt x="219013" y="107190"/>
                </a:lnTo>
                <a:lnTo>
                  <a:pt x="255515" y="92276"/>
                </a:lnTo>
                <a:lnTo>
                  <a:pt x="292018" y="77796"/>
                </a:lnTo>
                <a:lnTo>
                  <a:pt x="328520" y="63748"/>
                </a:lnTo>
                <a:lnTo>
                  <a:pt x="365022" y="50133"/>
                </a:lnTo>
                <a:lnTo>
                  <a:pt x="401524" y="36950"/>
                </a:lnTo>
                <a:lnTo>
                  <a:pt x="438026" y="24201"/>
                </a:lnTo>
                <a:lnTo>
                  <a:pt x="474529" y="11884"/>
                </a:lnTo>
                <a:lnTo>
                  <a:pt x="511031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35" name="knowledge-cross-edge">
            <a:extLst>
              <a:ext uri="{FF2B5EF4-FFF2-40B4-BE49-F238E27FC236}">
                <a16:creationId xmlns:a16="http://schemas.microsoft.com/office/drawing/2014/main" id="{A2D84E43-C895-439C-A90A-2CCF3C69ACFB}"/>
              </a:ext>
            </a:extLst>
          </p:cNvPr>
          <p:cNvSpPr>
            <a:spLocks noGrp="1"/>
          </p:cNvSpPr>
          <p:nvPr/>
        </p:nvSpPr>
        <p:spPr>
          <a:xfrm>
            <a:off x="9420086" y="5932431"/>
            <a:ext cx="464111" cy="30577"/>
          </a:xfrm>
          <a:custGeom>
            <a:avLst/>
            <a:gdLst/>
            <a:ahLst/>
            <a:cxnLst/>
            <a:rect l="0" t="0" r="0" b="0"/>
            <a:pathLst>
              <a:path w="464111" h="30577">
                <a:moveTo>
                  <a:pt x="0" y="30577"/>
                </a:moveTo>
                <a:lnTo>
                  <a:pt x="53228" y="24271"/>
                </a:lnTo>
                <a:lnTo>
                  <a:pt x="103810" y="18692"/>
                </a:lnTo>
                <a:lnTo>
                  <a:pt x="151746" y="13840"/>
                </a:lnTo>
                <a:lnTo>
                  <a:pt x="197037" y="9715"/>
                </a:lnTo>
                <a:lnTo>
                  <a:pt x="239682" y="6318"/>
                </a:lnTo>
                <a:lnTo>
                  <a:pt x="279680" y="3648"/>
                </a:lnTo>
                <a:lnTo>
                  <a:pt x="317033" y="1705"/>
                </a:lnTo>
                <a:lnTo>
                  <a:pt x="351741" y="489"/>
                </a:lnTo>
                <a:lnTo>
                  <a:pt x="383802" y="0"/>
                </a:lnTo>
                <a:lnTo>
                  <a:pt x="413217" y="239"/>
                </a:lnTo>
                <a:lnTo>
                  <a:pt x="439987" y="1204"/>
                </a:lnTo>
                <a:lnTo>
                  <a:pt x="464111" y="2897"/>
                </a:lnTo>
              </a:path>
            </a:pathLst>
          </a:custGeom>
          <a:noFill/>
          <a:ln w="5334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336" name="knowledge-edge">
            <a:extLst>
              <a:ext uri="{FF2B5EF4-FFF2-40B4-BE49-F238E27FC236}">
                <a16:creationId xmlns:a16="http://schemas.microsoft.com/office/drawing/2014/main" id="{858B80A8-62C3-4A3A-B0CD-A940FBDC8DA8}"/>
              </a:ext>
            </a:extLst>
          </p:cNvPr>
          <p:cNvSpPr>
            <a:spLocks noGrp="1"/>
          </p:cNvSpPr>
          <p:nvPr/>
        </p:nvSpPr>
        <p:spPr>
          <a:xfrm>
            <a:off x="9430177" y="5935328"/>
            <a:ext cx="454020" cy="137770"/>
          </a:xfrm>
          <a:custGeom>
            <a:avLst/>
            <a:gdLst/>
            <a:ahLst/>
            <a:cxnLst/>
            <a:rect l="0" t="0" r="0" b="0"/>
            <a:pathLst>
              <a:path w="454020" h="137770">
                <a:moveTo>
                  <a:pt x="0" y="137770"/>
                </a:moveTo>
                <a:lnTo>
                  <a:pt x="32430" y="134948"/>
                </a:lnTo>
                <a:lnTo>
                  <a:pt x="64860" y="131046"/>
                </a:lnTo>
                <a:lnTo>
                  <a:pt x="97290" y="126065"/>
                </a:lnTo>
                <a:lnTo>
                  <a:pt x="129720" y="120004"/>
                </a:lnTo>
                <a:lnTo>
                  <a:pt x="162150" y="112863"/>
                </a:lnTo>
                <a:lnTo>
                  <a:pt x="194580" y="104642"/>
                </a:lnTo>
                <a:lnTo>
                  <a:pt x="227010" y="95341"/>
                </a:lnTo>
                <a:lnTo>
                  <a:pt x="259440" y="84961"/>
                </a:lnTo>
                <a:lnTo>
                  <a:pt x="291870" y="73500"/>
                </a:lnTo>
                <a:lnTo>
                  <a:pt x="324300" y="60960"/>
                </a:lnTo>
                <a:lnTo>
                  <a:pt x="356730" y="47340"/>
                </a:lnTo>
                <a:lnTo>
                  <a:pt x="389160" y="32640"/>
                </a:lnTo>
                <a:lnTo>
                  <a:pt x="421590" y="16860"/>
                </a:lnTo>
                <a:lnTo>
                  <a:pt x="454020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37" name="knowledge-cross-edge">
            <a:extLst>
              <a:ext uri="{FF2B5EF4-FFF2-40B4-BE49-F238E27FC236}">
                <a16:creationId xmlns:a16="http://schemas.microsoft.com/office/drawing/2014/main" id="{F650D64F-7BDA-4449-A7C9-464E4556098E}"/>
              </a:ext>
            </a:extLst>
          </p:cNvPr>
          <p:cNvSpPr>
            <a:spLocks noGrp="1"/>
          </p:cNvSpPr>
          <p:nvPr/>
        </p:nvSpPr>
        <p:spPr>
          <a:xfrm>
            <a:off x="9430177" y="5757251"/>
            <a:ext cx="500940" cy="315847"/>
          </a:xfrm>
          <a:custGeom>
            <a:avLst/>
            <a:gdLst/>
            <a:ahLst/>
            <a:cxnLst/>
            <a:rect l="0" t="0" r="0" b="0"/>
            <a:pathLst>
              <a:path w="500940" h="315847">
                <a:moveTo>
                  <a:pt x="0" y="315847"/>
                </a:moveTo>
                <a:lnTo>
                  <a:pt x="27193" y="272633"/>
                </a:lnTo>
                <a:lnTo>
                  <a:pt x="57032" y="232491"/>
                </a:lnTo>
                <a:lnTo>
                  <a:pt x="89516" y="195420"/>
                </a:lnTo>
                <a:lnTo>
                  <a:pt x="124647" y="161421"/>
                </a:lnTo>
                <a:lnTo>
                  <a:pt x="162423" y="130493"/>
                </a:lnTo>
                <a:lnTo>
                  <a:pt x="202845" y="102637"/>
                </a:lnTo>
                <a:lnTo>
                  <a:pt x="245913" y="77852"/>
                </a:lnTo>
                <a:lnTo>
                  <a:pt x="291627" y="56139"/>
                </a:lnTo>
                <a:lnTo>
                  <a:pt x="339986" y="37497"/>
                </a:lnTo>
                <a:lnTo>
                  <a:pt x="390992" y="21927"/>
                </a:lnTo>
                <a:lnTo>
                  <a:pt x="444643" y="9428"/>
                </a:lnTo>
                <a:lnTo>
                  <a:pt x="500940" y="0"/>
                </a:lnTo>
              </a:path>
            </a:pathLst>
          </a:custGeom>
          <a:noFill/>
          <a:ln w="4953">
            <a:solidFill>
              <a:srgbClr val="FBBC05">
                <a:alpha val="12000"/>
              </a:srgbClr>
            </a:solidFill>
            <a:prstDash val="solid"/>
          </a:ln>
        </p:spPr>
      </p:sp>
      <p:sp>
        <p:nvSpPr>
          <p:cNvPr id="338" name="knowledge-edge">
            <a:extLst>
              <a:ext uri="{FF2B5EF4-FFF2-40B4-BE49-F238E27FC236}">
                <a16:creationId xmlns:a16="http://schemas.microsoft.com/office/drawing/2014/main" id="{EDF027B1-E3FB-48D3-860C-7CE4DC57149E}"/>
              </a:ext>
            </a:extLst>
          </p:cNvPr>
          <p:cNvSpPr>
            <a:spLocks noGrp="1"/>
          </p:cNvSpPr>
          <p:nvPr/>
        </p:nvSpPr>
        <p:spPr>
          <a:xfrm>
            <a:off x="9427724" y="6394745"/>
            <a:ext cx="335660" cy="104784"/>
          </a:xfrm>
          <a:custGeom>
            <a:avLst/>
            <a:gdLst/>
            <a:ahLst/>
            <a:cxnLst/>
            <a:rect l="0" t="0" r="0" b="0"/>
            <a:pathLst>
              <a:path w="335660" h="104784">
                <a:moveTo>
                  <a:pt x="0" y="94000"/>
                </a:moveTo>
                <a:lnTo>
                  <a:pt x="23976" y="99469"/>
                </a:lnTo>
                <a:lnTo>
                  <a:pt x="47951" y="103064"/>
                </a:lnTo>
                <a:lnTo>
                  <a:pt x="71927" y="104784"/>
                </a:lnTo>
                <a:lnTo>
                  <a:pt x="95903" y="104630"/>
                </a:lnTo>
                <a:lnTo>
                  <a:pt x="119878" y="102601"/>
                </a:lnTo>
                <a:lnTo>
                  <a:pt x="143854" y="98699"/>
                </a:lnTo>
                <a:lnTo>
                  <a:pt x="167830" y="92921"/>
                </a:lnTo>
                <a:lnTo>
                  <a:pt x="191806" y="85270"/>
                </a:lnTo>
                <a:lnTo>
                  <a:pt x="215781" y="75744"/>
                </a:lnTo>
                <a:lnTo>
                  <a:pt x="239757" y="64344"/>
                </a:lnTo>
                <a:lnTo>
                  <a:pt x="263733" y="51069"/>
                </a:lnTo>
                <a:lnTo>
                  <a:pt x="287708" y="35921"/>
                </a:lnTo>
                <a:lnTo>
                  <a:pt x="311684" y="18897"/>
                </a:lnTo>
                <a:lnTo>
                  <a:pt x="335660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39" name="knowledge-cross-edge">
            <a:extLst>
              <a:ext uri="{FF2B5EF4-FFF2-40B4-BE49-F238E27FC236}">
                <a16:creationId xmlns:a16="http://schemas.microsoft.com/office/drawing/2014/main" id="{6D6C929A-F2FD-4BBF-87E5-A4E465731EF4}"/>
              </a:ext>
            </a:extLst>
          </p:cNvPr>
          <p:cNvSpPr>
            <a:spLocks noGrp="1"/>
          </p:cNvSpPr>
          <p:nvPr/>
        </p:nvSpPr>
        <p:spPr>
          <a:xfrm>
            <a:off x="9427724" y="6487383"/>
            <a:ext cx="291296" cy="93900"/>
          </a:xfrm>
          <a:custGeom>
            <a:avLst/>
            <a:gdLst/>
            <a:ahLst/>
            <a:cxnLst/>
            <a:rect l="0" t="0" r="0" b="0"/>
            <a:pathLst>
              <a:path w="291296" h="93900">
                <a:moveTo>
                  <a:pt x="0" y="1362"/>
                </a:moveTo>
                <a:lnTo>
                  <a:pt x="38827" y="0"/>
                </a:lnTo>
                <a:lnTo>
                  <a:pt x="75008" y="288"/>
                </a:lnTo>
                <a:lnTo>
                  <a:pt x="108543" y="2225"/>
                </a:lnTo>
                <a:lnTo>
                  <a:pt x="139432" y="5813"/>
                </a:lnTo>
                <a:lnTo>
                  <a:pt x="167675" y="11049"/>
                </a:lnTo>
                <a:lnTo>
                  <a:pt x="193273" y="17936"/>
                </a:lnTo>
                <a:lnTo>
                  <a:pt x="216224" y="26472"/>
                </a:lnTo>
                <a:lnTo>
                  <a:pt x="236530" y="36658"/>
                </a:lnTo>
                <a:lnTo>
                  <a:pt x="254190" y="48494"/>
                </a:lnTo>
                <a:lnTo>
                  <a:pt x="269205" y="61980"/>
                </a:lnTo>
                <a:lnTo>
                  <a:pt x="281573" y="77115"/>
                </a:lnTo>
                <a:lnTo>
                  <a:pt x="291296" y="93900"/>
                </a:lnTo>
              </a:path>
            </a:pathLst>
          </a:custGeom>
          <a:noFill/>
          <a:ln w="5334">
            <a:solidFill>
              <a:srgbClr val="FBBC05">
                <a:alpha val="13000"/>
              </a:srgbClr>
            </a:solidFill>
            <a:prstDash val="solid"/>
          </a:ln>
        </p:spPr>
      </p:sp>
      <p:sp>
        <p:nvSpPr>
          <p:cNvPr id="340" name="knowledge-edge">
            <a:extLst>
              <a:ext uri="{FF2B5EF4-FFF2-40B4-BE49-F238E27FC236}">
                <a16:creationId xmlns:a16="http://schemas.microsoft.com/office/drawing/2014/main" id="{FE6B9105-B604-4CCB-9473-91233F8948C7}"/>
              </a:ext>
            </a:extLst>
          </p:cNvPr>
          <p:cNvSpPr>
            <a:spLocks noGrp="1"/>
          </p:cNvSpPr>
          <p:nvPr/>
        </p:nvSpPr>
        <p:spPr>
          <a:xfrm>
            <a:off x="9359653" y="6581283"/>
            <a:ext cx="359366" cy="179781"/>
          </a:xfrm>
          <a:custGeom>
            <a:avLst/>
            <a:gdLst/>
            <a:ahLst/>
            <a:cxnLst/>
            <a:rect l="0" t="0" r="0" b="0"/>
            <a:pathLst>
              <a:path w="359366" h="179781">
                <a:moveTo>
                  <a:pt x="0" y="179166"/>
                </a:moveTo>
                <a:lnTo>
                  <a:pt x="25669" y="179781"/>
                </a:lnTo>
                <a:lnTo>
                  <a:pt x="51338" y="178332"/>
                </a:lnTo>
                <a:lnTo>
                  <a:pt x="77007" y="174820"/>
                </a:lnTo>
                <a:lnTo>
                  <a:pt x="102676" y="169245"/>
                </a:lnTo>
                <a:lnTo>
                  <a:pt x="128345" y="161606"/>
                </a:lnTo>
                <a:lnTo>
                  <a:pt x="154014" y="151903"/>
                </a:lnTo>
                <a:lnTo>
                  <a:pt x="179683" y="140138"/>
                </a:lnTo>
                <a:lnTo>
                  <a:pt x="205352" y="126308"/>
                </a:lnTo>
                <a:lnTo>
                  <a:pt x="231021" y="110415"/>
                </a:lnTo>
                <a:lnTo>
                  <a:pt x="256690" y="92459"/>
                </a:lnTo>
                <a:lnTo>
                  <a:pt x="282359" y="72440"/>
                </a:lnTo>
                <a:lnTo>
                  <a:pt x="308028" y="50357"/>
                </a:lnTo>
                <a:lnTo>
                  <a:pt x="333697" y="26210"/>
                </a:lnTo>
                <a:lnTo>
                  <a:pt x="359366" y="0"/>
                </a:lnTo>
              </a:path>
            </a:pathLst>
          </a:custGeom>
          <a:noFill/>
          <a:ln w="6477">
            <a:solidFill>
              <a:srgbClr val="FBBC05">
                <a:alpha val="17000"/>
              </a:srgbClr>
            </a:solidFill>
            <a:prstDash val="solid"/>
          </a:ln>
        </p:spPr>
      </p:sp>
      <p:sp>
        <p:nvSpPr>
          <p:cNvPr id="341" name="knowledge-edge">
            <a:extLst>
              <a:ext uri="{FF2B5EF4-FFF2-40B4-BE49-F238E27FC236}">
                <a16:creationId xmlns:a16="http://schemas.microsoft.com/office/drawing/2014/main" id="{1E0C082F-4816-4DE8-8926-E3EC1379DCCA}"/>
              </a:ext>
            </a:extLst>
          </p:cNvPr>
          <p:cNvSpPr>
            <a:spLocks noGrp="1"/>
          </p:cNvSpPr>
          <p:nvPr/>
        </p:nvSpPr>
        <p:spPr>
          <a:xfrm>
            <a:off x="9919627" y="5191390"/>
            <a:ext cx="299134" cy="272183"/>
          </a:xfrm>
          <a:custGeom>
            <a:avLst/>
            <a:gdLst/>
            <a:ahLst/>
            <a:cxnLst/>
            <a:rect l="0" t="0" r="0" b="0"/>
            <a:pathLst>
              <a:path w="299134" h="272183">
                <a:moveTo>
                  <a:pt x="0" y="272183"/>
                </a:moveTo>
                <a:lnTo>
                  <a:pt x="21367" y="266170"/>
                </a:lnTo>
                <a:lnTo>
                  <a:pt x="42733" y="258092"/>
                </a:lnTo>
                <a:lnTo>
                  <a:pt x="64100" y="247947"/>
                </a:lnTo>
                <a:lnTo>
                  <a:pt x="85467" y="235737"/>
                </a:lnTo>
                <a:lnTo>
                  <a:pt x="106834" y="221460"/>
                </a:lnTo>
                <a:lnTo>
                  <a:pt x="128200" y="205118"/>
                </a:lnTo>
                <a:lnTo>
                  <a:pt x="149567" y="186709"/>
                </a:lnTo>
                <a:lnTo>
                  <a:pt x="170934" y="166234"/>
                </a:lnTo>
                <a:lnTo>
                  <a:pt x="192301" y="143694"/>
                </a:lnTo>
                <a:lnTo>
                  <a:pt x="213667" y="119087"/>
                </a:lnTo>
                <a:lnTo>
                  <a:pt x="235034" y="92414"/>
                </a:lnTo>
                <a:lnTo>
                  <a:pt x="256401" y="63676"/>
                </a:lnTo>
                <a:lnTo>
                  <a:pt x="277768" y="32871"/>
                </a:lnTo>
                <a:lnTo>
                  <a:pt x="299134" y="0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42" name="knowledge-cross-edge">
            <a:extLst>
              <a:ext uri="{FF2B5EF4-FFF2-40B4-BE49-F238E27FC236}">
                <a16:creationId xmlns:a16="http://schemas.microsoft.com/office/drawing/2014/main" id="{6ADFB70D-AFF6-4735-B283-0AFF8A6D3601}"/>
              </a:ext>
            </a:extLst>
          </p:cNvPr>
          <p:cNvSpPr>
            <a:spLocks noGrp="1"/>
          </p:cNvSpPr>
          <p:nvPr/>
        </p:nvSpPr>
        <p:spPr>
          <a:xfrm>
            <a:off x="9919627" y="5383000"/>
            <a:ext cx="313785" cy="82044"/>
          </a:xfrm>
          <a:custGeom>
            <a:avLst/>
            <a:gdLst/>
            <a:ahLst/>
            <a:cxnLst/>
            <a:rect l="0" t="0" r="0" b="0"/>
            <a:pathLst>
              <a:path w="313785" h="82044">
                <a:moveTo>
                  <a:pt x="0" y="80573"/>
                </a:moveTo>
                <a:lnTo>
                  <a:pt x="40701" y="82044"/>
                </a:lnTo>
                <a:lnTo>
                  <a:pt x="78756" y="82027"/>
                </a:lnTo>
                <a:lnTo>
                  <a:pt x="114165" y="80522"/>
                </a:lnTo>
                <a:lnTo>
                  <a:pt x="146928" y="77528"/>
                </a:lnTo>
                <a:lnTo>
                  <a:pt x="177046" y="73046"/>
                </a:lnTo>
                <a:lnTo>
                  <a:pt x="204518" y="67076"/>
                </a:lnTo>
                <a:lnTo>
                  <a:pt x="229343" y="59618"/>
                </a:lnTo>
                <a:lnTo>
                  <a:pt x="251523" y="50671"/>
                </a:lnTo>
                <a:lnTo>
                  <a:pt x="271058" y="40236"/>
                </a:lnTo>
                <a:lnTo>
                  <a:pt x="287946" y="28312"/>
                </a:lnTo>
                <a:lnTo>
                  <a:pt x="302188" y="14900"/>
                </a:lnTo>
                <a:lnTo>
                  <a:pt x="313785" y="0"/>
                </a:lnTo>
              </a:path>
            </a:pathLst>
          </a:custGeom>
          <a:noFill/>
          <a:ln w="5334">
            <a:solidFill>
              <a:srgbClr val="E2BA0F">
                <a:alpha val="13000"/>
              </a:srgbClr>
            </a:solidFill>
            <a:prstDash val="solid"/>
          </a:ln>
        </p:spPr>
      </p:sp>
      <p:sp>
        <p:nvSpPr>
          <p:cNvPr id="343" name="knowledge-edge">
            <a:extLst>
              <a:ext uri="{FF2B5EF4-FFF2-40B4-BE49-F238E27FC236}">
                <a16:creationId xmlns:a16="http://schemas.microsoft.com/office/drawing/2014/main" id="{505F4DCA-C8F1-4F36-9126-B60EDA9232EB}"/>
              </a:ext>
            </a:extLst>
          </p:cNvPr>
          <p:cNvSpPr>
            <a:spLocks noGrp="1"/>
          </p:cNvSpPr>
          <p:nvPr/>
        </p:nvSpPr>
        <p:spPr>
          <a:xfrm>
            <a:off x="9810492" y="5383000"/>
            <a:ext cx="422920" cy="144141"/>
          </a:xfrm>
          <a:custGeom>
            <a:avLst/>
            <a:gdLst/>
            <a:ahLst/>
            <a:cxnLst/>
            <a:rect l="0" t="0" r="0" b="0"/>
            <a:pathLst>
              <a:path w="422920" h="144141">
                <a:moveTo>
                  <a:pt x="0" y="144141"/>
                </a:moveTo>
                <a:lnTo>
                  <a:pt x="30209" y="131299"/>
                </a:lnTo>
                <a:lnTo>
                  <a:pt x="60417" y="118849"/>
                </a:lnTo>
                <a:lnTo>
                  <a:pt x="90626" y="106791"/>
                </a:lnTo>
                <a:lnTo>
                  <a:pt x="120834" y="95124"/>
                </a:lnTo>
                <a:lnTo>
                  <a:pt x="151043" y="83849"/>
                </a:lnTo>
                <a:lnTo>
                  <a:pt x="181251" y="72966"/>
                </a:lnTo>
                <a:lnTo>
                  <a:pt x="211460" y="62474"/>
                </a:lnTo>
                <a:lnTo>
                  <a:pt x="241669" y="52375"/>
                </a:lnTo>
                <a:lnTo>
                  <a:pt x="271877" y="42666"/>
                </a:lnTo>
                <a:lnTo>
                  <a:pt x="302086" y="33350"/>
                </a:lnTo>
                <a:lnTo>
                  <a:pt x="332294" y="24425"/>
                </a:lnTo>
                <a:lnTo>
                  <a:pt x="362503" y="15891"/>
                </a:lnTo>
                <a:lnTo>
                  <a:pt x="392711" y="7750"/>
                </a:lnTo>
                <a:lnTo>
                  <a:pt x="422920" y="0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44" name="knowledge-edge">
            <a:extLst>
              <a:ext uri="{FF2B5EF4-FFF2-40B4-BE49-F238E27FC236}">
                <a16:creationId xmlns:a16="http://schemas.microsoft.com/office/drawing/2014/main" id="{694559FF-C822-46E3-A132-0D28CB6682CD}"/>
              </a:ext>
            </a:extLst>
          </p:cNvPr>
          <p:cNvSpPr>
            <a:spLocks noGrp="1"/>
          </p:cNvSpPr>
          <p:nvPr/>
        </p:nvSpPr>
        <p:spPr>
          <a:xfrm>
            <a:off x="9676523" y="5329948"/>
            <a:ext cx="546056" cy="251518"/>
          </a:xfrm>
          <a:custGeom>
            <a:avLst/>
            <a:gdLst/>
            <a:ahLst/>
            <a:cxnLst/>
            <a:rect l="0" t="0" r="0" b="0"/>
            <a:pathLst>
              <a:path w="546056" h="251518">
                <a:moveTo>
                  <a:pt x="0" y="251518"/>
                </a:moveTo>
                <a:lnTo>
                  <a:pt x="39004" y="244763"/>
                </a:lnTo>
                <a:lnTo>
                  <a:pt x="78008" y="236284"/>
                </a:lnTo>
                <a:lnTo>
                  <a:pt x="117012" y="226080"/>
                </a:lnTo>
                <a:lnTo>
                  <a:pt x="156016" y="214151"/>
                </a:lnTo>
                <a:lnTo>
                  <a:pt x="195020" y="200497"/>
                </a:lnTo>
                <a:lnTo>
                  <a:pt x="234024" y="185119"/>
                </a:lnTo>
                <a:lnTo>
                  <a:pt x="273028" y="168016"/>
                </a:lnTo>
                <a:lnTo>
                  <a:pt x="312032" y="149188"/>
                </a:lnTo>
                <a:lnTo>
                  <a:pt x="351036" y="128635"/>
                </a:lnTo>
                <a:lnTo>
                  <a:pt x="390040" y="106358"/>
                </a:lnTo>
                <a:lnTo>
                  <a:pt x="429044" y="82355"/>
                </a:lnTo>
                <a:lnTo>
                  <a:pt x="468048" y="56628"/>
                </a:lnTo>
                <a:lnTo>
                  <a:pt x="507052" y="29177"/>
                </a:lnTo>
                <a:lnTo>
                  <a:pt x="546056" y="0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45" name="knowledge-cross-edge">
            <a:extLst>
              <a:ext uri="{FF2B5EF4-FFF2-40B4-BE49-F238E27FC236}">
                <a16:creationId xmlns:a16="http://schemas.microsoft.com/office/drawing/2014/main" id="{845CF3A5-04C6-44BE-96A5-7EDE479DB2A0}"/>
              </a:ext>
            </a:extLst>
          </p:cNvPr>
          <p:cNvSpPr>
            <a:spLocks noGrp="1"/>
          </p:cNvSpPr>
          <p:nvPr/>
        </p:nvSpPr>
        <p:spPr>
          <a:xfrm>
            <a:off x="9676523" y="5581466"/>
            <a:ext cx="373144" cy="123509"/>
          </a:xfrm>
          <a:custGeom>
            <a:avLst/>
            <a:gdLst/>
            <a:ahLst/>
            <a:cxnLst/>
            <a:rect l="0" t="0" r="0" b="0"/>
            <a:pathLst>
              <a:path w="373144" h="123509">
                <a:moveTo>
                  <a:pt x="0" y="0"/>
                </a:moveTo>
                <a:lnTo>
                  <a:pt x="45647" y="14606"/>
                </a:lnTo>
                <a:lnTo>
                  <a:pt x="88649" y="28428"/>
                </a:lnTo>
                <a:lnTo>
                  <a:pt x="129005" y="41465"/>
                </a:lnTo>
                <a:lnTo>
                  <a:pt x="166715" y="53718"/>
                </a:lnTo>
                <a:lnTo>
                  <a:pt x="201779" y="65187"/>
                </a:lnTo>
                <a:lnTo>
                  <a:pt x="234197" y="75872"/>
                </a:lnTo>
                <a:lnTo>
                  <a:pt x="263970" y="85772"/>
                </a:lnTo>
                <a:lnTo>
                  <a:pt x="291096" y="94888"/>
                </a:lnTo>
                <a:lnTo>
                  <a:pt x="315577" y="103220"/>
                </a:lnTo>
                <a:lnTo>
                  <a:pt x="337412" y="110767"/>
                </a:lnTo>
                <a:lnTo>
                  <a:pt x="356601" y="117531"/>
                </a:lnTo>
                <a:lnTo>
                  <a:pt x="373144" y="123509"/>
                </a:lnTo>
              </a:path>
            </a:pathLst>
          </a:custGeom>
          <a:noFill/>
          <a:ln w="5334">
            <a:solidFill>
              <a:srgbClr val="E2BA0F">
                <a:alpha val="13000"/>
              </a:srgbClr>
            </a:solidFill>
            <a:prstDash val="solid"/>
          </a:ln>
        </p:spPr>
      </p:sp>
      <p:sp>
        <p:nvSpPr>
          <p:cNvPr id="346" name="knowledge-edge">
            <a:extLst>
              <a:ext uri="{FF2B5EF4-FFF2-40B4-BE49-F238E27FC236}">
                <a16:creationId xmlns:a16="http://schemas.microsoft.com/office/drawing/2014/main" id="{865B7031-DB1A-4FC7-B317-A92593741991}"/>
              </a:ext>
            </a:extLst>
          </p:cNvPr>
          <p:cNvSpPr>
            <a:spLocks noGrp="1"/>
          </p:cNvSpPr>
          <p:nvPr/>
        </p:nvSpPr>
        <p:spPr>
          <a:xfrm>
            <a:off x="9931117" y="5689630"/>
            <a:ext cx="118550" cy="67621"/>
          </a:xfrm>
          <a:custGeom>
            <a:avLst/>
            <a:gdLst/>
            <a:ahLst/>
            <a:cxnLst/>
            <a:rect l="0" t="0" r="0" b="0"/>
            <a:pathLst>
              <a:path w="118550" h="67621">
                <a:moveTo>
                  <a:pt x="0" y="67621"/>
                </a:moveTo>
                <a:lnTo>
                  <a:pt x="8468" y="54060"/>
                </a:lnTo>
                <a:lnTo>
                  <a:pt x="16936" y="42011"/>
                </a:lnTo>
                <a:lnTo>
                  <a:pt x="25404" y="31474"/>
                </a:lnTo>
                <a:lnTo>
                  <a:pt x="33872" y="22449"/>
                </a:lnTo>
                <a:lnTo>
                  <a:pt x="42339" y="14936"/>
                </a:lnTo>
                <a:lnTo>
                  <a:pt x="50807" y="8934"/>
                </a:lnTo>
                <a:lnTo>
                  <a:pt x="59275" y="4444"/>
                </a:lnTo>
                <a:lnTo>
                  <a:pt x="67743" y="1466"/>
                </a:lnTo>
                <a:lnTo>
                  <a:pt x="76211" y="0"/>
                </a:lnTo>
                <a:lnTo>
                  <a:pt x="84679" y="45"/>
                </a:lnTo>
                <a:lnTo>
                  <a:pt x="93147" y="1603"/>
                </a:lnTo>
                <a:lnTo>
                  <a:pt x="101615" y="4672"/>
                </a:lnTo>
                <a:lnTo>
                  <a:pt x="110082" y="9252"/>
                </a:lnTo>
                <a:lnTo>
                  <a:pt x="118550" y="15345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47" name="knowledge-cross-edge">
            <a:extLst>
              <a:ext uri="{FF2B5EF4-FFF2-40B4-BE49-F238E27FC236}">
                <a16:creationId xmlns:a16="http://schemas.microsoft.com/office/drawing/2014/main" id="{C233AA15-2AD6-4F56-9841-1AF4AD43F236}"/>
              </a:ext>
            </a:extLst>
          </p:cNvPr>
          <p:cNvSpPr>
            <a:spLocks noGrp="1"/>
          </p:cNvSpPr>
          <p:nvPr/>
        </p:nvSpPr>
        <p:spPr>
          <a:xfrm>
            <a:off x="9931117" y="5747961"/>
            <a:ext cx="378927" cy="118312"/>
          </a:xfrm>
          <a:custGeom>
            <a:avLst/>
            <a:gdLst/>
            <a:ahLst/>
            <a:cxnLst/>
            <a:rect l="0" t="0" r="0" b="0"/>
            <a:pathLst>
              <a:path w="378927" h="118312">
                <a:moveTo>
                  <a:pt x="0" y="9290"/>
                </a:moveTo>
                <a:lnTo>
                  <a:pt x="46129" y="3486"/>
                </a:lnTo>
                <a:lnTo>
                  <a:pt x="89613" y="390"/>
                </a:lnTo>
                <a:lnTo>
                  <a:pt x="130451" y="0"/>
                </a:lnTo>
                <a:lnTo>
                  <a:pt x="168642" y="2318"/>
                </a:lnTo>
                <a:lnTo>
                  <a:pt x="204188" y="7342"/>
                </a:lnTo>
                <a:lnTo>
                  <a:pt x="237089" y="15074"/>
                </a:lnTo>
                <a:lnTo>
                  <a:pt x="267343" y="25513"/>
                </a:lnTo>
                <a:lnTo>
                  <a:pt x="294951" y="38658"/>
                </a:lnTo>
                <a:lnTo>
                  <a:pt x="319914" y="54511"/>
                </a:lnTo>
                <a:lnTo>
                  <a:pt x="342231" y="73071"/>
                </a:lnTo>
                <a:lnTo>
                  <a:pt x="361902" y="94338"/>
                </a:lnTo>
                <a:lnTo>
                  <a:pt x="378927" y="118312"/>
                </a:lnTo>
              </a:path>
            </a:pathLst>
          </a:custGeom>
          <a:noFill/>
          <a:ln w="5334">
            <a:solidFill>
              <a:srgbClr val="E2BA0F">
                <a:alpha val="13000"/>
              </a:srgbClr>
            </a:solidFill>
            <a:prstDash val="solid"/>
          </a:ln>
        </p:spPr>
      </p:sp>
      <p:sp>
        <p:nvSpPr>
          <p:cNvPr id="348" name="knowledge-cross-edge">
            <a:extLst>
              <a:ext uri="{FF2B5EF4-FFF2-40B4-BE49-F238E27FC236}">
                <a16:creationId xmlns:a16="http://schemas.microsoft.com/office/drawing/2014/main" id="{AC0A4C47-3E7D-4D13-8A0C-3E6CEB1723AF}"/>
              </a:ext>
            </a:extLst>
          </p:cNvPr>
          <p:cNvSpPr>
            <a:spLocks noGrp="1"/>
          </p:cNvSpPr>
          <p:nvPr/>
        </p:nvSpPr>
        <p:spPr>
          <a:xfrm>
            <a:off x="9931117" y="5325276"/>
            <a:ext cx="291462" cy="431975"/>
          </a:xfrm>
          <a:custGeom>
            <a:avLst/>
            <a:gdLst/>
            <a:ahLst/>
            <a:cxnLst/>
            <a:rect l="0" t="0" r="0" b="0"/>
            <a:pathLst>
              <a:path w="291462" h="431975">
                <a:moveTo>
                  <a:pt x="0" y="431975"/>
                </a:moveTo>
                <a:lnTo>
                  <a:pt x="9736" y="356086"/>
                </a:lnTo>
                <a:lnTo>
                  <a:pt x="22119" y="287520"/>
                </a:lnTo>
                <a:lnTo>
                  <a:pt x="37147" y="226279"/>
                </a:lnTo>
                <a:lnTo>
                  <a:pt x="54821" y="172361"/>
                </a:lnTo>
                <a:lnTo>
                  <a:pt x="75140" y="125767"/>
                </a:lnTo>
                <a:lnTo>
                  <a:pt x="98106" y="86497"/>
                </a:lnTo>
                <a:lnTo>
                  <a:pt x="123717" y="54550"/>
                </a:lnTo>
                <a:lnTo>
                  <a:pt x="151974" y="29927"/>
                </a:lnTo>
                <a:lnTo>
                  <a:pt x="182877" y="12628"/>
                </a:lnTo>
                <a:lnTo>
                  <a:pt x="216426" y="2652"/>
                </a:lnTo>
                <a:lnTo>
                  <a:pt x="252621" y="0"/>
                </a:lnTo>
                <a:lnTo>
                  <a:pt x="291462" y="4672"/>
                </a:lnTo>
              </a:path>
            </a:pathLst>
          </a:custGeom>
          <a:noFill/>
          <a:ln w="4953">
            <a:solidFill>
              <a:srgbClr val="E2BA0F">
                <a:alpha val="12000"/>
              </a:srgbClr>
            </a:solidFill>
            <a:prstDash val="solid"/>
          </a:ln>
        </p:spPr>
      </p:sp>
      <p:sp>
        <p:nvSpPr>
          <p:cNvPr id="349" name="knowledge-edge">
            <a:extLst>
              <a:ext uri="{FF2B5EF4-FFF2-40B4-BE49-F238E27FC236}">
                <a16:creationId xmlns:a16="http://schemas.microsoft.com/office/drawing/2014/main" id="{3D3E847C-2B13-4DA6-8A3D-7E7476174422}"/>
              </a:ext>
            </a:extLst>
          </p:cNvPr>
          <p:cNvSpPr>
            <a:spLocks noGrp="1"/>
          </p:cNvSpPr>
          <p:nvPr/>
        </p:nvSpPr>
        <p:spPr>
          <a:xfrm>
            <a:off x="9884197" y="5836427"/>
            <a:ext cx="425847" cy="98901"/>
          </a:xfrm>
          <a:custGeom>
            <a:avLst/>
            <a:gdLst/>
            <a:ahLst/>
            <a:cxnLst/>
            <a:rect l="0" t="0" r="0" b="0"/>
            <a:pathLst>
              <a:path w="425847" h="98901">
                <a:moveTo>
                  <a:pt x="0" y="98901"/>
                </a:moveTo>
                <a:lnTo>
                  <a:pt x="30418" y="78221"/>
                </a:lnTo>
                <a:lnTo>
                  <a:pt x="60835" y="59965"/>
                </a:lnTo>
                <a:lnTo>
                  <a:pt x="91253" y="44130"/>
                </a:lnTo>
                <a:lnTo>
                  <a:pt x="121671" y="30719"/>
                </a:lnTo>
                <a:lnTo>
                  <a:pt x="152088" y="19730"/>
                </a:lnTo>
                <a:lnTo>
                  <a:pt x="182506" y="11164"/>
                </a:lnTo>
                <a:lnTo>
                  <a:pt x="212924" y="5020"/>
                </a:lnTo>
                <a:lnTo>
                  <a:pt x="243341" y="1299"/>
                </a:lnTo>
                <a:lnTo>
                  <a:pt x="273759" y="0"/>
                </a:lnTo>
                <a:lnTo>
                  <a:pt x="304177" y="1124"/>
                </a:lnTo>
                <a:lnTo>
                  <a:pt x="334594" y="4671"/>
                </a:lnTo>
                <a:lnTo>
                  <a:pt x="365012" y="10640"/>
                </a:lnTo>
                <a:lnTo>
                  <a:pt x="395429" y="19032"/>
                </a:lnTo>
                <a:lnTo>
                  <a:pt x="425847" y="29846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50" name="knowledge-cross-edge">
            <a:extLst>
              <a:ext uri="{FF2B5EF4-FFF2-40B4-BE49-F238E27FC236}">
                <a16:creationId xmlns:a16="http://schemas.microsoft.com/office/drawing/2014/main" id="{745DAE22-6D45-4824-BC85-174E122D5AF3}"/>
              </a:ext>
            </a:extLst>
          </p:cNvPr>
          <p:cNvSpPr>
            <a:spLocks noGrp="1"/>
          </p:cNvSpPr>
          <p:nvPr/>
        </p:nvSpPr>
        <p:spPr>
          <a:xfrm>
            <a:off x="9884197" y="5917240"/>
            <a:ext cx="378342" cy="274079"/>
          </a:xfrm>
          <a:custGeom>
            <a:avLst/>
            <a:gdLst/>
            <a:ahLst/>
            <a:cxnLst/>
            <a:rect l="0" t="0" r="0" b="0"/>
            <a:pathLst>
              <a:path w="378342" h="274079">
                <a:moveTo>
                  <a:pt x="0" y="18088"/>
                </a:moveTo>
                <a:lnTo>
                  <a:pt x="46081" y="6006"/>
                </a:lnTo>
                <a:lnTo>
                  <a:pt x="89515" y="0"/>
                </a:lnTo>
                <a:lnTo>
                  <a:pt x="130304" y="69"/>
                </a:lnTo>
                <a:lnTo>
                  <a:pt x="168447" y="6213"/>
                </a:lnTo>
                <a:lnTo>
                  <a:pt x="203945" y="18433"/>
                </a:lnTo>
                <a:lnTo>
                  <a:pt x="236796" y="36728"/>
                </a:lnTo>
                <a:lnTo>
                  <a:pt x="267002" y="61098"/>
                </a:lnTo>
                <a:lnTo>
                  <a:pt x="294562" y="91544"/>
                </a:lnTo>
                <a:lnTo>
                  <a:pt x="319476" y="128065"/>
                </a:lnTo>
                <a:lnTo>
                  <a:pt x="341744" y="170661"/>
                </a:lnTo>
                <a:lnTo>
                  <a:pt x="361366" y="219332"/>
                </a:lnTo>
                <a:lnTo>
                  <a:pt x="378342" y="274079"/>
                </a:lnTo>
              </a:path>
            </a:pathLst>
          </a:custGeom>
          <a:noFill/>
          <a:ln w="5334">
            <a:solidFill>
              <a:srgbClr val="E2BA0F">
                <a:alpha val="13000"/>
              </a:srgbClr>
            </a:solidFill>
            <a:prstDash val="solid"/>
          </a:ln>
        </p:spPr>
      </p:sp>
      <p:sp>
        <p:nvSpPr>
          <p:cNvPr id="351" name="knowledge-edge">
            <a:extLst>
              <a:ext uri="{FF2B5EF4-FFF2-40B4-BE49-F238E27FC236}">
                <a16:creationId xmlns:a16="http://schemas.microsoft.com/office/drawing/2014/main" id="{81189BA5-6E1A-4E8C-8AE4-4B54E48FCA91}"/>
              </a:ext>
            </a:extLst>
          </p:cNvPr>
          <p:cNvSpPr>
            <a:spLocks noGrp="1"/>
          </p:cNvSpPr>
          <p:nvPr/>
        </p:nvSpPr>
        <p:spPr>
          <a:xfrm>
            <a:off x="9763383" y="6189327"/>
            <a:ext cx="499156" cy="205418"/>
          </a:xfrm>
          <a:custGeom>
            <a:avLst/>
            <a:gdLst/>
            <a:ahLst/>
            <a:cxnLst/>
            <a:rect l="0" t="0" r="0" b="0"/>
            <a:pathLst>
              <a:path w="499156" h="205418">
                <a:moveTo>
                  <a:pt x="0" y="205418"/>
                </a:moveTo>
                <a:lnTo>
                  <a:pt x="35654" y="174365"/>
                </a:lnTo>
                <a:lnTo>
                  <a:pt x="71308" y="145854"/>
                </a:lnTo>
                <a:lnTo>
                  <a:pt x="106962" y="119885"/>
                </a:lnTo>
                <a:lnTo>
                  <a:pt x="142616" y="96458"/>
                </a:lnTo>
                <a:lnTo>
                  <a:pt x="178270" y="75573"/>
                </a:lnTo>
                <a:lnTo>
                  <a:pt x="213924" y="57229"/>
                </a:lnTo>
                <a:lnTo>
                  <a:pt x="249578" y="41428"/>
                </a:lnTo>
                <a:lnTo>
                  <a:pt x="285232" y="28169"/>
                </a:lnTo>
                <a:lnTo>
                  <a:pt x="320886" y="17451"/>
                </a:lnTo>
                <a:lnTo>
                  <a:pt x="356540" y="9275"/>
                </a:lnTo>
                <a:lnTo>
                  <a:pt x="392194" y="3642"/>
                </a:lnTo>
                <a:lnTo>
                  <a:pt x="427848" y="550"/>
                </a:lnTo>
                <a:lnTo>
                  <a:pt x="463502" y="0"/>
                </a:lnTo>
                <a:lnTo>
                  <a:pt x="499156" y="1992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52" name="knowledge-cross-edge">
            <a:extLst>
              <a:ext uri="{FF2B5EF4-FFF2-40B4-BE49-F238E27FC236}">
                <a16:creationId xmlns:a16="http://schemas.microsoft.com/office/drawing/2014/main" id="{3C90E777-325A-4BDE-AF9A-17FD47409581}"/>
              </a:ext>
            </a:extLst>
          </p:cNvPr>
          <p:cNvSpPr>
            <a:spLocks noGrp="1"/>
          </p:cNvSpPr>
          <p:nvPr/>
        </p:nvSpPr>
        <p:spPr>
          <a:xfrm>
            <a:off x="9763383" y="5865054"/>
            <a:ext cx="546661" cy="529691"/>
          </a:xfrm>
          <a:custGeom>
            <a:avLst/>
            <a:gdLst/>
            <a:ahLst/>
            <a:cxnLst/>
            <a:rect l="0" t="0" r="0" b="0"/>
            <a:pathLst>
              <a:path w="546661" h="529691">
                <a:moveTo>
                  <a:pt x="0" y="529691"/>
                </a:moveTo>
                <a:lnTo>
                  <a:pt x="31003" y="440393"/>
                </a:lnTo>
                <a:lnTo>
                  <a:pt x="64652" y="359323"/>
                </a:lnTo>
                <a:lnTo>
                  <a:pt x="100946" y="286483"/>
                </a:lnTo>
                <a:lnTo>
                  <a:pt x="139887" y="221872"/>
                </a:lnTo>
                <a:lnTo>
                  <a:pt x="181473" y="165489"/>
                </a:lnTo>
                <a:lnTo>
                  <a:pt x="225705" y="117335"/>
                </a:lnTo>
                <a:lnTo>
                  <a:pt x="272583" y="77410"/>
                </a:lnTo>
                <a:lnTo>
                  <a:pt x="322107" y="45714"/>
                </a:lnTo>
                <a:lnTo>
                  <a:pt x="374277" y="22247"/>
                </a:lnTo>
                <a:lnTo>
                  <a:pt x="429092" y="7009"/>
                </a:lnTo>
                <a:lnTo>
                  <a:pt x="486554" y="0"/>
                </a:lnTo>
                <a:lnTo>
                  <a:pt x="546661" y="1220"/>
                </a:lnTo>
              </a:path>
            </a:pathLst>
          </a:custGeom>
          <a:noFill/>
          <a:ln w="4953">
            <a:solidFill>
              <a:srgbClr val="E2BA0F">
                <a:alpha val="12000"/>
              </a:srgbClr>
            </a:solidFill>
            <a:prstDash val="solid"/>
          </a:ln>
        </p:spPr>
      </p:sp>
      <p:sp>
        <p:nvSpPr>
          <p:cNvPr id="353" name="knowledge-edge">
            <a:extLst>
              <a:ext uri="{FF2B5EF4-FFF2-40B4-BE49-F238E27FC236}">
                <a16:creationId xmlns:a16="http://schemas.microsoft.com/office/drawing/2014/main" id="{6072FCE6-A8FA-4C45-B8D2-0D23ED3A358A}"/>
              </a:ext>
            </a:extLst>
          </p:cNvPr>
          <p:cNvSpPr>
            <a:spLocks noGrp="1"/>
          </p:cNvSpPr>
          <p:nvPr/>
        </p:nvSpPr>
        <p:spPr>
          <a:xfrm>
            <a:off x="9719019" y="6537020"/>
            <a:ext cx="428129" cy="83732"/>
          </a:xfrm>
          <a:custGeom>
            <a:avLst/>
            <a:gdLst/>
            <a:ahLst/>
            <a:cxnLst/>
            <a:rect l="0" t="0" r="0" b="0"/>
            <a:pathLst>
              <a:path w="428129" h="83732">
                <a:moveTo>
                  <a:pt x="0" y="44263"/>
                </a:moveTo>
                <a:lnTo>
                  <a:pt x="30581" y="56928"/>
                </a:lnTo>
                <a:lnTo>
                  <a:pt x="61161" y="67159"/>
                </a:lnTo>
                <a:lnTo>
                  <a:pt x="91742" y="74955"/>
                </a:lnTo>
                <a:lnTo>
                  <a:pt x="122323" y="80316"/>
                </a:lnTo>
                <a:lnTo>
                  <a:pt x="152903" y="83241"/>
                </a:lnTo>
                <a:lnTo>
                  <a:pt x="183484" y="83732"/>
                </a:lnTo>
                <a:lnTo>
                  <a:pt x="214064" y="81788"/>
                </a:lnTo>
                <a:lnTo>
                  <a:pt x="244645" y="77409"/>
                </a:lnTo>
                <a:lnTo>
                  <a:pt x="275226" y="70595"/>
                </a:lnTo>
                <a:lnTo>
                  <a:pt x="305806" y="61346"/>
                </a:lnTo>
                <a:lnTo>
                  <a:pt x="336387" y="49662"/>
                </a:lnTo>
                <a:lnTo>
                  <a:pt x="366968" y="35543"/>
                </a:lnTo>
                <a:lnTo>
                  <a:pt x="397548" y="18989"/>
                </a:lnTo>
                <a:lnTo>
                  <a:pt x="428129" y="0"/>
                </a:lnTo>
              </a:path>
            </a:pathLst>
          </a:custGeom>
          <a:noFill/>
          <a:ln w="6477">
            <a:solidFill>
              <a:srgbClr val="E2BA0F">
                <a:alpha val="17000"/>
              </a:srgbClr>
            </a:solidFill>
            <a:prstDash val="solid"/>
          </a:ln>
        </p:spPr>
      </p:sp>
      <p:sp>
        <p:nvSpPr>
          <p:cNvPr id="354" name="knowledge-edge">
            <a:extLst>
              <a:ext uri="{FF2B5EF4-FFF2-40B4-BE49-F238E27FC236}">
                <a16:creationId xmlns:a16="http://schemas.microsoft.com/office/drawing/2014/main" id="{CE3F2AA0-B63F-44C2-966A-C095AB637ACB}"/>
              </a:ext>
            </a:extLst>
          </p:cNvPr>
          <p:cNvSpPr>
            <a:spLocks noGrp="1"/>
          </p:cNvSpPr>
          <p:nvPr/>
        </p:nvSpPr>
        <p:spPr>
          <a:xfrm>
            <a:off x="10218761" y="5014393"/>
            <a:ext cx="399272" cy="183846"/>
          </a:xfrm>
          <a:custGeom>
            <a:avLst/>
            <a:gdLst/>
            <a:ahLst/>
            <a:cxnLst/>
            <a:rect l="0" t="0" r="0" b="0"/>
            <a:pathLst>
              <a:path w="399272" h="183846">
                <a:moveTo>
                  <a:pt x="0" y="176997"/>
                </a:moveTo>
                <a:lnTo>
                  <a:pt x="28519" y="181760"/>
                </a:lnTo>
                <a:lnTo>
                  <a:pt x="57039" y="183846"/>
                </a:lnTo>
                <a:lnTo>
                  <a:pt x="85558" y="183254"/>
                </a:lnTo>
                <a:lnTo>
                  <a:pt x="114078" y="179984"/>
                </a:lnTo>
                <a:lnTo>
                  <a:pt x="142597" y="174036"/>
                </a:lnTo>
                <a:lnTo>
                  <a:pt x="171116" y="165410"/>
                </a:lnTo>
                <a:lnTo>
                  <a:pt x="199636" y="154106"/>
                </a:lnTo>
                <a:lnTo>
                  <a:pt x="228155" y="140125"/>
                </a:lnTo>
                <a:lnTo>
                  <a:pt x="256675" y="123465"/>
                </a:lnTo>
                <a:lnTo>
                  <a:pt x="285194" y="104128"/>
                </a:lnTo>
                <a:lnTo>
                  <a:pt x="313713" y="82113"/>
                </a:lnTo>
                <a:lnTo>
                  <a:pt x="342233" y="57420"/>
                </a:lnTo>
                <a:lnTo>
                  <a:pt x="370752" y="30049"/>
                </a:lnTo>
                <a:lnTo>
                  <a:pt x="399272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55" name="knowledge-cross-edge">
            <a:extLst>
              <a:ext uri="{FF2B5EF4-FFF2-40B4-BE49-F238E27FC236}">
                <a16:creationId xmlns:a16="http://schemas.microsoft.com/office/drawing/2014/main" id="{099BFD64-1F28-4465-9C97-15E0C5EFAB8B}"/>
              </a:ext>
            </a:extLst>
          </p:cNvPr>
          <p:cNvSpPr>
            <a:spLocks noGrp="1"/>
          </p:cNvSpPr>
          <p:nvPr/>
        </p:nvSpPr>
        <p:spPr>
          <a:xfrm>
            <a:off x="10218761" y="5033756"/>
            <a:ext cx="286905" cy="157634"/>
          </a:xfrm>
          <a:custGeom>
            <a:avLst/>
            <a:gdLst/>
            <a:ahLst/>
            <a:cxnLst/>
            <a:rect l="0" t="0" r="0" b="0"/>
            <a:pathLst>
              <a:path w="286905" h="157634">
                <a:moveTo>
                  <a:pt x="0" y="157634"/>
                </a:moveTo>
                <a:lnTo>
                  <a:pt x="38461" y="136773"/>
                </a:lnTo>
                <a:lnTo>
                  <a:pt x="74276" y="117317"/>
                </a:lnTo>
                <a:lnTo>
                  <a:pt x="107445" y="99265"/>
                </a:lnTo>
                <a:lnTo>
                  <a:pt x="137968" y="82618"/>
                </a:lnTo>
                <a:lnTo>
                  <a:pt x="165846" y="67375"/>
                </a:lnTo>
                <a:lnTo>
                  <a:pt x="191078" y="53536"/>
                </a:lnTo>
                <a:lnTo>
                  <a:pt x="213664" y="41102"/>
                </a:lnTo>
                <a:lnTo>
                  <a:pt x="233604" y="30073"/>
                </a:lnTo>
                <a:lnTo>
                  <a:pt x="250898" y="20448"/>
                </a:lnTo>
                <a:lnTo>
                  <a:pt x="265546" y="12228"/>
                </a:lnTo>
                <a:lnTo>
                  <a:pt x="277549" y="5412"/>
                </a:lnTo>
                <a:lnTo>
                  <a:pt x="286905" y="0"/>
                </a:lnTo>
              </a:path>
            </a:pathLst>
          </a:custGeom>
          <a:noFill/>
          <a:ln w="5334">
            <a:solidFill>
              <a:srgbClr val="C9B719">
                <a:alpha val="13000"/>
              </a:srgbClr>
            </a:solidFill>
            <a:prstDash val="solid"/>
          </a:ln>
        </p:spPr>
      </p:sp>
      <p:sp>
        <p:nvSpPr>
          <p:cNvPr id="356" name="knowledge-long-edge">
            <a:extLst>
              <a:ext uri="{FF2B5EF4-FFF2-40B4-BE49-F238E27FC236}">
                <a16:creationId xmlns:a16="http://schemas.microsoft.com/office/drawing/2014/main" id="{B76EF72C-F0AB-474A-B849-DD4913CAF58D}"/>
              </a:ext>
            </a:extLst>
          </p:cNvPr>
          <p:cNvSpPr>
            <a:spLocks noGrp="1"/>
          </p:cNvSpPr>
          <p:nvPr/>
        </p:nvSpPr>
        <p:spPr>
          <a:xfrm>
            <a:off x="10218761" y="4653638"/>
            <a:ext cx="804426" cy="537751"/>
          </a:xfrm>
          <a:custGeom>
            <a:avLst/>
            <a:gdLst/>
            <a:ahLst/>
            <a:cxnLst/>
            <a:rect l="0" t="0" r="0" b="0"/>
            <a:pathLst>
              <a:path w="804426" h="537751">
                <a:moveTo>
                  <a:pt x="0" y="537751"/>
                </a:moveTo>
                <a:lnTo>
                  <a:pt x="50277" y="430436"/>
                </a:lnTo>
                <a:lnTo>
                  <a:pt x="100553" y="335019"/>
                </a:lnTo>
                <a:lnTo>
                  <a:pt x="150830" y="251500"/>
                </a:lnTo>
                <a:lnTo>
                  <a:pt x="201106" y="179878"/>
                </a:lnTo>
                <a:lnTo>
                  <a:pt x="251383" y="120154"/>
                </a:lnTo>
                <a:lnTo>
                  <a:pt x="301660" y="72328"/>
                </a:lnTo>
                <a:lnTo>
                  <a:pt x="351936" y="36399"/>
                </a:lnTo>
                <a:lnTo>
                  <a:pt x="402213" y="12368"/>
                </a:lnTo>
                <a:lnTo>
                  <a:pt x="452490" y="235"/>
                </a:lnTo>
                <a:lnTo>
                  <a:pt x="502766" y="0"/>
                </a:lnTo>
                <a:lnTo>
                  <a:pt x="553043" y="11663"/>
                </a:lnTo>
                <a:lnTo>
                  <a:pt x="603319" y="35223"/>
                </a:lnTo>
                <a:lnTo>
                  <a:pt x="653596" y="70681"/>
                </a:lnTo>
                <a:lnTo>
                  <a:pt x="703873" y="118037"/>
                </a:lnTo>
                <a:lnTo>
                  <a:pt x="754149" y="177290"/>
                </a:lnTo>
                <a:lnTo>
                  <a:pt x="804426" y="248441"/>
                </a:lnTo>
              </a:path>
            </a:pathLst>
          </a:custGeom>
          <a:noFill/>
          <a:ln w="4286">
            <a:solidFill>
              <a:srgbClr val="C9B719">
                <a:alpha val="9000"/>
              </a:srgbClr>
            </a:solidFill>
            <a:prstDash val="solid"/>
          </a:ln>
        </p:spPr>
      </p:sp>
      <p:sp>
        <p:nvSpPr>
          <p:cNvPr id="357" name="knowledge-edge">
            <a:extLst>
              <a:ext uri="{FF2B5EF4-FFF2-40B4-BE49-F238E27FC236}">
                <a16:creationId xmlns:a16="http://schemas.microsoft.com/office/drawing/2014/main" id="{68167E55-4C7C-42C6-A219-A398E3763A5A}"/>
              </a:ext>
            </a:extLst>
          </p:cNvPr>
          <p:cNvSpPr>
            <a:spLocks noGrp="1"/>
          </p:cNvSpPr>
          <p:nvPr/>
        </p:nvSpPr>
        <p:spPr>
          <a:xfrm>
            <a:off x="10233412" y="5033756"/>
            <a:ext cx="272255" cy="349244"/>
          </a:xfrm>
          <a:custGeom>
            <a:avLst/>
            <a:gdLst/>
            <a:ahLst/>
            <a:cxnLst/>
            <a:rect l="0" t="0" r="0" b="0"/>
            <a:pathLst>
              <a:path w="272255" h="349244">
                <a:moveTo>
                  <a:pt x="0" y="349244"/>
                </a:moveTo>
                <a:lnTo>
                  <a:pt x="19447" y="339795"/>
                </a:lnTo>
                <a:lnTo>
                  <a:pt x="38894" y="327962"/>
                </a:lnTo>
                <a:lnTo>
                  <a:pt x="58340" y="313745"/>
                </a:lnTo>
                <a:lnTo>
                  <a:pt x="77787" y="297143"/>
                </a:lnTo>
                <a:lnTo>
                  <a:pt x="97234" y="278158"/>
                </a:lnTo>
                <a:lnTo>
                  <a:pt x="116681" y="256788"/>
                </a:lnTo>
                <a:lnTo>
                  <a:pt x="136127" y="233034"/>
                </a:lnTo>
                <a:lnTo>
                  <a:pt x="155574" y="206896"/>
                </a:lnTo>
                <a:lnTo>
                  <a:pt x="175021" y="178374"/>
                </a:lnTo>
                <a:lnTo>
                  <a:pt x="194468" y="147467"/>
                </a:lnTo>
                <a:lnTo>
                  <a:pt x="213914" y="114177"/>
                </a:lnTo>
                <a:lnTo>
                  <a:pt x="233361" y="78502"/>
                </a:lnTo>
                <a:lnTo>
                  <a:pt x="252808" y="40443"/>
                </a:lnTo>
                <a:lnTo>
                  <a:pt x="272255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58" name="knowledge-cross-edge">
            <a:extLst>
              <a:ext uri="{FF2B5EF4-FFF2-40B4-BE49-F238E27FC236}">
                <a16:creationId xmlns:a16="http://schemas.microsoft.com/office/drawing/2014/main" id="{A28D0CBF-622E-4A7E-8822-64C298BFA2F4}"/>
              </a:ext>
            </a:extLst>
          </p:cNvPr>
          <p:cNvSpPr>
            <a:spLocks noGrp="1"/>
          </p:cNvSpPr>
          <p:nvPr/>
        </p:nvSpPr>
        <p:spPr>
          <a:xfrm>
            <a:off x="10233412" y="5197821"/>
            <a:ext cx="404564" cy="185179"/>
          </a:xfrm>
          <a:custGeom>
            <a:avLst/>
            <a:gdLst/>
            <a:ahLst/>
            <a:cxnLst/>
            <a:rect l="0" t="0" r="0" b="0"/>
            <a:pathLst>
              <a:path w="404564" h="185179">
                <a:moveTo>
                  <a:pt x="0" y="185179"/>
                </a:moveTo>
                <a:lnTo>
                  <a:pt x="48266" y="147047"/>
                </a:lnTo>
                <a:lnTo>
                  <a:pt x="93886" y="113303"/>
                </a:lnTo>
                <a:lnTo>
                  <a:pt x="136860" y="83949"/>
                </a:lnTo>
                <a:lnTo>
                  <a:pt x="177188" y="58984"/>
                </a:lnTo>
                <a:lnTo>
                  <a:pt x="214870" y="38409"/>
                </a:lnTo>
                <a:lnTo>
                  <a:pt x="249907" y="22223"/>
                </a:lnTo>
                <a:lnTo>
                  <a:pt x="282298" y="10426"/>
                </a:lnTo>
                <a:lnTo>
                  <a:pt x="312043" y="3018"/>
                </a:lnTo>
                <a:lnTo>
                  <a:pt x="339142" y="0"/>
                </a:lnTo>
                <a:lnTo>
                  <a:pt x="363595" y="1371"/>
                </a:lnTo>
                <a:lnTo>
                  <a:pt x="385402" y="7131"/>
                </a:lnTo>
                <a:lnTo>
                  <a:pt x="404564" y="17281"/>
                </a:lnTo>
              </a:path>
            </a:pathLst>
          </a:custGeom>
          <a:noFill/>
          <a:ln w="5334">
            <a:solidFill>
              <a:srgbClr val="C9B719">
                <a:alpha val="13000"/>
              </a:srgbClr>
            </a:solidFill>
            <a:prstDash val="solid"/>
          </a:ln>
        </p:spPr>
      </p:sp>
      <p:sp>
        <p:nvSpPr>
          <p:cNvPr id="359" name="knowledge-edge">
            <a:extLst>
              <a:ext uri="{FF2B5EF4-FFF2-40B4-BE49-F238E27FC236}">
                <a16:creationId xmlns:a16="http://schemas.microsoft.com/office/drawing/2014/main" id="{C3DECA19-7896-47AD-8A3A-2D45DD342BD6}"/>
              </a:ext>
            </a:extLst>
          </p:cNvPr>
          <p:cNvSpPr>
            <a:spLocks noGrp="1"/>
          </p:cNvSpPr>
          <p:nvPr/>
        </p:nvSpPr>
        <p:spPr>
          <a:xfrm>
            <a:off x="10222579" y="5188055"/>
            <a:ext cx="415397" cy="141894"/>
          </a:xfrm>
          <a:custGeom>
            <a:avLst/>
            <a:gdLst/>
            <a:ahLst/>
            <a:cxnLst/>
            <a:rect l="0" t="0" r="0" b="0"/>
            <a:pathLst>
              <a:path w="415397" h="141894">
                <a:moveTo>
                  <a:pt x="0" y="141894"/>
                </a:moveTo>
                <a:lnTo>
                  <a:pt x="29671" y="114236"/>
                </a:lnTo>
                <a:lnTo>
                  <a:pt x="59342" y="89571"/>
                </a:lnTo>
                <a:lnTo>
                  <a:pt x="89014" y="67899"/>
                </a:lnTo>
                <a:lnTo>
                  <a:pt x="118685" y="49220"/>
                </a:lnTo>
                <a:lnTo>
                  <a:pt x="148356" y="33534"/>
                </a:lnTo>
                <a:lnTo>
                  <a:pt x="178027" y="20841"/>
                </a:lnTo>
                <a:lnTo>
                  <a:pt x="207698" y="11141"/>
                </a:lnTo>
                <a:lnTo>
                  <a:pt x="237370" y="4435"/>
                </a:lnTo>
                <a:lnTo>
                  <a:pt x="267041" y="721"/>
                </a:lnTo>
                <a:lnTo>
                  <a:pt x="296712" y="0"/>
                </a:lnTo>
                <a:lnTo>
                  <a:pt x="326383" y="2272"/>
                </a:lnTo>
                <a:lnTo>
                  <a:pt x="356054" y="7537"/>
                </a:lnTo>
                <a:lnTo>
                  <a:pt x="385726" y="15796"/>
                </a:lnTo>
                <a:lnTo>
                  <a:pt x="415397" y="27047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60" name="knowledge-cross-edge">
            <a:extLst>
              <a:ext uri="{FF2B5EF4-FFF2-40B4-BE49-F238E27FC236}">
                <a16:creationId xmlns:a16="http://schemas.microsoft.com/office/drawing/2014/main" id="{72B36F09-DCA7-4A0E-A61E-D31C148B231B}"/>
              </a:ext>
            </a:extLst>
          </p:cNvPr>
          <p:cNvSpPr>
            <a:spLocks noGrp="1"/>
          </p:cNvSpPr>
          <p:nvPr/>
        </p:nvSpPr>
        <p:spPr>
          <a:xfrm>
            <a:off x="10222579" y="5329149"/>
            <a:ext cx="469901" cy="252560"/>
          </a:xfrm>
          <a:custGeom>
            <a:avLst/>
            <a:gdLst/>
            <a:ahLst/>
            <a:cxnLst/>
            <a:rect l="0" t="0" r="0" b="0"/>
            <a:pathLst>
              <a:path w="469901" h="252560">
                <a:moveTo>
                  <a:pt x="0" y="799"/>
                </a:moveTo>
                <a:lnTo>
                  <a:pt x="53710" y="0"/>
                </a:lnTo>
                <a:lnTo>
                  <a:pt x="104775" y="3160"/>
                </a:lnTo>
                <a:lnTo>
                  <a:pt x="153194" y="10281"/>
                </a:lnTo>
                <a:lnTo>
                  <a:pt x="198967" y="21361"/>
                </a:lnTo>
                <a:lnTo>
                  <a:pt x="242094" y="36401"/>
                </a:lnTo>
                <a:lnTo>
                  <a:pt x="282575" y="55401"/>
                </a:lnTo>
                <a:lnTo>
                  <a:pt x="320411" y="78361"/>
                </a:lnTo>
                <a:lnTo>
                  <a:pt x="355601" y="105281"/>
                </a:lnTo>
                <a:lnTo>
                  <a:pt x="388144" y="136161"/>
                </a:lnTo>
                <a:lnTo>
                  <a:pt x="418042" y="171001"/>
                </a:lnTo>
                <a:lnTo>
                  <a:pt x="445294" y="209800"/>
                </a:lnTo>
                <a:lnTo>
                  <a:pt x="469901" y="252560"/>
                </a:lnTo>
              </a:path>
            </a:pathLst>
          </a:custGeom>
          <a:noFill/>
          <a:ln w="5334">
            <a:solidFill>
              <a:srgbClr val="C9B719">
                <a:alpha val="13000"/>
              </a:srgbClr>
            </a:solidFill>
            <a:prstDash val="solid"/>
          </a:ln>
        </p:spPr>
      </p:sp>
      <p:sp>
        <p:nvSpPr>
          <p:cNvPr id="361" name="knowledge-edge">
            <a:extLst>
              <a:ext uri="{FF2B5EF4-FFF2-40B4-BE49-F238E27FC236}">
                <a16:creationId xmlns:a16="http://schemas.microsoft.com/office/drawing/2014/main" id="{904FE92B-788A-45FA-B426-61CBBE922969}"/>
              </a:ext>
            </a:extLst>
          </p:cNvPr>
          <p:cNvSpPr>
            <a:spLocks noGrp="1"/>
          </p:cNvSpPr>
          <p:nvPr/>
        </p:nvSpPr>
        <p:spPr>
          <a:xfrm>
            <a:off x="10049667" y="5581709"/>
            <a:ext cx="642812" cy="133908"/>
          </a:xfrm>
          <a:custGeom>
            <a:avLst/>
            <a:gdLst/>
            <a:ahLst/>
            <a:cxnLst/>
            <a:rect l="0" t="0" r="0" b="0"/>
            <a:pathLst>
              <a:path w="642812" h="133908">
                <a:moveTo>
                  <a:pt x="0" y="123267"/>
                </a:moveTo>
                <a:lnTo>
                  <a:pt x="45915" y="129059"/>
                </a:lnTo>
                <a:lnTo>
                  <a:pt x="91830" y="132606"/>
                </a:lnTo>
                <a:lnTo>
                  <a:pt x="137745" y="133908"/>
                </a:lnTo>
                <a:lnTo>
                  <a:pt x="183661" y="132963"/>
                </a:lnTo>
                <a:lnTo>
                  <a:pt x="229576" y="129773"/>
                </a:lnTo>
                <a:lnTo>
                  <a:pt x="275491" y="124337"/>
                </a:lnTo>
                <a:lnTo>
                  <a:pt x="321406" y="116655"/>
                </a:lnTo>
                <a:lnTo>
                  <a:pt x="367321" y="106727"/>
                </a:lnTo>
                <a:lnTo>
                  <a:pt x="413236" y="94554"/>
                </a:lnTo>
                <a:lnTo>
                  <a:pt x="459152" y="80134"/>
                </a:lnTo>
                <a:lnTo>
                  <a:pt x="505067" y="63469"/>
                </a:lnTo>
                <a:lnTo>
                  <a:pt x="550982" y="44559"/>
                </a:lnTo>
                <a:lnTo>
                  <a:pt x="596897" y="23402"/>
                </a:lnTo>
                <a:lnTo>
                  <a:pt x="642812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62" name="knowledge-cross-edge">
            <a:extLst>
              <a:ext uri="{FF2B5EF4-FFF2-40B4-BE49-F238E27FC236}">
                <a16:creationId xmlns:a16="http://schemas.microsoft.com/office/drawing/2014/main" id="{97C1E429-508B-4702-8FCF-9CBE40BDE4A9}"/>
              </a:ext>
            </a:extLst>
          </p:cNvPr>
          <p:cNvSpPr>
            <a:spLocks noGrp="1"/>
          </p:cNvSpPr>
          <p:nvPr/>
        </p:nvSpPr>
        <p:spPr>
          <a:xfrm>
            <a:off x="10049667" y="5704975"/>
            <a:ext cx="471711" cy="39841"/>
          </a:xfrm>
          <a:custGeom>
            <a:avLst/>
            <a:gdLst/>
            <a:ahLst/>
            <a:cxnLst/>
            <a:rect l="0" t="0" r="0" b="0"/>
            <a:pathLst>
              <a:path w="471711" h="39841">
                <a:moveTo>
                  <a:pt x="0" y="0"/>
                </a:moveTo>
                <a:lnTo>
                  <a:pt x="53861" y="7741"/>
                </a:lnTo>
                <a:lnTo>
                  <a:pt x="105077" y="14647"/>
                </a:lnTo>
                <a:lnTo>
                  <a:pt x="153647" y="20718"/>
                </a:lnTo>
                <a:lnTo>
                  <a:pt x="199570" y="25955"/>
                </a:lnTo>
                <a:lnTo>
                  <a:pt x="242848" y="30356"/>
                </a:lnTo>
                <a:lnTo>
                  <a:pt x="283481" y="33923"/>
                </a:lnTo>
                <a:lnTo>
                  <a:pt x="321467" y="36654"/>
                </a:lnTo>
                <a:lnTo>
                  <a:pt x="356807" y="38551"/>
                </a:lnTo>
                <a:lnTo>
                  <a:pt x="389502" y="39613"/>
                </a:lnTo>
                <a:lnTo>
                  <a:pt x="419551" y="39841"/>
                </a:lnTo>
                <a:lnTo>
                  <a:pt x="446954" y="39233"/>
                </a:lnTo>
                <a:lnTo>
                  <a:pt x="471711" y="37791"/>
                </a:lnTo>
              </a:path>
            </a:pathLst>
          </a:custGeom>
          <a:noFill/>
          <a:ln w="5334">
            <a:solidFill>
              <a:srgbClr val="C9B719">
                <a:alpha val="13000"/>
              </a:srgbClr>
            </a:solidFill>
            <a:prstDash val="solid"/>
          </a:ln>
        </p:spPr>
      </p:sp>
      <p:sp>
        <p:nvSpPr>
          <p:cNvPr id="363" name="knowledge-cross-edge">
            <a:extLst>
              <a:ext uri="{FF2B5EF4-FFF2-40B4-BE49-F238E27FC236}">
                <a16:creationId xmlns:a16="http://schemas.microsoft.com/office/drawing/2014/main" id="{610A2CE5-6008-4FD1-8965-72806AA10D79}"/>
              </a:ext>
            </a:extLst>
          </p:cNvPr>
          <p:cNvSpPr>
            <a:spLocks noGrp="1"/>
          </p:cNvSpPr>
          <p:nvPr/>
        </p:nvSpPr>
        <p:spPr>
          <a:xfrm>
            <a:off x="10049667" y="5215102"/>
            <a:ext cx="588308" cy="489874"/>
          </a:xfrm>
          <a:custGeom>
            <a:avLst/>
            <a:gdLst/>
            <a:ahLst/>
            <a:cxnLst/>
            <a:rect l="0" t="0" r="0" b="0"/>
            <a:pathLst>
              <a:path w="588308" h="489874">
                <a:moveTo>
                  <a:pt x="0" y="489874"/>
                </a:moveTo>
                <a:lnTo>
                  <a:pt x="34474" y="414014"/>
                </a:lnTo>
                <a:lnTo>
                  <a:pt x="71593" y="344525"/>
                </a:lnTo>
                <a:lnTo>
                  <a:pt x="111358" y="281406"/>
                </a:lnTo>
                <a:lnTo>
                  <a:pt x="153769" y="224658"/>
                </a:lnTo>
                <a:lnTo>
                  <a:pt x="198826" y="174279"/>
                </a:lnTo>
                <a:lnTo>
                  <a:pt x="246529" y="130271"/>
                </a:lnTo>
                <a:lnTo>
                  <a:pt x="296878" y="92634"/>
                </a:lnTo>
                <a:lnTo>
                  <a:pt x="349872" y="61366"/>
                </a:lnTo>
                <a:lnTo>
                  <a:pt x="405512" y="36469"/>
                </a:lnTo>
                <a:lnTo>
                  <a:pt x="463798" y="17943"/>
                </a:lnTo>
                <a:lnTo>
                  <a:pt x="524730" y="5786"/>
                </a:lnTo>
                <a:lnTo>
                  <a:pt x="588308" y="0"/>
                </a:lnTo>
              </a:path>
            </a:pathLst>
          </a:custGeom>
          <a:noFill/>
          <a:ln w="4953">
            <a:solidFill>
              <a:srgbClr val="C9B719">
                <a:alpha val="12000"/>
              </a:srgbClr>
            </a:solidFill>
            <a:prstDash val="solid"/>
          </a:ln>
        </p:spPr>
      </p:sp>
      <p:sp>
        <p:nvSpPr>
          <p:cNvPr id="364" name="knowledge-edge">
            <a:extLst>
              <a:ext uri="{FF2B5EF4-FFF2-40B4-BE49-F238E27FC236}">
                <a16:creationId xmlns:a16="http://schemas.microsoft.com/office/drawing/2014/main" id="{40DA4385-D690-4B62-BF66-5AFDDA239D78}"/>
              </a:ext>
            </a:extLst>
          </p:cNvPr>
          <p:cNvSpPr>
            <a:spLocks noGrp="1"/>
          </p:cNvSpPr>
          <p:nvPr/>
        </p:nvSpPr>
        <p:spPr>
          <a:xfrm>
            <a:off x="10310044" y="5731162"/>
            <a:ext cx="211334" cy="135112"/>
          </a:xfrm>
          <a:custGeom>
            <a:avLst/>
            <a:gdLst/>
            <a:ahLst/>
            <a:cxnLst/>
            <a:rect l="0" t="0" r="0" b="0"/>
            <a:pathLst>
              <a:path w="211334" h="135112">
                <a:moveTo>
                  <a:pt x="0" y="135112"/>
                </a:moveTo>
                <a:lnTo>
                  <a:pt x="15095" y="111292"/>
                </a:lnTo>
                <a:lnTo>
                  <a:pt x="30191" y="89780"/>
                </a:lnTo>
                <a:lnTo>
                  <a:pt x="45286" y="70576"/>
                </a:lnTo>
                <a:lnTo>
                  <a:pt x="60381" y="53678"/>
                </a:lnTo>
                <a:lnTo>
                  <a:pt x="75477" y="39088"/>
                </a:lnTo>
                <a:lnTo>
                  <a:pt x="90572" y="26805"/>
                </a:lnTo>
                <a:lnTo>
                  <a:pt x="105667" y="16830"/>
                </a:lnTo>
                <a:lnTo>
                  <a:pt x="120762" y="9161"/>
                </a:lnTo>
                <a:lnTo>
                  <a:pt x="135858" y="3800"/>
                </a:lnTo>
                <a:lnTo>
                  <a:pt x="150953" y="747"/>
                </a:lnTo>
                <a:lnTo>
                  <a:pt x="166048" y="0"/>
                </a:lnTo>
                <a:lnTo>
                  <a:pt x="181144" y="1561"/>
                </a:lnTo>
                <a:lnTo>
                  <a:pt x="196239" y="5429"/>
                </a:lnTo>
                <a:lnTo>
                  <a:pt x="211334" y="11604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65" name="knowledge-edge">
            <a:extLst>
              <a:ext uri="{FF2B5EF4-FFF2-40B4-BE49-F238E27FC236}">
                <a16:creationId xmlns:a16="http://schemas.microsoft.com/office/drawing/2014/main" id="{E20D4EF2-9C16-4215-AD43-D2ABB636BF79}"/>
              </a:ext>
            </a:extLst>
          </p:cNvPr>
          <p:cNvSpPr>
            <a:spLocks noGrp="1"/>
          </p:cNvSpPr>
          <p:nvPr/>
        </p:nvSpPr>
        <p:spPr>
          <a:xfrm>
            <a:off x="10262540" y="6060694"/>
            <a:ext cx="285791" cy="130625"/>
          </a:xfrm>
          <a:custGeom>
            <a:avLst/>
            <a:gdLst/>
            <a:ahLst/>
            <a:cxnLst/>
            <a:rect l="0" t="0" r="0" b="0"/>
            <a:pathLst>
              <a:path w="285791" h="130625">
                <a:moveTo>
                  <a:pt x="0" y="130625"/>
                </a:moveTo>
                <a:lnTo>
                  <a:pt x="20414" y="103825"/>
                </a:lnTo>
                <a:lnTo>
                  <a:pt x="40827" y="80096"/>
                </a:lnTo>
                <a:lnTo>
                  <a:pt x="61241" y="59439"/>
                </a:lnTo>
                <a:lnTo>
                  <a:pt x="81654" y="41854"/>
                </a:lnTo>
                <a:lnTo>
                  <a:pt x="102068" y="27340"/>
                </a:lnTo>
                <a:lnTo>
                  <a:pt x="122482" y="15897"/>
                </a:lnTo>
                <a:lnTo>
                  <a:pt x="142895" y="7527"/>
                </a:lnTo>
                <a:lnTo>
                  <a:pt x="163309" y="2228"/>
                </a:lnTo>
                <a:lnTo>
                  <a:pt x="183723" y="0"/>
                </a:lnTo>
                <a:lnTo>
                  <a:pt x="204136" y="844"/>
                </a:lnTo>
                <a:lnTo>
                  <a:pt x="224550" y="4759"/>
                </a:lnTo>
                <a:lnTo>
                  <a:pt x="244963" y="11747"/>
                </a:lnTo>
                <a:lnTo>
                  <a:pt x="265377" y="21805"/>
                </a:lnTo>
                <a:lnTo>
                  <a:pt x="285791" y="34935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66" name="knowledge-edge">
            <a:extLst>
              <a:ext uri="{FF2B5EF4-FFF2-40B4-BE49-F238E27FC236}">
                <a16:creationId xmlns:a16="http://schemas.microsoft.com/office/drawing/2014/main" id="{8D64A57C-8BC3-4817-BFCF-072A33624D6A}"/>
              </a:ext>
            </a:extLst>
          </p:cNvPr>
          <p:cNvSpPr>
            <a:spLocks noGrp="1"/>
          </p:cNvSpPr>
          <p:nvPr/>
        </p:nvSpPr>
        <p:spPr>
          <a:xfrm>
            <a:off x="10147148" y="6426883"/>
            <a:ext cx="548728" cy="124746"/>
          </a:xfrm>
          <a:custGeom>
            <a:avLst/>
            <a:gdLst/>
            <a:ahLst/>
            <a:cxnLst/>
            <a:rect l="0" t="0" r="0" b="0"/>
            <a:pathLst>
              <a:path w="548728" h="124746">
                <a:moveTo>
                  <a:pt x="0" y="110137"/>
                </a:moveTo>
                <a:lnTo>
                  <a:pt x="39195" y="117245"/>
                </a:lnTo>
                <a:lnTo>
                  <a:pt x="78390" y="122049"/>
                </a:lnTo>
                <a:lnTo>
                  <a:pt x="117584" y="124550"/>
                </a:lnTo>
                <a:lnTo>
                  <a:pt x="156779" y="124746"/>
                </a:lnTo>
                <a:lnTo>
                  <a:pt x="195974" y="122639"/>
                </a:lnTo>
                <a:lnTo>
                  <a:pt x="235169" y="118228"/>
                </a:lnTo>
                <a:lnTo>
                  <a:pt x="274364" y="111513"/>
                </a:lnTo>
                <a:lnTo>
                  <a:pt x="313559" y="102494"/>
                </a:lnTo>
                <a:lnTo>
                  <a:pt x="352753" y="91171"/>
                </a:lnTo>
                <a:lnTo>
                  <a:pt x="391948" y="77545"/>
                </a:lnTo>
                <a:lnTo>
                  <a:pt x="431143" y="61614"/>
                </a:lnTo>
                <a:lnTo>
                  <a:pt x="470338" y="43380"/>
                </a:lnTo>
                <a:lnTo>
                  <a:pt x="509533" y="22842"/>
                </a:lnTo>
                <a:lnTo>
                  <a:pt x="548728" y="0"/>
                </a:lnTo>
              </a:path>
            </a:pathLst>
          </a:custGeom>
          <a:noFill/>
          <a:ln w="6477">
            <a:solidFill>
              <a:srgbClr val="C9B719">
                <a:alpha val="17000"/>
              </a:srgbClr>
            </a:solidFill>
            <a:prstDash val="solid"/>
          </a:ln>
        </p:spPr>
      </p:sp>
      <p:sp>
        <p:nvSpPr>
          <p:cNvPr id="367" name="knowledge-long-edge">
            <a:extLst>
              <a:ext uri="{FF2B5EF4-FFF2-40B4-BE49-F238E27FC236}">
                <a16:creationId xmlns:a16="http://schemas.microsoft.com/office/drawing/2014/main" id="{B60B7906-EB74-48E5-8F51-C4C0E154DC68}"/>
              </a:ext>
            </a:extLst>
          </p:cNvPr>
          <p:cNvSpPr>
            <a:spLocks noGrp="1"/>
          </p:cNvSpPr>
          <p:nvPr/>
        </p:nvSpPr>
        <p:spPr>
          <a:xfrm>
            <a:off x="10147148" y="6111527"/>
            <a:ext cx="936770" cy="425493"/>
          </a:xfrm>
          <a:custGeom>
            <a:avLst/>
            <a:gdLst/>
            <a:ahLst/>
            <a:cxnLst/>
            <a:rect l="0" t="0" r="0" b="0"/>
            <a:pathLst>
              <a:path w="936770" h="425493">
                <a:moveTo>
                  <a:pt x="0" y="425493"/>
                </a:moveTo>
                <a:lnTo>
                  <a:pt x="58548" y="343072"/>
                </a:lnTo>
                <a:lnTo>
                  <a:pt x="117096" y="269511"/>
                </a:lnTo>
                <a:lnTo>
                  <a:pt x="175644" y="204811"/>
                </a:lnTo>
                <a:lnTo>
                  <a:pt x="234193" y="148971"/>
                </a:lnTo>
                <a:lnTo>
                  <a:pt x="292741" y="101991"/>
                </a:lnTo>
                <a:lnTo>
                  <a:pt x="351289" y="63872"/>
                </a:lnTo>
                <a:lnTo>
                  <a:pt x="409837" y="34614"/>
                </a:lnTo>
                <a:lnTo>
                  <a:pt x="468385" y="14215"/>
                </a:lnTo>
                <a:lnTo>
                  <a:pt x="526933" y="2677"/>
                </a:lnTo>
                <a:lnTo>
                  <a:pt x="585481" y="0"/>
                </a:lnTo>
                <a:lnTo>
                  <a:pt x="644030" y="6183"/>
                </a:lnTo>
                <a:lnTo>
                  <a:pt x="702578" y="21226"/>
                </a:lnTo>
                <a:lnTo>
                  <a:pt x="761126" y="45130"/>
                </a:lnTo>
                <a:lnTo>
                  <a:pt x="819674" y="77895"/>
                </a:lnTo>
                <a:lnTo>
                  <a:pt x="878222" y="119519"/>
                </a:lnTo>
                <a:lnTo>
                  <a:pt x="936770" y="170005"/>
                </a:lnTo>
              </a:path>
            </a:pathLst>
          </a:custGeom>
          <a:noFill/>
          <a:ln w="4286">
            <a:solidFill>
              <a:srgbClr val="C9B719">
                <a:alpha val="9000"/>
              </a:srgbClr>
            </a:solidFill>
            <a:prstDash val="solid"/>
          </a:ln>
        </p:spPr>
      </p:sp>
      <p:sp>
        <p:nvSpPr>
          <p:cNvPr id="368" name="knowledge-edge">
            <a:extLst>
              <a:ext uri="{FF2B5EF4-FFF2-40B4-BE49-F238E27FC236}">
                <a16:creationId xmlns:a16="http://schemas.microsoft.com/office/drawing/2014/main" id="{87B1B3E1-3A5C-4830-817E-2EA8E4F10CE1}"/>
              </a:ext>
            </a:extLst>
          </p:cNvPr>
          <p:cNvSpPr>
            <a:spLocks noGrp="1"/>
          </p:cNvSpPr>
          <p:nvPr/>
        </p:nvSpPr>
        <p:spPr>
          <a:xfrm>
            <a:off x="10618033" y="4883118"/>
            <a:ext cx="405154" cy="131275"/>
          </a:xfrm>
          <a:custGeom>
            <a:avLst/>
            <a:gdLst/>
            <a:ahLst/>
            <a:cxnLst/>
            <a:rect l="0" t="0" r="0" b="0"/>
            <a:pathLst>
              <a:path w="405154" h="131275">
                <a:moveTo>
                  <a:pt x="0" y="131275"/>
                </a:moveTo>
                <a:lnTo>
                  <a:pt x="28940" y="106661"/>
                </a:lnTo>
                <a:lnTo>
                  <a:pt x="57879" y="84600"/>
                </a:lnTo>
                <a:lnTo>
                  <a:pt x="86819" y="65091"/>
                </a:lnTo>
                <a:lnTo>
                  <a:pt x="115758" y="48134"/>
                </a:lnTo>
                <a:lnTo>
                  <a:pt x="144698" y="33730"/>
                </a:lnTo>
                <a:lnTo>
                  <a:pt x="173638" y="21879"/>
                </a:lnTo>
                <a:lnTo>
                  <a:pt x="202577" y="12581"/>
                </a:lnTo>
                <a:lnTo>
                  <a:pt x="231517" y="5834"/>
                </a:lnTo>
                <a:lnTo>
                  <a:pt x="260456" y="1641"/>
                </a:lnTo>
                <a:lnTo>
                  <a:pt x="289396" y="0"/>
                </a:lnTo>
                <a:lnTo>
                  <a:pt x="318335" y="912"/>
                </a:lnTo>
                <a:lnTo>
                  <a:pt x="347275" y="4376"/>
                </a:lnTo>
                <a:lnTo>
                  <a:pt x="376215" y="10393"/>
                </a:lnTo>
                <a:lnTo>
                  <a:pt x="405154" y="18962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369" name="knowledge-edge">
            <a:extLst>
              <a:ext uri="{FF2B5EF4-FFF2-40B4-BE49-F238E27FC236}">
                <a16:creationId xmlns:a16="http://schemas.microsoft.com/office/drawing/2014/main" id="{0A09C3F4-1C1A-4EFC-B8CA-D904510FDCE0}"/>
              </a:ext>
            </a:extLst>
          </p:cNvPr>
          <p:cNvSpPr>
            <a:spLocks noGrp="1"/>
          </p:cNvSpPr>
          <p:nvPr/>
        </p:nvSpPr>
        <p:spPr>
          <a:xfrm>
            <a:off x="10505667" y="4895447"/>
            <a:ext cx="585035" cy="138309"/>
          </a:xfrm>
          <a:custGeom>
            <a:avLst/>
            <a:gdLst/>
            <a:ahLst/>
            <a:cxnLst/>
            <a:rect l="0" t="0" r="0" b="0"/>
            <a:pathLst>
              <a:path w="585035" h="138309">
                <a:moveTo>
                  <a:pt x="0" y="138309"/>
                </a:moveTo>
                <a:lnTo>
                  <a:pt x="41788" y="113145"/>
                </a:lnTo>
                <a:lnTo>
                  <a:pt x="83576" y="90499"/>
                </a:lnTo>
                <a:lnTo>
                  <a:pt x="125365" y="70372"/>
                </a:lnTo>
                <a:lnTo>
                  <a:pt x="167153" y="52764"/>
                </a:lnTo>
                <a:lnTo>
                  <a:pt x="208941" y="37673"/>
                </a:lnTo>
                <a:lnTo>
                  <a:pt x="250729" y="25102"/>
                </a:lnTo>
                <a:lnTo>
                  <a:pt x="292517" y="15049"/>
                </a:lnTo>
                <a:lnTo>
                  <a:pt x="334305" y="7514"/>
                </a:lnTo>
                <a:lnTo>
                  <a:pt x="376094" y="2498"/>
                </a:lnTo>
                <a:lnTo>
                  <a:pt x="417882" y="0"/>
                </a:lnTo>
                <a:lnTo>
                  <a:pt x="459670" y="21"/>
                </a:lnTo>
                <a:lnTo>
                  <a:pt x="501458" y="2560"/>
                </a:lnTo>
                <a:lnTo>
                  <a:pt x="543246" y="7618"/>
                </a:lnTo>
                <a:lnTo>
                  <a:pt x="585035" y="15194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370" name="knowledge-cross-edge">
            <a:extLst>
              <a:ext uri="{FF2B5EF4-FFF2-40B4-BE49-F238E27FC236}">
                <a16:creationId xmlns:a16="http://schemas.microsoft.com/office/drawing/2014/main" id="{8F956D53-757D-4845-B75A-12D5C7B00F13}"/>
              </a:ext>
            </a:extLst>
          </p:cNvPr>
          <p:cNvSpPr>
            <a:spLocks noGrp="1"/>
          </p:cNvSpPr>
          <p:nvPr/>
        </p:nvSpPr>
        <p:spPr>
          <a:xfrm>
            <a:off x="10505667" y="4982259"/>
            <a:ext cx="338466" cy="111178"/>
          </a:xfrm>
          <a:custGeom>
            <a:avLst/>
            <a:gdLst/>
            <a:ahLst/>
            <a:cxnLst/>
            <a:rect l="0" t="0" r="0" b="0"/>
            <a:pathLst>
              <a:path w="338466" h="111178">
                <a:moveTo>
                  <a:pt x="0" y="51497"/>
                </a:moveTo>
                <a:lnTo>
                  <a:pt x="42758" y="32470"/>
                </a:lnTo>
                <a:lnTo>
                  <a:pt x="82869" y="17807"/>
                </a:lnTo>
                <a:lnTo>
                  <a:pt x="120335" y="7508"/>
                </a:lnTo>
                <a:lnTo>
                  <a:pt x="155155" y="1572"/>
                </a:lnTo>
                <a:lnTo>
                  <a:pt x="187330" y="0"/>
                </a:lnTo>
                <a:lnTo>
                  <a:pt x="216858" y="2792"/>
                </a:lnTo>
                <a:lnTo>
                  <a:pt x="243741" y="9947"/>
                </a:lnTo>
                <a:lnTo>
                  <a:pt x="267977" y="21466"/>
                </a:lnTo>
                <a:lnTo>
                  <a:pt x="289568" y="37348"/>
                </a:lnTo>
                <a:lnTo>
                  <a:pt x="308513" y="57595"/>
                </a:lnTo>
                <a:lnTo>
                  <a:pt x="324812" y="82205"/>
                </a:lnTo>
                <a:lnTo>
                  <a:pt x="338466" y="111178"/>
                </a:lnTo>
              </a:path>
            </a:pathLst>
          </a:custGeom>
          <a:noFill/>
          <a:ln w="5334">
            <a:solidFill>
              <a:srgbClr val="B0B522">
                <a:alpha val="13000"/>
              </a:srgbClr>
            </a:solidFill>
            <a:prstDash val="solid"/>
          </a:ln>
        </p:spPr>
      </p:sp>
      <p:sp>
        <p:nvSpPr>
          <p:cNvPr id="371" name="knowledge-edge">
            <a:extLst>
              <a:ext uri="{FF2B5EF4-FFF2-40B4-BE49-F238E27FC236}">
                <a16:creationId xmlns:a16="http://schemas.microsoft.com/office/drawing/2014/main" id="{7E271E21-C0D3-41DF-982B-3C78935B338E}"/>
              </a:ext>
            </a:extLst>
          </p:cNvPr>
          <p:cNvSpPr>
            <a:spLocks noGrp="1"/>
          </p:cNvSpPr>
          <p:nvPr/>
        </p:nvSpPr>
        <p:spPr>
          <a:xfrm>
            <a:off x="10637976" y="5093438"/>
            <a:ext cx="206157" cy="121664"/>
          </a:xfrm>
          <a:custGeom>
            <a:avLst/>
            <a:gdLst/>
            <a:ahLst/>
            <a:cxnLst/>
            <a:rect l="0" t="0" r="0" b="0"/>
            <a:pathLst>
              <a:path w="206157" h="121664">
                <a:moveTo>
                  <a:pt x="0" y="121664"/>
                </a:moveTo>
                <a:lnTo>
                  <a:pt x="14725" y="112017"/>
                </a:lnTo>
                <a:lnTo>
                  <a:pt x="29451" y="102517"/>
                </a:lnTo>
                <a:lnTo>
                  <a:pt x="44176" y="93165"/>
                </a:lnTo>
                <a:lnTo>
                  <a:pt x="58902" y="83959"/>
                </a:lnTo>
                <a:lnTo>
                  <a:pt x="73627" y="74901"/>
                </a:lnTo>
                <a:lnTo>
                  <a:pt x="88353" y="65990"/>
                </a:lnTo>
                <a:lnTo>
                  <a:pt x="103078" y="57226"/>
                </a:lnTo>
                <a:lnTo>
                  <a:pt x="117804" y="48609"/>
                </a:lnTo>
                <a:lnTo>
                  <a:pt x="132529" y="40140"/>
                </a:lnTo>
                <a:lnTo>
                  <a:pt x="147255" y="31818"/>
                </a:lnTo>
                <a:lnTo>
                  <a:pt x="161980" y="23642"/>
                </a:lnTo>
                <a:lnTo>
                  <a:pt x="176706" y="15614"/>
                </a:lnTo>
                <a:lnTo>
                  <a:pt x="191431" y="7734"/>
                </a:lnTo>
                <a:lnTo>
                  <a:pt x="206157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372" name="knowledge-cross-edge">
            <a:extLst>
              <a:ext uri="{FF2B5EF4-FFF2-40B4-BE49-F238E27FC236}">
                <a16:creationId xmlns:a16="http://schemas.microsoft.com/office/drawing/2014/main" id="{2DECE261-15E2-4C66-B646-2F941D66A579}"/>
              </a:ext>
            </a:extLst>
          </p:cNvPr>
          <p:cNvSpPr>
            <a:spLocks noGrp="1"/>
          </p:cNvSpPr>
          <p:nvPr/>
        </p:nvSpPr>
        <p:spPr>
          <a:xfrm>
            <a:off x="10637976" y="5174695"/>
            <a:ext cx="304703" cy="322406"/>
          </a:xfrm>
          <a:custGeom>
            <a:avLst/>
            <a:gdLst/>
            <a:ahLst/>
            <a:cxnLst/>
            <a:rect l="0" t="0" r="0" b="0"/>
            <a:pathLst>
              <a:path w="304703" h="322406">
                <a:moveTo>
                  <a:pt x="0" y="40406"/>
                </a:moveTo>
                <a:lnTo>
                  <a:pt x="39944" y="18722"/>
                </a:lnTo>
                <a:lnTo>
                  <a:pt x="77242" y="5254"/>
                </a:lnTo>
                <a:lnTo>
                  <a:pt x="111894" y="0"/>
                </a:lnTo>
                <a:lnTo>
                  <a:pt x="143901" y="2962"/>
                </a:lnTo>
                <a:lnTo>
                  <a:pt x="173262" y="14139"/>
                </a:lnTo>
                <a:lnTo>
                  <a:pt x="199976" y="33531"/>
                </a:lnTo>
                <a:lnTo>
                  <a:pt x="224045" y="61139"/>
                </a:lnTo>
                <a:lnTo>
                  <a:pt x="245469" y="96962"/>
                </a:lnTo>
                <a:lnTo>
                  <a:pt x="264246" y="141000"/>
                </a:lnTo>
                <a:lnTo>
                  <a:pt x="280377" y="193253"/>
                </a:lnTo>
                <a:lnTo>
                  <a:pt x="293863" y="253722"/>
                </a:lnTo>
                <a:lnTo>
                  <a:pt x="304703" y="322406"/>
                </a:lnTo>
              </a:path>
            </a:pathLst>
          </a:custGeom>
          <a:noFill/>
          <a:ln w="5334">
            <a:solidFill>
              <a:srgbClr val="B0B522">
                <a:alpha val="13000"/>
              </a:srgbClr>
            </a:solidFill>
            <a:prstDash val="solid"/>
          </a:ln>
        </p:spPr>
      </p:sp>
      <p:sp>
        <p:nvSpPr>
          <p:cNvPr id="373" name="knowledge-edge">
            <a:extLst>
              <a:ext uri="{FF2B5EF4-FFF2-40B4-BE49-F238E27FC236}">
                <a16:creationId xmlns:a16="http://schemas.microsoft.com/office/drawing/2014/main" id="{202E4D67-F1FE-4696-A02B-32C15638DDB7}"/>
              </a:ext>
            </a:extLst>
          </p:cNvPr>
          <p:cNvSpPr>
            <a:spLocks noGrp="1"/>
          </p:cNvSpPr>
          <p:nvPr/>
        </p:nvSpPr>
        <p:spPr>
          <a:xfrm>
            <a:off x="10692480" y="5497101"/>
            <a:ext cx="250199" cy="88134"/>
          </a:xfrm>
          <a:custGeom>
            <a:avLst/>
            <a:gdLst/>
            <a:ahLst/>
            <a:cxnLst/>
            <a:rect l="0" t="0" r="0" b="0"/>
            <a:pathLst>
              <a:path w="250199" h="88134">
                <a:moveTo>
                  <a:pt x="0" y="84608"/>
                </a:moveTo>
                <a:lnTo>
                  <a:pt x="17871" y="87021"/>
                </a:lnTo>
                <a:lnTo>
                  <a:pt x="35743" y="88134"/>
                </a:lnTo>
                <a:lnTo>
                  <a:pt x="53614" y="87945"/>
                </a:lnTo>
                <a:lnTo>
                  <a:pt x="71485" y="86456"/>
                </a:lnTo>
                <a:lnTo>
                  <a:pt x="89357" y="83665"/>
                </a:lnTo>
                <a:lnTo>
                  <a:pt x="107228" y="79573"/>
                </a:lnTo>
                <a:lnTo>
                  <a:pt x="125099" y="74180"/>
                </a:lnTo>
                <a:lnTo>
                  <a:pt x="142971" y="67486"/>
                </a:lnTo>
                <a:lnTo>
                  <a:pt x="160842" y="59491"/>
                </a:lnTo>
                <a:lnTo>
                  <a:pt x="178713" y="50195"/>
                </a:lnTo>
                <a:lnTo>
                  <a:pt x="196585" y="39598"/>
                </a:lnTo>
                <a:lnTo>
                  <a:pt x="214456" y="27700"/>
                </a:lnTo>
                <a:lnTo>
                  <a:pt x="232327" y="14500"/>
                </a:lnTo>
                <a:lnTo>
                  <a:pt x="250199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374" name="knowledge-cross-edge">
            <a:extLst>
              <a:ext uri="{FF2B5EF4-FFF2-40B4-BE49-F238E27FC236}">
                <a16:creationId xmlns:a16="http://schemas.microsoft.com/office/drawing/2014/main" id="{8E0C98D3-D3A9-4D05-96E9-317D025709FC}"/>
              </a:ext>
            </a:extLst>
          </p:cNvPr>
          <p:cNvSpPr>
            <a:spLocks noGrp="1"/>
          </p:cNvSpPr>
          <p:nvPr/>
        </p:nvSpPr>
        <p:spPr>
          <a:xfrm>
            <a:off x="10690565" y="5093438"/>
            <a:ext cx="153567" cy="488271"/>
          </a:xfrm>
          <a:custGeom>
            <a:avLst/>
            <a:gdLst/>
            <a:ahLst/>
            <a:cxnLst/>
            <a:rect l="0" t="0" r="0" b="0"/>
            <a:pathLst>
              <a:path w="153567" h="488271">
                <a:moveTo>
                  <a:pt x="1914" y="488271"/>
                </a:moveTo>
                <a:lnTo>
                  <a:pt x="0" y="409288"/>
                </a:lnTo>
                <a:lnTo>
                  <a:pt x="731" y="337268"/>
                </a:lnTo>
                <a:lnTo>
                  <a:pt x="4109" y="272210"/>
                </a:lnTo>
                <a:lnTo>
                  <a:pt x="10132" y="214114"/>
                </a:lnTo>
                <a:lnTo>
                  <a:pt x="18801" y="162981"/>
                </a:lnTo>
                <a:lnTo>
                  <a:pt x="30116" y="118811"/>
                </a:lnTo>
                <a:lnTo>
                  <a:pt x="44076" y="81603"/>
                </a:lnTo>
                <a:lnTo>
                  <a:pt x="60683" y="51357"/>
                </a:lnTo>
                <a:lnTo>
                  <a:pt x="79935" y="28074"/>
                </a:lnTo>
                <a:lnTo>
                  <a:pt x="101833" y="11754"/>
                </a:lnTo>
                <a:lnTo>
                  <a:pt x="126377" y="2396"/>
                </a:lnTo>
                <a:lnTo>
                  <a:pt x="153567" y="0"/>
                </a:lnTo>
              </a:path>
            </a:pathLst>
          </a:custGeom>
          <a:noFill/>
          <a:ln w="4953">
            <a:solidFill>
              <a:srgbClr val="B0B522">
                <a:alpha val="12000"/>
              </a:srgbClr>
            </a:solidFill>
            <a:prstDash val="solid"/>
          </a:ln>
        </p:spPr>
      </p:sp>
      <p:sp>
        <p:nvSpPr>
          <p:cNvPr id="375" name="knowledge-edge">
            <a:extLst>
              <a:ext uri="{FF2B5EF4-FFF2-40B4-BE49-F238E27FC236}">
                <a16:creationId xmlns:a16="http://schemas.microsoft.com/office/drawing/2014/main" id="{505489A8-8BAC-4796-A69E-ECDFB198F87A}"/>
              </a:ext>
            </a:extLst>
          </p:cNvPr>
          <p:cNvSpPr>
            <a:spLocks noGrp="1"/>
          </p:cNvSpPr>
          <p:nvPr/>
        </p:nvSpPr>
        <p:spPr>
          <a:xfrm>
            <a:off x="10521379" y="5717037"/>
            <a:ext cx="359780" cy="25729"/>
          </a:xfrm>
          <a:custGeom>
            <a:avLst/>
            <a:gdLst/>
            <a:ahLst/>
            <a:cxnLst/>
            <a:rect l="0" t="0" r="0" b="0"/>
            <a:pathLst>
              <a:path w="359780" h="25729">
                <a:moveTo>
                  <a:pt x="0" y="25729"/>
                </a:moveTo>
                <a:lnTo>
                  <a:pt x="25699" y="18973"/>
                </a:lnTo>
                <a:lnTo>
                  <a:pt x="51397" y="13243"/>
                </a:lnTo>
                <a:lnTo>
                  <a:pt x="77096" y="8541"/>
                </a:lnTo>
                <a:lnTo>
                  <a:pt x="102794" y="4865"/>
                </a:lnTo>
                <a:lnTo>
                  <a:pt x="128493" y="2217"/>
                </a:lnTo>
                <a:lnTo>
                  <a:pt x="154192" y="595"/>
                </a:lnTo>
                <a:lnTo>
                  <a:pt x="179890" y="0"/>
                </a:lnTo>
                <a:lnTo>
                  <a:pt x="205589" y="432"/>
                </a:lnTo>
                <a:lnTo>
                  <a:pt x="231287" y="1891"/>
                </a:lnTo>
                <a:lnTo>
                  <a:pt x="256986" y="4376"/>
                </a:lnTo>
                <a:lnTo>
                  <a:pt x="282685" y="7889"/>
                </a:lnTo>
                <a:lnTo>
                  <a:pt x="308383" y="12428"/>
                </a:lnTo>
                <a:lnTo>
                  <a:pt x="334082" y="17995"/>
                </a:lnTo>
                <a:lnTo>
                  <a:pt x="359780" y="24588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376" name="knowledge-edge">
            <a:extLst>
              <a:ext uri="{FF2B5EF4-FFF2-40B4-BE49-F238E27FC236}">
                <a16:creationId xmlns:a16="http://schemas.microsoft.com/office/drawing/2014/main" id="{DCF81EA1-EC29-4E0F-ACDB-70F530BD82D4}"/>
              </a:ext>
            </a:extLst>
          </p:cNvPr>
          <p:cNvSpPr>
            <a:spLocks noGrp="1"/>
          </p:cNvSpPr>
          <p:nvPr/>
        </p:nvSpPr>
        <p:spPr>
          <a:xfrm>
            <a:off x="10548330" y="6011932"/>
            <a:ext cx="321292" cy="83698"/>
          </a:xfrm>
          <a:custGeom>
            <a:avLst/>
            <a:gdLst/>
            <a:ahLst/>
            <a:cxnLst/>
            <a:rect l="0" t="0" r="0" b="0"/>
            <a:pathLst>
              <a:path w="321292" h="83698">
                <a:moveTo>
                  <a:pt x="0" y="83698"/>
                </a:moveTo>
                <a:lnTo>
                  <a:pt x="22949" y="80760"/>
                </a:lnTo>
                <a:lnTo>
                  <a:pt x="45899" y="77355"/>
                </a:lnTo>
                <a:lnTo>
                  <a:pt x="68848" y="73482"/>
                </a:lnTo>
                <a:lnTo>
                  <a:pt x="91798" y="69141"/>
                </a:lnTo>
                <a:lnTo>
                  <a:pt x="114747" y="64333"/>
                </a:lnTo>
                <a:lnTo>
                  <a:pt x="137697" y="59056"/>
                </a:lnTo>
                <a:lnTo>
                  <a:pt x="160646" y="53311"/>
                </a:lnTo>
                <a:lnTo>
                  <a:pt x="183595" y="47099"/>
                </a:lnTo>
                <a:lnTo>
                  <a:pt x="206545" y="40419"/>
                </a:lnTo>
                <a:lnTo>
                  <a:pt x="229494" y="33271"/>
                </a:lnTo>
                <a:lnTo>
                  <a:pt x="252444" y="25655"/>
                </a:lnTo>
                <a:lnTo>
                  <a:pt x="275393" y="17571"/>
                </a:lnTo>
                <a:lnTo>
                  <a:pt x="298343" y="9020"/>
                </a:lnTo>
                <a:lnTo>
                  <a:pt x="321292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377" name="knowledge-cross-edge">
            <a:extLst>
              <a:ext uri="{FF2B5EF4-FFF2-40B4-BE49-F238E27FC236}">
                <a16:creationId xmlns:a16="http://schemas.microsoft.com/office/drawing/2014/main" id="{7BFA3B7E-F82B-4792-B164-9C53915C0948}"/>
              </a:ext>
            </a:extLst>
          </p:cNvPr>
          <p:cNvSpPr>
            <a:spLocks noGrp="1"/>
          </p:cNvSpPr>
          <p:nvPr/>
        </p:nvSpPr>
        <p:spPr>
          <a:xfrm>
            <a:off x="10548330" y="6095630"/>
            <a:ext cx="535588" cy="185901"/>
          </a:xfrm>
          <a:custGeom>
            <a:avLst/>
            <a:gdLst/>
            <a:ahLst/>
            <a:cxnLst/>
            <a:rect l="0" t="0" r="0" b="0"/>
            <a:pathLst>
              <a:path w="535588" h="185901">
                <a:moveTo>
                  <a:pt x="0" y="0"/>
                </a:moveTo>
                <a:lnTo>
                  <a:pt x="59184" y="11974"/>
                </a:lnTo>
                <a:lnTo>
                  <a:pt x="115723" y="24588"/>
                </a:lnTo>
                <a:lnTo>
                  <a:pt x="169616" y="37842"/>
                </a:lnTo>
                <a:lnTo>
                  <a:pt x="220863" y="51735"/>
                </a:lnTo>
                <a:lnTo>
                  <a:pt x="269464" y="66267"/>
                </a:lnTo>
                <a:lnTo>
                  <a:pt x="315419" y="81439"/>
                </a:lnTo>
                <a:lnTo>
                  <a:pt x="358728" y="97251"/>
                </a:lnTo>
                <a:lnTo>
                  <a:pt x="399392" y="113702"/>
                </a:lnTo>
                <a:lnTo>
                  <a:pt x="437410" y="130792"/>
                </a:lnTo>
                <a:lnTo>
                  <a:pt x="472782" y="148522"/>
                </a:lnTo>
                <a:lnTo>
                  <a:pt x="505508" y="166892"/>
                </a:lnTo>
                <a:lnTo>
                  <a:pt x="535588" y="185901"/>
                </a:lnTo>
              </a:path>
            </a:pathLst>
          </a:custGeom>
          <a:noFill/>
          <a:ln w="5334">
            <a:solidFill>
              <a:srgbClr val="B0B522">
                <a:alpha val="13000"/>
              </a:srgbClr>
            </a:solidFill>
            <a:prstDash val="solid"/>
          </a:ln>
        </p:spPr>
      </p:sp>
      <p:sp>
        <p:nvSpPr>
          <p:cNvPr id="378" name="knowledge-edge">
            <a:extLst>
              <a:ext uri="{FF2B5EF4-FFF2-40B4-BE49-F238E27FC236}">
                <a16:creationId xmlns:a16="http://schemas.microsoft.com/office/drawing/2014/main" id="{3378A7DA-77F0-43DC-8E85-D276FFC2B648}"/>
              </a:ext>
            </a:extLst>
          </p:cNvPr>
          <p:cNvSpPr>
            <a:spLocks noGrp="1"/>
          </p:cNvSpPr>
          <p:nvPr/>
        </p:nvSpPr>
        <p:spPr>
          <a:xfrm>
            <a:off x="10695876" y="6281531"/>
            <a:ext cx="388043" cy="145352"/>
          </a:xfrm>
          <a:custGeom>
            <a:avLst/>
            <a:gdLst/>
            <a:ahLst/>
            <a:cxnLst/>
            <a:rect l="0" t="0" r="0" b="0"/>
            <a:pathLst>
              <a:path w="388043" h="145352">
                <a:moveTo>
                  <a:pt x="0" y="145352"/>
                </a:moveTo>
                <a:lnTo>
                  <a:pt x="27717" y="130310"/>
                </a:lnTo>
                <a:lnTo>
                  <a:pt x="55435" y="115986"/>
                </a:lnTo>
                <a:lnTo>
                  <a:pt x="83152" y="102377"/>
                </a:lnTo>
                <a:lnTo>
                  <a:pt x="110869" y="89486"/>
                </a:lnTo>
                <a:lnTo>
                  <a:pt x="138587" y="77312"/>
                </a:lnTo>
                <a:lnTo>
                  <a:pt x="166304" y="65854"/>
                </a:lnTo>
                <a:lnTo>
                  <a:pt x="194021" y="55114"/>
                </a:lnTo>
                <a:lnTo>
                  <a:pt x="221739" y="45090"/>
                </a:lnTo>
                <a:lnTo>
                  <a:pt x="249456" y="35783"/>
                </a:lnTo>
                <a:lnTo>
                  <a:pt x="277173" y="27192"/>
                </a:lnTo>
                <a:lnTo>
                  <a:pt x="304891" y="19319"/>
                </a:lnTo>
                <a:lnTo>
                  <a:pt x="332608" y="12163"/>
                </a:lnTo>
                <a:lnTo>
                  <a:pt x="360325" y="5723"/>
                </a:lnTo>
                <a:lnTo>
                  <a:pt x="388043" y="0"/>
                </a:lnTo>
              </a:path>
            </a:pathLst>
          </a:custGeom>
          <a:noFill/>
          <a:ln w="6477">
            <a:solidFill>
              <a:srgbClr val="B0B522">
                <a:alpha val="17000"/>
              </a:srgbClr>
            </a:solidFill>
            <a:prstDash val="solid"/>
          </a:ln>
        </p:spPr>
      </p:sp>
      <p:sp>
        <p:nvSpPr>
          <p:cNvPr id="379" name="knowledge-edge">
            <a:extLst>
              <a:ext uri="{FF2B5EF4-FFF2-40B4-BE49-F238E27FC236}">
                <a16:creationId xmlns:a16="http://schemas.microsoft.com/office/drawing/2014/main" id="{0B4E9B37-E07F-40B1-BAA3-D7A2FDB9DE9C}"/>
              </a:ext>
            </a:extLst>
          </p:cNvPr>
          <p:cNvSpPr>
            <a:spLocks noGrp="1"/>
          </p:cNvSpPr>
          <p:nvPr/>
        </p:nvSpPr>
        <p:spPr>
          <a:xfrm>
            <a:off x="11023187" y="4686948"/>
            <a:ext cx="447050" cy="215132"/>
          </a:xfrm>
          <a:custGeom>
            <a:avLst/>
            <a:gdLst/>
            <a:ahLst/>
            <a:cxnLst/>
            <a:rect l="0" t="0" r="0" b="0"/>
            <a:pathLst>
              <a:path w="447050" h="215132">
                <a:moveTo>
                  <a:pt x="0" y="215132"/>
                </a:moveTo>
                <a:lnTo>
                  <a:pt x="31932" y="195874"/>
                </a:lnTo>
                <a:lnTo>
                  <a:pt x="63864" y="177215"/>
                </a:lnTo>
                <a:lnTo>
                  <a:pt x="95797" y="159154"/>
                </a:lnTo>
                <a:lnTo>
                  <a:pt x="127729" y="141693"/>
                </a:lnTo>
                <a:lnTo>
                  <a:pt x="159661" y="124830"/>
                </a:lnTo>
                <a:lnTo>
                  <a:pt x="191593" y="108565"/>
                </a:lnTo>
                <a:lnTo>
                  <a:pt x="223525" y="92899"/>
                </a:lnTo>
                <a:lnTo>
                  <a:pt x="255457" y="77832"/>
                </a:lnTo>
                <a:lnTo>
                  <a:pt x="287390" y="63363"/>
                </a:lnTo>
                <a:lnTo>
                  <a:pt x="319322" y="49493"/>
                </a:lnTo>
                <a:lnTo>
                  <a:pt x="351254" y="36222"/>
                </a:lnTo>
                <a:lnTo>
                  <a:pt x="383186" y="23549"/>
                </a:lnTo>
                <a:lnTo>
                  <a:pt x="415118" y="11475"/>
                </a:lnTo>
                <a:lnTo>
                  <a:pt x="447050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380" name="knowledge-edge">
            <a:extLst>
              <a:ext uri="{FF2B5EF4-FFF2-40B4-BE49-F238E27FC236}">
                <a16:creationId xmlns:a16="http://schemas.microsoft.com/office/drawing/2014/main" id="{5739C2DB-883A-44BD-876A-19ECB3D42224}"/>
              </a:ext>
            </a:extLst>
          </p:cNvPr>
          <p:cNvSpPr>
            <a:spLocks noGrp="1"/>
          </p:cNvSpPr>
          <p:nvPr/>
        </p:nvSpPr>
        <p:spPr>
          <a:xfrm>
            <a:off x="11090701" y="4887347"/>
            <a:ext cx="266539" cy="25860"/>
          </a:xfrm>
          <a:custGeom>
            <a:avLst/>
            <a:gdLst/>
            <a:ahLst/>
            <a:cxnLst/>
            <a:rect l="0" t="0" r="0" b="0"/>
            <a:pathLst>
              <a:path w="266539" h="25860">
                <a:moveTo>
                  <a:pt x="0" y="23294"/>
                </a:moveTo>
                <a:lnTo>
                  <a:pt x="19039" y="24607"/>
                </a:lnTo>
                <a:lnTo>
                  <a:pt x="38077" y="25463"/>
                </a:lnTo>
                <a:lnTo>
                  <a:pt x="57116" y="25860"/>
                </a:lnTo>
                <a:lnTo>
                  <a:pt x="76154" y="25799"/>
                </a:lnTo>
                <a:lnTo>
                  <a:pt x="95193" y="25280"/>
                </a:lnTo>
                <a:lnTo>
                  <a:pt x="114231" y="24304"/>
                </a:lnTo>
                <a:lnTo>
                  <a:pt x="133270" y="22869"/>
                </a:lnTo>
                <a:lnTo>
                  <a:pt x="152308" y="20976"/>
                </a:lnTo>
                <a:lnTo>
                  <a:pt x="171347" y="18625"/>
                </a:lnTo>
                <a:lnTo>
                  <a:pt x="190385" y="15816"/>
                </a:lnTo>
                <a:lnTo>
                  <a:pt x="209424" y="12549"/>
                </a:lnTo>
                <a:lnTo>
                  <a:pt x="228462" y="8824"/>
                </a:lnTo>
                <a:lnTo>
                  <a:pt x="247501" y="4641"/>
                </a:lnTo>
                <a:lnTo>
                  <a:pt x="266539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381" name="knowledge-cross-edge">
            <a:extLst>
              <a:ext uri="{FF2B5EF4-FFF2-40B4-BE49-F238E27FC236}">
                <a16:creationId xmlns:a16="http://schemas.microsoft.com/office/drawing/2014/main" id="{2D1C02FD-A9D0-4B7E-9E36-53FEDB379D96}"/>
              </a:ext>
            </a:extLst>
          </p:cNvPr>
          <p:cNvSpPr>
            <a:spLocks noGrp="1"/>
          </p:cNvSpPr>
          <p:nvPr/>
        </p:nvSpPr>
        <p:spPr>
          <a:xfrm>
            <a:off x="11090701" y="4910641"/>
            <a:ext cx="319254" cy="110188"/>
          </a:xfrm>
          <a:custGeom>
            <a:avLst/>
            <a:gdLst/>
            <a:ahLst/>
            <a:cxnLst/>
            <a:rect l="0" t="0" r="0" b="0"/>
            <a:pathLst>
              <a:path w="319254" h="110188">
                <a:moveTo>
                  <a:pt x="0" y="0"/>
                </a:moveTo>
                <a:lnTo>
                  <a:pt x="41157" y="5251"/>
                </a:lnTo>
                <a:lnTo>
                  <a:pt x="79667" y="11216"/>
                </a:lnTo>
                <a:lnTo>
                  <a:pt x="115532" y="17896"/>
                </a:lnTo>
                <a:lnTo>
                  <a:pt x="148751" y="25291"/>
                </a:lnTo>
                <a:lnTo>
                  <a:pt x="179324" y="33401"/>
                </a:lnTo>
                <a:lnTo>
                  <a:pt x="207252" y="42226"/>
                </a:lnTo>
                <a:lnTo>
                  <a:pt x="232533" y="51766"/>
                </a:lnTo>
                <a:lnTo>
                  <a:pt x="255169" y="62021"/>
                </a:lnTo>
                <a:lnTo>
                  <a:pt x="275159" y="72990"/>
                </a:lnTo>
                <a:lnTo>
                  <a:pt x="292503" y="84675"/>
                </a:lnTo>
                <a:lnTo>
                  <a:pt x="307201" y="97074"/>
                </a:lnTo>
                <a:lnTo>
                  <a:pt x="319254" y="110188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382" name="knowledge-cross-edge">
            <a:extLst>
              <a:ext uri="{FF2B5EF4-FFF2-40B4-BE49-F238E27FC236}">
                <a16:creationId xmlns:a16="http://schemas.microsoft.com/office/drawing/2014/main" id="{0422629D-EF7E-4394-8A8A-9AF6BF9FA625}"/>
              </a:ext>
            </a:extLst>
          </p:cNvPr>
          <p:cNvSpPr>
            <a:spLocks noGrp="1"/>
          </p:cNvSpPr>
          <p:nvPr/>
        </p:nvSpPr>
        <p:spPr>
          <a:xfrm>
            <a:off x="11090701" y="4686948"/>
            <a:ext cx="379536" cy="223693"/>
          </a:xfrm>
          <a:custGeom>
            <a:avLst/>
            <a:gdLst/>
            <a:ahLst/>
            <a:cxnLst/>
            <a:rect l="0" t="0" r="0" b="0"/>
            <a:pathLst>
              <a:path w="379536" h="223693">
                <a:moveTo>
                  <a:pt x="0" y="223693"/>
                </a:moveTo>
                <a:lnTo>
                  <a:pt x="17076" y="187115"/>
                </a:lnTo>
                <a:lnTo>
                  <a:pt x="36798" y="153799"/>
                </a:lnTo>
                <a:lnTo>
                  <a:pt x="59165" y="123743"/>
                </a:lnTo>
                <a:lnTo>
                  <a:pt x="84179" y="96949"/>
                </a:lnTo>
                <a:lnTo>
                  <a:pt x="111838" y="73416"/>
                </a:lnTo>
                <a:lnTo>
                  <a:pt x="142143" y="53145"/>
                </a:lnTo>
                <a:lnTo>
                  <a:pt x="175094" y="36134"/>
                </a:lnTo>
                <a:lnTo>
                  <a:pt x="210691" y="22385"/>
                </a:lnTo>
                <a:lnTo>
                  <a:pt x="248933" y="11897"/>
                </a:lnTo>
                <a:lnTo>
                  <a:pt x="289822" y="4670"/>
                </a:lnTo>
                <a:lnTo>
                  <a:pt x="333356" y="704"/>
                </a:lnTo>
                <a:lnTo>
                  <a:pt x="379536" y="0"/>
                </a:lnTo>
              </a:path>
            </a:pathLst>
          </a:custGeom>
          <a:noFill/>
          <a:ln w="4953">
            <a:solidFill>
              <a:srgbClr val="98B22C">
                <a:alpha val="12000"/>
              </a:srgbClr>
            </a:solidFill>
            <a:prstDash val="solid"/>
          </a:ln>
        </p:spPr>
      </p:sp>
      <p:sp>
        <p:nvSpPr>
          <p:cNvPr id="383" name="knowledge-long-edge">
            <a:extLst>
              <a:ext uri="{FF2B5EF4-FFF2-40B4-BE49-F238E27FC236}">
                <a16:creationId xmlns:a16="http://schemas.microsoft.com/office/drawing/2014/main" id="{2D3FE629-CEA8-4501-9E2C-C7F6D8015EA0}"/>
              </a:ext>
            </a:extLst>
          </p:cNvPr>
          <p:cNvSpPr>
            <a:spLocks noGrp="1"/>
          </p:cNvSpPr>
          <p:nvPr/>
        </p:nvSpPr>
        <p:spPr>
          <a:xfrm>
            <a:off x="11090701" y="4402043"/>
            <a:ext cx="551674" cy="508598"/>
          </a:xfrm>
          <a:custGeom>
            <a:avLst/>
            <a:gdLst/>
            <a:ahLst/>
            <a:cxnLst/>
            <a:rect l="0" t="0" r="0" b="0"/>
            <a:pathLst>
              <a:path w="551674" h="508598">
                <a:moveTo>
                  <a:pt x="0" y="508598"/>
                </a:moveTo>
                <a:lnTo>
                  <a:pt x="34480" y="407360"/>
                </a:lnTo>
                <a:lnTo>
                  <a:pt x="68959" y="317317"/>
                </a:lnTo>
                <a:lnTo>
                  <a:pt x="103439" y="238469"/>
                </a:lnTo>
                <a:lnTo>
                  <a:pt x="137918" y="170817"/>
                </a:lnTo>
                <a:lnTo>
                  <a:pt x="172398" y="114359"/>
                </a:lnTo>
                <a:lnTo>
                  <a:pt x="206878" y="69097"/>
                </a:lnTo>
                <a:lnTo>
                  <a:pt x="241357" y="35030"/>
                </a:lnTo>
                <a:lnTo>
                  <a:pt x="275837" y="12158"/>
                </a:lnTo>
                <a:lnTo>
                  <a:pt x="310316" y="481"/>
                </a:lnTo>
                <a:lnTo>
                  <a:pt x="344796" y="0"/>
                </a:lnTo>
                <a:lnTo>
                  <a:pt x="379276" y="10714"/>
                </a:lnTo>
                <a:lnTo>
                  <a:pt x="413755" y="32623"/>
                </a:lnTo>
                <a:lnTo>
                  <a:pt x="448235" y="65727"/>
                </a:lnTo>
                <a:lnTo>
                  <a:pt x="482714" y="110026"/>
                </a:lnTo>
                <a:lnTo>
                  <a:pt x="517194" y="165521"/>
                </a:lnTo>
                <a:lnTo>
                  <a:pt x="551674" y="232210"/>
                </a:lnTo>
              </a:path>
            </a:pathLst>
          </a:custGeom>
          <a:noFill/>
          <a:ln w="4286">
            <a:solidFill>
              <a:srgbClr val="98B22C">
                <a:alpha val="9000"/>
              </a:srgbClr>
            </a:solidFill>
            <a:prstDash val="solid"/>
          </a:ln>
        </p:spPr>
      </p:sp>
      <p:sp>
        <p:nvSpPr>
          <p:cNvPr id="384" name="knowledge-edge">
            <a:extLst>
              <a:ext uri="{FF2B5EF4-FFF2-40B4-BE49-F238E27FC236}">
                <a16:creationId xmlns:a16="http://schemas.microsoft.com/office/drawing/2014/main" id="{F8290CF8-BD15-4BC2-B9A2-F3A8806743B8}"/>
              </a:ext>
            </a:extLst>
          </p:cNvPr>
          <p:cNvSpPr>
            <a:spLocks noGrp="1"/>
          </p:cNvSpPr>
          <p:nvPr/>
        </p:nvSpPr>
        <p:spPr>
          <a:xfrm>
            <a:off x="10844132" y="5010789"/>
            <a:ext cx="565822" cy="82649"/>
          </a:xfrm>
          <a:custGeom>
            <a:avLst/>
            <a:gdLst/>
            <a:ahLst/>
            <a:cxnLst/>
            <a:rect l="0" t="0" r="0" b="0"/>
            <a:pathLst>
              <a:path w="565822" h="82649">
                <a:moveTo>
                  <a:pt x="0" y="82649"/>
                </a:moveTo>
                <a:lnTo>
                  <a:pt x="40416" y="67457"/>
                </a:lnTo>
                <a:lnTo>
                  <a:pt x="80832" y="53805"/>
                </a:lnTo>
                <a:lnTo>
                  <a:pt x="121248" y="41692"/>
                </a:lnTo>
                <a:lnTo>
                  <a:pt x="161663" y="31118"/>
                </a:lnTo>
                <a:lnTo>
                  <a:pt x="202079" y="22084"/>
                </a:lnTo>
                <a:lnTo>
                  <a:pt x="242495" y="14588"/>
                </a:lnTo>
                <a:lnTo>
                  <a:pt x="282911" y="8632"/>
                </a:lnTo>
                <a:lnTo>
                  <a:pt x="323327" y="4216"/>
                </a:lnTo>
                <a:lnTo>
                  <a:pt x="363743" y="1338"/>
                </a:lnTo>
                <a:lnTo>
                  <a:pt x="404159" y="0"/>
                </a:lnTo>
                <a:lnTo>
                  <a:pt x="444575" y="201"/>
                </a:lnTo>
                <a:lnTo>
                  <a:pt x="484990" y="1941"/>
                </a:lnTo>
                <a:lnTo>
                  <a:pt x="525406" y="5221"/>
                </a:lnTo>
                <a:lnTo>
                  <a:pt x="565822" y="1004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385" name="knowledge-cross-edge">
            <a:extLst>
              <a:ext uri="{FF2B5EF4-FFF2-40B4-BE49-F238E27FC236}">
                <a16:creationId xmlns:a16="http://schemas.microsoft.com/office/drawing/2014/main" id="{35FAD54E-6ACF-4B62-9140-145D50E5C437}"/>
              </a:ext>
            </a:extLst>
          </p:cNvPr>
          <p:cNvSpPr>
            <a:spLocks noGrp="1"/>
          </p:cNvSpPr>
          <p:nvPr/>
        </p:nvSpPr>
        <p:spPr>
          <a:xfrm>
            <a:off x="10844132" y="5072500"/>
            <a:ext cx="624823" cy="197614"/>
          </a:xfrm>
          <a:custGeom>
            <a:avLst/>
            <a:gdLst/>
            <a:ahLst/>
            <a:cxnLst/>
            <a:rect l="0" t="0" r="0" b="0"/>
            <a:pathLst>
              <a:path w="624823" h="197614">
                <a:moveTo>
                  <a:pt x="0" y="20938"/>
                </a:moveTo>
                <a:lnTo>
                  <a:pt x="66621" y="9136"/>
                </a:lnTo>
                <a:lnTo>
                  <a:pt x="130596" y="2157"/>
                </a:lnTo>
                <a:lnTo>
                  <a:pt x="191925" y="0"/>
                </a:lnTo>
                <a:lnTo>
                  <a:pt x="250608" y="2666"/>
                </a:lnTo>
                <a:lnTo>
                  <a:pt x="306645" y="10155"/>
                </a:lnTo>
                <a:lnTo>
                  <a:pt x="360037" y="22467"/>
                </a:lnTo>
                <a:lnTo>
                  <a:pt x="410782" y="39601"/>
                </a:lnTo>
                <a:lnTo>
                  <a:pt x="458882" y="61558"/>
                </a:lnTo>
                <a:lnTo>
                  <a:pt x="504336" y="88338"/>
                </a:lnTo>
                <a:lnTo>
                  <a:pt x="547145" y="119941"/>
                </a:lnTo>
                <a:lnTo>
                  <a:pt x="587307" y="156366"/>
                </a:lnTo>
                <a:lnTo>
                  <a:pt x="624823" y="197614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386" name="knowledge-long-edge">
            <a:extLst>
              <a:ext uri="{FF2B5EF4-FFF2-40B4-BE49-F238E27FC236}">
                <a16:creationId xmlns:a16="http://schemas.microsoft.com/office/drawing/2014/main" id="{F09FB43C-1DEE-486F-BAAA-9B712CC4461C}"/>
              </a:ext>
            </a:extLst>
          </p:cNvPr>
          <p:cNvSpPr>
            <a:spLocks noGrp="1"/>
          </p:cNvSpPr>
          <p:nvPr/>
        </p:nvSpPr>
        <p:spPr>
          <a:xfrm>
            <a:off x="10844132" y="4522807"/>
            <a:ext cx="1024130" cy="570631"/>
          </a:xfrm>
          <a:custGeom>
            <a:avLst/>
            <a:gdLst/>
            <a:ahLst/>
            <a:cxnLst/>
            <a:rect l="0" t="0" r="0" b="0"/>
            <a:pathLst>
              <a:path w="1024130" h="570631">
                <a:moveTo>
                  <a:pt x="0" y="570631"/>
                </a:moveTo>
                <a:lnTo>
                  <a:pt x="64008" y="464330"/>
                </a:lnTo>
                <a:lnTo>
                  <a:pt x="128016" y="368970"/>
                </a:lnTo>
                <a:lnTo>
                  <a:pt x="192024" y="284552"/>
                </a:lnTo>
                <a:lnTo>
                  <a:pt x="256032" y="211076"/>
                </a:lnTo>
                <a:lnTo>
                  <a:pt x="320041" y="148542"/>
                </a:lnTo>
                <a:lnTo>
                  <a:pt x="384049" y="96950"/>
                </a:lnTo>
                <a:lnTo>
                  <a:pt x="448057" y="56300"/>
                </a:lnTo>
                <a:lnTo>
                  <a:pt x="512065" y="26591"/>
                </a:lnTo>
                <a:lnTo>
                  <a:pt x="576073" y="7825"/>
                </a:lnTo>
                <a:lnTo>
                  <a:pt x="640081" y="0"/>
                </a:lnTo>
                <a:lnTo>
                  <a:pt x="704089" y="3117"/>
                </a:lnTo>
                <a:lnTo>
                  <a:pt x="768097" y="17176"/>
                </a:lnTo>
                <a:lnTo>
                  <a:pt x="832105" y="42177"/>
                </a:lnTo>
                <a:lnTo>
                  <a:pt x="896114" y="78119"/>
                </a:lnTo>
                <a:lnTo>
                  <a:pt x="960122" y="125004"/>
                </a:lnTo>
                <a:lnTo>
                  <a:pt x="1024130" y="182830"/>
                </a:lnTo>
              </a:path>
            </a:pathLst>
          </a:custGeom>
          <a:noFill/>
          <a:ln w="4286">
            <a:solidFill>
              <a:srgbClr val="98B22C">
                <a:alpha val="9000"/>
              </a:srgbClr>
            </a:solidFill>
            <a:prstDash val="solid"/>
          </a:ln>
        </p:spPr>
      </p:sp>
      <p:sp>
        <p:nvSpPr>
          <p:cNvPr id="387" name="knowledge-edge">
            <a:extLst>
              <a:ext uri="{FF2B5EF4-FFF2-40B4-BE49-F238E27FC236}">
                <a16:creationId xmlns:a16="http://schemas.microsoft.com/office/drawing/2014/main" id="{F33630C5-5906-4410-93BC-EF297134A512}"/>
              </a:ext>
            </a:extLst>
          </p:cNvPr>
          <p:cNvSpPr>
            <a:spLocks noGrp="1"/>
          </p:cNvSpPr>
          <p:nvPr/>
        </p:nvSpPr>
        <p:spPr>
          <a:xfrm>
            <a:off x="10942678" y="5270114"/>
            <a:ext cx="526278" cy="226987"/>
          </a:xfrm>
          <a:custGeom>
            <a:avLst/>
            <a:gdLst/>
            <a:ahLst/>
            <a:cxnLst/>
            <a:rect l="0" t="0" r="0" b="0"/>
            <a:pathLst>
              <a:path w="526278" h="226987">
                <a:moveTo>
                  <a:pt x="0" y="226987"/>
                </a:moveTo>
                <a:lnTo>
                  <a:pt x="37591" y="214083"/>
                </a:lnTo>
                <a:lnTo>
                  <a:pt x="75183" y="200671"/>
                </a:lnTo>
                <a:lnTo>
                  <a:pt x="112774" y="186749"/>
                </a:lnTo>
                <a:lnTo>
                  <a:pt x="150365" y="172318"/>
                </a:lnTo>
                <a:lnTo>
                  <a:pt x="187956" y="157378"/>
                </a:lnTo>
                <a:lnTo>
                  <a:pt x="225548" y="141928"/>
                </a:lnTo>
                <a:lnTo>
                  <a:pt x="263139" y="125969"/>
                </a:lnTo>
                <a:lnTo>
                  <a:pt x="300730" y="109501"/>
                </a:lnTo>
                <a:lnTo>
                  <a:pt x="338321" y="92524"/>
                </a:lnTo>
                <a:lnTo>
                  <a:pt x="375913" y="75038"/>
                </a:lnTo>
                <a:lnTo>
                  <a:pt x="413504" y="57042"/>
                </a:lnTo>
                <a:lnTo>
                  <a:pt x="451095" y="38537"/>
                </a:lnTo>
                <a:lnTo>
                  <a:pt x="488686" y="19523"/>
                </a:lnTo>
                <a:lnTo>
                  <a:pt x="526278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388" name="knowledge-cross-edge">
            <a:extLst>
              <a:ext uri="{FF2B5EF4-FFF2-40B4-BE49-F238E27FC236}">
                <a16:creationId xmlns:a16="http://schemas.microsoft.com/office/drawing/2014/main" id="{9C7CAA8F-C261-4EF6-9A02-BFFA896B003C}"/>
              </a:ext>
            </a:extLst>
          </p:cNvPr>
          <p:cNvSpPr>
            <a:spLocks noGrp="1"/>
          </p:cNvSpPr>
          <p:nvPr/>
        </p:nvSpPr>
        <p:spPr>
          <a:xfrm>
            <a:off x="10942678" y="5497101"/>
            <a:ext cx="606631" cy="120870"/>
          </a:xfrm>
          <a:custGeom>
            <a:avLst/>
            <a:gdLst/>
            <a:ahLst/>
            <a:cxnLst/>
            <a:rect l="0" t="0" r="0" b="0"/>
            <a:pathLst>
              <a:path w="606631" h="120870">
                <a:moveTo>
                  <a:pt x="0" y="0"/>
                </a:moveTo>
                <a:lnTo>
                  <a:pt x="65105" y="2543"/>
                </a:lnTo>
                <a:lnTo>
                  <a:pt x="127564" y="6455"/>
                </a:lnTo>
                <a:lnTo>
                  <a:pt x="187377" y="11735"/>
                </a:lnTo>
                <a:lnTo>
                  <a:pt x="244544" y="18385"/>
                </a:lnTo>
                <a:lnTo>
                  <a:pt x="299065" y="26404"/>
                </a:lnTo>
                <a:lnTo>
                  <a:pt x="350941" y="35792"/>
                </a:lnTo>
                <a:lnTo>
                  <a:pt x="400170" y="46549"/>
                </a:lnTo>
                <a:lnTo>
                  <a:pt x="446754" y="58675"/>
                </a:lnTo>
                <a:lnTo>
                  <a:pt x="490692" y="72170"/>
                </a:lnTo>
                <a:lnTo>
                  <a:pt x="531984" y="87035"/>
                </a:lnTo>
                <a:lnTo>
                  <a:pt x="570631" y="103268"/>
                </a:lnTo>
                <a:lnTo>
                  <a:pt x="606631" y="120870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389" name="knowledge-edge">
            <a:extLst>
              <a:ext uri="{FF2B5EF4-FFF2-40B4-BE49-F238E27FC236}">
                <a16:creationId xmlns:a16="http://schemas.microsoft.com/office/drawing/2014/main" id="{8D5B6D3F-1324-44C6-8004-EC1FF4EC137A}"/>
              </a:ext>
            </a:extLst>
          </p:cNvPr>
          <p:cNvSpPr>
            <a:spLocks noGrp="1"/>
          </p:cNvSpPr>
          <p:nvPr/>
        </p:nvSpPr>
        <p:spPr>
          <a:xfrm>
            <a:off x="10881159" y="5617971"/>
            <a:ext cx="668151" cy="123754"/>
          </a:xfrm>
          <a:custGeom>
            <a:avLst/>
            <a:gdLst/>
            <a:ahLst/>
            <a:cxnLst/>
            <a:rect l="0" t="0" r="0" b="0"/>
            <a:pathLst>
              <a:path w="668151" h="123754">
                <a:moveTo>
                  <a:pt x="0" y="123654"/>
                </a:moveTo>
                <a:lnTo>
                  <a:pt x="47725" y="123754"/>
                </a:lnTo>
                <a:lnTo>
                  <a:pt x="95450" y="122480"/>
                </a:lnTo>
                <a:lnTo>
                  <a:pt x="143175" y="119831"/>
                </a:lnTo>
                <a:lnTo>
                  <a:pt x="190900" y="115809"/>
                </a:lnTo>
                <a:lnTo>
                  <a:pt x="238625" y="110412"/>
                </a:lnTo>
                <a:lnTo>
                  <a:pt x="286350" y="103641"/>
                </a:lnTo>
                <a:lnTo>
                  <a:pt x="334075" y="95495"/>
                </a:lnTo>
                <a:lnTo>
                  <a:pt x="381800" y="85976"/>
                </a:lnTo>
                <a:lnTo>
                  <a:pt x="429525" y="75082"/>
                </a:lnTo>
                <a:lnTo>
                  <a:pt x="477250" y="62814"/>
                </a:lnTo>
                <a:lnTo>
                  <a:pt x="524975" y="49172"/>
                </a:lnTo>
                <a:lnTo>
                  <a:pt x="572700" y="34156"/>
                </a:lnTo>
                <a:lnTo>
                  <a:pt x="620426" y="17765"/>
                </a:lnTo>
                <a:lnTo>
                  <a:pt x="668151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390" name="knowledge-cross-edge">
            <a:extLst>
              <a:ext uri="{FF2B5EF4-FFF2-40B4-BE49-F238E27FC236}">
                <a16:creationId xmlns:a16="http://schemas.microsoft.com/office/drawing/2014/main" id="{F029916F-AFC6-49B5-B172-D90691ACB5BF}"/>
              </a:ext>
            </a:extLst>
          </p:cNvPr>
          <p:cNvSpPr>
            <a:spLocks noGrp="1"/>
          </p:cNvSpPr>
          <p:nvPr/>
        </p:nvSpPr>
        <p:spPr>
          <a:xfrm>
            <a:off x="10881159" y="5680526"/>
            <a:ext cx="541274" cy="163968"/>
          </a:xfrm>
          <a:custGeom>
            <a:avLst/>
            <a:gdLst/>
            <a:ahLst/>
            <a:cxnLst/>
            <a:rect l="0" t="0" r="0" b="0"/>
            <a:pathLst>
              <a:path w="541274" h="163968">
                <a:moveTo>
                  <a:pt x="0" y="61099"/>
                </a:moveTo>
                <a:lnTo>
                  <a:pt x="59658" y="36998"/>
                </a:lnTo>
                <a:lnTo>
                  <a:pt x="116671" y="18837"/>
                </a:lnTo>
                <a:lnTo>
                  <a:pt x="171037" y="6618"/>
                </a:lnTo>
                <a:lnTo>
                  <a:pt x="222758" y="338"/>
                </a:lnTo>
                <a:lnTo>
                  <a:pt x="271833" y="0"/>
                </a:lnTo>
                <a:lnTo>
                  <a:pt x="318262" y="5602"/>
                </a:lnTo>
                <a:lnTo>
                  <a:pt x="362045" y="17145"/>
                </a:lnTo>
                <a:lnTo>
                  <a:pt x="403182" y="34628"/>
                </a:lnTo>
                <a:lnTo>
                  <a:pt x="441674" y="58052"/>
                </a:lnTo>
                <a:lnTo>
                  <a:pt x="477520" y="87417"/>
                </a:lnTo>
                <a:lnTo>
                  <a:pt x="510720" y="122722"/>
                </a:lnTo>
                <a:lnTo>
                  <a:pt x="541274" y="163968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391" name="knowledge-long-edge">
            <a:extLst>
              <a:ext uri="{FF2B5EF4-FFF2-40B4-BE49-F238E27FC236}">
                <a16:creationId xmlns:a16="http://schemas.microsoft.com/office/drawing/2014/main" id="{E88421BE-2267-4A65-A2E5-10EC06513691}"/>
              </a:ext>
            </a:extLst>
          </p:cNvPr>
          <p:cNvSpPr>
            <a:spLocks noGrp="1"/>
          </p:cNvSpPr>
          <p:nvPr/>
        </p:nvSpPr>
        <p:spPr>
          <a:xfrm>
            <a:off x="10881159" y="5060832"/>
            <a:ext cx="1042536" cy="680793"/>
          </a:xfrm>
          <a:custGeom>
            <a:avLst/>
            <a:gdLst/>
            <a:ahLst/>
            <a:cxnLst/>
            <a:rect l="0" t="0" r="0" b="0"/>
            <a:pathLst>
              <a:path w="1042536" h="680793">
                <a:moveTo>
                  <a:pt x="0" y="680793"/>
                </a:moveTo>
                <a:lnTo>
                  <a:pt x="65158" y="555477"/>
                </a:lnTo>
                <a:lnTo>
                  <a:pt x="130317" y="442881"/>
                </a:lnTo>
                <a:lnTo>
                  <a:pt x="195475" y="343004"/>
                </a:lnTo>
                <a:lnTo>
                  <a:pt x="260634" y="255846"/>
                </a:lnTo>
                <a:lnTo>
                  <a:pt x="325792" y="181408"/>
                </a:lnTo>
                <a:lnTo>
                  <a:pt x="390951" y="119688"/>
                </a:lnTo>
                <a:lnTo>
                  <a:pt x="456109" y="70687"/>
                </a:lnTo>
                <a:lnTo>
                  <a:pt x="521268" y="34406"/>
                </a:lnTo>
                <a:lnTo>
                  <a:pt x="586426" y="10843"/>
                </a:lnTo>
                <a:lnTo>
                  <a:pt x="651585" y="0"/>
                </a:lnTo>
                <a:lnTo>
                  <a:pt x="716743" y="1876"/>
                </a:lnTo>
                <a:lnTo>
                  <a:pt x="781902" y="16471"/>
                </a:lnTo>
                <a:lnTo>
                  <a:pt x="847060" y="43785"/>
                </a:lnTo>
                <a:lnTo>
                  <a:pt x="912219" y="83818"/>
                </a:lnTo>
                <a:lnTo>
                  <a:pt x="977377" y="136570"/>
                </a:lnTo>
                <a:lnTo>
                  <a:pt x="1042536" y="202041"/>
                </a:lnTo>
              </a:path>
            </a:pathLst>
          </a:custGeom>
          <a:noFill/>
          <a:ln w="4286">
            <a:solidFill>
              <a:srgbClr val="98B22C">
                <a:alpha val="9000"/>
              </a:srgbClr>
            </a:solidFill>
            <a:prstDash val="solid"/>
          </a:ln>
        </p:spPr>
      </p:sp>
      <p:sp>
        <p:nvSpPr>
          <p:cNvPr id="392" name="knowledge-edge">
            <a:extLst>
              <a:ext uri="{FF2B5EF4-FFF2-40B4-BE49-F238E27FC236}">
                <a16:creationId xmlns:a16="http://schemas.microsoft.com/office/drawing/2014/main" id="{D9586607-6E4B-4CB4-8F50-27258C50D86C}"/>
              </a:ext>
            </a:extLst>
          </p:cNvPr>
          <p:cNvSpPr>
            <a:spLocks noGrp="1"/>
          </p:cNvSpPr>
          <p:nvPr/>
        </p:nvSpPr>
        <p:spPr>
          <a:xfrm>
            <a:off x="10869622" y="5844495"/>
            <a:ext cx="552810" cy="167437"/>
          </a:xfrm>
          <a:custGeom>
            <a:avLst/>
            <a:gdLst/>
            <a:ahLst/>
            <a:cxnLst/>
            <a:rect l="0" t="0" r="0" b="0"/>
            <a:pathLst>
              <a:path w="552810" h="167437">
                <a:moveTo>
                  <a:pt x="0" y="167437"/>
                </a:moveTo>
                <a:lnTo>
                  <a:pt x="39486" y="157955"/>
                </a:lnTo>
                <a:lnTo>
                  <a:pt x="78973" y="148091"/>
                </a:lnTo>
                <a:lnTo>
                  <a:pt x="118459" y="137846"/>
                </a:lnTo>
                <a:lnTo>
                  <a:pt x="157946" y="127220"/>
                </a:lnTo>
                <a:lnTo>
                  <a:pt x="197432" y="116212"/>
                </a:lnTo>
                <a:lnTo>
                  <a:pt x="236919" y="104824"/>
                </a:lnTo>
                <a:lnTo>
                  <a:pt x="276405" y="93055"/>
                </a:lnTo>
                <a:lnTo>
                  <a:pt x="315892" y="80905"/>
                </a:lnTo>
                <a:lnTo>
                  <a:pt x="355378" y="68373"/>
                </a:lnTo>
                <a:lnTo>
                  <a:pt x="394865" y="55461"/>
                </a:lnTo>
                <a:lnTo>
                  <a:pt x="434351" y="42167"/>
                </a:lnTo>
                <a:lnTo>
                  <a:pt x="473837" y="28492"/>
                </a:lnTo>
                <a:lnTo>
                  <a:pt x="513324" y="14437"/>
                </a:lnTo>
                <a:lnTo>
                  <a:pt x="552810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393" name="knowledge-cross-edge">
            <a:extLst>
              <a:ext uri="{FF2B5EF4-FFF2-40B4-BE49-F238E27FC236}">
                <a16:creationId xmlns:a16="http://schemas.microsoft.com/office/drawing/2014/main" id="{34C65D33-EAE1-4EB5-8CFE-A76497701899}"/>
              </a:ext>
            </a:extLst>
          </p:cNvPr>
          <p:cNvSpPr>
            <a:spLocks noGrp="1"/>
          </p:cNvSpPr>
          <p:nvPr/>
        </p:nvSpPr>
        <p:spPr>
          <a:xfrm>
            <a:off x="10869622" y="5922446"/>
            <a:ext cx="441339" cy="89486"/>
          </a:xfrm>
          <a:custGeom>
            <a:avLst/>
            <a:gdLst/>
            <a:ahLst/>
            <a:cxnLst/>
            <a:rect l="0" t="0" r="0" b="0"/>
            <a:pathLst>
              <a:path w="441339" h="89486">
                <a:moveTo>
                  <a:pt x="0" y="89486"/>
                </a:moveTo>
                <a:lnTo>
                  <a:pt x="51330" y="82846"/>
                </a:lnTo>
                <a:lnTo>
                  <a:pt x="100015" y="76057"/>
                </a:lnTo>
                <a:lnTo>
                  <a:pt x="146053" y="69120"/>
                </a:lnTo>
                <a:lnTo>
                  <a:pt x="189446" y="62034"/>
                </a:lnTo>
                <a:lnTo>
                  <a:pt x="230193" y="54800"/>
                </a:lnTo>
                <a:lnTo>
                  <a:pt x="268294" y="47417"/>
                </a:lnTo>
                <a:lnTo>
                  <a:pt x="303750" y="39885"/>
                </a:lnTo>
                <a:lnTo>
                  <a:pt x="336559" y="32205"/>
                </a:lnTo>
                <a:lnTo>
                  <a:pt x="366723" y="24377"/>
                </a:lnTo>
                <a:lnTo>
                  <a:pt x="394241" y="16400"/>
                </a:lnTo>
                <a:lnTo>
                  <a:pt x="419113" y="8274"/>
                </a:lnTo>
                <a:lnTo>
                  <a:pt x="441339" y="0"/>
                </a:lnTo>
              </a:path>
            </a:pathLst>
          </a:custGeom>
          <a:noFill/>
          <a:ln w="5334">
            <a:solidFill>
              <a:srgbClr val="98B22C">
                <a:alpha val="13000"/>
              </a:srgbClr>
            </a:solidFill>
            <a:prstDash val="solid"/>
          </a:ln>
        </p:spPr>
      </p:sp>
      <p:sp>
        <p:nvSpPr>
          <p:cNvPr id="394" name="knowledge-edge">
            <a:extLst>
              <a:ext uri="{FF2B5EF4-FFF2-40B4-BE49-F238E27FC236}">
                <a16:creationId xmlns:a16="http://schemas.microsoft.com/office/drawing/2014/main" id="{98C021C7-348B-4B1C-B1EF-69F786BC3F32}"/>
              </a:ext>
            </a:extLst>
          </p:cNvPr>
          <p:cNvSpPr>
            <a:spLocks noGrp="1"/>
          </p:cNvSpPr>
          <p:nvPr/>
        </p:nvSpPr>
        <p:spPr>
          <a:xfrm>
            <a:off x="11083918" y="5922446"/>
            <a:ext cx="227043" cy="359085"/>
          </a:xfrm>
          <a:custGeom>
            <a:avLst/>
            <a:gdLst/>
            <a:ahLst/>
            <a:cxnLst/>
            <a:rect l="0" t="0" r="0" b="0"/>
            <a:pathLst>
              <a:path w="227043" h="359085">
                <a:moveTo>
                  <a:pt x="0" y="359085"/>
                </a:moveTo>
                <a:lnTo>
                  <a:pt x="16217" y="335057"/>
                </a:lnTo>
                <a:lnTo>
                  <a:pt x="32435" y="310780"/>
                </a:lnTo>
                <a:lnTo>
                  <a:pt x="48652" y="286254"/>
                </a:lnTo>
                <a:lnTo>
                  <a:pt x="64869" y="261478"/>
                </a:lnTo>
                <a:lnTo>
                  <a:pt x="81087" y="236452"/>
                </a:lnTo>
                <a:lnTo>
                  <a:pt x="97304" y="211177"/>
                </a:lnTo>
                <a:lnTo>
                  <a:pt x="113521" y="185653"/>
                </a:lnTo>
                <a:lnTo>
                  <a:pt x="129739" y="159880"/>
                </a:lnTo>
                <a:lnTo>
                  <a:pt x="145956" y="133856"/>
                </a:lnTo>
                <a:lnTo>
                  <a:pt x="162173" y="107584"/>
                </a:lnTo>
                <a:lnTo>
                  <a:pt x="178391" y="81062"/>
                </a:lnTo>
                <a:lnTo>
                  <a:pt x="194608" y="54291"/>
                </a:lnTo>
                <a:lnTo>
                  <a:pt x="210825" y="27270"/>
                </a:lnTo>
                <a:lnTo>
                  <a:pt x="227043" y="0"/>
                </a:lnTo>
              </a:path>
            </a:pathLst>
          </a:custGeom>
          <a:noFill/>
          <a:ln w="6477">
            <a:solidFill>
              <a:srgbClr val="98B22C">
                <a:alpha val="17000"/>
              </a:srgbClr>
            </a:solidFill>
            <a:prstDash val="solid"/>
          </a:ln>
        </p:spPr>
      </p:sp>
      <p:sp>
        <p:nvSpPr>
          <p:cNvPr id="395" name="knowledge-cross-edge">
            <a:extLst>
              <a:ext uri="{FF2B5EF4-FFF2-40B4-BE49-F238E27FC236}">
                <a16:creationId xmlns:a16="http://schemas.microsoft.com/office/drawing/2014/main" id="{D2BDF008-8899-4FDE-BA7D-915AFDC2AE07}"/>
              </a:ext>
            </a:extLst>
          </p:cNvPr>
          <p:cNvSpPr>
            <a:spLocks noGrp="1"/>
          </p:cNvSpPr>
          <p:nvPr/>
        </p:nvSpPr>
        <p:spPr>
          <a:xfrm>
            <a:off x="11083918" y="5844495"/>
            <a:ext cx="338514" cy="437037"/>
          </a:xfrm>
          <a:custGeom>
            <a:avLst/>
            <a:gdLst/>
            <a:ahLst/>
            <a:cxnLst/>
            <a:rect l="0" t="0" r="0" b="0"/>
            <a:pathLst>
              <a:path w="338514" h="437037">
                <a:moveTo>
                  <a:pt x="0" y="437037"/>
                </a:moveTo>
                <a:lnTo>
                  <a:pt x="13657" y="377165"/>
                </a:lnTo>
                <a:lnTo>
                  <a:pt x="29961" y="321557"/>
                </a:lnTo>
                <a:lnTo>
                  <a:pt x="48910" y="270213"/>
                </a:lnTo>
                <a:lnTo>
                  <a:pt x="70505" y="223133"/>
                </a:lnTo>
                <a:lnTo>
                  <a:pt x="94746" y="180318"/>
                </a:lnTo>
                <a:lnTo>
                  <a:pt x="121632" y="141766"/>
                </a:lnTo>
                <a:lnTo>
                  <a:pt x="151165" y="107478"/>
                </a:lnTo>
                <a:lnTo>
                  <a:pt x="183343" y="77454"/>
                </a:lnTo>
                <a:lnTo>
                  <a:pt x="218167" y="51695"/>
                </a:lnTo>
                <a:lnTo>
                  <a:pt x="255637" y="30199"/>
                </a:lnTo>
                <a:lnTo>
                  <a:pt x="295753" y="12968"/>
                </a:lnTo>
                <a:lnTo>
                  <a:pt x="338514" y="0"/>
                </a:lnTo>
              </a:path>
            </a:pathLst>
          </a:custGeom>
          <a:noFill/>
          <a:ln w="4953">
            <a:solidFill>
              <a:srgbClr val="98B22C">
                <a:alpha val="12000"/>
              </a:srgbClr>
            </a:solidFill>
            <a:prstDash val="solid"/>
          </a:ln>
        </p:spPr>
      </p:sp>
      <p:sp>
        <p:nvSpPr>
          <p:cNvPr id="396" name="knowledge-edge">
            <a:extLst>
              <a:ext uri="{FF2B5EF4-FFF2-40B4-BE49-F238E27FC236}">
                <a16:creationId xmlns:a16="http://schemas.microsoft.com/office/drawing/2014/main" id="{E2D12A35-3D2B-4FBD-A6A2-72660A438AA2}"/>
              </a:ext>
            </a:extLst>
          </p:cNvPr>
          <p:cNvSpPr>
            <a:spLocks noGrp="1"/>
          </p:cNvSpPr>
          <p:nvPr/>
        </p:nvSpPr>
        <p:spPr>
          <a:xfrm>
            <a:off x="11470237" y="4634253"/>
            <a:ext cx="172137" cy="69091"/>
          </a:xfrm>
          <a:custGeom>
            <a:avLst/>
            <a:gdLst/>
            <a:ahLst/>
            <a:cxnLst/>
            <a:rect l="0" t="0" r="0" b="0"/>
            <a:pathLst>
              <a:path w="172137" h="69091">
                <a:moveTo>
                  <a:pt x="0" y="52695"/>
                </a:moveTo>
                <a:lnTo>
                  <a:pt x="12296" y="59104"/>
                </a:lnTo>
                <a:lnTo>
                  <a:pt x="24591" y="63949"/>
                </a:lnTo>
                <a:lnTo>
                  <a:pt x="36887" y="67228"/>
                </a:lnTo>
                <a:lnTo>
                  <a:pt x="49182" y="68942"/>
                </a:lnTo>
                <a:lnTo>
                  <a:pt x="61478" y="69091"/>
                </a:lnTo>
                <a:lnTo>
                  <a:pt x="73773" y="67675"/>
                </a:lnTo>
                <a:lnTo>
                  <a:pt x="86069" y="64693"/>
                </a:lnTo>
                <a:lnTo>
                  <a:pt x="98364" y="60147"/>
                </a:lnTo>
                <a:lnTo>
                  <a:pt x="110660" y="54035"/>
                </a:lnTo>
                <a:lnTo>
                  <a:pt x="122955" y="46358"/>
                </a:lnTo>
                <a:lnTo>
                  <a:pt x="135251" y="37117"/>
                </a:lnTo>
                <a:lnTo>
                  <a:pt x="147546" y="26310"/>
                </a:lnTo>
                <a:lnTo>
                  <a:pt x="159842" y="13937"/>
                </a:lnTo>
                <a:lnTo>
                  <a:pt x="172137" y="0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397" name="knowledge-cross-edge">
            <a:extLst>
              <a:ext uri="{FF2B5EF4-FFF2-40B4-BE49-F238E27FC236}">
                <a16:creationId xmlns:a16="http://schemas.microsoft.com/office/drawing/2014/main" id="{22305F65-8832-40B4-9051-2C33E5D29457}"/>
              </a:ext>
            </a:extLst>
          </p:cNvPr>
          <p:cNvSpPr>
            <a:spLocks noGrp="1"/>
          </p:cNvSpPr>
          <p:nvPr/>
        </p:nvSpPr>
        <p:spPr>
          <a:xfrm>
            <a:off x="11470237" y="4644979"/>
            <a:ext cx="398025" cy="60658"/>
          </a:xfrm>
          <a:custGeom>
            <a:avLst/>
            <a:gdLst/>
            <a:ahLst/>
            <a:cxnLst/>
            <a:rect l="0" t="0" r="0" b="0"/>
            <a:pathLst>
              <a:path w="398025" h="60658">
                <a:moveTo>
                  <a:pt x="0" y="41969"/>
                </a:moveTo>
                <a:lnTo>
                  <a:pt x="47721" y="27889"/>
                </a:lnTo>
                <a:lnTo>
                  <a:pt x="92796" y="16652"/>
                </a:lnTo>
                <a:lnTo>
                  <a:pt x="135225" y="8258"/>
                </a:lnTo>
                <a:lnTo>
                  <a:pt x="175008" y="2707"/>
                </a:lnTo>
                <a:lnTo>
                  <a:pt x="212146" y="0"/>
                </a:lnTo>
                <a:lnTo>
                  <a:pt x="246637" y="136"/>
                </a:lnTo>
                <a:lnTo>
                  <a:pt x="278483" y="3115"/>
                </a:lnTo>
                <a:lnTo>
                  <a:pt x="307683" y="8937"/>
                </a:lnTo>
                <a:lnTo>
                  <a:pt x="334237" y="17602"/>
                </a:lnTo>
                <a:lnTo>
                  <a:pt x="358146" y="29111"/>
                </a:lnTo>
                <a:lnTo>
                  <a:pt x="379408" y="43463"/>
                </a:lnTo>
                <a:lnTo>
                  <a:pt x="398025" y="60658"/>
                </a:lnTo>
              </a:path>
            </a:pathLst>
          </a:custGeom>
          <a:noFill/>
          <a:ln w="5334">
            <a:solidFill>
              <a:srgbClr val="7FB036">
                <a:alpha val="13000"/>
              </a:srgbClr>
            </a:solidFill>
            <a:prstDash val="solid"/>
          </a:ln>
        </p:spPr>
      </p:sp>
      <p:sp>
        <p:nvSpPr>
          <p:cNvPr id="398" name="knowledge-long-edge">
            <a:extLst>
              <a:ext uri="{FF2B5EF4-FFF2-40B4-BE49-F238E27FC236}">
                <a16:creationId xmlns:a16="http://schemas.microsoft.com/office/drawing/2014/main" id="{5FA5E35C-16DD-4729-9B8A-2012CB359282}"/>
              </a:ext>
            </a:extLst>
          </p:cNvPr>
          <p:cNvSpPr>
            <a:spLocks noGrp="1"/>
          </p:cNvSpPr>
          <p:nvPr/>
        </p:nvSpPr>
        <p:spPr>
          <a:xfrm>
            <a:off x="11470237" y="4357136"/>
            <a:ext cx="693784" cy="329813"/>
          </a:xfrm>
          <a:custGeom>
            <a:avLst/>
            <a:gdLst/>
            <a:ahLst/>
            <a:cxnLst/>
            <a:rect l="0" t="0" r="0" b="0"/>
            <a:pathLst>
              <a:path w="693784" h="329813">
                <a:moveTo>
                  <a:pt x="0" y="329813"/>
                </a:moveTo>
                <a:lnTo>
                  <a:pt x="43361" y="257908"/>
                </a:lnTo>
                <a:lnTo>
                  <a:pt x="86723" y="194819"/>
                </a:lnTo>
                <a:lnTo>
                  <a:pt x="130084" y="140544"/>
                </a:lnTo>
                <a:lnTo>
                  <a:pt x="173446" y="95083"/>
                </a:lnTo>
                <a:lnTo>
                  <a:pt x="216807" y="58437"/>
                </a:lnTo>
                <a:lnTo>
                  <a:pt x="260169" y="30606"/>
                </a:lnTo>
                <a:lnTo>
                  <a:pt x="303530" y="11590"/>
                </a:lnTo>
                <a:lnTo>
                  <a:pt x="346892" y="1387"/>
                </a:lnTo>
                <a:lnTo>
                  <a:pt x="390253" y="0"/>
                </a:lnTo>
                <a:lnTo>
                  <a:pt x="433615" y="7427"/>
                </a:lnTo>
                <a:lnTo>
                  <a:pt x="476976" y="23669"/>
                </a:lnTo>
                <a:lnTo>
                  <a:pt x="520338" y="48725"/>
                </a:lnTo>
                <a:lnTo>
                  <a:pt x="563699" y="82596"/>
                </a:lnTo>
                <a:lnTo>
                  <a:pt x="607061" y="125282"/>
                </a:lnTo>
                <a:lnTo>
                  <a:pt x="650422" y="176782"/>
                </a:lnTo>
                <a:lnTo>
                  <a:pt x="693784" y="237097"/>
                </a:lnTo>
              </a:path>
            </a:pathLst>
          </a:custGeom>
          <a:noFill/>
          <a:ln w="4286">
            <a:solidFill>
              <a:srgbClr val="7FB036">
                <a:alpha val="9000"/>
              </a:srgbClr>
            </a:solidFill>
            <a:prstDash val="solid"/>
          </a:ln>
        </p:spPr>
      </p:sp>
      <p:sp>
        <p:nvSpPr>
          <p:cNvPr id="399" name="knowledge-edge">
            <a:extLst>
              <a:ext uri="{FF2B5EF4-FFF2-40B4-BE49-F238E27FC236}">
                <a16:creationId xmlns:a16="http://schemas.microsoft.com/office/drawing/2014/main" id="{5ACB79B7-5A61-46F3-B03E-ADEB42CBFBED}"/>
              </a:ext>
            </a:extLst>
          </p:cNvPr>
          <p:cNvSpPr>
            <a:spLocks noGrp="1"/>
          </p:cNvSpPr>
          <p:nvPr/>
        </p:nvSpPr>
        <p:spPr>
          <a:xfrm>
            <a:off x="11357240" y="4705637"/>
            <a:ext cx="511022" cy="181710"/>
          </a:xfrm>
          <a:custGeom>
            <a:avLst/>
            <a:gdLst/>
            <a:ahLst/>
            <a:cxnLst/>
            <a:rect l="0" t="0" r="0" b="0"/>
            <a:pathLst>
              <a:path w="511022" h="181710">
                <a:moveTo>
                  <a:pt x="0" y="181710"/>
                </a:moveTo>
                <a:lnTo>
                  <a:pt x="36502" y="176910"/>
                </a:lnTo>
                <a:lnTo>
                  <a:pt x="73003" y="170851"/>
                </a:lnTo>
                <a:lnTo>
                  <a:pt x="109505" y="163533"/>
                </a:lnTo>
                <a:lnTo>
                  <a:pt x="146006" y="154958"/>
                </a:lnTo>
                <a:lnTo>
                  <a:pt x="182508" y="145124"/>
                </a:lnTo>
                <a:lnTo>
                  <a:pt x="219009" y="134032"/>
                </a:lnTo>
                <a:lnTo>
                  <a:pt x="255511" y="121682"/>
                </a:lnTo>
                <a:lnTo>
                  <a:pt x="292012" y="108074"/>
                </a:lnTo>
                <a:lnTo>
                  <a:pt x="328514" y="93207"/>
                </a:lnTo>
                <a:lnTo>
                  <a:pt x="365016" y="77082"/>
                </a:lnTo>
                <a:lnTo>
                  <a:pt x="401517" y="59699"/>
                </a:lnTo>
                <a:lnTo>
                  <a:pt x="438019" y="41057"/>
                </a:lnTo>
                <a:lnTo>
                  <a:pt x="474520" y="21158"/>
                </a:lnTo>
                <a:lnTo>
                  <a:pt x="511022" y="0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00" name="knowledge-cross-edge">
            <a:extLst>
              <a:ext uri="{FF2B5EF4-FFF2-40B4-BE49-F238E27FC236}">
                <a16:creationId xmlns:a16="http://schemas.microsoft.com/office/drawing/2014/main" id="{3C832BE6-C297-4399-9964-F6E22CB8294F}"/>
              </a:ext>
            </a:extLst>
          </p:cNvPr>
          <p:cNvSpPr>
            <a:spLocks noGrp="1"/>
          </p:cNvSpPr>
          <p:nvPr/>
        </p:nvSpPr>
        <p:spPr>
          <a:xfrm>
            <a:off x="11357240" y="4868313"/>
            <a:ext cx="318146" cy="42741"/>
          </a:xfrm>
          <a:custGeom>
            <a:avLst/>
            <a:gdLst/>
            <a:ahLst/>
            <a:cxnLst/>
            <a:rect l="0" t="0" r="0" b="0"/>
            <a:pathLst>
              <a:path w="318146" h="42741">
                <a:moveTo>
                  <a:pt x="0" y="19034"/>
                </a:moveTo>
                <a:lnTo>
                  <a:pt x="41064" y="11923"/>
                </a:lnTo>
                <a:lnTo>
                  <a:pt x="79483" y="6464"/>
                </a:lnTo>
                <a:lnTo>
                  <a:pt x="115255" y="2657"/>
                </a:lnTo>
                <a:lnTo>
                  <a:pt x="148382" y="503"/>
                </a:lnTo>
                <a:lnTo>
                  <a:pt x="178863" y="0"/>
                </a:lnTo>
                <a:lnTo>
                  <a:pt x="206698" y="1150"/>
                </a:lnTo>
                <a:lnTo>
                  <a:pt x="231887" y="3951"/>
                </a:lnTo>
                <a:lnTo>
                  <a:pt x="254431" y="8405"/>
                </a:lnTo>
                <a:lnTo>
                  <a:pt x="274328" y="14511"/>
                </a:lnTo>
                <a:lnTo>
                  <a:pt x="291580" y="22269"/>
                </a:lnTo>
                <a:lnTo>
                  <a:pt x="306186" y="31679"/>
                </a:lnTo>
                <a:lnTo>
                  <a:pt x="318146" y="42741"/>
                </a:lnTo>
              </a:path>
            </a:pathLst>
          </a:custGeom>
          <a:noFill/>
          <a:ln w="5334">
            <a:solidFill>
              <a:srgbClr val="7FB036">
                <a:alpha val="13000"/>
              </a:srgbClr>
            </a:solidFill>
            <a:prstDash val="solid"/>
          </a:ln>
        </p:spPr>
      </p:sp>
      <p:sp>
        <p:nvSpPr>
          <p:cNvPr id="401" name="knowledge-cross-edge">
            <a:extLst>
              <a:ext uri="{FF2B5EF4-FFF2-40B4-BE49-F238E27FC236}">
                <a16:creationId xmlns:a16="http://schemas.microsoft.com/office/drawing/2014/main" id="{2E954C4D-7E7E-4AD2-80D7-F5BE2F6A1C43}"/>
              </a:ext>
            </a:extLst>
          </p:cNvPr>
          <p:cNvSpPr>
            <a:spLocks noGrp="1"/>
          </p:cNvSpPr>
          <p:nvPr/>
        </p:nvSpPr>
        <p:spPr>
          <a:xfrm>
            <a:off x="11357240" y="4605177"/>
            <a:ext cx="285134" cy="282170"/>
          </a:xfrm>
          <a:custGeom>
            <a:avLst/>
            <a:gdLst/>
            <a:ahLst/>
            <a:cxnLst/>
            <a:rect l="0" t="0" r="0" b="0"/>
            <a:pathLst>
              <a:path w="285134" h="282170">
                <a:moveTo>
                  <a:pt x="0" y="282170"/>
                </a:moveTo>
                <a:lnTo>
                  <a:pt x="9209" y="223455"/>
                </a:lnTo>
                <a:lnTo>
                  <a:pt x="21064" y="171581"/>
                </a:lnTo>
                <a:lnTo>
                  <a:pt x="35565" y="126547"/>
                </a:lnTo>
                <a:lnTo>
                  <a:pt x="52711" y="88354"/>
                </a:lnTo>
                <a:lnTo>
                  <a:pt x="72504" y="57002"/>
                </a:lnTo>
                <a:lnTo>
                  <a:pt x="94942" y="32490"/>
                </a:lnTo>
                <a:lnTo>
                  <a:pt x="120026" y="14820"/>
                </a:lnTo>
                <a:lnTo>
                  <a:pt x="147756" y="3989"/>
                </a:lnTo>
                <a:lnTo>
                  <a:pt x="178132" y="0"/>
                </a:lnTo>
                <a:lnTo>
                  <a:pt x="211154" y="2851"/>
                </a:lnTo>
                <a:lnTo>
                  <a:pt x="246821" y="12543"/>
                </a:lnTo>
                <a:lnTo>
                  <a:pt x="285134" y="29076"/>
                </a:lnTo>
              </a:path>
            </a:pathLst>
          </a:custGeom>
          <a:noFill/>
          <a:ln w="4953">
            <a:solidFill>
              <a:srgbClr val="7FB036">
                <a:alpha val="12000"/>
              </a:srgbClr>
            </a:solidFill>
            <a:prstDash val="solid"/>
          </a:ln>
        </p:spPr>
      </p:sp>
      <p:sp>
        <p:nvSpPr>
          <p:cNvPr id="402" name="knowledge-edge">
            <a:extLst>
              <a:ext uri="{FF2B5EF4-FFF2-40B4-BE49-F238E27FC236}">
                <a16:creationId xmlns:a16="http://schemas.microsoft.com/office/drawing/2014/main" id="{947EAAE9-B33B-4530-A5D0-45B51F2B14E6}"/>
              </a:ext>
            </a:extLst>
          </p:cNvPr>
          <p:cNvSpPr>
            <a:spLocks noGrp="1"/>
          </p:cNvSpPr>
          <p:nvPr/>
        </p:nvSpPr>
        <p:spPr>
          <a:xfrm>
            <a:off x="11409955" y="4911054"/>
            <a:ext cx="265432" cy="109775"/>
          </a:xfrm>
          <a:custGeom>
            <a:avLst/>
            <a:gdLst/>
            <a:ahLst/>
            <a:cxnLst/>
            <a:rect l="0" t="0" r="0" b="0"/>
            <a:pathLst>
              <a:path w="265432" h="109775">
                <a:moveTo>
                  <a:pt x="0" y="109775"/>
                </a:moveTo>
                <a:lnTo>
                  <a:pt x="18959" y="96903"/>
                </a:lnTo>
                <a:lnTo>
                  <a:pt x="37919" y="84804"/>
                </a:lnTo>
                <a:lnTo>
                  <a:pt x="56878" y="73480"/>
                </a:lnTo>
                <a:lnTo>
                  <a:pt x="75838" y="62930"/>
                </a:lnTo>
                <a:lnTo>
                  <a:pt x="94797" y="53154"/>
                </a:lnTo>
                <a:lnTo>
                  <a:pt x="113757" y="44152"/>
                </a:lnTo>
                <a:lnTo>
                  <a:pt x="132716" y="35924"/>
                </a:lnTo>
                <a:lnTo>
                  <a:pt x="151675" y="28470"/>
                </a:lnTo>
                <a:lnTo>
                  <a:pt x="170635" y="21790"/>
                </a:lnTo>
                <a:lnTo>
                  <a:pt x="189594" y="15884"/>
                </a:lnTo>
                <a:lnTo>
                  <a:pt x="208554" y="10752"/>
                </a:lnTo>
                <a:lnTo>
                  <a:pt x="227513" y="6394"/>
                </a:lnTo>
                <a:lnTo>
                  <a:pt x="246473" y="2810"/>
                </a:lnTo>
                <a:lnTo>
                  <a:pt x="265432" y="0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03" name="knowledge-edge">
            <a:extLst>
              <a:ext uri="{FF2B5EF4-FFF2-40B4-BE49-F238E27FC236}">
                <a16:creationId xmlns:a16="http://schemas.microsoft.com/office/drawing/2014/main" id="{0A2446C8-889C-4551-9888-2D8106B9B4B7}"/>
              </a:ext>
            </a:extLst>
          </p:cNvPr>
          <p:cNvSpPr>
            <a:spLocks noGrp="1"/>
          </p:cNvSpPr>
          <p:nvPr/>
        </p:nvSpPr>
        <p:spPr>
          <a:xfrm>
            <a:off x="11468956" y="5224115"/>
            <a:ext cx="454739" cy="45999"/>
          </a:xfrm>
          <a:custGeom>
            <a:avLst/>
            <a:gdLst/>
            <a:ahLst/>
            <a:cxnLst/>
            <a:rect l="0" t="0" r="0" b="0"/>
            <a:pathLst>
              <a:path w="454739" h="45999">
                <a:moveTo>
                  <a:pt x="0" y="45999"/>
                </a:moveTo>
                <a:lnTo>
                  <a:pt x="32481" y="34238"/>
                </a:lnTo>
                <a:lnTo>
                  <a:pt x="64963" y="24208"/>
                </a:lnTo>
                <a:lnTo>
                  <a:pt x="97444" y="15907"/>
                </a:lnTo>
                <a:lnTo>
                  <a:pt x="129925" y="9335"/>
                </a:lnTo>
                <a:lnTo>
                  <a:pt x="162407" y="4494"/>
                </a:lnTo>
                <a:lnTo>
                  <a:pt x="194888" y="1382"/>
                </a:lnTo>
                <a:lnTo>
                  <a:pt x="227370" y="0"/>
                </a:lnTo>
                <a:lnTo>
                  <a:pt x="259851" y="348"/>
                </a:lnTo>
                <a:lnTo>
                  <a:pt x="292332" y="2425"/>
                </a:lnTo>
                <a:lnTo>
                  <a:pt x="324814" y="6232"/>
                </a:lnTo>
                <a:lnTo>
                  <a:pt x="357295" y="11769"/>
                </a:lnTo>
                <a:lnTo>
                  <a:pt x="389776" y="19036"/>
                </a:lnTo>
                <a:lnTo>
                  <a:pt x="422258" y="28032"/>
                </a:lnTo>
                <a:lnTo>
                  <a:pt x="454739" y="38758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04" name="knowledge-edge">
            <a:extLst>
              <a:ext uri="{FF2B5EF4-FFF2-40B4-BE49-F238E27FC236}">
                <a16:creationId xmlns:a16="http://schemas.microsoft.com/office/drawing/2014/main" id="{2B138357-772D-4AA2-A3B0-60F2F59699A1}"/>
              </a:ext>
            </a:extLst>
          </p:cNvPr>
          <p:cNvSpPr>
            <a:spLocks noGrp="1"/>
          </p:cNvSpPr>
          <p:nvPr/>
        </p:nvSpPr>
        <p:spPr>
          <a:xfrm>
            <a:off x="11549309" y="5543715"/>
            <a:ext cx="129063" cy="74257"/>
          </a:xfrm>
          <a:custGeom>
            <a:avLst/>
            <a:gdLst/>
            <a:ahLst/>
            <a:cxnLst/>
            <a:rect l="0" t="0" r="0" b="0"/>
            <a:pathLst>
              <a:path w="129063" h="74257">
                <a:moveTo>
                  <a:pt x="0" y="74257"/>
                </a:moveTo>
                <a:lnTo>
                  <a:pt x="9219" y="55026"/>
                </a:lnTo>
                <a:lnTo>
                  <a:pt x="18438" y="38670"/>
                </a:lnTo>
                <a:lnTo>
                  <a:pt x="27656" y="25187"/>
                </a:lnTo>
                <a:lnTo>
                  <a:pt x="36875" y="14579"/>
                </a:lnTo>
                <a:lnTo>
                  <a:pt x="46094" y="6845"/>
                </a:lnTo>
                <a:lnTo>
                  <a:pt x="55313" y="1986"/>
                </a:lnTo>
                <a:lnTo>
                  <a:pt x="64532" y="0"/>
                </a:lnTo>
                <a:lnTo>
                  <a:pt x="73750" y="889"/>
                </a:lnTo>
                <a:lnTo>
                  <a:pt x="82969" y="4651"/>
                </a:lnTo>
                <a:lnTo>
                  <a:pt x="92188" y="11288"/>
                </a:lnTo>
                <a:lnTo>
                  <a:pt x="101407" y="20800"/>
                </a:lnTo>
                <a:lnTo>
                  <a:pt x="110626" y="33185"/>
                </a:lnTo>
                <a:lnTo>
                  <a:pt x="119844" y="48444"/>
                </a:lnTo>
                <a:lnTo>
                  <a:pt x="129063" y="66578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05" name="knowledge-cross-edge">
            <a:extLst>
              <a:ext uri="{FF2B5EF4-FFF2-40B4-BE49-F238E27FC236}">
                <a16:creationId xmlns:a16="http://schemas.microsoft.com/office/drawing/2014/main" id="{E5EE6B9B-0E03-4C3F-A16B-B06FA98EFC09}"/>
              </a:ext>
            </a:extLst>
          </p:cNvPr>
          <p:cNvSpPr>
            <a:spLocks noGrp="1"/>
          </p:cNvSpPr>
          <p:nvPr/>
        </p:nvSpPr>
        <p:spPr>
          <a:xfrm>
            <a:off x="11549309" y="5617971"/>
            <a:ext cx="136953" cy="119459"/>
          </a:xfrm>
          <a:custGeom>
            <a:avLst/>
            <a:gdLst/>
            <a:ahLst/>
            <a:cxnLst/>
            <a:rect l="0" t="0" r="0" b="0"/>
            <a:pathLst>
              <a:path w="136953" h="119459">
                <a:moveTo>
                  <a:pt x="0" y="0"/>
                </a:moveTo>
                <a:lnTo>
                  <a:pt x="25602" y="5201"/>
                </a:lnTo>
                <a:lnTo>
                  <a:pt x="48557" y="11267"/>
                </a:lnTo>
                <a:lnTo>
                  <a:pt x="68867" y="18196"/>
                </a:lnTo>
                <a:lnTo>
                  <a:pt x="86531" y="25990"/>
                </a:lnTo>
                <a:lnTo>
                  <a:pt x="101549" y="34649"/>
                </a:lnTo>
                <a:lnTo>
                  <a:pt x="113922" y="44172"/>
                </a:lnTo>
                <a:lnTo>
                  <a:pt x="123648" y="54559"/>
                </a:lnTo>
                <a:lnTo>
                  <a:pt x="130729" y="65810"/>
                </a:lnTo>
                <a:lnTo>
                  <a:pt x="135164" y="77926"/>
                </a:lnTo>
                <a:lnTo>
                  <a:pt x="136953" y="90906"/>
                </a:lnTo>
                <a:lnTo>
                  <a:pt x="136096" y="104750"/>
                </a:lnTo>
                <a:lnTo>
                  <a:pt x="132593" y="119459"/>
                </a:lnTo>
              </a:path>
            </a:pathLst>
          </a:custGeom>
          <a:noFill/>
          <a:ln w="5334">
            <a:solidFill>
              <a:srgbClr val="7FB036">
                <a:alpha val="13000"/>
              </a:srgbClr>
            </a:solidFill>
            <a:prstDash val="solid"/>
          </a:ln>
        </p:spPr>
      </p:sp>
      <p:sp>
        <p:nvSpPr>
          <p:cNvPr id="406" name="knowledge-cross-edge">
            <a:extLst>
              <a:ext uri="{FF2B5EF4-FFF2-40B4-BE49-F238E27FC236}">
                <a16:creationId xmlns:a16="http://schemas.microsoft.com/office/drawing/2014/main" id="{9B86EA91-A698-4550-84FB-20DB2C3A4631}"/>
              </a:ext>
            </a:extLst>
          </p:cNvPr>
          <p:cNvSpPr>
            <a:spLocks noGrp="1"/>
          </p:cNvSpPr>
          <p:nvPr/>
        </p:nvSpPr>
        <p:spPr>
          <a:xfrm>
            <a:off x="11549309" y="5262874"/>
            <a:ext cx="374385" cy="355097"/>
          </a:xfrm>
          <a:custGeom>
            <a:avLst/>
            <a:gdLst/>
            <a:ahLst/>
            <a:cxnLst/>
            <a:rect l="0" t="0" r="0" b="0"/>
            <a:pathLst>
              <a:path w="374385" h="355097">
                <a:moveTo>
                  <a:pt x="0" y="355097"/>
                </a:moveTo>
                <a:lnTo>
                  <a:pt x="16647" y="297404"/>
                </a:lnTo>
                <a:lnTo>
                  <a:pt x="35939" y="244820"/>
                </a:lnTo>
                <a:lnTo>
                  <a:pt x="57878" y="197346"/>
                </a:lnTo>
                <a:lnTo>
                  <a:pt x="82462" y="154981"/>
                </a:lnTo>
                <a:lnTo>
                  <a:pt x="109692" y="117726"/>
                </a:lnTo>
                <a:lnTo>
                  <a:pt x="139568" y="85579"/>
                </a:lnTo>
                <a:lnTo>
                  <a:pt x="172089" y="58543"/>
                </a:lnTo>
                <a:lnTo>
                  <a:pt x="207257" y="36615"/>
                </a:lnTo>
                <a:lnTo>
                  <a:pt x="245070" y="19797"/>
                </a:lnTo>
                <a:lnTo>
                  <a:pt x="285529" y="8089"/>
                </a:lnTo>
                <a:lnTo>
                  <a:pt x="328635" y="1490"/>
                </a:lnTo>
                <a:lnTo>
                  <a:pt x="374385" y="0"/>
                </a:lnTo>
              </a:path>
            </a:pathLst>
          </a:custGeom>
          <a:noFill/>
          <a:ln w="4953">
            <a:solidFill>
              <a:srgbClr val="7FB036">
                <a:alpha val="12000"/>
              </a:srgbClr>
            </a:solidFill>
            <a:prstDash val="solid"/>
          </a:ln>
        </p:spPr>
      </p:sp>
      <p:sp>
        <p:nvSpPr>
          <p:cNvPr id="407" name="knowledge-edge">
            <a:extLst>
              <a:ext uri="{FF2B5EF4-FFF2-40B4-BE49-F238E27FC236}">
                <a16:creationId xmlns:a16="http://schemas.microsoft.com/office/drawing/2014/main" id="{192CE584-923A-44D3-A60C-2B6D68020858}"/>
              </a:ext>
            </a:extLst>
          </p:cNvPr>
          <p:cNvSpPr>
            <a:spLocks noGrp="1"/>
          </p:cNvSpPr>
          <p:nvPr/>
        </p:nvSpPr>
        <p:spPr>
          <a:xfrm>
            <a:off x="11422433" y="5733982"/>
            <a:ext cx="259470" cy="110513"/>
          </a:xfrm>
          <a:custGeom>
            <a:avLst/>
            <a:gdLst/>
            <a:ahLst/>
            <a:cxnLst/>
            <a:rect l="0" t="0" r="0" b="0"/>
            <a:pathLst>
              <a:path w="259470" h="110513">
                <a:moveTo>
                  <a:pt x="0" y="110513"/>
                </a:moveTo>
                <a:lnTo>
                  <a:pt x="18534" y="92713"/>
                </a:lnTo>
                <a:lnTo>
                  <a:pt x="37067" y="76475"/>
                </a:lnTo>
                <a:lnTo>
                  <a:pt x="55601" y="61799"/>
                </a:lnTo>
                <a:lnTo>
                  <a:pt x="74134" y="48684"/>
                </a:lnTo>
                <a:lnTo>
                  <a:pt x="92668" y="37132"/>
                </a:lnTo>
                <a:lnTo>
                  <a:pt x="111201" y="27142"/>
                </a:lnTo>
                <a:lnTo>
                  <a:pt x="129735" y="18713"/>
                </a:lnTo>
                <a:lnTo>
                  <a:pt x="148268" y="11847"/>
                </a:lnTo>
                <a:lnTo>
                  <a:pt x="166802" y="6542"/>
                </a:lnTo>
                <a:lnTo>
                  <a:pt x="185336" y="2799"/>
                </a:lnTo>
                <a:lnTo>
                  <a:pt x="203869" y="619"/>
                </a:lnTo>
                <a:lnTo>
                  <a:pt x="222403" y="0"/>
                </a:lnTo>
                <a:lnTo>
                  <a:pt x="240936" y="943"/>
                </a:lnTo>
                <a:lnTo>
                  <a:pt x="259470" y="3448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08" name="knowledge-cross-edge">
            <a:extLst>
              <a:ext uri="{FF2B5EF4-FFF2-40B4-BE49-F238E27FC236}">
                <a16:creationId xmlns:a16="http://schemas.microsoft.com/office/drawing/2014/main" id="{B96811B1-DCFE-4519-96A8-D33CBA2C41A4}"/>
              </a:ext>
            </a:extLst>
          </p:cNvPr>
          <p:cNvSpPr>
            <a:spLocks noGrp="1"/>
          </p:cNvSpPr>
          <p:nvPr/>
        </p:nvSpPr>
        <p:spPr>
          <a:xfrm>
            <a:off x="11422433" y="5610293"/>
            <a:ext cx="255940" cy="234202"/>
          </a:xfrm>
          <a:custGeom>
            <a:avLst/>
            <a:gdLst/>
            <a:ahLst/>
            <a:cxnLst/>
            <a:rect l="0" t="0" r="0" b="0"/>
            <a:pathLst>
              <a:path w="255940" h="234202">
                <a:moveTo>
                  <a:pt x="0" y="234202"/>
                </a:moveTo>
                <a:lnTo>
                  <a:pt x="6776" y="197458"/>
                </a:lnTo>
                <a:lnTo>
                  <a:pt x="16198" y="163846"/>
                </a:lnTo>
                <a:lnTo>
                  <a:pt x="28266" y="133367"/>
                </a:lnTo>
                <a:lnTo>
                  <a:pt x="42980" y="106019"/>
                </a:lnTo>
                <a:lnTo>
                  <a:pt x="60340" y="81804"/>
                </a:lnTo>
                <a:lnTo>
                  <a:pt x="80345" y="60721"/>
                </a:lnTo>
                <a:lnTo>
                  <a:pt x="102996" y="42770"/>
                </a:lnTo>
                <a:lnTo>
                  <a:pt x="128293" y="27952"/>
                </a:lnTo>
                <a:lnTo>
                  <a:pt x="156236" y="16266"/>
                </a:lnTo>
                <a:lnTo>
                  <a:pt x="186825" y="7712"/>
                </a:lnTo>
                <a:lnTo>
                  <a:pt x="220060" y="2290"/>
                </a:lnTo>
                <a:lnTo>
                  <a:pt x="255940" y="0"/>
                </a:lnTo>
              </a:path>
            </a:pathLst>
          </a:custGeom>
          <a:noFill/>
          <a:ln w="4953">
            <a:solidFill>
              <a:srgbClr val="7FB036">
                <a:alpha val="12000"/>
              </a:srgbClr>
            </a:solidFill>
            <a:prstDash val="solid"/>
          </a:ln>
        </p:spPr>
      </p:sp>
      <p:sp>
        <p:nvSpPr>
          <p:cNvPr id="409" name="knowledge-long-edge">
            <a:extLst>
              <a:ext uri="{FF2B5EF4-FFF2-40B4-BE49-F238E27FC236}">
                <a16:creationId xmlns:a16="http://schemas.microsoft.com/office/drawing/2014/main" id="{6499CCB6-2898-4ECC-92B6-442471C6516C}"/>
              </a:ext>
            </a:extLst>
          </p:cNvPr>
          <p:cNvSpPr>
            <a:spLocks noGrp="1"/>
          </p:cNvSpPr>
          <p:nvPr/>
        </p:nvSpPr>
        <p:spPr>
          <a:xfrm>
            <a:off x="11422433" y="5250598"/>
            <a:ext cx="923213" cy="593897"/>
          </a:xfrm>
          <a:custGeom>
            <a:avLst/>
            <a:gdLst/>
            <a:ahLst/>
            <a:cxnLst/>
            <a:rect l="0" t="0" r="0" b="0"/>
            <a:pathLst>
              <a:path w="923213" h="593897">
                <a:moveTo>
                  <a:pt x="0" y="593897"/>
                </a:moveTo>
                <a:lnTo>
                  <a:pt x="57701" y="480063"/>
                </a:lnTo>
                <a:lnTo>
                  <a:pt x="115402" y="378328"/>
                </a:lnTo>
                <a:lnTo>
                  <a:pt x="173102" y="288692"/>
                </a:lnTo>
                <a:lnTo>
                  <a:pt x="230803" y="211154"/>
                </a:lnTo>
                <a:lnTo>
                  <a:pt x="288504" y="145715"/>
                </a:lnTo>
                <a:lnTo>
                  <a:pt x="346205" y="92375"/>
                </a:lnTo>
                <a:lnTo>
                  <a:pt x="403906" y="51133"/>
                </a:lnTo>
                <a:lnTo>
                  <a:pt x="461606" y="21990"/>
                </a:lnTo>
                <a:lnTo>
                  <a:pt x="519307" y="4946"/>
                </a:lnTo>
                <a:lnTo>
                  <a:pt x="577008" y="0"/>
                </a:lnTo>
                <a:lnTo>
                  <a:pt x="634709" y="7153"/>
                </a:lnTo>
                <a:lnTo>
                  <a:pt x="692410" y="26404"/>
                </a:lnTo>
                <a:lnTo>
                  <a:pt x="750110" y="57754"/>
                </a:lnTo>
                <a:lnTo>
                  <a:pt x="807811" y="101203"/>
                </a:lnTo>
                <a:lnTo>
                  <a:pt x="865512" y="156751"/>
                </a:lnTo>
                <a:lnTo>
                  <a:pt x="923213" y="224397"/>
                </a:lnTo>
              </a:path>
            </a:pathLst>
          </a:custGeom>
          <a:noFill/>
          <a:ln w="4286">
            <a:solidFill>
              <a:srgbClr val="7FB036">
                <a:alpha val="9000"/>
              </a:srgbClr>
            </a:solidFill>
            <a:prstDash val="solid"/>
          </a:ln>
        </p:spPr>
      </p:sp>
      <p:sp>
        <p:nvSpPr>
          <p:cNvPr id="410" name="knowledge-edge">
            <a:extLst>
              <a:ext uri="{FF2B5EF4-FFF2-40B4-BE49-F238E27FC236}">
                <a16:creationId xmlns:a16="http://schemas.microsoft.com/office/drawing/2014/main" id="{70E5D59B-4008-44D8-A8CB-9B427FC9C532}"/>
              </a:ext>
            </a:extLst>
          </p:cNvPr>
          <p:cNvSpPr>
            <a:spLocks noGrp="1"/>
          </p:cNvSpPr>
          <p:nvPr/>
        </p:nvSpPr>
        <p:spPr>
          <a:xfrm>
            <a:off x="11310961" y="5780911"/>
            <a:ext cx="411426" cy="141535"/>
          </a:xfrm>
          <a:custGeom>
            <a:avLst/>
            <a:gdLst/>
            <a:ahLst/>
            <a:cxnLst/>
            <a:rect l="0" t="0" r="0" b="0"/>
            <a:pathLst>
              <a:path w="411426" h="141535">
                <a:moveTo>
                  <a:pt x="0" y="141535"/>
                </a:moveTo>
                <a:lnTo>
                  <a:pt x="29388" y="114984"/>
                </a:lnTo>
                <a:lnTo>
                  <a:pt x="58775" y="91188"/>
                </a:lnTo>
                <a:lnTo>
                  <a:pt x="88163" y="70147"/>
                </a:lnTo>
                <a:lnTo>
                  <a:pt x="117550" y="51861"/>
                </a:lnTo>
                <a:lnTo>
                  <a:pt x="146938" y="36330"/>
                </a:lnTo>
                <a:lnTo>
                  <a:pt x="176326" y="23554"/>
                </a:lnTo>
                <a:lnTo>
                  <a:pt x="205713" y="13533"/>
                </a:lnTo>
                <a:lnTo>
                  <a:pt x="235101" y="6267"/>
                </a:lnTo>
                <a:lnTo>
                  <a:pt x="264488" y="1756"/>
                </a:lnTo>
                <a:lnTo>
                  <a:pt x="293876" y="0"/>
                </a:lnTo>
                <a:lnTo>
                  <a:pt x="323263" y="999"/>
                </a:lnTo>
                <a:lnTo>
                  <a:pt x="352651" y="4753"/>
                </a:lnTo>
                <a:lnTo>
                  <a:pt x="382039" y="11261"/>
                </a:lnTo>
                <a:lnTo>
                  <a:pt x="411426" y="20525"/>
                </a:lnTo>
              </a:path>
            </a:pathLst>
          </a:custGeom>
          <a:noFill/>
          <a:ln w="6477">
            <a:solidFill>
              <a:srgbClr val="7FB036">
                <a:alpha val="17000"/>
              </a:srgbClr>
            </a:solidFill>
            <a:prstDash val="solid"/>
          </a:ln>
        </p:spPr>
      </p:sp>
      <p:sp>
        <p:nvSpPr>
          <p:cNvPr id="411" name="knowledge-edge">
            <a:extLst>
              <a:ext uri="{FF2B5EF4-FFF2-40B4-BE49-F238E27FC236}">
                <a16:creationId xmlns:a16="http://schemas.microsoft.com/office/drawing/2014/main" id="{B4B8BEE5-7B61-475F-8D22-12A858877D89}"/>
              </a:ext>
            </a:extLst>
          </p:cNvPr>
          <p:cNvSpPr>
            <a:spLocks noGrp="1"/>
          </p:cNvSpPr>
          <p:nvPr/>
        </p:nvSpPr>
        <p:spPr>
          <a:xfrm>
            <a:off x="11642375" y="4397297"/>
            <a:ext cx="720858" cy="236956"/>
          </a:xfrm>
          <a:custGeom>
            <a:avLst/>
            <a:gdLst/>
            <a:ahLst/>
            <a:cxnLst/>
            <a:rect l="0" t="0" r="0" b="0"/>
            <a:pathLst>
              <a:path w="720858" h="236956">
                <a:moveTo>
                  <a:pt x="0" y="236956"/>
                </a:moveTo>
                <a:lnTo>
                  <a:pt x="51490" y="219284"/>
                </a:lnTo>
                <a:lnTo>
                  <a:pt x="102980" y="201726"/>
                </a:lnTo>
                <a:lnTo>
                  <a:pt x="154470" y="184283"/>
                </a:lnTo>
                <a:lnTo>
                  <a:pt x="205959" y="166955"/>
                </a:lnTo>
                <a:lnTo>
                  <a:pt x="257449" y="149742"/>
                </a:lnTo>
                <a:lnTo>
                  <a:pt x="308939" y="132644"/>
                </a:lnTo>
                <a:lnTo>
                  <a:pt x="360429" y="115662"/>
                </a:lnTo>
                <a:lnTo>
                  <a:pt x="411919" y="98794"/>
                </a:lnTo>
                <a:lnTo>
                  <a:pt x="463409" y="82041"/>
                </a:lnTo>
                <a:lnTo>
                  <a:pt x="514899" y="65403"/>
                </a:lnTo>
                <a:lnTo>
                  <a:pt x="566388" y="48879"/>
                </a:lnTo>
                <a:lnTo>
                  <a:pt x="617878" y="32471"/>
                </a:lnTo>
                <a:lnTo>
                  <a:pt x="669368" y="16178"/>
                </a:lnTo>
                <a:lnTo>
                  <a:pt x="720858" y="0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12" name="knowledge-edge">
            <a:extLst>
              <a:ext uri="{FF2B5EF4-FFF2-40B4-BE49-F238E27FC236}">
                <a16:creationId xmlns:a16="http://schemas.microsoft.com/office/drawing/2014/main" id="{8A099C71-FBA7-4BB0-A17E-F190550EA99E}"/>
              </a:ext>
            </a:extLst>
          </p:cNvPr>
          <p:cNvSpPr>
            <a:spLocks noGrp="1"/>
          </p:cNvSpPr>
          <p:nvPr/>
        </p:nvSpPr>
        <p:spPr>
          <a:xfrm>
            <a:off x="11868262" y="4594232"/>
            <a:ext cx="295759" cy="126739"/>
          </a:xfrm>
          <a:custGeom>
            <a:avLst/>
            <a:gdLst/>
            <a:ahLst/>
            <a:cxnLst/>
            <a:rect l="0" t="0" r="0" b="0"/>
            <a:pathLst>
              <a:path w="295759" h="126739">
                <a:moveTo>
                  <a:pt x="0" y="111405"/>
                </a:moveTo>
                <a:lnTo>
                  <a:pt x="21126" y="118775"/>
                </a:lnTo>
                <a:lnTo>
                  <a:pt x="42251" y="123788"/>
                </a:lnTo>
                <a:lnTo>
                  <a:pt x="63377" y="126443"/>
                </a:lnTo>
                <a:lnTo>
                  <a:pt x="84502" y="126739"/>
                </a:lnTo>
                <a:lnTo>
                  <a:pt x="105628" y="124677"/>
                </a:lnTo>
                <a:lnTo>
                  <a:pt x="126754" y="120257"/>
                </a:lnTo>
                <a:lnTo>
                  <a:pt x="147879" y="113478"/>
                </a:lnTo>
                <a:lnTo>
                  <a:pt x="169005" y="104342"/>
                </a:lnTo>
                <a:lnTo>
                  <a:pt x="190131" y="92847"/>
                </a:lnTo>
                <a:lnTo>
                  <a:pt x="211256" y="78994"/>
                </a:lnTo>
                <a:lnTo>
                  <a:pt x="232382" y="62783"/>
                </a:lnTo>
                <a:lnTo>
                  <a:pt x="253507" y="44213"/>
                </a:lnTo>
                <a:lnTo>
                  <a:pt x="274633" y="23286"/>
                </a:lnTo>
                <a:lnTo>
                  <a:pt x="295759" y="0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13" name="knowledge-cross-edge">
            <a:extLst>
              <a:ext uri="{FF2B5EF4-FFF2-40B4-BE49-F238E27FC236}">
                <a16:creationId xmlns:a16="http://schemas.microsoft.com/office/drawing/2014/main" id="{62E05312-CA6F-4DAC-BEB7-1F9B4B6B5222}"/>
              </a:ext>
            </a:extLst>
          </p:cNvPr>
          <p:cNvSpPr>
            <a:spLocks noGrp="1"/>
          </p:cNvSpPr>
          <p:nvPr/>
        </p:nvSpPr>
        <p:spPr>
          <a:xfrm>
            <a:off x="11868262" y="4705637"/>
            <a:ext cx="313355" cy="318797"/>
          </a:xfrm>
          <a:custGeom>
            <a:avLst/>
            <a:gdLst/>
            <a:ahLst/>
            <a:cxnLst/>
            <a:rect l="0" t="0" r="0" b="0"/>
            <a:pathLst>
              <a:path w="313355" h="318797">
                <a:moveTo>
                  <a:pt x="0" y="0"/>
                </a:moveTo>
                <a:lnTo>
                  <a:pt x="40665" y="3112"/>
                </a:lnTo>
                <a:lnTo>
                  <a:pt x="78684" y="10489"/>
                </a:lnTo>
                <a:lnTo>
                  <a:pt x="114057" y="22130"/>
                </a:lnTo>
                <a:lnTo>
                  <a:pt x="146785" y="38035"/>
                </a:lnTo>
                <a:lnTo>
                  <a:pt x="176867" y="58205"/>
                </a:lnTo>
                <a:lnTo>
                  <a:pt x="204302" y="82639"/>
                </a:lnTo>
                <a:lnTo>
                  <a:pt x="229092" y="111338"/>
                </a:lnTo>
                <a:lnTo>
                  <a:pt x="251237" y="144301"/>
                </a:lnTo>
                <a:lnTo>
                  <a:pt x="270735" y="181528"/>
                </a:lnTo>
                <a:lnTo>
                  <a:pt x="287587" y="223020"/>
                </a:lnTo>
                <a:lnTo>
                  <a:pt x="301794" y="268776"/>
                </a:lnTo>
                <a:lnTo>
                  <a:pt x="313355" y="318797"/>
                </a:lnTo>
              </a:path>
            </a:pathLst>
          </a:custGeom>
          <a:noFill/>
          <a:ln w="5334">
            <a:solidFill>
              <a:srgbClr val="66AD40">
                <a:alpha val="13000"/>
              </a:srgbClr>
            </a:solidFill>
            <a:prstDash val="solid"/>
          </a:ln>
        </p:spPr>
      </p:sp>
      <p:sp>
        <p:nvSpPr>
          <p:cNvPr id="414" name="knowledge-edge">
            <a:extLst>
              <a:ext uri="{FF2B5EF4-FFF2-40B4-BE49-F238E27FC236}">
                <a16:creationId xmlns:a16="http://schemas.microsoft.com/office/drawing/2014/main" id="{7E443527-3D79-44CB-8E4F-65CE737CD152}"/>
              </a:ext>
            </a:extLst>
          </p:cNvPr>
          <p:cNvSpPr>
            <a:spLocks noGrp="1"/>
          </p:cNvSpPr>
          <p:nvPr/>
        </p:nvSpPr>
        <p:spPr>
          <a:xfrm>
            <a:off x="11675387" y="4911054"/>
            <a:ext cx="506231" cy="113379"/>
          </a:xfrm>
          <a:custGeom>
            <a:avLst/>
            <a:gdLst/>
            <a:ahLst/>
            <a:cxnLst/>
            <a:rect l="0" t="0" r="0" b="0"/>
            <a:pathLst>
              <a:path w="506231" h="113379">
                <a:moveTo>
                  <a:pt x="0" y="0"/>
                </a:moveTo>
                <a:lnTo>
                  <a:pt x="36159" y="8026"/>
                </a:lnTo>
                <a:lnTo>
                  <a:pt x="72319" y="16063"/>
                </a:lnTo>
                <a:lnTo>
                  <a:pt x="108478" y="24111"/>
                </a:lnTo>
                <a:lnTo>
                  <a:pt x="144637" y="32171"/>
                </a:lnTo>
                <a:lnTo>
                  <a:pt x="180797" y="40241"/>
                </a:lnTo>
                <a:lnTo>
                  <a:pt x="216956" y="48323"/>
                </a:lnTo>
                <a:lnTo>
                  <a:pt x="253115" y="56416"/>
                </a:lnTo>
                <a:lnTo>
                  <a:pt x="289275" y="64520"/>
                </a:lnTo>
                <a:lnTo>
                  <a:pt x="325434" y="72635"/>
                </a:lnTo>
                <a:lnTo>
                  <a:pt x="361593" y="80762"/>
                </a:lnTo>
                <a:lnTo>
                  <a:pt x="397753" y="88899"/>
                </a:lnTo>
                <a:lnTo>
                  <a:pt x="433912" y="97048"/>
                </a:lnTo>
                <a:lnTo>
                  <a:pt x="470071" y="105208"/>
                </a:lnTo>
                <a:lnTo>
                  <a:pt x="506231" y="113379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15" name="knowledge-cross-edge">
            <a:extLst>
              <a:ext uri="{FF2B5EF4-FFF2-40B4-BE49-F238E27FC236}">
                <a16:creationId xmlns:a16="http://schemas.microsoft.com/office/drawing/2014/main" id="{BE256F0E-301A-4BCA-894B-2092D36378B7}"/>
              </a:ext>
            </a:extLst>
          </p:cNvPr>
          <p:cNvSpPr>
            <a:spLocks noGrp="1"/>
          </p:cNvSpPr>
          <p:nvPr/>
        </p:nvSpPr>
        <p:spPr>
          <a:xfrm>
            <a:off x="11675387" y="4911054"/>
            <a:ext cx="536761" cy="374741"/>
          </a:xfrm>
          <a:custGeom>
            <a:avLst/>
            <a:gdLst/>
            <a:ahLst/>
            <a:cxnLst/>
            <a:rect l="0" t="0" r="0" b="0"/>
            <a:pathLst>
              <a:path w="536761" h="374741">
                <a:moveTo>
                  <a:pt x="0" y="0"/>
                </a:moveTo>
                <a:lnTo>
                  <a:pt x="59282" y="4888"/>
                </a:lnTo>
                <a:lnTo>
                  <a:pt x="115918" y="14565"/>
                </a:lnTo>
                <a:lnTo>
                  <a:pt x="169909" y="29031"/>
                </a:lnTo>
                <a:lnTo>
                  <a:pt x="221254" y="48287"/>
                </a:lnTo>
                <a:lnTo>
                  <a:pt x="269952" y="72331"/>
                </a:lnTo>
                <a:lnTo>
                  <a:pt x="316005" y="101165"/>
                </a:lnTo>
                <a:lnTo>
                  <a:pt x="359412" y="134788"/>
                </a:lnTo>
                <a:lnTo>
                  <a:pt x="400174" y="173200"/>
                </a:lnTo>
                <a:lnTo>
                  <a:pt x="438289" y="216402"/>
                </a:lnTo>
                <a:lnTo>
                  <a:pt x="473759" y="264392"/>
                </a:lnTo>
                <a:lnTo>
                  <a:pt x="506583" y="317172"/>
                </a:lnTo>
                <a:lnTo>
                  <a:pt x="536761" y="374741"/>
                </a:lnTo>
              </a:path>
            </a:pathLst>
          </a:custGeom>
          <a:noFill/>
          <a:ln w="5334">
            <a:solidFill>
              <a:srgbClr val="66AD40">
                <a:alpha val="13000"/>
              </a:srgbClr>
            </a:solidFill>
            <a:prstDash val="solid"/>
          </a:ln>
        </p:spPr>
      </p:sp>
      <p:sp>
        <p:nvSpPr>
          <p:cNvPr id="416" name="knowledge-cross-edge">
            <a:extLst>
              <a:ext uri="{FF2B5EF4-FFF2-40B4-BE49-F238E27FC236}">
                <a16:creationId xmlns:a16="http://schemas.microsoft.com/office/drawing/2014/main" id="{DBBE1298-5A43-4FE8-A3E2-576F7B183D53}"/>
              </a:ext>
            </a:extLst>
          </p:cNvPr>
          <p:cNvSpPr>
            <a:spLocks noGrp="1"/>
          </p:cNvSpPr>
          <p:nvPr/>
        </p:nvSpPr>
        <p:spPr>
          <a:xfrm>
            <a:off x="11675387" y="4559516"/>
            <a:ext cx="488634" cy="351538"/>
          </a:xfrm>
          <a:custGeom>
            <a:avLst/>
            <a:gdLst/>
            <a:ahLst/>
            <a:cxnLst/>
            <a:rect l="0" t="0" r="0" b="0"/>
            <a:pathLst>
              <a:path w="488634" h="351538">
                <a:moveTo>
                  <a:pt x="0" y="351538"/>
                </a:moveTo>
                <a:lnTo>
                  <a:pt x="26167" y="278724"/>
                </a:lnTo>
                <a:lnTo>
                  <a:pt x="54981" y="214348"/>
                </a:lnTo>
                <a:lnTo>
                  <a:pt x="86440" y="158411"/>
                </a:lnTo>
                <a:lnTo>
                  <a:pt x="120545" y="110912"/>
                </a:lnTo>
                <a:lnTo>
                  <a:pt x="157296" y="71853"/>
                </a:lnTo>
                <a:lnTo>
                  <a:pt x="196692" y="41231"/>
                </a:lnTo>
                <a:lnTo>
                  <a:pt x="238735" y="19049"/>
                </a:lnTo>
                <a:lnTo>
                  <a:pt x="283423" y="5305"/>
                </a:lnTo>
                <a:lnTo>
                  <a:pt x="330757" y="0"/>
                </a:lnTo>
                <a:lnTo>
                  <a:pt x="380737" y="3133"/>
                </a:lnTo>
                <a:lnTo>
                  <a:pt x="433363" y="14706"/>
                </a:lnTo>
                <a:lnTo>
                  <a:pt x="488634" y="34716"/>
                </a:lnTo>
              </a:path>
            </a:pathLst>
          </a:custGeom>
          <a:noFill/>
          <a:ln w="4953">
            <a:solidFill>
              <a:srgbClr val="66AD40">
                <a:alpha val="12000"/>
              </a:srgbClr>
            </a:solidFill>
            <a:prstDash val="solid"/>
          </a:ln>
        </p:spPr>
      </p:sp>
      <p:sp>
        <p:nvSpPr>
          <p:cNvPr id="417" name="knowledge-edge">
            <a:extLst>
              <a:ext uri="{FF2B5EF4-FFF2-40B4-BE49-F238E27FC236}">
                <a16:creationId xmlns:a16="http://schemas.microsoft.com/office/drawing/2014/main" id="{DC3BBF99-52AD-41C0-9C3E-B947A7D7D75F}"/>
              </a:ext>
            </a:extLst>
          </p:cNvPr>
          <p:cNvSpPr>
            <a:spLocks noGrp="1"/>
          </p:cNvSpPr>
          <p:nvPr/>
        </p:nvSpPr>
        <p:spPr>
          <a:xfrm>
            <a:off x="11923695" y="5260315"/>
            <a:ext cx="288452" cy="25480"/>
          </a:xfrm>
          <a:custGeom>
            <a:avLst/>
            <a:gdLst/>
            <a:ahLst/>
            <a:cxnLst/>
            <a:rect l="0" t="0" r="0" b="0"/>
            <a:pathLst>
              <a:path w="288452" h="25480">
                <a:moveTo>
                  <a:pt x="0" y="2559"/>
                </a:moveTo>
                <a:lnTo>
                  <a:pt x="20604" y="1253"/>
                </a:lnTo>
                <a:lnTo>
                  <a:pt x="41207" y="400"/>
                </a:lnTo>
                <a:lnTo>
                  <a:pt x="61811" y="0"/>
                </a:lnTo>
                <a:lnTo>
                  <a:pt x="82415" y="53"/>
                </a:lnTo>
                <a:lnTo>
                  <a:pt x="103019" y="558"/>
                </a:lnTo>
                <a:lnTo>
                  <a:pt x="123622" y="1516"/>
                </a:lnTo>
                <a:lnTo>
                  <a:pt x="144226" y="2927"/>
                </a:lnTo>
                <a:lnTo>
                  <a:pt x="164830" y="4790"/>
                </a:lnTo>
                <a:lnTo>
                  <a:pt x="185434" y="7107"/>
                </a:lnTo>
                <a:lnTo>
                  <a:pt x="206037" y="9876"/>
                </a:lnTo>
                <a:lnTo>
                  <a:pt x="226641" y="13098"/>
                </a:lnTo>
                <a:lnTo>
                  <a:pt x="247245" y="16772"/>
                </a:lnTo>
                <a:lnTo>
                  <a:pt x="267849" y="20900"/>
                </a:lnTo>
                <a:lnTo>
                  <a:pt x="288452" y="25480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18" name="knowledge-edge">
            <a:extLst>
              <a:ext uri="{FF2B5EF4-FFF2-40B4-BE49-F238E27FC236}">
                <a16:creationId xmlns:a16="http://schemas.microsoft.com/office/drawing/2014/main" id="{8EB813B6-47E5-4CE8-97D0-702296D530A5}"/>
              </a:ext>
            </a:extLst>
          </p:cNvPr>
          <p:cNvSpPr>
            <a:spLocks noGrp="1"/>
          </p:cNvSpPr>
          <p:nvPr/>
        </p:nvSpPr>
        <p:spPr>
          <a:xfrm>
            <a:off x="11678373" y="5474995"/>
            <a:ext cx="667273" cy="135298"/>
          </a:xfrm>
          <a:custGeom>
            <a:avLst/>
            <a:gdLst/>
            <a:ahLst/>
            <a:cxnLst/>
            <a:rect l="0" t="0" r="0" b="0"/>
            <a:pathLst>
              <a:path w="667273" h="135298">
                <a:moveTo>
                  <a:pt x="0" y="135298"/>
                </a:moveTo>
                <a:lnTo>
                  <a:pt x="47662" y="132671"/>
                </a:lnTo>
                <a:lnTo>
                  <a:pt x="95325" y="128962"/>
                </a:lnTo>
                <a:lnTo>
                  <a:pt x="142987" y="124171"/>
                </a:lnTo>
                <a:lnTo>
                  <a:pt x="190649" y="118296"/>
                </a:lnTo>
                <a:lnTo>
                  <a:pt x="238312" y="111339"/>
                </a:lnTo>
                <a:lnTo>
                  <a:pt x="285974" y="103299"/>
                </a:lnTo>
                <a:lnTo>
                  <a:pt x="333636" y="94176"/>
                </a:lnTo>
                <a:lnTo>
                  <a:pt x="381299" y="83971"/>
                </a:lnTo>
                <a:lnTo>
                  <a:pt x="428961" y="72682"/>
                </a:lnTo>
                <a:lnTo>
                  <a:pt x="476623" y="60311"/>
                </a:lnTo>
                <a:lnTo>
                  <a:pt x="524286" y="46858"/>
                </a:lnTo>
                <a:lnTo>
                  <a:pt x="571948" y="32321"/>
                </a:lnTo>
                <a:lnTo>
                  <a:pt x="619610" y="16702"/>
                </a:lnTo>
                <a:lnTo>
                  <a:pt x="667273" y="0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19" name="knowledge-cross-edge">
            <a:extLst>
              <a:ext uri="{FF2B5EF4-FFF2-40B4-BE49-F238E27FC236}">
                <a16:creationId xmlns:a16="http://schemas.microsoft.com/office/drawing/2014/main" id="{12816E1C-13CE-452D-8286-8597C0500BC3}"/>
              </a:ext>
            </a:extLst>
          </p:cNvPr>
          <p:cNvSpPr>
            <a:spLocks noGrp="1"/>
          </p:cNvSpPr>
          <p:nvPr/>
        </p:nvSpPr>
        <p:spPr>
          <a:xfrm>
            <a:off x="11678373" y="5610293"/>
            <a:ext cx="509513" cy="79009"/>
          </a:xfrm>
          <a:custGeom>
            <a:avLst/>
            <a:gdLst/>
            <a:ahLst/>
            <a:cxnLst/>
            <a:rect l="0" t="0" r="0" b="0"/>
            <a:pathLst>
              <a:path w="509513" h="79009">
                <a:moveTo>
                  <a:pt x="0" y="0"/>
                </a:moveTo>
                <a:lnTo>
                  <a:pt x="57011" y="12493"/>
                </a:lnTo>
                <a:lnTo>
                  <a:pt x="111377" y="23912"/>
                </a:lnTo>
                <a:lnTo>
                  <a:pt x="163097" y="34257"/>
                </a:lnTo>
                <a:lnTo>
                  <a:pt x="212171" y="43527"/>
                </a:lnTo>
                <a:lnTo>
                  <a:pt x="258599" y="51722"/>
                </a:lnTo>
                <a:lnTo>
                  <a:pt x="302381" y="58844"/>
                </a:lnTo>
                <a:lnTo>
                  <a:pt x="343518" y="64891"/>
                </a:lnTo>
                <a:lnTo>
                  <a:pt x="382009" y="69863"/>
                </a:lnTo>
                <a:lnTo>
                  <a:pt x="417853" y="73761"/>
                </a:lnTo>
                <a:lnTo>
                  <a:pt x="451052" y="76585"/>
                </a:lnTo>
                <a:lnTo>
                  <a:pt x="481606" y="78334"/>
                </a:lnTo>
                <a:lnTo>
                  <a:pt x="509513" y="79009"/>
                </a:lnTo>
              </a:path>
            </a:pathLst>
          </a:custGeom>
          <a:noFill/>
          <a:ln w="5334">
            <a:solidFill>
              <a:srgbClr val="66AD40">
                <a:alpha val="13000"/>
              </a:srgbClr>
            </a:solidFill>
            <a:prstDash val="solid"/>
          </a:ln>
        </p:spPr>
      </p:sp>
      <p:sp>
        <p:nvSpPr>
          <p:cNvPr id="420" name="knowledge-cross-edge">
            <a:extLst>
              <a:ext uri="{FF2B5EF4-FFF2-40B4-BE49-F238E27FC236}">
                <a16:creationId xmlns:a16="http://schemas.microsoft.com/office/drawing/2014/main" id="{1722275C-3D19-4DF8-BBA3-9DBF225105AC}"/>
              </a:ext>
            </a:extLst>
          </p:cNvPr>
          <p:cNvSpPr>
            <a:spLocks noGrp="1"/>
          </p:cNvSpPr>
          <p:nvPr/>
        </p:nvSpPr>
        <p:spPr>
          <a:xfrm>
            <a:off x="11678373" y="5285795"/>
            <a:ext cx="533775" cy="324498"/>
          </a:xfrm>
          <a:custGeom>
            <a:avLst/>
            <a:gdLst/>
            <a:ahLst/>
            <a:cxnLst/>
            <a:rect l="0" t="0" r="0" b="0"/>
            <a:pathLst>
              <a:path w="533775" h="324498">
                <a:moveTo>
                  <a:pt x="0" y="324498"/>
                </a:moveTo>
                <a:lnTo>
                  <a:pt x="29929" y="273412"/>
                </a:lnTo>
                <a:lnTo>
                  <a:pt x="62504" y="226698"/>
                </a:lnTo>
                <a:lnTo>
                  <a:pt x="97725" y="184356"/>
                </a:lnTo>
                <a:lnTo>
                  <a:pt x="135592" y="146385"/>
                </a:lnTo>
                <a:lnTo>
                  <a:pt x="176104" y="112786"/>
                </a:lnTo>
                <a:lnTo>
                  <a:pt x="219262" y="83559"/>
                </a:lnTo>
                <a:lnTo>
                  <a:pt x="265066" y="58703"/>
                </a:lnTo>
                <a:lnTo>
                  <a:pt x="313516" y="38219"/>
                </a:lnTo>
                <a:lnTo>
                  <a:pt x="364612" y="22107"/>
                </a:lnTo>
                <a:lnTo>
                  <a:pt x="418354" y="10366"/>
                </a:lnTo>
                <a:lnTo>
                  <a:pt x="474741" y="2997"/>
                </a:lnTo>
                <a:lnTo>
                  <a:pt x="533775" y="0"/>
                </a:lnTo>
              </a:path>
            </a:pathLst>
          </a:custGeom>
          <a:noFill/>
          <a:ln w="4953">
            <a:solidFill>
              <a:srgbClr val="66AD40">
                <a:alpha val="12000"/>
              </a:srgbClr>
            </a:solidFill>
            <a:prstDash val="solid"/>
          </a:ln>
        </p:spPr>
      </p:sp>
      <p:sp>
        <p:nvSpPr>
          <p:cNvPr id="421" name="knowledge-edge">
            <a:extLst>
              <a:ext uri="{FF2B5EF4-FFF2-40B4-BE49-F238E27FC236}">
                <a16:creationId xmlns:a16="http://schemas.microsoft.com/office/drawing/2014/main" id="{60B613AC-63B3-43CC-BFC2-5B056B3BBF25}"/>
              </a:ext>
            </a:extLst>
          </p:cNvPr>
          <p:cNvSpPr>
            <a:spLocks noGrp="1"/>
          </p:cNvSpPr>
          <p:nvPr/>
        </p:nvSpPr>
        <p:spPr>
          <a:xfrm>
            <a:off x="11681903" y="5689302"/>
            <a:ext cx="505983" cy="48129"/>
          </a:xfrm>
          <a:custGeom>
            <a:avLst/>
            <a:gdLst/>
            <a:ahLst/>
            <a:cxnLst/>
            <a:rect l="0" t="0" r="0" b="0"/>
            <a:pathLst>
              <a:path w="505983" h="48129">
                <a:moveTo>
                  <a:pt x="0" y="48129"/>
                </a:moveTo>
                <a:lnTo>
                  <a:pt x="36142" y="44187"/>
                </a:lnTo>
                <a:lnTo>
                  <a:pt x="72283" y="40323"/>
                </a:lnTo>
                <a:lnTo>
                  <a:pt x="108425" y="36536"/>
                </a:lnTo>
                <a:lnTo>
                  <a:pt x="144567" y="32827"/>
                </a:lnTo>
                <a:lnTo>
                  <a:pt x="180708" y="29195"/>
                </a:lnTo>
                <a:lnTo>
                  <a:pt x="216850" y="25641"/>
                </a:lnTo>
                <a:lnTo>
                  <a:pt x="252992" y="22165"/>
                </a:lnTo>
                <a:lnTo>
                  <a:pt x="289133" y="18766"/>
                </a:lnTo>
                <a:lnTo>
                  <a:pt x="325275" y="15444"/>
                </a:lnTo>
                <a:lnTo>
                  <a:pt x="361417" y="12200"/>
                </a:lnTo>
                <a:lnTo>
                  <a:pt x="397558" y="9034"/>
                </a:lnTo>
                <a:lnTo>
                  <a:pt x="433700" y="5945"/>
                </a:lnTo>
                <a:lnTo>
                  <a:pt x="469841" y="2934"/>
                </a:lnTo>
                <a:lnTo>
                  <a:pt x="505983" y="0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22" name="knowledge-edge">
            <a:extLst>
              <a:ext uri="{FF2B5EF4-FFF2-40B4-BE49-F238E27FC236}">
                <a16:creationId xmlns:a16="http://schemas.microsoft.com/office/drawing/2014/main" id="{0F3FDB98-CDEB-4139-8A2C-2442692CDB12}"/>
              </a:ext>
            </a:extLst>
          </p:cNvPr>
          <p:cNvSpPr>
            <a:spLocks noGrp="1"/>
          </p:cNvSpPr>
          <p:nvPr/>
        </p:nvSpPr>
        <p:spPr>
          <a:xfrm>
            <a:off x="11722387" y="5711669"/>
            <a:ext cx="379197" cy="89767"/>
          </a:xfrm>
          <a:custGeom>
            <a:avLst/>
            <a:gdLst/>
            <a:ahLst/>
            <a:cxnLst/>
            <a:rect l="0" t="0" r="0" b="0"/>
            <a:pathLst>
              <a:path w="379197" h="89767">
                <a:moveTo>
                  <a:pt x="0" y="89767"/>
                </a:moveTo>
                <a:lnTo>
                  <a:pt x="27086" y="71861"/>
                </a:lnTo>
                <a:lnTo>
                  <a:pt x="54171" y="55940"/>
                </a:lnTo>
                <a:lnTo>
                  <a:pt x="81257" y="42002"/>
                </a:lnTo>
                <a:lnTo>
                  <a:pt x="108342" y="30049"/>
                </a:lnTo>
                <a:lnTo>
                  <a:pt x="135428" y="20080"/>
                </a:lnTo>
                <a:lnTo>
                  <a:pt x="162513" y="12096"/>
                </a:lnTo>
                <a:lnTo>
                  <a:pt x="189599" y="6095"/>
                </a:lnTo>
                <a:lnTo>
                  <a:pt x="216684" y="2079"/>
                </a:lnTo>
                <a:lnTo>
                  <a:pt x="243770" y="47"/>
                </a:lnTo>
                <a:lnTo>
                  <a:pt x="270855" y="0"/>
                </a:lnTo>
                <a:lnTo>
                  <a:pt x="297941" y="1937"/>
                </a:lnTo>
                <a:lnTo>
                  <a:pt x="325026" y="5858"/>
                </a:lnTo>
                <a:lnTo>
                  <a:pt x="352112" y="11763"/>
                </a:lnTo>
                <a:lnTo>
                  <a:pt x="379197" y="19653"/>
                </a:lnTo>
              </a:path>
            </a:pathLst>
          </a:custGeom>
          <a:noFill/>
          <a:ln w="6477">
            <a:solidFill>
              <a:srgbClr val="66AD40">
                <a:alpha val="17000"/>
              </a:srgbClr>
            </a:solidFill>
            <a:prstDash val="solid"/>
          </a:ln>
        </p:spPr>
      </p:sp>
      <p:sp>
        <p:nvSpPr>
          <p:cNvPr id="423" name="knowledge-edge">
            <a:extLst>
              <a:ext uri="{FF2B5EF4-FFF2-40B4-BE49-F238E27FC236}">
                <a16:creationId xmlns:a16="http://schemas.microsoft.com/office/drawing/2014/main" id="{4B01EE5B-EF72-44F3-8C7B-A28BDC2A813A}"/>
              </a:ext>
            </a:extLst>
          </p:cNvPr>
          <p:cNvSpPr>
            <a:spLocks noGrp="1"/>
          </p:cNvSpPr>
          <p:nvPr/>
        </p:nvSpPr>
        <p:spPr>
          <a:xfrm>
            <a:off x="12363233" y="4395640"/>
            <a:ext cx="167534" cy="17390"/>
          </a:xfrm>
          <a:custGeom>
            <a:avLst/>
            <a:gdLst/>
            <a:ahLst/>
            <a:cxnLst/>
            <a:rect l="0" t="0" r="0" b="0"/>
            <a:pathLst>
              <a:path w="167534" h="17390">
                <a:moveTo>
                  <a:pt x="0" y="1656"/>
                </a:moveTo>
                <a:lnTo>
                  <a:pt x="11967" y="800"/>
                </a:lnTo>
                <a:lnTo>
                  <a:pt x="23933" y="247"/>
                </a:lnTo>
                <a:lnTo>
                  <a:pt x="35900" y="0"/>
                </a:lnTo>
                <a:lnTo>
                  <a:pt x="47867" y="57"/>
                </a:lnTo>
                <a:lnTo>
                  <a:pt x="59834" y="419"/>
                </a:lnTo>
                <a:lnTo>
                  <a:pt x="71800" y="1086"/>
                </a:lnTo>
                <a:lnTo>
                  <a:pt x="83767" y="2057"/>
                </a:lnTo>
                <a:lnTo>
                  <a:pt x="95734" y="3334"/>
                </a:lnTo>
                <a:lnTo>
                  <a:pt x="107700" y="4915"/>
                </a:lnTo>
                <a:lnTo>
                  <a:pt x="119667" y="6800"/>
                </a:lnTo>
                <a:lnTo>
                  <a:pt x="131634" y="8990"/>
                </a:lnTo>
                <a:lnTo>
                  <a:pt x="143601" y="11485"/>
                </a:lnTo>
                <a:lnTo>
                  <a:pt x="155567" y="14285"/>
                </a:lnTo>
                <a:lnTo>
                  <a:pt x="167534" y="1739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24" name="knowledge-cross-edge">
            <a:extLst>
              <a:ext uri="{FF2B5EF4-FFF2-40B4-BE49-F238E27FC236}">
                <a16:creationId xmlns:a16="http://schemas.microsoft.com/office/drawing/2014/main" id="{7207878A-0BC7-480C-98A8-DFA35AAE5E7B}"/>
              </a:ext>
            </a:extLst>
          </p:cNvPr>
          <p:cNvSpPr>
            <a:spLocks noGrp="1"/>
          </p:cNvSpPr>
          <p:nvPr/>
        </p:nvSpPr>
        <p:spPr>
          <a:xfrm>
            <a:off x="12363233" y="4397297"/>
            <a:ext cx="169990" cy="323646"/>
          </a:xfrm>
          <a:custGeom>
            <a:avLst/>
            <a:gdLst/>
            <a:ahLst/>
            <a:cxnLst/>
            <a:rect l="0" t="0" r="0" b="0"/>
            <a:pathLst>
              <a:path w="169990" h="323646">
                <a:moveTo>
                  <a:pt x="0" y="0"/>
                </a:moveTo>
                <a:lnTo>
                  <a:pt x="28683" y="10391"/>
                </a:lnTo>
                <a:lnTo>
                  <a:pt x="54720" y="23797"/>
                </a:lnTo>
                <a:lnTo>
                  <a:pt x="78111" y="40217"/>
                </a:lnTo>
                <a:lnTo>
                  <a:pt x="98856" y="59652"/>
                </a:lnTo>
                <a:lnTo>
                  <a:pt x="116955" y="82101"/>
                </a:lnTo>
                <a:lnTo>
                  <a:pt x="132409" y="107564"/>
                </a:lnTo>
                <a:lnTo>
                  <a:pt x="145217" y="136042"/>
                </a:lnTo>
                <a:lnTo>
                  <a:pt x="155379" y="167534"/>
                </a:lnTo>
                <a:lnTo>
                  <a:pt x="162895" y="202040"/>
                </a:lnTo>
                <a:lnTo>
                  <a:pt x="167765" y="239561"/>
                </a:lnTo>
                <a:lnTo>
                  <a:pt x="169990" y="280097"/>
                </a:lnTo>
                <a:lnTo>
                  <a:pt x="169568" y="323646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25" name="knowledge-edge">
            <a:extLst>
              <a:ext uri="{FF2B5EF4-FFF2-40B4-BE49-F238E27FC236}">
                <a16:creationId xmlns:a16="http://schemas.microsoft.com/office/drawing/2014/main" id="{5F961319-AC54-4897-9FDF-D08B3BCB7C6D}"/>
              </a:ext>
            </a:extLst>
          </p:cNvPr>
          <p:cNvSpPr>
            <a:spLocks noGrp="1"/>
          </p:cNvSpPr>
          <p:nvPr/>
        </p:nvSpPr>
        <p:spPr>
          <a:xfrm>
            <a:off x="12164021" y="4594232"/>
            <a:ext cx="368780" cy="126711"/>
          </a:xfrm>
          <a:custGeom>
            <a:avLst/>
            <a:gdLst/>
            <a:ahLst/>
            <a:cxnLst/>
            <a:rect l="0" t="0" r="0" b="0"/>
            <a:pathLst>
              <a:path w="368780" h="126711">
                <a:moveTo>
                  <a:pt x="0" y="0"/>
                </a:moveTo>
                <a:lnTo>
                  <a:pt x="26341" y="2494"/>
                </a:lnTo>
                <a:lnTo>
                  <a:pt x="52683" y="5997"/>
                </a:lnTo>
                <a:lnTo>
                  <a:pt x="79024" y="10509"/>
                </a:lnTo>
                <a:lnTo>
                  <a:pt x="105366" y="16029"/>
                </a:lnTo>
                <a:lnTo>
                  <a:pt x="131707" y="22558"/>
                </a:lnTo>
                <a:lnTo>
                  <a:pt x="158048" y="30096"/>
                </a:lnTo>
                <a:lnTo>
                  <a:pt x="184390" y="38643"/>
                </a:lnTo>
                <a:lnTo>
                  <a:pt x="210731" y="48198"/>
                </a:lnTo>
                <a:lnTo>
                  <a:pt x="237073" y="58762"/>
                </a:lnTo>
                <a:lnTo>
                  <a:pt x="263414" y="70334"/>
                </a:lnTo>
                <a:lnTo>
                  <a:pt x="289756" y="82915"/>
                </a:lnTo>
                <a:lnTo>
                  <a:pt x="316097" y="96505"/>
                </a:lnTo>
                <a:lnTo>
                  <a:pt x="342438" y="111104"/>
                </a:lnTo>
                <a:lnTo>
                  <a:pt x="368780" y="126711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26" name="knowledge-cross-edge">
            <a:extLst>
              <a:ext uri="{FF2B5EF4-FFF2-40B4-BE49-F238E27FC236}">
                <a16:creationId xmlns:a16="http://schemas.microsoft.com/office/drawing/2014/main" id="{21A7D58E-FE0A-4FA2-AFC6-E78CE2D72078}"/>
              </a:ext>
            </a:extLst>
          </p:cNvPr>
          <p:cNvSpPr>
            <a:spLocks noGrp="1"/>
          </p:cNvSpPr>
          <p:nvPr/>
        </p:nvSpPr>
        <p:spPr>
          <a:xfrm>
            <a:off x="12164021" y="4555524"/>
            <a:ext cx="547617" cy="304280"/>
          </a:xfrm>
          <a:custGeom>
            <a:avLst/>
            <a:gdLst/>
            <a:ahLst/>
            <a:cxnLst/>
            <a:rect l="0" t="0" r="0" b="0"/>
            <a:pathLst>
              <a:path w="547617" h="304280">
                <a:moveTo>
                  <a:pt x="0" y="38709"/>
                </a:moveTo>
                <a:lnTo>
                  <a:pt x="60187" y="18020"/>
                </a:lnTo>
                <a:lnTo>
                  <a:pt x="117728" y="5118"/>
                </a:lnTo>
                <a:lnTo>
                  <a:pt x="172623" y="0"/>
                </a:lnTo>
                <a:lnTo>
                  <a:pt x="224872" y="2668"/>
                </a:lnTo>
                <a:lnTo>
                  <a:pt x="274476" y="13121"/>
                </a:lnTo>
                <a:lnTo>
                  <a:pt x="321433" y="31359"/>
                </a:lnTo>
                <a:lnTo>
                  <a:pt x="365745" y="57383"/>
                </a:lnTo>
                <a:lnTo>
                  <a:pt x="407411" y="91192"/>
                </a:lnTo>
                <a:lnTo>
                  <a:pt x="446431" y="132786"/>
                </a:lnTo>
                <a:lnTo>
                  <a:pt x="482806" y="182165"/>
                </a:lnTo>
                <a:lnTo>
                  <a:pt x="516534" y="239330"/>
                </a:lnTo>
                <a:lnTo>
                  <a:pt x="547617" y="304280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27" name="knowledge-edge">
            <a:extLst>
              <a:ext uri="{FF2B5EF4-FFF2-40B4-BE49-F238E27FC236}">
                <a16:creationId xmlns:a16="http://schemas.microsoft.com/office/drawing/2014/main" id="{32D8F86D-736C-402C-8BFF-14F0A1DD9043}"/>
              </a:ext>
            </a:extLst>
          </p:cNvPr>
          <p:cNvSpPr>
            <a:spLocks noGrp="1"/>
          </p:cNvSpPr>
          <p:nvPr/>
        </p:nvSpPr>
        <p:spPr>
          <a:xfrm>
            <a:off x="12181617" y="4859804"/>
            <a:ext cx="530020" cy="164629"/>
          </a:xfrm>
          <a:custGeom>
            <a:avLst/>
            <a:gdLst/>
            <a:ahLst/>
            <a:cxnLst/>
            <a:rect l="0" t="0" r="0" b="0"/>
            <a:pathLst>
              <a:path w="530020" h="164629">
                <a:moveTo>
                  <a:pt x="0" y="164629"/>
                </a:moveTo>
                <a:lnTo>
                  <a:pt x="37859" y="145609"/>
                </a:lnTo>
                <a:lnTo>
                  <a:pt x="75717" y="127705"/>
                </a:lnTo>
                <a:lnTo>
                  <a:pt x="113576" y="110919"/>
                </a:lnTo>
                <a:lnTo>
                  <a:pt x="151434" y="95250"/>
                </a:lnTo>
                <a:lnTo>
                  <a:pt x="189293" y="80698"/>
                </a:lnTo>
                <a:lnTo>
                  <a:pt x="227152" y="67263"/>
                </a:lnTo>
                <a:lnTo>
                  <a:pt x="265010" y="54945"/>
                </a:lnTo>
                <a:lnTo>
                  <a:pt x="302869" y="43744"/>
                </a:lnTo>
                <a:lnTo>
                  <a:pt x="340727" y="33661"/>
                </a:lnTo>
                <a:lnTo>
                  <a:pt x="378586" y="24694"/>
                </a:lnTo>
                <a:lnTo>
                  <a:pt x="416445" y="16845"/>
                </a:lnTo>
                <a:lnTo>
                  <a:pt x="454303" y="10113"/>
                </a:lnTo>
                <a:lnTo>
                  <a:pt x="492162" y="4498"/>
                </a:lnTo>
                <a:lnTo>
                  <a:pt x="530020" y="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28" name="knowledge-cross-edge">
            <a:extLst>
              <a:ext uri="{FF2B5EF4-FFF2-40B4-BE49-F238E27FC236}">
                <a16:creationId xmlns:a16="http://schemas.microsoft.com/office/drawing/2014/main" id="{FC35DBED-7609-41CA-9F32-756D17D504BD}"/>
              </a:ext>
            </a:extLst>
          </p:cNvPr>
          <p:cNvSpPr>
            <a:spLocks noGrp="1"/>
          </p:cNvSpPr>
          <p:nvPr/>
        </p:nvSpPr>
        <p:spPr>
          <a:xfrm>
            <a:off x="12181617" y="5000736"/>
            <a:ext cx="268668" cy="183633"/>
          </a:xfrm>
          <a:custGeom>
            <a:avLst/>
            <a:gdLst/>
            <a:ahLst/>
            <a:cxnLst/>
            <a:rect l="0" t="0" r="0" b="0"/>
            <a:pathLst>
              <a:path w="268668" h="183633">
                <a:moveTo>
                  <a:pt x="0" y="23697"/>
                </a:moveTo>
                <a:lnTo>
                  <a:pt x="36941" y="11081"/>
                </a:lnTo>
                <a:lnTo>
                  <a:pt x="71236" y="3182"/>
                </a:lnTo>
                <a:lnTo>
                  <a:pt x="102886" y="0"/>
                </a:lnTo>
                <a:lnTo>
                  <a:pt x="131889" y="1535"/>
                </a:lnTo>
                <a:lnTo>
                  <a:pt x="158247" y="7788"/>
                </a:lnTo>
                <a:lnTo>
                  <a:pt x="181959" y="18757"/>
                </a:lnTo>
                <a:lnTo>
                  <a:pt x="203025" y="34443"/>
                </a:lnTo>
                <a:lnTo>
                  <a:pt x="221445" y="54847"/>
                </a:lnTo>
                <a:lnTo>
                  <a:pt x="237220" y="79968"/>
                </a:lnTo>
                <a:lnTo>
                  <a:pt x="250348" y="109806"/>
                </a:lnTo>
                <a:lnTo>
                  <a:pt x="260831" y="144361"/>
                </a:lnTo>
                <a:lnTo>
                  <a:pt x="268668" y="183633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29" name="knowledge-edge">
            <a:extLst>
              <a:ext uri="{FF2B5EF4-FFF2-40B4-BE49-F238E27FC236}">
                <a16:creationId xmlns:a16="http://schemas.microsoft.com/office/drawing/2014/main" id="{0AB1D5E6-7A01-44E4-A428-0312DA0FB7B2}"/>
              </a:ext>
            </a:extLst>
          </p:cNvPr>
          <p:cNvSpPr>
            <a:spLocks noGrp="1"/>
          </p:cNvSpPr>
          <p:nvPr/>
        </p:nvSpPr>
        <p:spPr>
          <a:xfrm>
            <a:off x="12212147" y="5184369"/>
            <a:ext cx="238138" cy="101426"/>
          </a:xfrm>
          <a:custGeom>
            <a:avLst/>
            <a:gdLst/>
            <a:ahLst/>
            <a:cxnLst/>
            <a:rect l="0" t="0" r="0" b="0"/>
            <a:pathLst>
              <a:path w="238138" h="101426">
                <a:moveTo>
                  <a:pt x="0" y="101426"/>
                </a:moveTo>
                <a:lnTo>
                  <a:pt x="17010" y="95170"/>
                </a:lnTo>
                <a:lnTo>
                  <a:pt x="34020" y="88763"/>
                </a:lnTo>
                <a:lnTo>
                  <a:pt x="51030" y="82203"/>
                </a:lnTo>
                <a:lnTo>
                  <a:pt x="68039" y="75491"/>
                </a:lnTo>
                <a:lnTo>
                  <a:pt x="85049" y="68626"/>
                </a:lnTo>
                <a:lnTo>
                  <a:pt x="102059" y="61610"/>
                </a:lnTo>
                <a:lnTo>
                  <a:pt x="119069" y="54441"/>
                </a:lnTo>
                <a:lnTo>
                  <a:pt x="136079" y="47120"/>
                </a:lnTo>
                <a:lnTo>
                  <a:pt x="153089" y="39648"/>
                </a:lnTo>
                <a:lnTo>
                  <a:pt x="170099" y="32022"/>
                </a:lnTo>
                <a:lnTo>
                  <a:pt x="187108" y="24245"/>
                </a:lnTo>
                <a:lnTo>
                  <a:pt x="204118" y="16316"/>
                </a:lnTo>
                <a:lnTo>
                  <a:pt x="221128" y="8234"/>
                </a:lnTo>
                <a:lnTo>
                  <a:pt x="238138" y="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30" name="knowledge-cross-edge">
            <a:extLst>
              <a:ext uri="{FF2B5EF4-FFF2-40B4-BE49-F238E27FC236}">
                <a16:creationId xmlns:a16="http://schemas.microsoft.com/office/drawing/2014/main" id="{0DCDFEA0-75E1-43EA-8AA7-39FD6349F694}"/>
              </a:ext>
            </a:extLst>
          </p:cNvPr>
          <p:cNvSpPr>
            <a:spLocks noGrp="1"/>
          </p:cNvSpPr>
          <p:nvPr/>
        </p:nvSpPr>
        <p:spPr>
          <a:xfrm>
            <a:off x="12212147" y="5285795"/>
            <a:ext cx="508509" cy="105799"/>
          </a:xfrm>
          <a:custGeom>
            <a:avLst/>
            <a:gdLst/>
            <a:ahLst/>
            <a:cxnLst/>
            <a:rect l="0" t="0" r="0" b="0"/>
            <a:pathLst>
              <a:path w="508509" h="105799">
                <a:moveTo>
                  <a:pt x="0" y="0"/>
                </a:moveTo>
                <a:lnTo>
                  <a:pt x="56928" y="12279"/>
                </a:lnTo>
                <a:lnTo>
                  <a:pt x="111210" y="23928"/>
                </a:lnTo>
                <a:lnTo>
                  <a:pt x="162846" y="34948"/>
                </a:lnTo>
                <a:lnTo>
                  <a:pt x="211836" y="45338"/>
                </a:lnTo>
                <a:lnTo>
                  <a:pt x="258181" y="55099"/>
                </a:lnTo>
                <a:lnTo>
                  <a:pt x="301880" y="64230"/>
                </a:lnTo>
                <a:lnTo>
                  <a:pt x="342932" y="72732"/>
                </a:lnTo>
                <a:lnTo>
                  <a:pt x="381339" y="80605"/>
                </a:lnTo>
                <a:lnTo>
                  <a:pt x="417101" y="87848"/>
                </a:lnTo>
                <a:lnTo>
                  <a:pt x="450216" y="94461"/>
                </a:lnTo>
                <a:lnTo>
                  <a:pt x="480686" y="100445"/>
                </a:lnTo>
                <a:lnTo>
                  <a:pt x="508509" y="105799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31" name="knowledge-cross-edge">
            <a:extLst>
              <a:ext uri="{FF2B5EF4-FFF2-40B4-BE49-F238E27FC236}">
                <a16:creationId xmlns:a16="http://schemas.microsoft.com/office/drawing/2014/main" id="{4BA74738-8C76-44A2-B80D-BBF2D1DCA2B7}"/>
              </a:ext>
            </a:extLst>
          </p:cNvPr>
          <p:cNvSpPr>
            <a:spLocks noGrp="1"/>
          </p:cNvSpPr>
          <p:nvPr/>
        </p:nvSpPr>
        <p:spPr>
          <a:xfrm>
            <a:off x="12212147" y="4837091"/>
            <a:ext cx="499490" cy="448704"/>
          </a:xfrm>
          <a:custGeom>
            <a:avLst/>
            <a:gdLst/>
            <a:ahLst/>
            <a:cxnLst/>
            <a:rect l="0" t="0" r="0" b="0"/>
            <a:pathLst>
              <a:path w="499490" h="448704">
                <a:moveTo>
                  <a:pt x="0" y="448704"/>
                </a:moveTo>
                <a:lnTo>
                  <a:pt x="27072" y="361663"/>
                </a:lnTo>
                <a:lnTo>
                  <a:pt x="56790" y="283994"/>
                </a:lnTo>
                <a:lnTo>
                  <a:pt x="89154" y="215696"/>
                </a:lnTo>
                <a:lnTo>
                  <a:pt x="124163" y="156769"/>
                </a:lnTo>
                <a:lnTo>
                  <a:pt x="161819" y="107213"/>
                </a:lnTo>
                <a:lnTo>
                  <a:pt x="202120" y="67028"/>
                </a:lnTo>
                <a:lnTo>
                  <a:pt x="245067" y="36214"/>
                </a:lnTo>
                <a:lnTo>
                  <a:pt x="290660" y="14772"/>
                </a:lnTo>
                <a:lnTo>
                  <a:pt x="338899" y="2700"/>
                </a:lnTo>
                <a:lnTo>
                  <a:pt x="389784" y="0"/>
                </a:lnTo>
                <a:lnTo>
                  <a:pt x="443314" y="6671"/>
                </a:lnTo>
                <a:lnTo>
                  <a:pt x="499490" y="22713"/>
                </a:lnTo>
              </a:path>
            </a:pathLst>
          </a:custGeom>
          <a:noFill/>
          <a:ln w="4953">
            <a:solidFill>
              <a:srgbClr val="4DAB49">
                <a:alpha val="12000"/>
              </a:srgbClr>
            </a:solidFill>
            <a:prstDash val="solid"/>
          </a:ln>
        </p:spPr>
      </p:sp>
      <p:sp>
        <p:nvSpPr>
          <p:cNvPr id="432" name="knowledge-edge">
            <a:extLst>
              <a:ext uri="{FF2B5EF4-FFF2-40B4-BE49-F238E27FC236}">
                <a16:creationId xmlns:a16="http://schemas.microsoft.com/office/drawing/2014/main" id="{6222C2DA-5085-4E58-811F-2BF35DA70E21}"/>
              </a:ext>
            </a:extLst>
          </p:cNvPr>
          <p:cNvSpPr>
            <a:spLocks noGrp="1"/>
          </p:cNvSpPr>
          <p:nvPr/>
        </p:nvSpPr>
        <p:spPr>
          <a:xfrm>
            <a:off x="12345645" y="5380641"/>
            <a:ext cx="375011" cy="94354"/>
          </a:xfrm>
          <a:custGeom>
            <a:avLst/>
            <a:gdLst/>
            <a:ahLst/>
            <a:cxnLst/>
            <a:rect l="0" t="0" r="0" b="0"/>
            <a:pathLst>
              <a:path w="375011" h="94354">
                <a:moveTo>
                  <a:pt x="0" y="94354"/>
                </a:moveTo>
                <a:lnTo>
                  <a:pt x="26787" y="77093"/>
                </a:lnTo>
                <a:lnTo>
                  <a:pt x="53573" y="61570"/>
                </a:lnTo>
                <a:lnTo>
                  <a:pt x="80360" y="47787"/>
                </a:lnTo>
                <a:lnTo>
                  <a:pt x="107146" y="35743"/>
                </a:lnTo>
                <a:lnTo>
                  <a:pt x="133933" y="25438"/>
                </a:lnTo>
                <a:lnTo>
                  <a:pt x="160719" y="16872"/>
                </a:lnTo>
                <a:lnTo>
                  <a:pt x="187506" y="10046"/>
                </a:lnTo>
                <a:lnTo>
                  <a:pt x="214292" y="4958"/>
                </a:lnTo>
                <a:lnTo>
                  <a:pt x="241079" y="1609"/>
                </a:lnTo>
                <a:lnTo>
                  <a:pt x="267865" y="0"/>
                </a:lnTo>
                <a:lnTo>
                  <a:pt x="294652" y="130"/>
                </a:lnTo>
                <a:lnTo>
                  <a:pt x="321438" y="1999"/>
                </a:lnTo>
                <a:lnTo>
                  <a:pt x="348225" y="5606"/>
                </a:lnTo>
                <a:lnTo>
                  <a:pt x="375011" y="10953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33" name="knowledge-cross-edge">
            <a:extLst>
              <a:ext uri="{FF2B5EF4-FFF2-40B4-BE49-F238E27FC236}">
                <a16:creationId xmlns:a16="http://schemas.microsoft.com/office/drawing/2014/main" id="{68EF1030-EE4B-49D4-BA22-1B2F3073A981}"/>
              </a:ext>
            </a:extLst>
          </p:cNvPr>
          <p:cNvSpPr>
            <a:spLocks noGrp="1"/>
          </p:cNvSpPr>
          <p:nvPr/>
        </p:nvSpPr>
        <p:spPr>
          <a:xfrm>
            <a:off x="12345645" y="5457356"/>
            <a:ext cx="294408" cy="161727"/>
          </a:xfrm>
          <a:custGeom>
            <a:avLst/>
            <a:gdLst/>
            <a:ahLst/>
            <a:cxnLst/>
            <a:rect l="0" t="0" r="0" b="0"/>
            <a:pathLst>
              <a:path w="294408" h="161727">
                <a:moveTo>
                  <a:pt x="0" y="17639"/>
                </a:moveTo>
                <a:lnTo>
                  <a:pt x="39086" y="7784"/>
                </a:lnTo>
                <a:lnTo>
                  <a:pt x="75526" y="1905"/>
                </a:lnTo>
                <a:lnTo>
                  <a:pt x="109321" y="0"/>
                </a:lnTo>
                <a:lnTo>
                  <a:pt x="140469" y="2070"/>
                </a:lnTo>
                <a:lnTo>
                  <a:pt x="168972" y="8115"/>
                </a:lnTo>
                <a:lnTo>
                  <a:pt x="194829" y="18135"/>
                </a:lnTo>
                <a:lnTo>
                  <a:pt x="218040" y="32130"/>
                </a:lnTo>
                <a:lnTo>
                  <a:pt x="238605" y="50099"/>
                </a:lnTo>
                <a:lnTo>
                  <a:pt x="256525" y="72044"/>
                </a:lnTo>
                <a:lnTo>
                  <a:pt x="271798" y="97963"/>
                </a:lnTo>
                <a:lnTo>
                  <a:pt x="284426" y="127857"/>
                </a:lnTo>
                <a:lnTo>
                  <a:pt x="294408" y="161727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34" name="knowledge-edge">
            <a:extLst>
              <a:ext uri="{FF2B5EF4-FFF2-40B4-BE49-F238E27FC236}">
                <a16:creationId xmlns:a16="http://schemas.microsoft.com/office/drawing/2014/main" id="{FC3480A5-FE14-4A2B-91B4-BA380BDC444C}"/>
              </a:ext>
            </a:extLst>
          </p:cNvPr>
          <p:cNvSpPr>
            <a:spLocks noGrp="1"/>
          </p:cNvSpPr>
          <p:nvPr/>
        </p:nvSpPr>
        <p:spPr>
          <a:xfrm>
            <a:off x="12187886" y="5578993"/>
            <a:ext cx="452168" cy="110309"/>
          </a:xfrm>
          <a:custGeom>
            <a:avLst/>
            <a:gdLst/>
            <a:ahLst/>
            <a:cxnLst/>
            <a:rect l="0" t="0" r="0" b="0"/>
            <a:pathLst>
              <a:path w="452168" h="110309">
                <a:moveTo>
                  <a:pt x="0" y="110309"/>
                </a:moveTo>
                <a:lnTo>
                  <a:pt x="32298" y="86467"/>
                </a:lnTo>
                <a:lnTo>
                  <a:pt x="64595" y="65521"/>
                </a:lnTo>
                <a:lnTo>
                  <a:pt x="96893" y="47472"/>
                </a:lnTo>
                <a:lnTo>
                  <a:pt x="129191" y="32319"/>
                </a:lnTo>
                <a:lnTo>
                  <a:pt x="161488" y="20063"/>
                </a:lnTo>
                <a:lnTo>
                  <a:pt x="193786" y="10702"/>
                </a:lnTo>
                <a:lnTo>
                  <a:pt x="226084" y="4239"/>
                </a:lnTo>
                <a:lnTo>
                  <a:pt x="258382" y="671"/>
                </a:lnTo>
                <a:lnTo>
                  <a:pt x="290679" y="0"/>
                </a:lnTo>
                <a:lnTo>
                  <a:pt x="322977" y="2225"/>
                </a:lnTo>
                <a:lnTo>
                  <a:pt x="355275" y="7347"/>
                </a:lnTo>
                <a:lnTo>
                  <a:pt x="387572" y="15365"/>
                </a:lnTo>
                <a:lnTo>
                  <a:pt x="419870" y="26279"/>
                </a:lnTo>
                <a:lnTo>
                  <a:pt x="452168" y="4009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35" name="knowledge-cross-edge">
            <a:extLst>
              <a:ext uri="{FF2B5EF4-FFF2-40B4-BE49-F238E27FC236}">
                <a16:creationId xmlns:a16="http://schemas.microsoft.com/office/drawing/2014/main" id="{0DDA6B00-B0E3-4250-AC92-6FC2E9667C4F}"/>
              </a:ext>
            </a:extLst>
          </p:cNvPr>
          <p:cNvSpPr>
            <a:spLocks noGrp="1"/>
          </p:cNvSpPr>
          <p:nvPr/>
        </p:nvSpPr>
        <p:spPr>
          <a:xfrm>
            <a:off x="12187886" y="5500073"/>
            <a:ext cx="569750" cy="189229"/>
          </a:xfrm>
          <a:custGeom>
            <a:avLst/>
            <a:gdLst/>
            <a:ahLst/>
            <a:cxnLst/>
            <a:rect l="0" t="0" r="0" b="0"/>
            <a:pathLst>
              <a:path w="569750" h="189229">
                <a:moveTo>
                  <a:pt x="0" y="189229"/>
                </a:moveTo>
                <a:lnTo>
                  <a:pt x="62031" y="145382"/>
                </a:lnTo>
                <a:lnTo>
                  <a:pt x="121417" y="107305"/>
                </a:lnTo>
                <a:lnTo>
                  <a:pt x="178156" y="74997"/>
                </a:lnTo>
                <a:lnTo>
                  <a:pt x="232250" y="48459"/>
                </a:lnTo>
                <a:lnTo>
                  <a:pt x="283698" y="27690"/>
                </a:lnTo>
                <a:lnTo>
                  <a:pt x="332500" y="12691"/>
                </a:lnTo>
                <a:lnTo>
                  <a:pt x="378656" y="3461"/>
                </a:lnTo>
                <a:lnTo>
                  <a:pt x="422167" y="0"/>
                </a:lnTo>
                <a:lnTo>
                  <a:pt x="463031" y="2309"/>
                </a:lnTo>
                <a:lnTo>
                  <a:pt x="501250" y="10387"/>
                </a:lnTo>
                <a:lnTo>
                  <a:pt x="536823" y="24235"/>
                </a:lnTo>
                <a:lnTo>
                  <a:pt x="569750" y="43852"/>
                </a:lnTo>
              </a:path>
            </a:pathLst>
          </a:custGeom>
          <a:noFill/>
          <a:ln w="5334">
            <a:solidFill>
              <a:srgbClr val="4DAB49">
                <a:alpha val="13000"/>
              </a:srgbClr>
            </a:solidFill>
            <a:prstDash val="solid"/>
          </a:ln>
        </p:spPr>
      </p:sp>
      <p:sp>
        <p:nvSpPr>
          <p:cNvPr id="436" name="knowledge-edge">
            <a:extLst>
              <a:ext uri="{FF2B5EF4-FFF2-40B4-BE49-F238E27FC236}">
                <a16:creationId xmlns:a16="http://schemas.microsoft.com/office/drawing/2014/main" id="{B24288E8-0232-4177-A6AC-8E7780AF22D7}"/>
              </a:ext>
            </a:extLst>
          </p:cNvPr>
          <p:cNvSpPr>
            <a:spLocks noGrp="1"/>
          </p:cNvSpPr>
          <p:nvPr/>
        </p:nvSpPr>
        <p:spPr>
          <a:xfrm>
            <a:off x="12101585" y="5543924"/>
            <a:ext cx="656051" cy="187397"/>
          </a:xfrm>
          <a:custGeom>
            <a:avLst/>
            <a:gdLst/>
            <a:ahLst/>
            <a:cxnLst/>
            <a:rect l="0" t="0" r="0" b="0"/>
            <a:pathLst>
              <a:path w="656051" h="187397">
                <a:moveTo>
                  <a:pt x="0" y="187397"/>
                </a:moveTo>
                <a:lnTo>
                  <a:pt x="46861" y="177840"/>
                </a:lnTo>
                <a:lnTo>
                  <a:pt x="93722" y="167695"/>
                </a:lnTo>
                <a:lnTo>
                  <a:pt x="140582" y="156960"/>
                </a:lnTo>
                <a:lnTo>
                  <a:pt x="187443" y="145636"/>
                </a:lnTo>
                <a:lnTo>
                  <a:pt x="234304" y="133723"/>
                </a:lnTo>
                <a:lnTo>
                  <a:pt x="281165" y="121221"/>
                </a:lnTo>
                <a:lnTo>
                  <a:pt x="328026" y="108130"/>
                </a:lnTo>
                <a:lnTo>
                  <a:pt x="374887" y="94450"/>
                </a:lnTo>
                <a:lnTo>
                  <a:pt x="421747" y="80181"/>
                </a:lnTo>
                <a:lnTo>
                  <a:pt x="468608" y="65323"/>
                </a:lnTo>
                <a:lnTo>
                  <a:pt x="515469" y="49876"/>
                </a:lnTo>
                <a:lnTo>
                  <a:pt x="562330" y="33840"/>
                </a:lnTo>
                <a:lnTo>
                  <a:pt x="609191" y="17214"/>
                </a:lnTo>
                <a:lnTo>
                  <a:pt x="656051" y="0"/>
                </a:lnTo>
              </a:path>
            </a:pathLst>
          </a:custGeom>
          <a:noFill/>
          <a:ln w="6477">
            <a:solidFill>
              <a:srgbClr val="4DAB49">
                <a:alpha val="17000"/>
              </a:srgbClr>
            </a:solidFill>
            <a:prstDash val="solid"/>
          </a:ln>
        </p:spPr>
      </p:sp>
      <p:sp>
        <p:nvSpPr>
          <p:cNvPr id="437" name="knowledge-cross-edge">
            <a:extLst>
              <a:ext uri="{FF2B5EF4-FFF2-40B4-BE49-F238E27FC236}">
                <a16:creationId xmlns:a16="http://schemas.microsoft.com/office/drawing/2014/main" id="{31997DF4-E85C-4005-990E-4ACF9BA15B02}"/>
              </a:ext>
            </a:extLst>
          </p:cNvPr>
          <p:cNvSpPr>
            <a:spLocks noGrp="1"/>
          </p:cNvSpPr>
          <p:nvPr/>
        </p:nvSpPr>
        <p:spPr>
          <a:xfrm>
            <a:off x="12101585" y="5609411"/>
            <a:ext cx="538469" cy="121911"/>
          </a:xfrm>
          <a:custGeom>
            <a:avLst/>
            <a:gdLst/>
            <a:ahLst/>
            <a:cxnLst/>
            <a:rect l="0" t="0" r="0" b="0"/>
            <a:pathLst>
              <a:path w="538469" h="121911">
                <a:moveTo>
                  <a:pt x="0" y="121911"/>
                </a:moveTo>
                <a:lnTo>
                  <a:pt x="30320" y="97185"/>
                </a:lnTo>
                <a:lnTo>
                  <a:pt x="63286" y="75255"/>
                </a:lnTo>
                <a:lnTo>
                  <a:pt x="98898" y="56119"/>
                </a:lnTo>
                <a:lnTo>
                  <a:pt x="137156" y="39779"/>
                </a:lnTo>
                <a:lnTo>
                  <a:pt x="178060" y="26233"/>
                </a:lnTo>
                <a:lnTo>
                  <a:pt x="221609" y="15483"/>
                </a:lnTo>
                <a:lnTo>
                  <a:pt x="267805" y="7527"/>
                </a:lnTo>
                <a:lnTo>
                  <a:pt x="316646" y="2366"/>
                </a:lnTo>
                <a:lnTo>
                  <a:pt x="368133" y="0"/>
                </a:lnTo>
                <a:lnTo>
                  <a:pt x="422266" y="429"/>
                </a:lnTo>
                <a:lnTo>
                  <a:pt x="479044" y="3653"/>
                </a:lnTo>
                <a:lnTo>
                  <a:pt x="538469" y="9672"/>
                </a:lnTo>
              </a:path>
            </a:pathLst>
          </a:custGeom>
          <a:noFill/>
          <a:ln w="4953">
            <a:solidFill>
              <a:srgbClr val="4DAB49">
                <a:alpha val="12000"/>
              </a:srgbClr>
            </a:solidFill>
            <a:prstDash val="solid"/>
          </a:ln>
        </p:spPr>
      </p:sp>
      <p:sp>
        <p:nvSpPr>
          <p:cNvPr id="438" name="knowledge-node">
            <a:extLst>
              <a:ext uri="{FF2B5EF4-FFF2-40B4-BE49-F238E27FC236}">
                <a16:creationId xmlns:a16="http://schemas.microsoft.com/office/drawing/2014/main" id="{4685B02C-8AF9-4ED8-876D-F0CD4061571C}"/>
              </a:ext>
            </a:extLst>
          </p:cNvPr>
          <p:cNvSpPr>
            <a:spLocks noGrp="1"/>
          </p:cNvSpPr>
          <p:nvPr/>
        </p:nvSpPr>
        <p:spPr>
          <a:xfrm>
            <a:off x="-201459" y="5605329"/>
            <a:ext cx="74903" cy="74903"/>
          </a:xfrm>
          <a:prstGeom prst="ellipse">
            <a:avLst/>
          </a:prstGeom>
          <a:solidFill>
            <a:srgbClr val="4285F4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39" name="knowledge-node">
            <a:extLst>
              <a:ext uri="{FF2B5EF4-FFF2-40B4-BE49-F238E27FC236}">
                <a16:creationId xmlns:a16="http://schemas.microsoft.com/office/drawing/2014/main" id="{DB451D74-37A4-445D-A00B-C7A2F1BD9DA7}"/>
              </a:ext>
            </a:extLst>
          </p:cNvPr>
          <p:cNvSpPr>
            <a:spLocks noGrp="1"/>
          </p:cNvSpPr>
          <p:nvPr/>
        </p:nvSpPr>
        <p:spPr>
          <a:xfrm>
            <a:off x="-206151" y="5809560"/>
            <a:ext cx="19919" cy="19919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0" name="knowledge-node">
            <a:extLst>
              <a:ext uri="{FF2B5EF4-FFF2-40B4-BE49-F238E27FC236}">
                <a16:creationId xmlns:a16="http://schemas.microsoft.com/office/drawing/2014/main" id="{D9B7C8BA-2584-49E7-8621-AA2524BE3B6E}"/>
              </a:ext>
            </a:extLst>
          </p:cNvPr>
          <p:cNvSpPr>
            <a:spLocks noGrp="1"/>
          </p:cNvSpPr>
          <p:nvPr/>
        </p:nvSpPr>
        <p:spPr>
          <a:xfrm>
            <a:off x="-347216" y="5993721"/>
            <a:ext cx="15524" cy="15524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1" name="knowledge-node">
            <a:extLst>
              <a:ext uri="{FF2B5EF4-FFF2-40B4-BE49-F238E27FC236}">
                <a16:creationId xmlns:a16="http://schemas.microsoft.com/office/drawing/2014/main" id="{49BCD033-5B96-4D3C-A65D-961A02D61641}"/>
              </a:ext>
            </a:extLst>
          </p:cNvPr>
          <p:cNvSpPr>
            <a:spLocks noGrp="1"/>
          </p:cNvSpPr>
          <p:nvPr/>
        </p:nvSpPr>
        <p:spPr>
          <a:xfrm>
            <a:off x="-410639" y="6168125"/>
            <a:ext cx="15030" cy="15030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2" name="knowledge-node">
            <a:extLst>
              <a:ext uri="{FF2B5EF4-FFF2-40B4-BE49-F238E27FC236}">
                <a16:creationId xmlns:a16="http://schemas.microsoft.com/office/drawing/2014/main" id="{67AB0E67-10C2-4323-AE8E-8A38A2CCBDD3}"/>
              </a:ext>
            </a:extLst>
          </p:cNvPr>
          <p:cNvSpPr>
            <a:spLocks noGrp="1"/>
          </p:cNvSpPr>
          <p:nvPr/>
        </p:nvSpPr>
        <p:spPr>
          <a:xfrm>
            <a:off x="-382106" y="6252696"/>
            <a:ext cx="17006" cy="17006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3" name="knowledge-node">
            <a:extLst>
              <a:ext uri="{FF2B5EF4-FFF2-40B4-BE49-F238E27FC236}">
                <a16:creationId xmlns:a16="http://schemas.microsoft.com/office/drawing/2014/main" id="{9B9CCAFE-340B-45F3-B1E3-485DF357DDB8}"/>
              </a:ext>
            </a:extLst>
          </p:cNvPr>
          <p:cNvSpPr>
            <a:spLocks noGrp="1"/>
          </p:cNvSpPr>
          <p:nvPr/>
        </p:nvSpPr>
        <p:spPr>
          <a:xfrm>
            <a:off x="-475230" y="6387334"/>
            <a:ext cx="23468" cy="23468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4" name="knowledge-node">
            <a:extLst>
              <a:ext uri="{FF2B5EF4-FFF2-40B4-BE49-F238E27FC236}">
                <a16:creationId xmlns:a16="http://schemas.microsoft.com/office/drawing/2014/main" id="{754846A5-B652-4D73-A47C-D449981B44DD}"/>
              </a:ext>
            </a:extLst>
          </p:cNvPr>
          <p:cNvSpPr>
            <a:spLocks noGrp="1"/>
          </p:cNvSpPr>
          <p:nvPr/>
        </p:nvSpPr>
        <p:spPr>
          <a:xfrm>
            <a:off x="-438607" y="6610735"/>
            <a:ext cx="27715" cy="27715"/>
          </a:xfrm>
          <a:prstGeom prst="ellipse">
            <a:avLst/>
          </a:prstGeom>
          <a:solidFill>
            <a:srgbClr val="4285F4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5" name="knowledge-node">
            <a:extLst>
              <a:ext uri="{FF2B5EF4-FFF2-40B4-BE49-F238E27FC236}">
                <a16:creationId xmlns:a16="http://schemas.microsoft.com/office/drawing/2014/main" id="{B46D6819-0ECE-4714-B834-E60EDFE31FC1}"/>
              </a:ext>
            </a:extLst>
          </p:cNvPr>
          <p:cNvSpPr>
            <a:spLocks noGrp="1"/>
          </p:cNvSpPr>
          <p:nvPr/>
        </p:nvSpPr>
        <p:spPr>
          <a:xfrm>
            <a:off x="4719" y="5760928"/>
            <a:ext cx="15059" cy="15059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6" name="knowledge-node">
            <a:extLst>
              <a:ext uri="{FF2B5EF4-FFF2-40B4-BE49-F238E27FC236}">
                <a16:creationId xmlns:a16="http://schemas.microsoft.com/office/drawing/2014/main" id="{95586A27-C898-492B-9A7B-85A2AABD451D}"/>
              </a:ext>
            </a:extLst>
          </p:cNvPr>
          <p:cNvSpPr>
            <a:spLocks noGrp="1"/>
          </p:cNvSpPr>
          <p:nvPr/>
        </p:nvSpPr>
        <p:spPr>
          <a:xfrm>
            <a:off x="74295" y="5953393"/>
            <a:ext cx="21793" cy="21793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7" name="knowledge-node">
            <a:extLst>
              <a:ext uri="{FF2B5EF4-FFF2-40B4-BE49-F238E27FC236}">
                <a16:creationId xmlns:a16="http://schemas.microsoft.com/office/drawing/2014/main" id="{AE285B3F-EEE5-439E-B7F5-304C511DFA9D}"/>
              </a:ext>
            </a:extLst>
          </p:cNvPr>
          <p:cNvSpPr>
            <a:spLocks noGrp="1"/>
          </p:cNvSpPr>
          <p:nvPr/>
        </p:nvSpPr>
        <p:spPr>
          <a:xfrm>
            <a:off x="-50280" y="6006007"/>
            <a:ext cx="28379" cy="28379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8" name="knowledge-node">
            <a:extLst>
              <a:ext uri="{FF2B5EF4-FFF2-40B4-BE49-F238E27FC236}">
                <a16:creationId xmlns:a16="http://schemas.microsoft.com/office/drawing/2014/main" id="{7AEC8366-5606-40DF-A32C-2B32E4504282}"/>
              </a:ext>
            </a:extLst>
          </p:cNvPr>
          <p:cNvSpPr>
            <a:spLocks noGrp="1"/>
          </p:cNvSpPr>
          <p:nvPr/>
        </p:nvSpPr>
        <p:spPr>
          <a:xfrm>
            <a:off x="184269" y="6063585"/>
            <a:ext cx="24044" cy="24044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9" name="knowledge-node">
            <a:extLst>
              <a:ext uri="{FF2B5EF4-FFF2-40B4-BE49-F238E27FC236}">
                <a16:creationId xmlns:a16="http://schemas.microsoft.com/office/drawing/2014/main" id="{1B221703-28D1-4E67-A619-2939778DB1ED}"/>
              </a:ext>
            </a:extLst>
          </p:cNvPr>
          <p:cNvSpPr>
            <a:spLocks noGrp="1"/>
          </p:cNvSpPr>
          <p:nvPr/>
        </p:nvSpPr>
        <p:spPr>
          <a:xfrm>
            <a:off x="94949" y="6217188"/>
            <a:ext cx="51462" cy="51462"/>
          </a:xfrm>
          <a:prstGeom prst="ellipse">
            <a:avLst/>
          </a:prstGeom>
          <a:solidFill>
            <a:srgbClr val="457CE8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50" name="knowledge-node">
            <a:extLst>
              <a:ext uri="{FF2B5EF4-FFF2-40B4-BE49-F238E27FC236}">
                <a16:creationId xmlns:a16="http://schemas.microsoft.com/office/drawing/2014/main" id="{C54C566E-9912-4D9B-B8FB-1E48312E2A72}"/>
              </a:ext>
            </a:extLst>
          </p:cNvPr>
          <p:cNvSpPr>
            <a:spLocks noGrp="1"/>
          </p:cNvSpPr>
          <p:nvPr/>
        </p:nvSpPr>
        <p:spPr>
          <a:xfrm>
            <a:off x="204065" y="6334456"/>
            <a:ext cx="20178" cy="20178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1" name="knowledge-node">
            <a:extLst>
              <a:ext uri="{FF2B5EF4-FFF2-40B4-BE49-F238E27FC236}">
                <a16:creationId xmlns:a16="http://schemas.microsoft.com/office/drawing/2014/main" id="{7B874725-C9D2-441D-B1D6-ADEC8CC71695}"/>
              </a:ext>
            </a:extLst>
          </p:cNvPr>
          <p:cNvSpPr>
            <a:spLocks noGrp="1"/>
          </p:cNvSpPr>
          <p:nvPr/>
        </p:nvSpPr>
        <p:spPr>
          <a:xfrm>
            <a:off x="-86518" y="6759962"/>
            <a:ext cx="17119" cy="17119"/>
          </a:xfrm>
          <a:prstGeom prst="ellipse">
            <a:avLst/>
          </a:prstGeom>
          <a:solidFill>
            <a:srgbClr val="457CE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knowledge-node">
            <a:extLst>
              <a:ext uri="{FF2B5EF4-FFF2-40B4-BE49-F238E27FC236}">
                <a16:creationId xmlns:a16="http://schemas.microsoft.com/office/drawing/2014/main" id="{BA731E9A-9A81-42FB-9304-4E9B86CDA00C}"/>
              </a:ext>
            </a:extLst>
          </p:cNvPr>
          <p:cNvSpPr>
            <a:spLocks noGrp="1"/>
          </p:cNvSpPr>
          <p:nvPr/>
        </p:nvSpPr>
        <p:spPr>
          <a:xfrm>
            <a:off x="511572" y="5871107"/>
            <a:ext cx="17973" cy="17973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3" name="knowledge-node">
            <a:extLst>
              <a:ext uri="{FF2B5EF4-FFF2-40B4-BE49-F238E27FC236}">
                <a16:creationId xmlns:a16="http://schemas.microsoft.com/office/drawing/2014/main" id="{14E754C7-8D9C-4F26-BBB4-4AB9B95BA276}"/>
              </a:ext>
            </a:extLst>
          </p:cNvPr>
          <p:cNvSpPr>
            <a:spLocks noGrp="1"/>
          </p:cNvSpPr>
          <p:nvPr/>
        </p:nvSpPr>
        <p:spPr>
          <a:xfrm>
            <a:off x="462006" y="6124134"/>
            <a:ext cx="14817" cy="14817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4" name="knowledge-node">
            <a:extLst>
              <a:ext uri="{FF2B5EF4-FFF2-40B4-BE49-F238E27FC236}">
                <a16:creationId xmlns:a16="http://schemas.microsoft.com/office/drawing/2014/main" id="{3FBCB50D-2AED-4E0D-8532-5DA0326FE62E}"/>
              </a:ext>
            </a:extLst>
          </p:cNvPr>
          <p:cNvSpPr>
            <a:spLocks noGrp="1"/>
          </p:cNvSpPr>
          <p:nvPr/>
        </p:nvSpPr>
        <p:spPr>
          <a:xfrm>
            <a:off x="525662" y="6145088"/>
            <a:ext cx="18222" cy="18222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knowledge-node">
            <a:extLst>
              <a:ext uri="{FF2B5EF4-FFF2-40B4-BE49-F238E27FC236}">
                <a16:creationId xmlns:a16="http://schemas.microsoft.com/office/drawing/2014/main" id="{996D3990-ABAB-4B45-81D6-DFE516A4EC7A}"/>
              </a:ext>
            </a:extLst>
          </p:cNvPr>
          <p:cNvSpPr>
            <a:spLocks noGrp="1"/>
          </p:cNvSpPr>
          <p:nvPr/>
        </p:nvSpPr>
        <p:spPr>
          <a:xfrm>
            <a:off x="475196" y="6031585"/>
            <a:ext cx="42759" cy="42759"/>
          </a:xfrm>
          <a:prstGeom prst="ellipse">
            <a:avLst/>
          </a:prstGeom>
          <a:solidFill>
            <a:srgbClr val="4873D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56" name="knowledge-node">
            <a:extLst>
              <a:ext uri="{FF2B5EF4-FFF2-40B4-BE49-F238E27FC236}">
                <a16:creationId xmlns:a16="http://schemas.microsoft.com/office/drawing/2014/main" id="{C6FA31B1-3BBB-4694-9694-ADB5213B537F}"/>
              </a:ext>
            </a:extLst>
          </p:cNvPr>
          <p:cNvSpPr>
            <a:spLocks noGrp="1"/>
          </p:cNvSpPr>
          <p:nvPr/>
        </p:nvSpPr>
        <p:spPr>
          <a:xfrm>
            <a:off x="485757" y="6141365"/>
            <a:ext cx="25429" cy="25429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knowledge-node">
            <a:extLst>
              <a:ext uri="{FF2B5EF4-FFF2-40B4-BE49-F238E27FC236}">
                <a16:creationId xmlns:a16="http://schemas.microsoft.com/office/drawing/2014/main" id="{9460A2F8-7BFB-4D48-A851-56A437CA24F3}"/>
              </a:ext>
            </a:extLst>
          </p:cNvPr>
          <p:cNvSpPr>
            <a:spLocks noGrp="1"/>
          </p:cNvSpPr>
          <p:nvPr/>
        </p:nvSpPr>
        <p:spPr>
          <a:xfrm>
            <a:off x="351323" y="6567142"/>
            <a:ext cx="23145" cy="23145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8" name="knowledge-node">
            <a:extLst>
              <a:ext uri="{FF2B5EF4-FFF2-40B4-BE49-F238E27FC236}">
                <a16:creationId xmlns:a16="http://schemas.microsoft.com/office/drawing/2014/main" id="{D03B9E54-E259-4D6C-BD8E-FAB766AD8437}"/>
              </a:ext>
            </a:extLst>
          </p:cNvPr>
          <p:cNvSpPr>
            <a:spLocks noGrp="1"/>
          </p:cNvSpPr>
          <p:nvPr/>
        </p:nvSpPr>
        <p:spPr>
          <a:xfrm>
            <a:off x="530385" y="6757474"/>
            <a:ext cx="17500" cy="17500"/>
          </a:xfrm>
          <a:prstGeom prst="ellipse">
            <a:avLst/>
          </a:prstGeom>
          <a:solidFill>
            <a:srgbClr val="4873D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knowledge-node">
            <a:extLst>
              <a:ext uri="{FF2B5EF4-FFF2-40B4-BE49-F238E27FC236}">
                <a16:creationId xmlns:a16="http://schemas.microsoft.com/office/drawing/2014/main" id="{7BBCCA44-E002-4BD4-B368-E663B579A8E1}"/>
              </a:ext>
            </a:extLst>
          </p:cNvPr>
          <p:cNvSpPr>
            <a:spLocks noGrp="1"/>
          </p:cNvSpPr>
          <p:nvPr/>
        </p:nvSpPr>
        <p:spPr>
          <a:xfrm>
            <a:off x="880138" y="5843458"/>
            <a:ext cx="17290" cy="17290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knowledge-node">
            <a:extLst>
              <a:ext uri="{FF2B5EF4-FFF2-40B4-BE49-F238E27FC236}">
                <a16:creationId xmlns:a16="http://schemas.microsoft.com/office/drawing/2014/main" id="{7B95DFF0-F5BC-4731-BBD6-8DC3D9F95634}"/>
              </a:ext>
            </a:extLst>
          </p:cNvPr>
          <p:cNvSpPr>
            <a:spLocks noGrp="1"/>
          </p:cNvSpPr>
          <p:nvPr/>
        </p:nvSpPr>
        <p:spPr>
          <a:xfrm>
            <a:off x="936787" y="6000895"/>
            <a:ext cx="45812" cy="45812"/>
          </a:xfrm>
          <a:prstGeom prst="ellipse">
            <a:avLst/>
          </a:prstGeom>
          <a:solidFill>
            <a:srgbClr val="4A69D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61" name="knowledge-node">
            <a:extLst>
              <a:ext uri="{FF2B5EF4-FFF2-40B4-BE49-F238E27FC236}">
                <a16:creationId xmlns:a16="http://schemas.microsoft.com/office/drawing/2014/main" id="{3984D535-ED4A-408F-B677-2448692DD729}"/>
              </a:ext>
            </a:extLst>
          </p:cNvPr>
          <p:cNvSpPr>
            <a:spLocks noGrp="1"/>
          </p:cNvSpPr>
          <p:nvPr/>
        </p:nvSpPr>
        <p:spPr>
          <a:xfrm>
            <a:off x="923852" y="6079357"/>
            <a:ext cx="16280" cy="16280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2" name="knowledge-node">
            <a:extLst>
              <a:ext uri="{FF2B5EF4-FFF2-40B4-BE49-F238E27FC236}">
                <a16:creationId xmlns:a16="http://schemas.microsoft.com/office/drawing/2014/main" id="{3EE3EDBA-9A2D-4126-9554-7000BC5F2636}"/>
              </a:ext>
            </a:extLst>
          </p:cNvPr>
          <p:cNvSpPr>
            <a:spLocks noGrp="1"/>
          </p:cNvSpPr>
          <p:nvPr/>
        </p:nvSpPr>
        <p:spPr>
          <a:xfrm>
            <a:off x="937481" y="6177136"/>
            <a:ext cx="14183" cy="14183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knowledge-node">
            <a:extLst>
              <a:ext uri="{FF2B5EF4-FFF2-40B4-BE49-F238E27FC236}">
                <a16:creationId xmlns:a16="http://schemas.microsoft.com/office/drawing/2014/main" id="{FE6E071E-3324-46CC-BBDE-978AB5739AE0}"/>
              </a:ext>
            </a:extLst>
          </p:cNvPr>
          <p:cNvSpPr>
            <a:spLocks noGrp="1"/>
          </p:cNvSpPr>
          <p:nvPr/>
        </p:nvSpPr>
        <p:spPr>
          <a:xfrm>
            <a:off x="866860" y="6405077"/>
            <a:ext cx="21591" cy="21591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4" name="knowledge-node">
            <a:extLst>
              <a:ext uri="{FF2B5EF4-FFF2-40B4-BE49-F238E27FC236}">
                <a16:creationId xmlns:a16="http://schemas.microsoft.com/office/drawing/2014/main" id="{2E10A7D1-8073-47B9-89DA-5E0BDBB36463}"/>
              </a:ext>
            </a:extLst>
          </p:cNvPr>
          <p:cNvSpPr>
            <a:spLocks noGrp="1"/>
          </p:cNvSpPr>
          <p:nvPr/>
        </p:nvSpPr>
        <p:spPr>
          <a:xfrm>
            <a:off x="853676" y="6570456"/>
            <a:ext cx="20444" cy="20444"/>
          </a:xfrm>
          <a:prstGeom prst="ellipse">
            <a:avLst/>
          </a:prstGeom>
          <a:solidFill>
            <a:srgbClr val="4A69D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knowledge-node">
            <a:extLst>
              <a:ext uri="{FF2B5EF4-FFF2-40B4-BE49-F238E27FC236}">
                <a16:creationId xmlns:a16="http://schemas.microsoft.com/office/drawing/2014/main" id="{C69BACBC-8D14-4429-B0CC-2D27BEF4CAAC}"/>
              </a:ext>
            </a:extLst>
          </p:cNvPr>
          <p:cNvSpPr>
            <a:spLocks noGrp="1"/>
          </p:cNvSpPr>
          <p:nvPr/>
        </p:nvSpPr>
        <p:spPr>
          <a:xfrm>
            <a:off x="1309679" y="6101442"/>
            <a:ext cx="16895" cy="16895"/>
          </a:xfrm>
          <a:prstGeom prst="ellipse">
            <a:avLst/>
          </a:prstGeom>
          <a:solidFill>
            <a:srgbClr val="4D60C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6" name="knowledge-node">
            <a:extLst>
              <a:ext uri="{FF2B5EF4-FFF2-40B4-BE49-F238E27FC236}">
                <a16:creationId xmlns:a16="http://schemas.microsoft.com/office/drawing/2014/main" id="{A3ECC489-7B66-4436-905A-0862C8F761FE}"/>
              </a:ext>
            </a:extLst>
          </p:cNvPr>
          <p:cNvSpPr>
            <a:spLocks noGrp="1"/>
          </p:cNvSpPr>
          <p:nvPr/>
        </p:nvSpPr>
        <p:spPr>
          <a:xfrm>
            <a:off x="1164422" y="6083205"/>
            <a:ext cx="68808" cy="68808"/>
          </a:xfrm>
          <a:prstGeom prst="ellipse">
            <a:avLst/>
          </a:prstGeom>
          <a:solidFill>
            <a:srgbClr val="4D60C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67" name="knowledge-node">
            <a:extLst>
              <a:ext uri="{FF2B5EF4-FFF2-40B4-BE49-F238E27FC236}">
                <a16:creationId xmlns:a16="http://schemas.microsoft.com/office/drawing/2014/main" id="{993BA8D5-6AF5-4A7D-AE75-9CBE6410AB59}"/>
              </a:ext>
            </a:extLst>
          </p:cNvPr>
          <p:cNvSpPr>
            <a:spLocks noGrp="1"/>
          </p:cNvSpPr>
          <p:nvPr/>
        </p:nvSpPr>
        <p:spPr>
          <a:xfrm>
            <a:off x="1203617" y="6087458"/>
            <a:ext cx="21719" cy="21719"/>
          </a:xfrm>
          <a:prstGeom prst="ellipse">
            <a:avLst/>
          </a:prstGeom>
          <a:solidFill>
            <a:srgbClr val="4D60C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8" name="knowledge-node">
            <a:extLst>
              <a:ext uri="{FF2B5EF4-FFF2-40B4-BE49-F238E27FC236}">
                <a16:creationId xmlns:a16="http://schemas.microsoft.com/office/drawing/2014/main" id="{9B68C40E-6DFD-4C0B-9ABD-4A57BA9E9512}"/>
              </a:ext>
            </a:extLst>
          </p:cNvPr>
          <p:cNvSpPr>
            <a:spLocks noGrp="1"/>
          </p:cNvSpPr>
          <p:nvPr/>
        </p:nvSpPr>
        <p:spPr>
          <a:xfrm>
            <a:off x="1353328" y="6268566"/>
            <a:ext cx="27546" cy="27546"/>
          </a:xfrm>
          <a:prstGeom prst="ellipse">
            <a:avLst/>
          </a:prstGeom>
          <a:solidFill>
            <a:srgbClr val="4D60C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knowledge-node">
            <a:extLst>
              <a:ext uri="{FF2B5EF4-FFF2-40B4-BE49-F238E27FC236}">
                <a16:creationId xmlns:a16="http://schemas.microsoft.com/office/drawing/2014/main" id="{C2A63713-26D4-464C-91B8-2DFF07612864}"/>
              </a:ext>
            </a:extLst>
          </p:cNvPr>
          <p:cNvSpPr>
            <a:spLocks noGrp="1"/>
          </p:cNvSpPr>
          <p:nvPr/>
        </p:nvSpPr>
        <p:spPr>
          <a:xfrm>
            <a:off x="1417351" y="6410206"/>
            <a:ext cx="16514" cy="16514"/>
          </a:xfrm>
          <a:prstGeom prst="ellipse">
            <a:avLst/>
          </a:prstGeom>
          <a:solidFill>
            <a:srgbClr val="4D60C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knowledge-node">
            <a:extLst>
              <a:ext uri="{FF2B5EF4-FFF2-40B4-BE49-F238E27FC236}">
                <a16:creationId xmlns:a16="http://schemas.microsoft.com/office/drawing/2014/main" id="{B3775B5E-65BC-412D-A339-B12758DCCE18}"/>
              </a:ext>
            </a:extLst>
          </p:cNvPr>
          <p:cNvSpPr>
            <a:spLocks noGrp="1"/>
          </p:cNvSpPr>
          <p:nvPr/>
        </p:nvSpPr>
        <p:spPr>
          <a:xfrm>
            <a:off x="1172720" y="6687605"/>
            <a:ext cx="49073" cy="49073"/>
          </a:xfrm>
          <a:prstGeom prst="ellipse">
            <a:avLst/>
          </a:prstGeom>
          <a:solidFill>
            <a:srgbClr val="4D60C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71" name="knowledge-node">
            <a:extLst>
              <a:ext uri="{FF2B5EF4-FFF2-40B4-BE49-F238E27FC236}">
                <a16:creationId xmlns:a16="http://schemas.microsoft.com/office/drawing/2014/main" id="{120EFC5C-91F1-4B9D-8A10-B81F173EDCA0}"/>
              </a:ext>
            </a:extLst>
          </p:cNvPr>
          <p:cNvSpPr>
            <a:spLocks noGrp="1"/>
          </p:cNvSpPr>
          <p:nvPr/>
        </p:nvSpPr>
        <p:spPr>
          <a:xfrm>
            <a:off x="1671547" y="5996295"/>
            <a:ext cx="14022" cy="14022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2" name="knowledge-node">
            <a:extLst>
              <a:ext uri="{FF2B5EF4-FFF2-40B4-BE49-F238E27FC236}">
                <a16:creationId xmlns:a16="http://schemas.microsoft.com/office/drawing/2014/main" id="{AA53A4C9-1984-489E-AD3D-A80D32EFDB6F}"/>
              </a:ext>
            </a:extLst>
          </p:cNvPr>
          <p:cNvSpPr>
            <a:spLocks noGrp="1"/>
          </p:cNvSpPr>
          <p:nvPr/>
        </p:nvSpPr>
        <p:spPr>
          <a:xfrm>
            <a:off x="1666235" y="6026242"/>
            <a:ext cx="20682" cy="20682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knowledge-node">
            <a:extLst>
              <a:ext uri="{FF2B5EF4-FFF2-40B4-BE49-F238E27FC236}">
                <a16:creationId xmlns:a16="http://schemas.microsoft.com/office/drawing/2014/main" id="{D7FAA297-B9C9-4D0D-9EB9-E12504F7914B}"/>
              </a:ext>
            </a:extLst>
          </p:cNvPr>
          <p:cNvSpPr>
            <a:spLocks noGrp="1"/>
          </p:cNvSpPr>
          <p:nvPr/>
        </p:nvSpPr>
        <p:spPr>
          <a:xfrm>
            <a:off x="1624066" y="6241064"/>
            <a:ext cx="17804" cy="17804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knowledge-node">
            <a:extLst>
              <a:ext uri="{FF2B5EF4-FFF2-40B4-BE49-F238E27FC236}">
                <a16:creationId xmlns:a16="http://schemas.microsoft.com/office/drawing/2014/main" id="{F07BC2A3-4055-4C6F-BCDB-C4C1507ACE94}"/>
              </a:ext>
            </a:extLst>
          </p:cNvPr>
          <p:cNvSpPr>
            <a:spLocks noGrp="1"/>
          </p:cNvSpPr>
          <p:nvPr/>
        </p:nvSpPr>
        <p:spPr>
          <a:xfrm>
            <a:off x="1599904" y="6274189"/>
            <a:ext cx="14465" cy="14465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knowledge-node">
            <a:extLst>
              <a:ext uri="{FF2B5EF4-FFF2-40B4-BE49-F238E27FC236}">
                <a16:creationId xmlns:a16="http://schemas.microsoft.com/office/drawing/2014/main" id="{83CAEFA8-CB9F-4D24-AE48-514C641C3EA3}"/>
              </a:ext>
            </a:extLst>
          </p:cNvPr>
          <p:cNvSpPr>
            <a:spLocks noGrp="1"/>
          </p:cNvSpPr>
          <p:nvPr/>
        </p:nvSpPr>
        <p:spPr>
          <a:xfrm>
            <a:off x="1763635" y="6452128"/>
            <a:ext cx="18751" cy="18751"/>
          </a:xfrm>
          <a:prstGeom prst="ellipse">
            <a:avLst/>
          </a:prstGeom>
          <a:solidFill>
            <a:srgbClr val="5057B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6" name="knowledge-node">
            <a:extLst>
              <a:ext uri="{FF2B5EF4-FFF2-40B4-BE49-F238E27FC236}">
                <a16:creationId xmlns:a16="http://schemas.microsoft.com/office/drawing/2014/main" id="{0798D461-BB1F-4664-AB0F-4F3B4912F5EF}"/>
              </a:ext>
            </a:extLst>
          </p:cNvPr>
          <p:cNvSpPr>
            <a:spLocks noGrp="1"/>
          </p:cNvSpPr>
          <p:nvPr/>
        </p:nvSpPr>
        <p:spPr>
          <a:xfrm>
            <a:off x="2101013" y="6050608"/>
            <a:ext cx="22464" cy="22464"/>
          </a:xfrm>
          <a:prstGeom prst="ellipse">
            <a:avLst/>
          </a:prstGeom>
          <a:solidFill>
            <a:srgbClr val="534EA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knowledge-node">
            <a:extLst>
              <a:ext uri="{FF2B5EF4-FFF2-40B4-BE49-F238E27FC236}">
                <a16:creationId xmlns:a16="http://schemas.microsoft.com/office/drawing/2014/main" id="{BB06EE1F-7513-4562-971C-47D123BE6587}"/>
              </a:ext>
            </a:extLst>
          </p:cNvPr>
          <p:cNvSpPr>
            <a:spLocks noGrp="1"/>
          </p:cNvSpPr>
          <p:nvPr/>
        </p:nvSpPr>
        <p:spPr>
          <a:xfrm>
            <a:off x="2044949" y="5989259"/>
            <a:ext cx="71249" cy="71249"/>
          </a:xfrm>
          <a:prstGeom prst="ellipse">
            <a:avLst/>
          </a:prstGeom>
          <a:solidFill>
            <a:srgbClr val="534EA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78" name="knowledge-node">
            <a:extLst>
              <a:ext uri="{FF2B5EF4-FFF2-40B4-BE49-F238E27FC236}">
                <a16:creationId xmlns:a16="http://schemas.microsoft.com/office/drawing/2014/main" id="{D29C8B19-360D-4554-9183-A24247555A8F}"/>
              </a:ext>
            </a:extLst>
          </p:cNvPr>
          <p:cNvSpPr>
            <a:spLocks noGrp="1"/>
          </p:cNvSpPr>
          <p:nvPr/>
        </p:nvSpPr>
        <p:spPr>
          <a:xfrm>
            <a:off x="2212432" y="6201545"/>
            <a:ext cx="43978" cy="43978"/>
          </a:xfrm>
          <a:prstGeom prst="ellipse">
            <a:avLst/>
          </a:prstGeom>
          <a:solidFill>
            <a:srgbClr val="534EA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79" name="knowledge-node">
            <a:extLst>
              <a:ext uri="{FF2B5EF4-FFF2-40B4-BE49-F238E27FC236}">
                <a16:creationId xmlns:a16="http://schemas.microsoft.com/office/drawing/2014/main" id="{B06DD37D-78F8-4E76-B5B4-D6A7C3DD26B4}"/>
              </a:ext>
            </a:extLst>
          </p:cNvPr>
          <p:cNvSpPr>
            <a:spLocks noGrp="1"/>
          </p:cNvSpPr>
          <p:nvPr/>
        </p:nvSpPr>
        <p:spPr>
          <a:xfrm>
            <a:off x="2172396" y="6363220"/>
            <a:ext cx="26317" cy="26317"/>
          </a:xfrm>
          <a:prstGeom prst="ellipse">
            <a:avLst/>
          </a:prstGeom>
          <a:solidFill>
            <a:srgbClr val="534EA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knowledge-node">
            <a:extLst>
              <a:ext uri="{FF2B5EF4-FFF2-40B4-BE49-F238E27FC236}">
                <a16:creationId xmlns:a16="http://schemas.microsoft.com/office/drawing/2014/main" id="{51D96983-8D73-45FC-A5B2-096076622A80}"/>
              </a:ext>
            </a:extLst>
          </p:cNvPr>
          <p:cNvSpPr>
            <a:spLocks noGrp="1"/>
          </p:cNvSpPr>
          <p:nvPr/>
        </p:nvSpPr>
        <p:spPr>
          <a:xfrm>
            <a:off x="2114277" y="6690380"/>
            <a:ext cx="18611" cy="18611"/>
          </a:xfrm>
          <a:prstGeom prst="ellipse">
            <a:avLst/>
          </a:prstGeom>
          <a:solidFill>
            <a:srgbClr val="534EA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knowledge-node">
            <a:extLst>
              <a:ext uri="{FF2B5EF4-FFF2-40B4-BE49-F238E27FC236}">
                <a16:creationId xmlns:a16="http://schemas.microsoft.com/office/drawing/2014/main" id="{8B7BD53C-A1A5-4DB7-B659-20BD745990B6}"/>
              </a:ext>
            </a:extLst>
          </p:cNvPr>
          <p:cNvSpPr>
            <a:spLocks noGrp="1"/>
          </p:cNvSpPr>
          <p:nvPr/>
        </p:nvSpPr>
        <p:spPr>
          <a:xfrm>
            <a:off x="2498583" y="6117651"/>
            <a:ext cx="20363" cy="20363"/>
          </a:xfrm>
          <a:prstGeom prst="ellipse">
            <a:avLst/>
          </a:prstGeom>
          <a:solidFill>
            <a:srgbClr val="5544A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knowledge-node">
            <a:extLst>
              <a:ext uri="{FF2B5EF4-FFF2-40B4-BE49-F238E27FC236}">
                <a16:creationId xmlns:a16="http://schemas.microsoft.com/office/drawing/2014/main" id="{68FEF6CF-D7B0-4F7B-8242-BB4B80FB23CC}"/>
              </a:ext>
            </a:extLst>
          </p:cNvPr>
          <p:cNvSpPr>
            <a:spLocks noGrp="1"/>
          </p:cNvSpPr>
          <p:nvPr/>
        </p:nvSpPr>
        <p:spPr>
          <a:xfrm>
            <a:off x="2476753" y="6077383"/>
            <a:ext cx="21920" cy="21920"/>
          </a:xfrm>
          <a:prstGeom prst="ellipse">
            <a:avLst/>
          </a:prstGeom>
          <a:solidFill>
            <a:srgbClr val="5544A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knowledge-node">
            <a:extLst>
              <a:ext uri="{FF2B5EF4-FFF2-40B4-BE49-F238E27FC236}">
                <a16:creationId xmlns:a16="http://schemas.microsoft.com/office/drawing/2014/main" id="{88B77126-FB54-43FD-84F6-C3DB0A04B086}"/>
              </a:ext>
            </a:extLst>
          </p:cNvPr>
          <p:cNvSpPr>
            <a:spLocks noGrp="1"/>
          </p:cNvSpPr>
          <p:nvPr/>
        </p:nvSpPr>
        <p:spPr>
          <a:xfrm>
            <a:off x="2409672" y="6101684"/>
            <a:ext cx="43127" cy="43127"/>
          </a:xfrm>
          <a:prstGeom prst="ellipse">
            <a:avLst/>
          </a:prstGeom>
          <a:solidFill>
            <a:srgbClr val="5544A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84" name="knowledge-node">
            <a:extLst>
              <a:ext uri="{FF2B5EF4-FFF2-40B4-BE49-F238E27FC236}">
                <a16:creationId xmlns:a16="http://schemas.microsoft.com/office/drawing/2014/main" id="{BE453E97-740B-43AF-8D68-DAA54D7B5B73}"/>
              </a:ext>
            </a:extLst>
          </p:cNvPr>
          <p:cNvSpPr>
            <a:spLocks noGrp="1"/>
          </p:cNvSpPr>
          <p:nvPr/>
        </p:nvSpPr>
        <p:spPr>
          <a:xfrm>
            <a:off x="2589580" y="6350949"/>
            <a:ext cx="23488" cy="23488"/>
          </a:xfrm>
          <a:prstGeom prst="ellipse">
            <a:avLst/>
          </a:prstGeom>
          <a:solidFill>
            <a:srgbClr val="5544A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knowledge-node">
            <a:extLst>
              <a:ext uri="{FF2B5EF4-FFF2-40B4-BE49-F238E27FC236}">
                <a16:creationId xmlns:a16="http://schemas.microsoft.com/office/drawing/2014/main" id="{9C49DA0F-F72A-44BA-B9E6-120085B9E47A}"/>
              </a:ext>
            </a:extLst>
          </p:cNvPr>
          <p:cNvSpPr>
            <a:spLocks noGrp="1"/>
          </p:cNvSpPr>
          <p:nvPr/>
        </p:nvSpPr>
        <p:spPr>
          <a:xfrm>
            <a:off x="2459728" y="6679065"/>
            <a:ext cx="27425" cy="27425"/>
          </a:xfrm>
          <a:prstGeom prst="ellipse">
            <a:avLst/>
          </a:prstGeom>
          <a:solidFill>
            <a:srgbClr val="5544A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knowledge-node">
            <a:extLst>
              <a:ext uri="{FF2B5EF4-FFF2-40B4-BE49-F238E27FC236}">
                <a16:creationId xmlns:a16="http://schemas.microsoft.com/office/drawing/2014/main" id="{8787A627-6F82-4C8E-AD8B-1C0DBA5936A5}"/>
              </a:ext>
            </a:extLst>
          </p:cNvPr>
          <p:cNvSpPr>
            <a:spLocks noGrp="1"/>
          </p:cNvSpPr>
          <p:nvPr/>
        </p:nvSpPr>
        <p:spPr>
          <a:xfrm>
            <a:off x="2947833" y="5976621"/>
            <a:ext cx="18716" cy="18716"/>
          </a:xfrm>
          <a:prstGeom prst="ellipse">
            <a:avLst/>
          </a:prstGeom>
          <a:solidFill>
            <a:srgbClr val="583B9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knowledge-node">
            <a:extLst>
              <a:ext uri="{FF2B5EF4-FFF2-40B4-BE49-F238E27FC236}">
                <a16:creationId xmlns:a16="http://schemas.microsoft.com/office/drawing/2014/main" id="{65A5A422-F6F5-46A4-93D9-5194220C9338}"/>
              </a:ext>
            </a:extLst>
          </p:cNvPr>
          <p:cNvSpPr>
            <a:spLocks noGrp="1"/>
          </p:cNvSpPr>
          <p:nvPr/>
        </p:nvSpPr>
        <p:spPr>
          <a:xfrm>
            <a:off x="3059707" y="6159560"/>
            <a:ext cx="14951" cy="14951"/>
          </a:xfrm>
          <a:prstGeom prst="ellipse">
            <a:avLst/>
          </a:prstGeom>
          <a:solidFill>
            <a:srgbClr val="583B9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knowledge-node">
            <a:extLst>
              <a:ext uri="{FF2B5EF4-FFF2-40B4-BE49-F238E27FC236}">
                <a16:creationId xmlns:a16="http://schemas.microsoft.com/office/drawing/2014/main" id="{C764FF72-0CD6-46FA-ACFF-76D726D95C88}"/>
              </a:ext>
            </a:extLst>
          </p:cNvPr>
          <p:cNvSpPr>
            <a:spLocks noGrp="1"/>
          </p:cNvSpPr>
          <p:nvPr/>
        </p:nvSpPr>
        <p:spPr>
          <a:xfrm>
            <a:off x="2768476" y="6156758"/>
            <a:ext cx="73688" cy="73688"/>
          </a:xfrm>
          <a:prstGeom prst="ellipse">
            <a:avLst/>
          </a:prstGeom>
          <a:solidFill>
            <a:srgbClr val="583B9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489" name="knowledge-node">
            <a:extLst>
              <a:ext uri="{FF2B5EF4-FFF2-40B4-BE49-F238E27FC236}">
                <a16:creationId xmlns:a16="http://schemas.microsoft.com/office/drawing/2014/main" id="{6BACC236-1E1B-4524-A9A3-05E18A750122}"/>
              </a:ext>
            </a:extLst>
          </p:cNvPr>
          <p:cNvSpPr>
            <a:spLocks noGrp="1"/>
          </p:cNvSpPr>
          <p:nvPr/>
        </p:nvSpPr>
        <p:spPr>
          <a:xfrm>
            <a:off x="2750897" y="6365519"/>
            <a:ext cx="15113" cy="15113"/>
          </a:xfrm>
          <a:prstGeom prst="ellipse">
            <a:avLst/>
          </a:prstGeom>
          <a:solidFill>
            <a:srgbClr val="583B9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knowledge-node">
            <a:extLst>
              <a:ext uri="{FF2B5EF4-FFF2-40B4-BE49-F238E27FC236}">
                <a16:creationId xmlns:a16="http://schemas.microsoft.com/office/drawing/2014/main" id="{E2775C66-1E10-4147-B3B5-A43D81050202}"/>
              </a:ext>
            </a:extLst>
          </p:cNvPr>
          <p:cNvSpPr>
            <a:spLocks noGrp="1"/>
          </p:cNvSpPr>
          <p:nvPr/>
        </p:nvSpPr>
        <p:spPr>
          <a:xfrm>
            <a:off x="2861375" y="6717338"/>
            <a:ext cx="22743" cy="22743"/>
          </a:xfrm>
          <a:prstGeom prst="ellipse">
            <a:avLst/>
          </a:prstGeom>
          <a:solidFill>
            <a:srgbClr val="583B9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1" name="knowledge-node">
            <a:extLst>
              <a:ext uri="{FF2B5EF4-FFF2-40B4-BE49-F238E27FC236}">
                <a16:creationId xmlns:a16="http://schemas.microsoft.com/office/drawing/2014/main" id="{A4A3CA92-7BFD-41A6-8213-52F96E0180B4}"/>
              </a:ext>
            </a:extLst>
          </p:cNvPr>
          <p:cNvSpPr>
            <a:spLocks noGrp="1"/>
          </p:cNvSpPr>
          <p:nvPr/>
        </p:nvSpPr>
        <p:spPr>
          <a:xfrm>
            <a:off x="3174839" y="5980278"/>
            <a:ext cx="17969" cy="17969"/>
          </a:xfrm>
          <a:prstGeom prst="ellipse">
            <a:avLst/>
          </a:prstGeom>
          <a:solidFill>
            <a:srgbClr val="6A3C8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knowledge-node">
            <a:extLst>
              <a:ext uri="{FF2B5EF4-FFF2-40B4-BE49-F238E27FC236}">
                <a16:creationId xmlns:a16="http://schemas.microsoft.com/office/drawing/2014/main" id="{FDD745BC-A6AF-42ED-9EE9-640296FD1CFD}"/>
              </a:ext>
            </a:extLst>
          </p:cNvPr>
          <p:cNvSpPr>
            <a:spLocks noGrp="1"/>
          </p:cNvSpPr>
          <p:nvPr/>
        </p:nvSpPr>
        <p:spPr>
          <a:xfrm>
            <a:off x="3403037" y="6073484"/>
            <a:ext cx="16432" cy="16432"/>
          </a:xfrm>
          <a:prstGeom prst="ellipse">
            <a:avLst/>
          </a:prstGeom>
          <a:solidFill>
            <a:srgbClr val="6A3C8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knowledge-node">
            <a:extLst>
              <a:ext uri="{FF2B5EF4-FFF2-40B4-BE49-F238E27FC236}">
                <a16:creationId xmlns:a16="http://schemas.microsoft.com/office/drawing/2014/main" id="{CE81C48D-7C4D-4773-9C63-B5474FDCBB85}"/>
              </a:ext>
            </a:extLst>
          </p:cNvPr>
          <p:cNvSpPr>
            <a:spLocks noGrp="1"/>
          </p:cNvSpPr>
          <p:nvPr/>
        </p:nvSpPr>
        <p:spPr>
          <a:xfrm>
            <a:off x="3463144" y="6186604"/>
            <a:ext cx="24481" cy="24481"/>
          </a:xfrm>
          <a:prstGeom prst="ellipse">
            <a:avLst/>
          </a:prstGeom>
          <a:solidFill>
            <a:srgbClr val="6A3C8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4" name="knowledge-node">
            <a:extLst>
              <a:ext uri="{FF2B5EF4-FFF2-40B4-BE49-F238E27FC236}">
                <a16:creationId xmlns:a16="http://schemas.microsoft.com/office/drawing/2014/main" id="{2B4771F9-576E-4A36-8140-AAAD9E5F98A3}"/>
              </a:ext>
            </a:extLst>
          </p:cNvPr>
          <p:cNvSpPr>
            <a:spLocks noGrp="1"/>
          </p:cNvSpPr>
          <p:nvPr/>
        </p:nvSpPr>
        <p:spPr>
          <a:xfrm>
            <a:off x="3424579" y="6569059"/>
            <a:ext cx="42749" cy="42749"/>
          </a:xfrm>
          <a:prstGeom prst="ellipse">
            <a:avLst/>
          </a:prstGeom>
          <a:solidFill>
            <a:srgbClr val="6A3C8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95" name="knowledge-node">
            <a:extLst>
              <a:ext uri="{FF2B5EF4-FFF2-40B4-BE49-F238E27FC236}">
                <a16:creationId xmlns:a16="http://schemas.microsoft.com/office/drawing/2014/main" id="{C385A7F8-F4A7-4F65-8772-089B97995CA9}"/>
              </a:ext>
            </a:extLst>
          </p:cNvPr>
          <p:cNvSpPr>
            <a:spLocks noGrp="1"/>
          </p:cNvSpPr>
          <p:nvPr/>
        </p:nvSpPr>
        <p:spPr>
          <a:xfrm>
            <a:off x="3754396" y="5942040"/>
            <a:ext cx="16622" cy="16622"/>
          </a:xfrm>
          <a:prstGeom prst="ellipse">
            <a:avLst/>
          </a:prstGeom>
          <a:solidFill>
            <a:srgbClr val="7D3D7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6" name="knowledge-node">
            <a:extLst>
              <a:ext uri="{FF2B5EF4-FFF2-40B4-BE49-F238E27FC236}">
                <a16:creationId xmlns:a16="http://schemas.microsoft.com/office/drawing/2014/main" id="{6A7719AB-1CBC-4E4C-A245-985FC3082DC9}"/>
              </a:ext>
            </a:extLst>
          </p:cNvPr>
          <p:cNvSpPr>
            <a:spLocks noGrp="1"/>
          </p:cNvSpPr>
          <p:nvPr/>
        </p:nvSpPr>
        <p:spPr>
          <a:xfrm>
            <a:off x="3685051" y="5992056"/>
            <a:ext cx="22471" cy="22471"/>
          </a:xfrm>
          <a:prstGeom prst="ellipse">
            <a:avLst/>
          </a:prstGeom>
          <a:solidFill>
            <a:srgbClr val="7D3D7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knowledge-node">
            <a:extLst>
              <a:ext uri="{FF2B5EF4-FFF2-40B4-BE49-F238E27FC236}">
                <a16:creationId xmlns:a16="http://schemas.microsoft.com/office/drawing/2014/main" id="{70B72D6B-03B7-422E-9D4C-28E673CC7C78}"/>
              </a:ext>
            </a:extLst>
          </p:cNvPr>
          <p:cNvSpPr>
            <a:spLocks noGrp="1"/>
          </p:cNvSpPr>
          <p:nvPr/>
        </p:nvSpPr>
        <p:spPr>
          <a:xfrm>
            <a:off x="3593861" y="6253902"/>
            <a:ext cx="21738" cy="21738"/>
          </a:xfrm>
          <a:prstGeom prst="ellipse">
            <a:avLst/>
          </a:prstGeom>
          <a:solidFill>
            <a:srgbClr val="7D3D7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knowledge-node">
            <a:extLst>
              <a:ext uri="{FF2B5EF4-FFF2-40B4-BE49-F238E27FC236}">
                <a16:creationId xmlns:a16="http://schemas.microsoft.com/office/drawing/2014/main" id="{33E5C17F-8ADE-4059-8953-33597AE5A1E2}"/>
              </a:ext>
            </a:extLst>
          </p:cNvPr>
          <p:cNvSpPr>
            <a:spLocks noGrp="1"/>
          </p:cNvSpPr>
          <p:nvPr/>
        </p:nvSpPr>
        <p:spPr>
          <a:xfrm>
            <a:off x="3701981" y="6598013"/>
            <a:ext cx="22775" cy="22775"/>
          </a:xfrm>
          <a:prstGeom prst="ellipse">
            <a:avLst/>
          </a:prstGeom>
          <a:solidFill>
            <a:srgbClr val="7D3D7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knowledge-node">
            <a:extLst>
              <a:ext uri="{FF2B5EF4-FFF2-40B4-BE49-F238E27FC236}">
                <a16:creationId xmlns:a16="http://schemas.microsoft.com/office/drawing/2014/main" id="{213843A7-C96F-41D5-98F4-2FCEB87CC284}"/>
              </a:ext>
            </a:extLst>
          </p:cNvPr>
          <p:cNvSpPr>
            <a:spLocks noGrp="1"/>
          </p:cNvSpPr>
          <p:nvPr/>
        </p:nvSpPr>
        <p:spPr>
          <a:xfrm>
            <a:off x="4144585" y="5788731"/>
            <a:ext cx="48230" cy="48230"/>
          </a:xfrm>
          <a:prstGeom prst="ellipse">
            <a:avLst/>
          </a:prstGeom>
          <a:solidFill>
            <a:srgbClr val="8F3E7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00" name="knowledge-node">
            <a:extLst>
              <a:ext uri="{FF2B5EF4-FFF2-40B4-BE49-F238E27FC236}">
                <a16:creationId xmlns:a16="http://schemas.microsoft.com/office/drawing/2014/main" id="{EE647821-8AD0-48D0-A9E6-3FDB3C711175}"/>
              </a:ext>
            </a:extLst>
          </p:cNvPr>
          <p:cNvSpPr>
            <a:spLocks noGrp="1"/>
          </p:cNvSpPr>
          <p:nvPr/>
        </p:nvSpPr>
        <p:spPr>
          <a:xfrm>
            <a:off x="4264234" y="6145249"/>
            <a:ext cx="14946" cy="14946"/>
          </a:xfrm>
          <a:prstGeom prst="ellipse">
            <a:avLst/>
          </a:prstGeom>
          <a:solidFill>
            <a:srgbClr val="8F3E7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knowledge-node">
            <a:extLst>
              <a:ext uri="{FF2B5EF4-FFF2-40B4-BE49-F238E27FC236}">
                <a16:creationId xmlns:a16="http://schemas.microsoft.com/office/drawing/2014/main" id="{C62D716F-DAB9-401C-BA21-BB15F77C14A8}"/>
              </a:ext>
            </a:extLst>
          </p:cNvPr>
          <p:cNvSpPr>
            <a:spLocks noGrp="1"/>
          </p:cNvSpPr>
          <p:nvPr/>
        </p:nvSpPr>
        <p:spPr>
          <a:xfrm>
            <a:off x="4063580" y="6257055"/>
            <a:ext cx="25681" cy="25681"/>
          </a:xfrm>
          <a:prstGeom prst="ellipse">
            <a:avLst/>
          </a:prstGeom>
          <a:solidFill>
            <a:srgbClr val="8F3E7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knowledge-node">
            <a:extLst>
              <a:ext uri="{FF2B5EF4-FFF2-40B4-BE49-F238E27FC236}">
                <a16:creationId xmlns:a16="http://schemas.microsoft.com/office/drawing/2014/main" id="{83ACF11A-E37C-4063-B568-D46EF9C0BAF3}"/>
              </a:ext>
            </a:extLst>
          </p:cNvPr>
          <p:cNvSpPr>
            <a:spLocks noGrp="1"/>
          </p:cNvSpPr>
          <p:nvPr/>
        </p:nvSpPr>
        <p:spPr>
          <a:xfrm>
            <a:off x="4121632" y="6599945"/>
            <a:ext cx="23024" cy="23024"/>
          </a:xfrm>
          <a:prstGeom prst="ellipse">
            <a:avLst/>
          </a:prstGeom>
          <a:solidFill>
            <a:srgbClr val="8F3E7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knowledge-node">
            <a:extLst>
              <a:ext uri="{FF2B5EF4-FFF2-40B4-BE49-F238E27FC236}">
                <a16:creationId xmlns:a16="http://schemas.microsoft.com/office/drawing/2014/main" id="{662CA09D-FB67-45EF-AB68-2CE3B039EDEE}"/>
              </a:ext>
            </a:extLst>
          </p:cNvPr>
          <p:cNvSpPr>
            <a:spLocks noGrp="1"/>
          </p:cNvSpPr>
          <p:nvPr/>
        </p:nvSpPr>
        <p:spPr>
          <a:xfrm>
            <a:off x="4528133" y="5855734"/>
            <a:ext cx="26599" cy="26599"/>
          </a:xfrm>
          <a:prstGeom prst="ellipse">
            <a:avLst/>
          </a:prstGeom>
          <a:solidFill>
            <a:srgbClr val="A13F6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knowledge-node">
            <a:extLst>
              <a:ext uri="{FF2B5EF4-FFF2-40B4-BE49-F238E27FC236}">
                <a16:creationId xmlns:a16="http://schemas.microsoft.com/office/drawing/2014/main" id="{130E7280-9A03-44E0-9CA6-D87DB958880A}"/>
              </a:ext>
            </a:extLst>
          </p:cNvPr>
          <p:cNvSpPr>
            <a:spLocks noGrp="1"/>
          </p:cNvSpPr>
          <p:nvPr/>
        </p:nvSpPr>
        <p:spPr>
          <a:xfrm>
            <a:off x="4389637" y="6145000"/>
            <a:ext cx="43684" cy="43684"/>
          </a:xfrm>
          <a:prstGeom prst="ellipse">
            <a:avLst/>
          </a:prstGeom>
          <a:solidFill>
            <a:srgbClr val="A13F6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05" name="knowledge-node">
            <a:extLst>
              <a:ext uri="{FF2B5EF4-FFF2-40B4-BE49-F238E27FC236}">
                <a16:creationId xmlns:a16="http://schemas.microsoft.com/office/drawing/2014/main" id="{01695C50-62D0-47FF-813D-52B5871D6A95}"/>
              </a:ext>
            </a:extLst>
          </p:cNvPr>
          <p:cNvSpPr>
            <a:spLocks noGrp="1"/>
          </p:cNvSpPr>
          <p:nvPr/>
        </p:nvSpPr>
        <p:spPr>
          <a:xfrm>
            <a:off x="4435008" y="6257316"/>
            <a:ext cx="68725" cy="68725"/>
          </a:xfrm>
          <a:prstGeom prst="ellipse">
            <a:avLst/>
          </a:prstGeom>
          <a:solidFill>
            <a:srgbClr val="A13F6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06" name="knowledge-node">
            <a:extLst>
              <a:ext uri="{FF2B5EF4-FFF2-40B4-BE49-F238E27FC236}">
                <a16:creationId xmlns:a16="http://schemas.microsoft.com/office/drawing/2014/main" id="{F4CBE20C-0071-47CC-8862-4D903C5EDAB0}"/>
              </a:ext>
            </a:extLst>
          </p:cNvPr>
          <p:cNvSpPr>
            <a:spLocks noGrp="1"/>
          </p:cNvSpPr>
          <p:nvPr/>
        </p:nvSpPr>
        <p:spPr>
          <a:xfrm>
            <a:off x="4397589" y="6705537"/>
            <a:ext cx="69293" cy="69293"/>
          </a:xfrm>
          <a:prstGeom prst="ellipse">
            <a:avLst/>
          </a:prstGeom>
          <a:solidFill>
            <a:srgbClr val="A13F6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07" name="knowledge-node">
            <a:extLst>
              <a:ext uri="{FF2B5EF4-FFF2-40B4-BE49-F238E27FC236}">
                <a16:creationId xmlns:a16="http://schemas.microsoft.com/office/drawing/2014/main" id="{9D55DCB9-286A-4884-A48E-27E59E6CE844}"/>
              </a:ext>
            </a:extLst>
          </p:cNvPr>
          <p:cNvSpPr>
            <a:spLocks noGrp="1"/>
          </p:cNvSpPr>
          <p:nvPr/>
        </p:nvSpPr>
        <p:spPr>
          <a:xfrm>
            <a:off x="4963394" y="5895945"/>
            <a:ext cx="18549" cy="18549"/>
          </a:xfrm>
          <a:prstGeom prst="ellipse">
            <a:avLst/>
          </a:prstGeom>
          <a:solidFill>
            <a:srgbClr val="B3405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knowledge-node">
            <a:extLst>
              <a:ext uri="{FF2B5EF4-FFF2-40B4-BE49-F238E27FC236}">
                <a16:creationId xmlns:a16="http://schemas.microsoft.com/office/drawing/2014/main" id="{390B4B4F-508F-4480-BB0A-A8D0F7E0D299}"/>
              </a:ext>
            </a:extLst>
          </p:cNvPr>
          <p:cNvSpPr>
            <a:spLocks noGrp="1"/>
          </p:cNvSpPr>
          <p:nvPr/>
        </p:nvSpPr>
        <p:spPr>
          <a:xfrm>
            <a:off x="4834814" y="6165653"/>
            <a:ext cx="22782" cy="22782"/>
          </a:xfrm>
          <a:prstGeom prst="ellipse">
            <a:avLst/>
          </a:prstGeom>
          <a:solidFill>
            <a:srgbClr val="B3405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9" name="knowledge-node">
            <a:extLst>
              <a:ext uri="{FF2B5EF4-FFF2-40B4-BE49-F238E27FC236}">
                <a16:creationId xmlns:a16="http://schemas.microsoft.com/office/drawing/2014/main" id="{5C6D8D1D-AB51-411B-A5C0-794885AC79C7}"/>
              </a:ext>
            </a:extLst>
          </p:cNvPr>
          <p:cNvSpPr>
            <a:spLocks noGrp="1"/>
          </p:cNvSpPr>
          <p:nvPr/>
        </p:nvSpPr>
        <p:spPr>
          <a:xfrm>
            <a:off x="4958332" y="6534108"/>
            <a:ext cx="20249" cy="20249"/>
          </a:xfrm>
          <a:prstGeom prst="ellipse">
            <a:avLst/>
          </a:prstGeom>
          <a:solidFill>
            <a:srgbClr val="B3405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0" name="knowledge-node">
            <a:extLst>
              <a:ext uri="{FF2B5EF4-FFF2-40B4-BE49-F238E27FC236}">
                <a16:creationId xmlns:a16="http://schemas.microsoft.com/office/drawing/2014/main" id="{14430528-6642-4D1A-87FC-8522C524A5CE}"/>
              </a:ext>
            </a:extLst>
          </p:cNvPr>
          <p:cNvSpPr>
            <a:spLocks noGrp="1"/>
          </p:cNvSpPr>
          <p:nvPr/>
        </p:nvSpPr>
        <p:spPr>
          <a:xfrm>
            <a:off x="5340099" y="5922935"/>
            <a:ext cx="18721" cy="18721"/>
          </a:xfrm>
          <a:prstGeom prst="ellipse">
            <a:avLst/>
          </a:prstGeom>
          <a:solidFill>
            <a:srgbClr val="C6414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knowledge-node">
            <a:extLst>
              <a:ext uri="{FF2B5EF4-FFF2-40B4-BE49-F238E27FC236}">
                <a16:creationId xmlns:a16="http://schemas.microsoft.com/office/drawing/2014/main" id="{D96BD984-60B0-4CD7-AEA3-BF3C3F642D1F}"/>
              </a:ext>
            </a:extLst>
          </p:cNvPr>
          <p:cNvSpPr>
            <a:spLocks noGrp="1"/>
          </p:cNvSpPr>
          <p:nvPr/>
        </p:nvSpPr>
        <p:spPr>
          <a:xfrm>
            <a:off x="5293871" y="6085457"/>
            <a:ext cx="44572" cy="44572"/>
          </a:xfrm>
          <a:prstGeom prst="ellipse">
            <a:avLst/>
          </a:prstGeom>
          <a:solidFill>
            <a:srgbClr val="C6414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12" name="knowledge-node">
            <a:extLst>
              <a:ext uri="{FF2B5EF4-FFF2-40B4-BE49-F238E27FC236}">
                <a16:creationId xmlns:a16="http://schemas.microsoft.com/office/drawing/2014/main" id="{A1301DDF-4739-4A65-A464-7EFDCF8FE7AD}"/>
              </a:ext>
            </a:extLst>
          </p:cNvPr>
          <p:cNvSpPr>
            <a:spLocks noGrp="1"/>
          </p:cNvSpPr>
          <p:nvPr/>
        </p:nvSpPr>
        <p:spPr>
          <a:xfrm>
            <a:off x="5245056" y="6459439"/>
            <a:ext cx="25179" cy="25179"/>
          </a:xfrm>
          <a:prstGeom prst="ellipse">
            <a:avLst/>
          </a:prstGeom>
          <a:solidFill>
            <a:srgbClr val="C6414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knowledge-node">
            <a:extLst>
              <a:ext uri="{FF2B5EF4-FFF2-40B4-BE49-F238E27FC236}">
                <a16:creationId xmlns:a16="http://schemas.microsoft.com/office/drawing/2014/main" id="{1E769F73-4017-4EE8-A52F-6A8371DE5F57}"/>
              </a:ext>
            </a:extLst>
          </p:cNvPr>
          <p:cNvSpPr>
            <a:spLocks noGrp="1"/>
          </p:cNvSpPr>
          <p:nvPr/>
        </p:nvSpPr>
        <p:spPr>
          <a:xfrm>
            <a:off x="5393190" y="6772967"/>
            <a:ext cx="25436" cy="25436"/>
          </a:xfrm>
          <a:prstGeom prst="ellipse">
            <a:avLst/>
          </a:prstGeom>
          <a:solidFill>
            <a:srgbClr val="C6414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knowledge-node">
            <a:extLst>
              <a:ext uri="{FF2B5EF4-FFF2-40B4-BE49-F238E27FC236}">
                <a16:creationId xmlns:a16="http://schemas.microsoft.com/office/drawing/2014/main" id="{C894D4F9-3AFF-40BB-B498-026EFB6ECDD3}"/>
              </a:ext>
            </a:extLst>
          </p:cNvPr>
          <p:cNvSpPr>
            <a:spLocks noGrp="1"/>
          </p:cNvSpPr>
          <p:nvPr/>
        </p:nvSpPr>
        <p:spPr>
          <a:xfrm>
            <a:off x="5741497" y="5946746"/>
            <a:ext cx="17177" cy="17177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5" name="knowledge-node">
            <a:extLst>
              <a:ext uri="{FF2B5EF4-FFF2-40B4-BE49-F238E27FC236}">
                <a16:creationId xmlns:a16="http://schemas.microsoft.com/office/drawing/2014/main" id="{8DC040CA-A7F4-4B44-9EE1-4079440F986B}"/>
              </a:ext>
            </a:extLst>
          </p:cNvPr>
          <p:cNvSpPr>
            <a:spLocks noGrp="1"/>
          </p:cNvSpPr>
          <p:nvPr/>
        </p:nvSpPr>
        <p:spPr>
          <a:xfrm>
            <a:off x="5808984" y="6140076"/>
            <a:ext cx="25645" cy="25645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knowledge-node">
            <a:extLst>
              <a:ext uri="{FF2B5EF4-FFF2-40B4-BE49-F238E27FC236}">
                <a16:creationId xmlns:a16="http://schemas.microsoft.com/office/drawing/2014/main" id="{DEA92A8E-21E5-4A1D-B978-1A09A2B3F2F1}"/>
              </a:ext>
            </a:extLst>
          </p:cNvPr>
          <p:cNvSpPr>
            <a:spLocks noGrp="1"/>
          </p:cNvSpPr>
          <p:nvPr/>
        </p:nvSpPr>
        <p:spPr>
          <a:xfrm>
            <a:off x="5871603" y="6571747"/>
            <a:ext cx="18187" cy="18187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knowledge-node">
            <a:extLst>
              <a:ext uri="{FF2B5EF4-FFF2-40B4-BE49-F238E27FC236}">
                <a16:creationId xmlns:a16="http://schemas.microsoft.com/office/drawing/2014/main" id="{FC6305E4-F22A-411F-8BAE-67F4E233A046}"/>
              </a:ext>
            </a:extLst>
          </p:cNvPr>
          <p:cNvSpPr>
            <a:spLocks noGrp="1"/>
          </p:cNvSpPr>
          <p:nvPr/>
        </p:nvSpPr>
        <p:spPr>
          <a:xfrm>
            <a:off x="5865688" y="6722841"/>
            <a:ext cx="18204" cy="18204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knowledge-node">
            <a:extLst>
              <a:ext uri="{FF2B5EF4-FFF2-40B4-BE49-F238E27FC236}">
                <a16:creationId xmlns:a16="http://schemas.microsoft.com/office/drawing/2014/main" id="{DDEA7FD5-C87E-42BD-B2C0-275957518D15}"/>
              </a:ext>
            </a:extLst>
          </p:cNvPr>
          <p:cNvSpPr>
            <a:spLocks noGrp="1"/>
          </p:cNvSpPr>
          <p:nvPr/>
        </p:nvSpPr>
        <p:spPr>
          <a:xfrm>
            <a:off x="5768984" y="6784200"/>
            <a:ext cx="27086" cy="27086"/>
          </a:xfrm>
          <a:prstGeom prst="ellipse">
            <a:avLst/>
          </a:prstGeom>
          <a:solidFill>
            <a:srgbClr val="D8424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9" name="knowledge-node">
            <a:extLst>
              <a:ext uri="{FF2B5EF4-FFF2-40B4-BE49-F238E27FC236}">
                <a16:creationId xmlns:a16="http://schemas.microsoft.com/office/drawing/2014/main" id="{C5A908D3-27A6-4701-959C-6E470C0BD457}"/>
              </a:ext>
            </a:extLst>
          </p:cNvPr>
          <p:cNvSpPr>
            <a:spLocks noGrp="1"/>
          </p:cNvSpPr>
          <p:nvPr/>
        </p:nvSpPr>
        <p:spPr>
          <a:xfrm>
            <a:off x="6112892" y="5839619"/>
            <a:ext cx="18976" cy="18976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0" name="knowledge-node">
            <a:extLst>
              <a:ext uri="{FF2B5EF4-FFF2-40B4-BE49-F238E27FC236}">
                <a16:creationId xmlns:a16="http://schemas.microsoft.com/office/drawing/2014/main" id="{847A0E98-F6FD-435F-B9A2-B7666B953ECA}"/>
              </a:ext>
            </a:extLst>
          </p:cNvPr>
          <p:cNvSpPr>
            <a:spLocks noGrp="1"/>
          </p:cNvSpPr>
          <p:nvPr/>
        </p:nvSpPr>
        <p:spPr>
          <a:xfrm>
            <a:off x="6184793" y="6317524"/>
            <a:ext cx="14185" cy="14185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knowledge-node">
            <a:extLst>
              <a:ext uri="{FF2B5EF4-FFF2-40B4-BE49-F238E27FC236}">
                <a16:creationId xmlns:a16="http://schemas.microsoft.com/office/drawing/2014/main" id="{D1ED8919-43B7-4851-B47D-E27EEEEAAFB1}"/>
              </a:ext>
            </a:extLst>
          </p:cNvPr>
          <p:cNvSpPr>
            <a:spLocks noGrp="1"/>
          </p:cNvSpPr>
          <p:nvPr/>
        </p:nvSpPr>
        <p:spPr>
          <a:xfrm>
            <a:off x="5974338" y="6488847"/>
            <a:ext cx="18427" cy="18427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2" name="knowledge-node">
            <a:extLst>
              <a:ext uri="{FF2B5EF4-FFF2-40B4-BE49-F238E27FC236}">
                <a16:creationId xmlns:a16="http://schemas.microsoft.com/office/drawing/2014/main" id="{3FEE7E66-34D2-4948-912B-29BF0203CDC5}"/>
              </a:ext>
            </a:extLst>
          </p:cNvPr>
          <p:cNvSpPr>
            <a:spLocks noGrp="1"/>
          </p:cNvSpPr>
          <p:nvPr/>
        </p:nvSpPr>
        <p:spPr>
          <a:xfrm>
            <a:off x="6039744" y="6693345"/>
            <a:ext cx="21785" cy="21785"/>
          </a:xfrm>
          <a:prstGeom prst="ellipse">
            <a:avLst/>
          </a:prstGeom>
          <a:solidFill>
            <a:srgbClr val="EA433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knowledge-node">
            <a:extLst>
              <a:ext uri="{FF2B5EF4-FFF2-40B4-BE49-F238E27FC236}">
                <a16:creationId xmlns:a16="http://schemas.microsoft.com/office/drawing/2014/main" id="{E50E6EAF-197E-4EEA-83FF-C72ADCF90EE2}"/>
              </a:ext>
            </a:extLst>
          </p:cNvPr>
          <p:cNvSpPr>
            <a:spLocks noGrp="1"/>
          </p:cNvSpPr>
          <p:nvPr/>
        </p:nvSpPr>
        <p:spPr>
          <a:xfrm>
            <a:off x="5974544" y="6696834"/>
            <a:ext cx="71742" cy="71742"/>
          </a:xfrm>
          <a:prstGeom prst="ellipse">
            <a:avLst/>
          </a:prstGeom>
          <a:solidFill>
            <a:srgbClr val="EA433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24" name="knowledge-node">
            <a:extLst>
              <a:ext uri="{FF2B5EF4-FFF2-40B4-BE49-F238E27FC236}">
                <a16:creationId xmlns:a16="http://schemas.microsoft.com/office/drawing/2014/main" id="{BA499CEF-8540-4F75-9228-A78F9A925B4F}"/>
              </a:ext>
            </a:extLst>
          </p:cNvPr>
          <p:cNvSpPr>
            <a:spLocks noGrp="1"/>
          </p:cNvSpPr>
          <p:nvPr/>
        </p:nvSpPr>
        <p:spPr>
          <a:xfrm>
            <a:off x="6433209" y="5919870"/>
            <a:ext cx="48448" cy="48448"/>
          </a:xfrm>
          <a:prstGeom prst="ellipse">
            <a:avLst/>
          </a:prstGeom>
          <a:solidFill>
            <a:srgbClr val="EC522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5" name="knowledge-node">
            <a:extLst>
              <a:ext uri="{FF2B5EF4-FFF2-40B4-BE49-F238E27FC236}">
                <a16:creationId xmlns:a16="http://schemas.microsoft.com/office/drawing/2014/main" id="{BBCEF6E5-B6E6-48B8-B345-043671549628}"/>
              </a:ext>
            </a:extLst>
          </p:cNvPr>
          <p:cNvSpPr>
            <a:spLocks noGrp="1"/>
          </p:cNvSpPr>
          <p:nvPr/>
        </p:nvSpPr>
        <p:spPr>
          <a:xfrm>
            <a:off x="6388178" y="6281724"/>
            <a:ext cx="28281" cy="28281"/>
          </a:xfrm>
          <a:prstGeom prst="ellipse">
            <a:avLst/>
          </a:prstGeom>
          <a:solidFill>
            <a:srgbClr val="EC52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knowledge-node">
            <a:extLst>
              <a:ext uri="{FF2B5EF4-FFF2-40B4-BE49-F238E27FC236}">
                <a16:creationId xmlns:a16="http://schemas.microsoft.com/office/drawing/2014/main" id="{B0340614-F213-41FA-B9E5-B47FDAB43CFE}"/>
              </a:ext>
            </a:extLst>
          </p:cNvPr>
          <p:cNvSpPr>
            <a:spLocks noGrp="1"/>
          </p:cNvSpPr>
          <p:nvPr/>
        </p:nvSpPr>
        <p:spPr>
          <a:xfrm>
            <a:off x="6441962" y="6444517"/>
            <a:ext cx="49663" cy="49663"/>
          </a:xfrm>
          <a:prstGeom prst="ellipse">
            <a:avLst/>
          </a:prstGeom>
          <a:solidFill>
            <a:srgbClr val="EC522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27" name="knowledge-node">
            <a:extLst>
              <a:ext uri="{FF2B5EF4-FFF2-40B4-BE49-F238E27FC236}">
                <a16:creationId xmlns:a16="http://schemas.microsoft.com/office/drawing/2014/main" id="{1E210396-4130-44C1-9EF2-43AB5E241210}"/>
              </a:ext>
            </a:extLst>
          </p:cNvPr>
          <p:cNvSpPr>
            <a:spLocks noGrp="1"/>
          </p:cNvSpPr>
          <p:nvPr/>
        </p:nvSpPr>
        <p:spPr>
          <a:xfrm>
            <a:off x="6634253" y="6576403"/>
            <a:ext cx="21264" cy="21264"/>
          </a:xfrm>
          <a:prstGeom prst="ellipse">
            <a:avLst/>
          </a:prstGeom>
          <a:solidFill>
            <a:srgbClr val="EC52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knowledge-node">
            <a:extLst>
              <a:ext uri="{FF2B5EF4-FFF2-40B4-BE49-F238E27FC236}">
                <a16:creationId xmlns:a16="http://schemas.microsoft.com/office/drawing/2014/main" id="{CF6376FA-203F-401F-9BA4-C0DCDC96986F}"/>
              </a:ext>
            </a:extLst>
          </p:cNvPr>
          <p:cNvSpPr>
            <a:spLocks noGrp="1"/>
          </p:cNvSpPr>
          <p:nvPr/>
        </p:nvSpPr>
        <p:spPr>
          <a:xfrm>
            <a:off x="6655249" y="6772581"/>
            <a:ext cx="24125" cy="24125"/>
          </a:xfrm>
          <a:prstGeom prst="ellipse">
            <a:avLst/>
          </a:prstGeom>
          <a:solidFill>
            <a:srgbClr val="EC52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knowledge-node">
            <a:extLst>
              <a:ext uri="{FF2B5EF4-FFF2-40B4-BE49-F238E27FC236}">
                <a16:creationId xmlns:a16="http://schemas.microsoft.com/office/drawing/2014/main" id="{17ACC951-A26E-4ABA-830D-8556D1DDC790}"/>
              </a:ext>
            </a:extLst>
          </p:cNvPr>
          <p:cNvSpPr>
            <a:spLocks noGrp="1"/>
          </p:cNvSpPr>
          <p:nvPr/>
        </p:nvSpPr>
        <p:spPr>
          <a:xfrm>
            <a:off x="6545417" y="6703545"/>
            <a:ext cx="20908" cy="20908"/>
          </a:xfrm>
          <a:prstGeom prst="ellipse">
            <a:avLst/>
          </a:prstGeom>
          <a:solidFill>
            <a:srgbClr val="EC522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0" name="knowledge-node">
            <a:extLst>
              <a:ext uri="{FF2B5EF4-FFF2-40B4-BE49-F238E27FC236}">
                <a16:creationId xmlns:a16="http://schemas.microsoft.com/office/drawing/2014/main" id="{C005FBF5-58D0-4F1D-849A-12ED9B2E474F}"/>
              </a:ext>
            </a:extLst>
          </p:cNvPr>
          <p:cNvSpPr>
            <a:spLocks noGrp="1"/>
          </p:cNvSpPr>
          <p:nvPr/>
        </p:nvSpPr>
        <p:spPr>
          <a:xfrm>
            <a:off x="6971938" y="6071218"/>
            <a:ext cx="19566" cy="19566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knowledge-node">
            <a:extLst>
              <a:ext uri="{FF2B5EF4-FFF2-40B4-BE49-F238E27FC236}">
                <a16:creationId xmlns:a16="http://schemas.microsoft.com/office/drawing/2014/main" id="{9265057B-B3D0-41B1-8918-8DEEF02D4D67}"/>
              </a:ext>
            </a:extLst>
          </p:cNvPr>
          <p:cNvSpPr>
            <a:spLocks noGrp="1"/>
          </p:cNvSpPr>
          <p:nvPr/>
        </p:nvSpPr>
        <p:spPr>
          <a:xfrm>
            <a:off x="7085883" y="6314763"/>
            <a:ext cx="18015" cy="18015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2" name="knowledge-node">
            <a:extLst>
              <a:ext uri="{FF2B5EF4-FFF2-40B4-BE49-F238E27FC236}">
                <a16:creationId xmlns:a16="http://schemas.microsoft.com/office/drawing/2014/main" id="{9143CA54-93F7-47B9-9D0B-B0D93E8E9451}"/>
              </a:ext>
            </a:extLst>
          </p:cNvPr>
          <p:cNvSpPr>
            <a:spLocks noGrp="1"/>
          </p:cNvSpPr>
          <p:nvPr/>
        </p:nvSpPr>
        <p:spPr>
          <a:xfrm>
            <a:off x="6877370" y="6401668"/>
            <a:ext cx="24273" cy="24273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knowledge-node">
            <a:extLst>
              <a:ext uri="{FF2B5EF4-FFF2-40B4-BE49-F238E27FC236}">
                <a16:creationId xmlns:a16="http://schemas.microsoft.com/office/drawing/2014/main" id="{BCC52E6D-B33E-4C4F-80ED-BAC8A78DC72F}"/>
              </a:ext>
            </a:extLst>
          </p:cNvPr>
          <p:cNvSpPr>
            <a:spLocks noGrp="1"/>
          </p:cNvSpPr>
          <p:nvPr/>
        </p:nvSpPr>
        <p:spPr>
          <a:xfrm>
            <a:off x="7035393" y="6565742"/>
            <a:ext cx="69852" cy="69852"/>
          </a:xfrm>
          <a:prstGeom prst="ellipse">
            <a:avLst/>
          </a:prstGeom>
          <a:solidFill>
            <a:srgbClr val="EE6129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34" name="knowledge-node">
            <a:extLst>
              <a:ext uri="{FF2B5EF4-FFF2-40B4-BE49-F238E27FC236}">
                <a16:creationId xmlns:a16="http://schemas.microsoft.com/office/drawing/2014/main" id="{AC8452AF-F5FF-4C70-841B-0699E441BF95}"/>
              </a:ext>
            </a:extLst>
          </p:cNvPr>
          <p:cNvSpPr>
            <a:spLocks noGrp="1"/>
          </p:cNvSpPr>
          <p:nvPr/>
        </p:nvSpPr>
        <p:spPr>
          <a:xfrm>
            <a:off x="6943092" y="6645606"/>
            <a:ext cx="25781" cy="25781"/>
          </a:xfrm>
          <a:prstGeom prst="ellipse">
            <a:avLst/>
          </a:prstGeom>
          <a:solidFill>
            <a:srgbClr val="EE612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knowledge-node">
            <a:extLst>
              <a:ext uri="{FF2B5EF4-FFF2-40B4-BE49-F238E27FC236}">
                <a16:creationId xmlns:a16="http://schemas.microsoft.com/office/drawing/2014/main" id="{AD984888-665D-4FEE-A23C-ACCAA65EF3AD}"/>
              </a:ext>
            </a:extLst>
          </p:cNvPr>
          <p:cNvSpPr>
            <a:spLocks noGrp="1"/>
          </p:cNvSpPr>
          <p:nvPr/>
        </p:nvSpPr>
        <p:spPr>
          <a:xfrm>
            <a:off x="7360159" y="6066219"/>
            <a:ext cx="27479" cy="27479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knowledge-node">
            <a:extLst>
              <a:ext uri="{FF2B5EF4-FFF2-40B4-BE49-F238E27FC236}">
                <a16:creationId xmlns:a16="http://schemas.microsoft.com/office/drawing/2014/main" id="{A0BC8BDD-F85A-4DB4-986A-75775D151473}"/>
              </a:ext>
            </a:extLst>
          </p:cNvPr>
          <p:cNvSpPr>
            <a:spLocks noGrp="1"/>
          </p:cNvSpPr>
          <p:nvPr/>
        </p:nvSpPr>
        <p:spPr>
          <a:xfrm>
            <a:off x="7447084" y="6273396"/>
            <a:ext cx="16003" cy="16003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knowledge-node">
            <a:extLst>
              <a:ext uri="{FF2B5EF4-FFF2-40B4-BE49-F238E27FC236}">
                <a16:creationId xmlns:a16="http://schemas.microsoft.com/office/drawing/2014/main" id="{B5C674C6-ACEB-4F23-8FF5-362D4BEA6E78}"/>
              </a:ext>
            </a:extLst>
          </p:cNvPr>
          <p:cNvSpPr>
            <a:spLocks noGrp="1"/>
          </p:cNvSpPr>
          <p:nvPr/>
        </p:nvSpPr>
        <p:spPr>
          <a:xfrm>
            <a:off x="7356105" y="6538386"/>
            <a:ext cx="24988" cy="24988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knowledge-node">
            <a:extLst>
              <a:ext uri="{FF2B5EF4-FFF2-40B4-BE49-F238E27FC236}">
                <a16:creationId xmlns:a16="http://schemas.microsoft.com/office/drawing/2014/main" id="{6D9C6DC0-5F47-4A46-8CEE-29FB748A4800}"/>
              </a:ext>
            </a:extLst>
          </p:cNvPr>
          <p:cNvSpPr>
            <a:spLocks noGrp="1"/>
          </p:cNvSpPr>
          <p:nvPr/>
        </p:nvSpPr>
        <p:spPr>
          <a:xfrm>
            <a:off x="7204092" y="6565248"/>
            <a:ext cx="43253" cy="43253"/>
          </a:xfrm>
          <a:prstGeom prst="ellipse">
            <a:avLst/>
          </a:prstGeom>
          <a:solidFill>
            <a:srgbClr val="F0702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39" name="knowledge-node">
            <a:extLst>
              <a:ext uri="{FF2B5EF4-FFF2-40B4-BE49-F238E27FC236}">
                <a16:creationId xmlns:a16="http://schemas.microsoft.com/office/drawing/2014/main" id="{669B6756-C7A3-402E-8FFD-99753ABAA200}"/>
              </a:ext>
            </a:extLst>
          </p:cNvPr>
          <p:cNvSpPr>
            <a:spLocks noGrp="1"/>
          </p:cNvSpPr>
          <p:nvPr/>
        </p:nvSpPr>
        <p:spPr>
          <a:xfrm>
            <a:off x="7502482" y="6624461"/>
            <a:ext cx="18535" cy="18535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knowledge-node">
            <a:extLst>
              <a:ext uri="{FF2B5EF4-FFF2-40B4-BE49-F238E27FC236}">
                <a16:creationId xmlns:a16="http://schemas.microsoft.com/office/drawing/2014/main" id="{0184CA2D-A6ED-4E5F-AFB8-E9EE7C659511}"/>
              </a:ext>
            </a:extLst>
          </p:cNvPr>
          <p:cNvSpPr>
            <a:spLocks noGrp="1"/>
          </p:cNvSpPr>
          <p:nvPr/>
        </p:nvSpPr>
        <p:spPr>
          <a:xfrm>
            <a:off x="7385767" y="6615119"/>
            <a:ext cx="17568" cy="17568"/>
          </a:xfrm>
          <a:prstGeom prst="ellipse">
            <a:avLst/>
          </a:prstGeom>
          <a:solidFill>
            <a:srgbClr val="F0702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1" name="knowledge-node">
            <a:extLst>
              <a:ext uri="{FF2B5EF4-FFF2-40B4-BE49-F238E27FC236}">
                <a16:creationId xmlns:a16="http://schemas.microsoft.com/office/drawing/2014/main" id="{52A23361-462D-4B0C-A46D-2453587AAD06}"/>
              </a:ext>
            </a:extLst>
          </p:cNvPr>
          <p:cNvSpPr>
            <a:spLocks noGrp="1"/>
          </p:cNvSpPr>
          <p:nvPr/>
        </p:nvSpPr>
        <p:spPr>
          <a:xfrm>
            <a:off x="7795325" y="5949364"/>
            <a:ext cx="13904" cy="13904"/>
          </a:xfrm>
          <a:prstGeom prst="ellipse">
            <a:avLst/>
          </a:prstGeom>
          <a:solidFill>
            <a:srgbClr val="F3801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knowledge-node">
            <a:extLst>
              <a:ext uri="{FF2B5EF4-FFF2-40B4-BE49-F238E27FC236}">
                <a16:creationId xmlns:a16="http://schemas.microsoft.com/office/drawing/2014/main" id="{A9C61AAD-257C-46D2-8B7D-702830A6C7EE}"/>
              </a:ext>
            </a:extLst>
          </p:cNvPr>
          <p:cNvSpPr>
            <a:spLocks noGrp="1"/>
          </p:cNvSpPr>
          <p:nvPr/>
        </p:nvSpPr>
        <p:spPr>
          <a:xfrm>
            <a:off x="7690860" y="6252759"/>
            <a:ext cx="26446" cy="26446"/>
          </a:xfrm>
          <a:prstGeom prst="ellipse">
            <a:avLst/>
          </a:prstGeom>
          <a:solidFill>
            <a:srgbClr val="F3801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3" name="knowledge-node">
            <a:extLst>
              <a:ext uri="{FF2B5EF4-FFF2-40B4-BE49-F238E27FC236}">
                <a16:creationId xmlns:a16="http://schemas.microsoft.com/office/drawing/2014/main" id="{51EB3C94-E551-4381-8EBA-450A543CF401}"/>
              </a:ext>
            </a:extLst>
          </p:cNvPr>
          <p:cNvSpPr>
            <a:spLocks noGrp="1"/>
          </p:cNvSpPr>
          <p:nvPr/>
        </p:nvSpPr>
        <p:spPr>
          <a:xfrm>
            <a:off x="7881435" y="6312572"/>
            <a:ext cx="18662" cy="18662"/>
          </a:xfrm>
          <a:prstGeom prst="ellipse">
            <a:avLst/>
          </a:prstGeom>
          <a:solidFill>
            <a:srgbClr val="F3801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knowledge-node">
            <a:extLst>
              <a:ext uri="{FF2B5EF4-FFF2-40B4-BE49-F238E27FC236}">
                <a16:creationId xmlns:a16="http://schemas.microsoft.com/office/drawing/2014/main" id="{AC90EC0F-3D2B-4E92-8F95-CCCC289035D7}"/>
              </a:ext>
            </a:extLst>
          </p:cNvPr>
          <p:cNvSpPr>
            <a:spLocks noGrp="1"/>
          </p:cNvSpPr>
          <p:nvPr/>
        </p:nvSpPr>
        <p:spPr>
          <a:xfrm>
            <a:off x="7739753" y="6473013"/>
            <a:ext cx="42006" cy="42006"/>
          </a:xfrm>
          <a:prstGeom prst="ellipse">
            <a:avLst/>
          </a:prstGeom>
          <a:solidFill>
            <a:srgbClr val="F3801D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45" name="knowledge-node">
            <a:extLst>
              <a:ext uri="{FF2B5EF4-FFF2-40B4-BE49-F238E27FC236}">
                <a16:creationId xmlns:a16="http://schemas.microsoft.com/office/drawing/2014/main" id="{F72D54DC-D778-4D9B-8449-19FAB4A0EB26}"/>
              </a:ext>
            </a:extLst>
          </p:cNvPr>
          <p:cNvSpPr>
            <a:spLocks noGrp="1"/>
          </p:cNvSpPr>
          <p:nvPr/>
        </p:nvSpPr>
        <p:spPr>
          <a:xfrm>
            <a:off x="7774671" y="6399256"/>
            <a:ext cx="27561" cy="27561"/>
          </a:xfrm>
          <a:prstGeom prst="ellipse">
            <a:avLst/>
          </a:prstGeom>
          <a:solidFill>
            <a:srgbClr val="F3801D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knowledge-node">
            <a:extLst>
              <a:ext uri="{FF2B5EF4-FFF2-40B4-BE49-F238E27FC236}">
                <a16:creationId xmlns:a16="http://schemas.microsoft.com/office/drawing/2014/main" id="{908924AF-A249-4BB3-9FCD-30F688AE8330}"/>
              </a:ext>
            </a:extLst>
          </p:cNvPr>
          <p:cNvSpPr>
            <a:spLocks noGrp="1"/>
          </p:cNvSpPr>
          <p:nvPr/>
        </p:nvSpPr>
        <p:spPr>
          <a:xfrm>
            <a:off x="7723397" y="6595326"/>
            <a:ext cx="65363" cy="65363"/>
          </a:xfrm>
          <a:prstGeom prst="ellipse">
            <a:avLst/>
          </a:prstGeom>
          <a:solidFill>
            <a:srgbClr val="F3801D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47" name="knowledge-node">
            <a:extLst>
              <a:ext uri="{FF2B5EF4-FFF2-40B4-BE49-F238E27FC236}">
                <a16:creationId xmlns:a16="http://schemas.microsoft.com/office/drawing/2014/main" id="{EE4B2DD2-A9D0-4809-998F-F07FB766C0D5}"/>
              </a:ext>
            </a:extLst>
          </p:cNvPr>
          <p:cNvSpPr>
            <a:spLocks noGrp="1"/>
          </p:cNvSpPr>
          <p:nvPr/>
        </p:nvSpPr>
        <p:spPr>
          <a:xfrm>
            <a:off x="8210687" y="5931742"/>
            <a:ext cx="26420" cy="26420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knowledge-node">
            <a:extLst>
              <a:ext uri="{FF2B5EF4-FFF2-40B4-BE49-F238E27FC236}">
                <a16:creationId xmlns:a16="http://schemas.microsoft.com/office/drawing/2014/main" id="{E6E4CA7A-86A8-43B3-A487-9DF7A4B9574B}"/>
              </a:ext>
            </a:extLst>
          </p:cNvPr>
          <p:cNvSpPr>
            <a:spLocks noGrp="1"/>
          </p:cNvSpPr>
          <p:nvPr/>
        </p:nvSpPr>
        <p:spPr>
          <a:xfrm>
            <a:off x="8303894" y="6091843"/>
            <a:ext cx="23266" cy="23266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9" name="knowledge-node">
            <a:extLst>
              <a:ext uri="{FF2B5EF4-FFF2-40B4-BE49-F238E27FC236}">
                <a16:creationId xmlns:a16="http://schemas.microsoft.com/office/drawing/2014/main" id="{325DDC1B-717B-46C8-9F20-C814F533C423}"/>
              </a:ext>
            </a:extLst>
          </p:cNvPr>
          <p:cNvSpPr>
            <a:spLocks noGrp="1"/>
          </p:cNvSpPr>
          <p:nvPr/>
        </p:nvSpPr>
        <p:spPr>
          <a:xfrm>
            <a:off x="8248816" y="6323400"/>
            <a:ext cx="18607" cy="18607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knowledge-node">
            <a:extLst>
              <a:ext uri="{FF2B5EF4-FFF2-40B4-BE49-F238E27FC236}">
                <a16:creationId xmlns:a16="http://schemas.microsoft.com/office/drawing/2014/main" id="{BE966735-841A-4DD7-BA1A-8DE5F03BC3E1}"/>
              </a:ext>
            </a:extLst>
          </p:cNvPr>
          <p:cNvSpPr>
            <a:spLocks noGrp="1"/>
          </p:cNvSpPr>
          <p:nvPr/>
        </p:nvSpPr>
        <p:spPr>
          <a:xfrm>
            <a:off x="8144568" y="6321625"/>
            <a:ext cx="25304" cy="25304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knowledge-node">
            <a:extLst>
              <a:ext uri="{FF2B5EF4-FFF2-40B4-BE49-F238E27FC236}">
                <a16:creationId xmlns:a16="http://schemas.microsoft.com/office/drawing/2014/main" id="{34C05990-D51A-42AA-AC2D-C62AA0A4E6A7}"/>
              </a:ext>
            </a:extLst>
          </p:cNvPr>
          <p:cNvSpPr>
            <a:spLocks noGrp="1"/>
          </p:cNvSpPr>
          <p:nvPr/>
        </p:nvSpPr>
        <p:spPr>
          <a:xfrm>
            <a:off x="8124117" y="6352334"/>
            <a:ext cx="26731" cy="26731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knowledge-node">
            <a:extLst>
              <a:ext uri="{FF2B5EF4-FFF2-40B4-BE49-F238E27FC236}">
                <a16:creationId xmlns:a16="http://schemas.microsoft.com/office/drawing/2014/main" id="{9CAE94B5-4F74-40D5-B3D2-1E46FBD86204}"/>
              </a:ext>
            </a:extLst>
          </p:cNvPr>
          <p:cNvSpPr>
            <a:spLocks noGrp="1"/>
          </p:cNvSpPr>
          <p:nvPr/>
        </p:nvSpPr>
        <p:spPr>
          <a:xfrm>
            <a:off x="8152162" y="6593034"/>
            <a:ext cx="17146" cy="17146"/>
          </a:xfrm>
          <a:prstGeom prst="ellipse">
            <a:avLst/>
          </a:prstGeom>
          <a:solidFill>
            <a:srgbClr val="F58F1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3" name="knowledge-node">
            <a:extLst>
              <a:ext uri="{FF2B5EF4-FFF2-40B4-BE49-F238E27FC236}">
                <a16:creationId xmlns:a16="http://schemas.microsoft.com/office/drawing/2014/main" id="{B04E3390-76F8-473B-82F9-CC98861B3094}"/>
              </a:ext>
            </a:extLst>
          </p:cNvPr>
          <p:cNvSpPr>
            <a:spLocks noGrp="1"/>
          </p:cNvSpPr>
          <p:nvPr/>
        </p:nvSpPr>
        <p:spPr>
          <a:xfrm>
            <a:off x="8602117" y="5820454"/>
            <a:ext cx="49550" cy="49550"/>
          </a:xfrm>
          <a:prstGeom prst="ellipse">
            <a:avLst/>
          </a:prstGeom>
          <a:solidFill>
            <a:srgbClr val="F79E1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54" name="knowledge-node">
            <a:extLst>
              <a:ext uri="{FF2B5EF4-FFF2-40B4-BE49-F238E27FC236}">
                <a16:creationId xmlns:a16="http://schemas.microsoft.com/office/drawing/2014/main" id="{F5CB3AB4-DE05-43DB-AAD5-9F9EED62B321}"/>
              </a:ext>
            </a:extLst>
          </p:cNvPr>
          <p:cNvSpPr>
            <a:spLocks noGrp="1"/>
          </p:cNvSpPr>
          <p:nvPr/>
        </p:nvSpPr>
        <p:spPr>
          <a:xfrm>
            <a:off x="8452699" y="6100575"/>
            <a:ext cx="16951" cy="16951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5" name="knowledge-node">
            <a:extLst>
              <a:ext uri="{FF2B5EF4-FFF2-40B4-BE49-F238E27FC236}">
                <a16:creationId xmlns:a16="http://schemas.microsoft.com/office/drawing/2014/main" id="{C3B85AFE-F24D-4702-99BD-D75D0CFED7B1}"/>
              </a:ext>
            </a:extLst>
          </p:cNvPr>
          <p:cNvSpPr>
            <a:spLocks noGrp="1"/>
          </p:cNvSpPr>
          <p:nvPr/>
        </p:nvSpPr>
        <p:spPr>
          <a:xfrm>
            <a:off x="8420983" y="6096298"/>
            <a:ext cx="26528" cy="26528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knowledge-node">
            <a:extLst>
              <a:ext uri="{FF2B5EF4-FFF2-40B4-BE49-F238E27FC236}">
                <a16:creationId xmlns:a16="http://schemas.microsoft.com/office/drawing/2014/main" id="{0DC0F776-39FF-4A1F-ACC2-872BDE81A00D}"/>
              </a:ext>
            </a:extLst>
          </p:cNvPr>
          <p:cNvSpPr>
            <a:spLocks noGrp="1"/>
          </p:cNvSpPr>
          <p:nvPr/>
        </p:nvSpPr>
        <p:spPr>
          <a:xfrm>
            <a:off x="8415897" y="6067621"/>
            <a:ext cx="24448" cy="24448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knowledge-node">
            <a:extLst>
              <a:ext uri="{FF2B5EF4-FFF2-40B4-BE49-F238E27FC236}">
                <a16:creationId xmlns:a16="http://schemas.microsoft.com/office/drawing/2014/main" id="{08DBA58E-784B-4C87-B09C-8C6CFDFBCD4F}"/>
              </a:ext>
            </a:extLst>
          </p:cNvPr>
          <p:cNvSpPr>
            <a:spLocks noGrp="1"/>
          </p:cNvSpPr>
          <p:nvPr/>
        </p:nvSpPr>
        <p:spPr>
          <a:xfrm>
            <a:off x="8425285" y="6281026"/>
            <a:ext cx="18804" cy="18804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knowledge-node">
            <a:extLst>
              <a:ext uri="{FF2B5EF4-FFF2-40B4-BE49-F238E27FC236}">
                <a16:creationId xmlns:a16="http://schemas.microsoft.com/office/drawing/2014/main" id="{6434D562-E175-4477-8519-88DE1B4F9924}"/>
              </a:ext>
            </a:extLst>
          </p:cNvPr>
          <p:cNvSpPr>
            <a:spLocks noGrp="1"/>
          </p:cNvSpPr>
          <p:nvPr/>
        </p:nvSpPr>
        <p:spPr>
          <a:xfrm>
            <a:off x="8477401" y="6585566"/>
            <a:ext cx="20927" cy="20927"/>
          </a:xfrm>
          <a:prstGeom prst="ellipse">
            <a:avLst/>
          </a:prstGeom>
          <a:solidFill>
            <a:srgbClr val="F79E1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knowledge-node">
            <a:extLst>
              <a:ext uri="{FF2B5EF4-FFF2-40B4-BE49-F238E27FC236}">
                <a16:creationId xmlns:a16="http://schemas.microsoft.com/office/drawing/2014/main" id="{3FC46A80-9DB0-4631-9293-867E889570BA}"/>
              </a:ext>
            </a:extLst>
          </p:cNvPr>
          <p:cNvSpPr>
            <a:spLocks noGrp="1"/>
          </p:cNvSpPr>
          <p:nvPr/>
        </p:nvSpPr>
        <p:spPr>
          <a:xfrm>
            <a:off x="9117370" y="5742889"/>
            <a:ext cx="20152" cy="20152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0" name="knowledge-node">
            <a:extLst>
              <a:ext uri="{FF2B5EF4-FFF2-40B4-BE49-F238E27FC236}">
                <a16:creationId xmlns:a16="http://schemas.microsoft.com/office/drawing/2014/main" id="{9DA69F52-AD37-47D1-BE99-82EDC4F4D947}"/>
              </a:ext>
            </a:extLst>
          </p:cNvPr>
          <p:cNvSpPr>
            <a:spLocks noGrp="1"/>
          </p:cNvSpPr>
          <p:nvPr/>
        </p:nvSpPr>
        <p:spPr>
          <a:xfrm>
            <a:off x="8830221" y="5950505"/>
            <a:ext cx="27116" cy="27116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knowledge-node">
            <a:extLst>
              <a:ext uri="{FF2B5EF4-FFF2-40B4-BE49-F238E27FC236}">
                <a16:creationId xmlns:a16="http://schemas.microsoft.com/office/drawing/2014/main" id="{DAF95AA1-F2CD-4504-93C2-9749FCE49E10}"/>
              </a:ext>
            </a:extLst>
          </p:cNvPr>
          <p:cNvSpPr>
            <a:spLocks noGrp="1"/>
          </p:cNvSpPr>
          <p:nvPr/>
        </p:nvSpPr>
        <p:spPr>
          <a:xfrm>
            <a:off x="8942767" y="5948348"/>
            <a:ext cx="19531" cy="19531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knowledge-node">
            <a:extLst>
              <a:ext uri="{FF2B5EF4-FFF2-40B4-BE49-F238E27FC236}">
                <a16:creationId xmlns:a16="http://schemas.microsoft.com/office/drawing/2014/main" id="{02856916-A18B-44FA-860A-F691963A22E5}"/>
              </a:ext>
            </a:extLst>
          </p:cNvPr>
          <p:cNvSpPr>
            <a:spLocks noGrp="1"/>
          </p:cNvSpPr>
          <p:nvPr/>
        </p:nvSpPr>
        <p:spPr>
          <a:xfrm>
            <a:off x="9105412" y="6097125"/>
            <a:ext cx="14213" cy="14213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knowledge-node">
            <a:extLst>
              <a:ext uri="{FF2B5EF4-FFF2-40B4-BE49-F238E27FC236}">
                <a16:creationId xmlns:a16="http://schemas.microsoft.com/office/drawing/2014/main" id="{D90D35B4-F72C-403E-85E6-043E20BBE773}"/>
              </a:ext>
            </a:extLst>
          </p:cNvPr>
          <p:cNvSpPr>
            <a:spLocks noGrp="1"/>
          </p:cNvSpPr>
          <p:nvPr/>
        </p:nvSpPr>
        <p:spPr>
          <a:xfrm>
            <a:off x="9052578" y="6222551"/>
            <a:ext cx="46194" cy="46194"/>
          </a:xfrm>
          <a:prstGeom prst="ellipse">
            <a:avLst/>
          </a:prstGeom>
          <a:solidFill>
            <a:srgbClr val="F9AD0B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64" name="knowledge-node">
            <a:extLst>
              <a:ext uri="{FF2B5EF4-FFF2-40B4-BE49-F238E27FC236}">
                <a16:creationId xmlns:a16="http://schemas.microsoft.com/office/drawing/2014/main" id="{0DCAA747-93D6-4136-A2DA-4D12DF7891FF}"/>
              </a:ext>
            </a:extLst>
          </p:cNvPr>
          <p:cNvSpPr>
            <a:spLocks noGrp="1"/>
          </p:cNvSpPr>
          <p:nvPr/>
        </p:nvSpPr>
        <p:spPr>
          <a:xfrm>
            <a:off x="9112385" y="6540804"/>
            <a:ext cx="21958" cy="21958"/>
          </a:xfrm>
          <a:prstGeom prst="ellipse">
            <a:avLst/>
          </a:prstGeom>
          <a:solidFill>
            <a:srgbClr val="F9AD0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knowledge-node">
            <a:extLst>
              <a:ext uri="{FF2B5EF4-FFF2-40B4-BE49-F238E27FC236}">
                <a16:creationId xmlns:a16="http://schemas.microsoft.com/office/drawing/2014/main" id="{BE0675E0-DBA9-4CF9-AA48-A161F29663D4}"/>
              </a:ext>
            </a:extLst>
          </p:cNvPr>
          <p:cNvSpPr>
            <a:spLocks noGrp="1"/>
          </p:cNvSpPr>
          <p:nvPr/>
        </p:nvSpPr>
        <p:spPr>
          <a:xfrm>
            <a:off x="9470460" y="5670343"/>
            <a:ext cx="26333" cy="26333"/>
          </a:xfrm>
          <a:prstGeom prst="ellipse">
            <a:avLst/>
          </a:prstGeom>
          <a:solidFill>
            <a:srgbClr val="FBBC0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knowledge-node">
            <a:extLst>
              <a:ext uri="{FF2B5EF4-FFF2-40B4-BE49-F238E27FC236}">
                <a16:creationId xmlns:a16="http://schemas.microsoft.com/office/drawing/2014/main" id="{D8612F66-805B-4FD0-B03D-816AD27F5B45}"/>
              </a:ext>
            </a:extLst>
          </p:cNvPr>
          <p:cNvSpPr>
            <a:spLocks noGrp="1"/>
          </p:cNvSpPr>
          <p:nvPr/>
        </p:nvSpPr>
        <p:spPr>
          <a:xfrm>
            <a:off x="9459154" y="5722906"/>
            <a:ext cx="16491" cy="16491"/>
          </a:xfrm>
          <a:prstGeom prst="ellipse">
            <a:avLst/>
          </a:prstGeom>
          <a:solidFill>
            <a:srgbClr val="FBBC0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knowledge-node">
            <a:extLst>
              <a:ext uri="{FF2B5EF4-FFF2-40B4-BE49-F238E27FC236}">
                <a16:creationId xmlns:a16="http://schemas.microsoft.com/office/drawing/2014/main" id="{6ADCA8B6-3841-409D-9BCD-641A0D6A0BAD}"/>
              </a:ext>
            </a:extLst>
          </p:cNvPr>
          <p:cNvSpPr>
            <a:spLocks noGrp="1"/>
          </p:cNvSpPr>
          <p:nvPr/>
        </p:nvSpPr>
        <p:spPr>
          <a:xfrm>
            <a:off x="9368831" y="5741893"/>
            <a:ext cx="46122" cy="46122"/>
          </a:xfrm>
          <a:prstGeom prst="ellipse">
            <a:avLst/>
          </a:prstGeom>
          <a:solidFill>
            <a:srgbClr val="FBBC05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68" name="knowledge-node">
            <a:extLst>
              <a:ext uri="{FF2B5EF4-FFF2-40B4-BE49-F238E27FC236}">
                <a16:creationId xmlns:a16="http://schemas.microsoft.com/office/drawing/2014/main" id="{7E14069F-0358-45E4-8FA9-6DFC1CA88C55}"/>
              </a:ext>
            </a:extLst>
          </p:cNvPr>
          <p:cNvSpPr>
            <a:spLocks noGrp="1"/>
          </p:cNvSpPr>
          <p:nvPr/>
        </p:nvSpPr>
        <p:spPr>
          <a:xfrm>
            <a:off x="9411943" y="5954865"/>
            <a:ext cx="16287" cy="16287"/>
          </a:xfrm>
          <a:prstGeom prst="ellipse">
            <a:avLst/>
          </a:prstGeom>
          <a:solidFill>
            <a:srgbClr val="FBBC0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knowledge-node">
            <a:extLst>
              <a:ext uri="{FF2B5EF4-FFF2-40B4-BE49-F238E27FC236}">
                <a16:creationId xmlns:a16="http://schemas.microsoft.com/office/drawing/2014/main" id="{92A5CF69-54BB-453C-AB2B-C96836772299}"/>
              </a:ext>
            </a:extLst>
          </p:cNvPr>
          <p:cNvSpPr>
            <a:spLocks noGrp="1"/>
          </p:cNvSpPr>
          <p:nvPr/>
        </p:nvSpPr>
        <p:spPr>
          <a:xfrm>
            <a:off x="9399819" y="6042740"/>
            <a:ext cx="60716" cy="60716"/>
          </a:xfrm>
          <a:prstGeom prst="ellipse">
            <a:avLst/>
          </a:prstGeom>
          <a:solidFill>
            <a:srgbClr val="FBBC0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70" name="knowledge-node">
            <a:extLst>
              <a:ext uri="{FF2B5EF4-FFF2-40B4-BE49-F238E27FC236}">
                <a16:creationId xmlns:a16="http://schemas.microsoft.com/office/drawing/2014/main" id="{8C12B37B-457F-45FA-ADFB-5100E79C5672}"/>
              </a:ext>
            </a:extLst>
          </p:cNvPr>
          <p:cNvSpPr>
            <a:spLocks noGrp="1"/>
          </p:cNvSpPr>
          <p:nvPr/>
        </p:nvSpPr>
        <p:spPr>
          <a:xfrm>
            <a:off x="9414025" y="6475046"/>
            <a:ext cx="27397" cy="27397"/>
          </a:xfrm>
          <a:prstGeom prst="ellipse">
            <a:avLst/>
          </a:prstGeom>
          <a:solidFill>
            <a:srgbClr val="FBBC0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knowledge-node">
            <a:extLst>
              <a:ext uri="{FF2B5EF4-FFF2-40B4-BE49-F238E27FC236}">
                <a16:creationId xmlns:a16="http://schemas.microsoft.com/office/drawing/2014/main" id="{0780962B-CAA3-4157-BB72-5D4C79993CD2}"/>
              </a:ext>
            </a:extLst>
          </p:cNvPr>
          <p:cNvSpPr>
            <a:spLocks noGrp="1"/>
          </p:cNvSpPr>
          <p:nvPr/>
        </p:nvSpPr>
        <p:spPr>
          <a:xfrm>
            <a:off x="9327571" y="6728367"/>
            <a:ext cx="64164" cy="64164"/>
          </a:xfrm>
          <a:prstGeom prst="ellipse">
            <a:avLst/>
          </a:prstGeom>
          <a:solidFill>
            <a:srgbClr val="FBBC05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572" name="knowledge-node">
            <a:extLst>
              <a:ext uri="{FF2B5EF4-FFF2-40B4-BE49-F238E27FC236}">
                <a16:creationId xmlns:a16="http://schemas.microsoft.com/office/drawing/2014/main" id="{EE742A66-2662-428A-A784-67708BA88856}"/>
              </a:ext>
            </a:extLst>
          </p:cNvPr>
          <p:cNvSpPr>
            <a:spLocks noGrp="1"/>
          </p:cNvSpPr>
          <p:nvPr/>
        </p:nvSpPr>
        <p:spPr>
          <a:xfrm>
            <a:off x="9908118" y="5452064"/>
            <a:ext cx="23018" cy="23018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knowledge-node">
            <a:extLst>
              <a:ext uri="{FF2B5EF4-FFF2-40B4-BE49-F238E27FC236}">
                <a16:creationId xmlns:a16="http://schemas.microsoft.com/office/drawing/2014/main" id="{E92750D1-17F8-4C6E-9C3E-2770D3DD30B2}"/>
              </a:ext>
            </a:extLst>
          </p:cNvPr>
          <p:cNvSpPr>
            <a:spLocks noGrp="1"/>
          </p:cNvSpPr>
          <p:nvPr/>
        </p:nvSpPr>
        <p:spPr>
          <a:xfrm>
            <a:off x="9786991" y="5503641"/>
            <a:ext cx="47001" cy="47001"/>
          </a:xfrm>
          <a:prstGeom prst="ellipse">
            <a:avLst/>
          </a:prstGeom>
          <a:solidFill>
            <a:srgbClr val="E2BA0F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74" name="knowledge-node">
            <a:extLst>
              <a:ext uri="{FF2B5EF4-FFF2-40B4-BE49-F238E27FC236}">
                <a16:creationId xmlns:a16="http://schemas.microsoft.com/office/drawing/2014/main" id="{93AD757F-0615-437E-8725-27DF0E4C39FF}"/>
              </a:ext>
            </a:extLst>
          </p:cNvPr>
          <p:cNvSpPr>
            <a:spLocks noGrp="1"/>
          </p:cNvSpPr>
          <p:nvPr/>
        </p:nvSpPr>
        <p:spPr>
          <a:xfrm>
            <a:off x="9663749" y="5568692"/>
            <a:ext cx="25548" cy="25548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5" name="knowledge-node">
            <a:extLst>
              <a:ext uri="{FF2B5EF4-FFF2-40B4-BE49-F238E27FC236}">
                <a16:creationId xmlns:a16="http://schemas.microsoft.com/office/drawing/2014/main" id="{D9C28BBF-F25E-40E3-8903-170785D4D1B9}"/>
              </a:ext>
            </a:extLst>
          </p:cNvPr>
          <p:cNvSpPr>
            <a:spLocks noGrp="1"/>
          </p:cNvSpPr>
          <p:nvPr/>
        </p:nvSpPr>
        <p:spPr>
          <a:xfrm>
            <a:off x="9921550" y="5747684"/>
            <a:ext cx="19135" cy="19135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knowledge-node">
            <a:extLst>
              <a:ext uri="{FF2B5EF4-FFF2-40B4-BE49-F238E27FC236}">
                <a16:creationId xmlns:a16="http://schemas.microsoft.com/office/drawing/2014/main" id="{117DEB9B-5040-47E9-8A1F-D101432678FF}"/>
              </a:ext>
            </a:extLst>
          </p:cNvPr>
          <p:cNvSpPr>
            <a:spLocks noGrp="1"/>
          </p:cNvSpPr>
          <p:nvPr/>
        </p:nvSpPr>
        <p:spPr>
          <a:xfrm>
            <a:off x="9877218" y="5928349"/>
            <a:ext cx="13958" cy="13958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knowledge-node">
            <a:extLst>
              <a:ext uri="{FF2B5EF4-FFF2-40B4-BE49-F238E27FC236}">
                <a16:creationId xmlns:a16="http://schemas.microsoft.com/office/drawing/2014/main" id="{1EB0DBA6-BEC2-486D-A330-C67172530861}"/>
              </a:ext>
            </a:extLst>
          </p:cNvPr>
          <p:cNvSpPr>
            <a:spLocks noGrp="1"/>
          </p:cNvSpPr>
          <p:nvPr/>
        </p:nvSpPr>
        <p:spPr>
          <a:xfrm>
            <a:off x="9751638" y="6382999"/>
            <a:ext cx="23490" cy="23490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knowledge-node">
            <a:extLst>
              <a:ext uri="{FF2B5EF4-FFF2-40B4-BE49-F238E27FC236}">
                <a16:creationId xmlns:a16="http://schemas.microsoft.com/office/drawing/2014/main" id="{BAA374B5-403E-49E6-9759-B8F2084EC7D1}"/>
              </a:ext>
            </a:extLst>
          </p:cNvPr>
          <p:cNvSpPr>
            <a:spLocks noGrp="1"/>
          </p:cNvSpPr>
          <p:nvPr/>
        </p:nvSpPr>
        <p:spPr>
          <a:xfrm>
            <a:off x="9707172" y="6569436"/>
            <a:ext cx="23694" cy="23694"/>
          </a:xfrm>
          <a:prstGeom prst="ellipse">
            <a:avLst/>
          </a:prstGeom>
          <a:solidFill>
            <a:srgbClr val="E2BA0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knowledge-node">
            <a:extLst>
              <a:ext uri="{FF2B5EF4-FFF2-40B4-BE49-F238E27FC236}">
                <a16:creationId xmlns:a16="http://schemas.microsoft.com/office/drawing/2014/main" id="{68CE300F-22F9-4609-8294-CA0C0D345CCC}"/>
              </a:ext>
            </a:extLst>
          </p:cNvPr>
          <p:cNvSpPr>
            <a:spLocks noGrp="1"/>
          </p:cNvSpPr>
          <p:nvPr/>
        </p:nvSpPr>
        <p:spPr>
          <a:xfrm>
            <a:off x="10211291" y="5183920"/>
            <a:ext cx="14940" cy="14940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knowledge-node">
            <a:extLst>
              <a:ext uri="{FF2B5EF4-FFF2-40B4-BE49-F238E27FC236}">
                <a16:creationId xmlns:a16="http://schemas.microsoft.com/office/drawing/2014/main" id="{18DBED32-AE02-48F0-8814-1D17C77B2C06}"/>
              </a:ext>
            </a:extLst>
          </p:cNvPr>
          <p:cNvSpPr>
            <a:spLocks noGrp="1"/>
          </p:cNvSpPr>
          <p:nvPr/>
        </p:nvSpPr>
        <p:spPr>
          <a:xfrm>
            <a:off x="10220271" y="5369859"/>
            <a:ext cx="26282" cy="26282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1" name="knowledge-node">
            <a:extLst>
              <a:ext uri="{FF2B5EF4-FFF2-40B4-BE49-F238E27FC236}">
                <a16:creationId xmlns:a16="http://schemas.microsoft.com/office/drawing/2014/main" id="{2CD8EE0A-BCDB-42E3-8CCB-03EE0DF9C23C}"/>
              </a:ext>
            </a:extLst>
          </p:cNvPr>
          <p:cNvSpPr>
            <a:spLocks noGrp="1"/>
          </p:cNvSpPr>
          <p:nvPr/>
        </p:nvSpPr>
        <p:spPr>
          <a:xfrm>
            <a:off x="10212831" y="5320200"/>
            <a:ext cx="19496" cy="19496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knowledge-node">
            <a:extLst>
              <a:ext uri="{FF2B5EF4-FFF2-40B4-BE49-F238E27FC236}">
                <a16:creationId xmlns:a16="http://schemas.microsoft.com/office/drawing/2014/main" id="{1F187B98-4909-4F16-A94E-7C8404C4D4A8}"/>
              </a:ext>
            </a:extLst>
          </p:cNvPr>
          <p:cNvSpPr>
            <a:spLocks noGrp="1"/>
          </p:cNvSpPr>
          <p:nvPr/>
        </p:nvSpPr>
        <p:spPr>
          <a:xfrm>
            <a:off x="10036064" y="5691372"/>
            <a:ext cx="27208" cy="27208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knowledge-node">
            <a:extLst>
              <a:ext uri="{FF2B5EF4-FFF2-40B4-BE49-F238E27FC236}">
                <a16:creationId xmlns:a16="http://schemas.microsoft.com/office/drawing/2014/main" id="{204B706A-A17D-436C-B4BE-44D8CDEB523D}"/>
              </a:ext>
            </a:extLst>
          </p:cNvPr>
          <p:cNvSpPr>
            <a:spLocks noGrp="1"/>
          </p:cNvSpPr>
          <p:nvPr/>
        </p:nvSpPr>
        <p:spPr>
          <a:xfrm>
            <a:off x="10299635" y="5855865"/>
            <a:ext cx="20818" cy="20818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knowledge-node">
            <a:extLst>
              <a:ext uri="{FF2B5EF4-FFF2-40B4-BE49-F238E27FC236}">
                <a16:creationId xmlns:a16="http://schemas.microsoft.com/office/drawing/2014/main" id="{315FF098-EAD7-410E-B9B3-D192CEA4FF88}"/>
              </a:ext>
            </a:extLst>
          </p:cNvPr>
          <p:cNvSpPr>
            <a:spLocks noGrp="1"/>
          </p:cNvSpPr>
          <p:nvPr/>
        </p:nvSpPr>
        <p:spPr>
          <a:xfrm>
            <a:off x="10238531" y="6167310"/>
            <a:ext cx="48018" cy="48018"/>
          </a:xfrm>
          <a:prstGeom prst="ellipse">
            <a:avLst/>
          </a:prstGeom>
          <a:solidFill>
            <a:srgbClr val="C9B71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85" name="knowledge-node">
            <a:extLst>
              <a:ext uri="{FF2B5EF4-FFF2-40B4-BE49-F238E27FC236}">
                <a16:creationId xmlns:a16="http://schemas.microsoft.com/office/drawing/2014/main" id="{3F682730-5CA3-430D-B062-BA2EB37218ED}"/>
              </a:ext>
            </a:extLst>
          </p:cNvPr>
          <p:cNvSpPr>
            <a:spLocks noGrp="1"/>
          </p:cNvSpPr>
          <p:nvPr/>
        </p:nvSpPr>
        <p:spPr>
          <a:xfrm>
            <a:off x="10137225" y="6527097"/>
            <a:ext cx="19846" cy="19846"/>
          </a:xfrm>
          <a:prstGeom prst="ellipse">
            <a:avLst/>
          </a:prstGeom>
          <a:solidFill>
            <a:srgbClr val="C9B71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knowledge-node">
            <a:extLst>
              <a:ext uri="{FF2B5EF4-FFF2-40B4-BE49-F238E27FC236}">
                <a16:creationId xmlns:a16="http://schemas.microsoft.com/office/drawing/2014/main" id="{B566F16E-1DEC-4FEB-99ED-719B2C892E79}"/>
              </a:ext>
            </a:extLst>
          </p:cNvPr>
          <p:cNvSpPr>
            <a:spLocks noGrp="1"/>
          </p:cNvSpPr>
          <p:nvPr/>
        </p:nvSpPr>
        <p:spPr>
          <a:xfrm>
            <a:off x="10604730" y="5001090"/>
            <a:ext cx="26606" cy="26606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knowledge-node">
            <a:extLst>
              <a:ext uri="{FF2B5EF4-FFF2-40B4-BE49-F238E27FC236}">
                <a16:creationId xmlns:a16="http://schemas.microsoft.com/office/drawing/2014/main" id="{C2F89776-3760-40B2-B12E-88BDAA2C4FB6}"/>
              </a:ext>
            </a:extLst>
          </p:cNvPr>
          <p:cNvSpPr>
            <a:spLocks noGrp="1"/>
          </p:cNvSpPr>
          <p:nvPr/>
        </p:nvSpPr>
        <p:spPr>
          <a:xfrm>
            <a:off x="10496751" y="5024841"/>
            <a:ext cx="17831" cy="17831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knowledge-node">
            <a:extLst>
              <a:ext uri="{FF2B5EF4-FFF2-40B4-BE49-F238E27FC236}">
                <a16:creationId xmlns:a16="http://schemas.microsoft.com/office/drawing/2014/main" id="{889B1EB5-63ED-4B2C-9BA8-CA595824D329}"/>
              </a:ext>
            </a:extLst>
          </p:cNvPr>
          <p:cNvSpPr>
            <a:spLocks noGrp="1"/>
          </p:cNvSpPr>
          <p:nvPr/>
        </p:nvSpPr>
        <p:spPr>
          <a:xfrm>
            <a:off x="10625245" y="5202371"/>
            <a:ext cx="25462" cy="25462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knowledge-node">
            <a:extLst>
              <a:ext uri="{FF2B5EF4-FFF2-40B4-BE49-F238E27FC236}">
                <a16:creationId xmlns:a16="http://schemas.microsoft.com/office/drawing/2014/main" id="{5B130C89-87AC-41C5-BC9B-B641F431A976}"/>
              </a:ext>
            </a:extLst>
          </p:cNvPr>
          <p:cNvSpPr>
            <a:spLocks noGrp="1"/>
          </p:cNvSpPr>
          <p:nvPr/>
        </p:nvSpPr>
        <p:spPr>
          <a:xfrm>
            <a:off x="10679170" y="5568400"/>
            <a:ext cx="26618" cy="26618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knowledge-node">
            <a:extLst>
              <a:ext uri="{FF2B5EF4-FFF2-40B4-BE49-F238E27FC236}">
                <a16:creationId xmlns:a16="http://schemas.microsoft.com/office/drawing/2014/main" id="{ED8ECF3C-D966-4F68-A963-7C90409CDBC0}"/>
              </a:ext>
            </a:extLst>
          </p:cNvPr>
          <p:cNvSpPr>
            <a:spLocks noGrp="1"/>
          </p:cNvSpPr>
          <p:nvPr/>
        </p:nvSpPr>
        <p:spPr>
          <a:xfrm>
            <a:off x="10511383" y="5732770"/>
            <a:ext cx="19992" cy="19992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1" name="knowledge-node">
            <a:extLst>
              <a:ext uri="{FF2B5EF4-FFF2-40B4-BE49-F238E27FC236}">
                <a16:creationId xmlns:a16="http://schemas.microsoft.com/office/drawing/2014/main" id="{DD81A27B-C547-464B-B117-CF6156CA988C}"/>
              </a:ext>
            </a:extLst>
          </p:cNvPr>
          <p:cNvSpPr>
            <a:spLocks noGrp="1"/>
          </p:cNvSpPr>
          <p:nvPr/>
        </p:nvSpPr>
        <p:spPr>
          <a:xfrm>
            <a:off x="10539145" y="6086444"/>
            <a:ext cx="18371" cy="18371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2" name="knowledge-node">
            <a:extLst>
              <a:ext uri="{FF2B5EF4-FFF2-40B4-BE49-F238E27FC236}">
                <a16:creationId xmlns:a16="http://schemas.microsoft.com/office/drawing/2014/main" id="{0EBC510B-A2A6-4005-9C14-3E03DE9FD032}"/>
              </a:ext>
            </a:extLst>
          </p:cNvPr>
          <p:cNvSpPr>
            <a:spLocks noGrp="1"/>
          </p:cNvSpPr>
          <p:nvPr/>
        </p:nvSpPr>
        <p:spPr>
          <a:xfrm>
            <a:off x="10686907" y="6417915"/>
            <a:ext cx="17937" cy="17937"/>
          </a:xfrm>
          <a:prstGeom prst="ellipse">
            <a:avLst/>
          </a:prstGeom>
          <a:solidFill>
            <a:srgbClr val="B0B52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knowledge-node">
            <a:extLst>
              <a:ext uri="{FF2B5EF4-FFF2-40B4-BE49-F238E27FC236}">
                <a16:creationId xmlns:a16="http://schemas.microsoft.com/office/drawing/2014/main" id="{FA6A4A28-0C93-4E6B-B992-C20B714DE888}"/>
              </a:ext>
            </a:extLst>
          </p:cNvPr>
          <p:cNvSpPr>
            <a:spLocks noGrp="1"/>
          </p:cNvSpPr>
          <p:nvPr/>
        </p:nvSpPr>
        <p:spPr>
          <a:xfrm>
            <a:off x="11014249" y="4893142"/>
            <a:ext cx="17875" cy="17875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4" name="knowledge-node">
            <a:extLst>
              <a:ext uri="{FF2B5EF4-FFF2-40B4-BE49-F238E27FC236}">
                <a16:creationId xmlns:a16="http://schemas.microsoft.com/office/drawing/2014/main" id="{00109A6D-DD0C-4C23-A7A7-E26714B05A2C}"/>
              </a:ext>
            </a:extLst>
          </p:cNvPr>
          <p:cNvSpPr>
            <a:spLocks noGrp="1"/>
          </p:cNvSpPr>
          <p:nvPr/>
        </p:nvSpPr>
        <p:spPr>
          <a:xfrm>
            <a:off x="11076894" y="4896834"/>
            <a:ext cx="27614" cy="27614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5" name="knowledge-node">
            <a:extLst>
              <a:ext uri="{FF2B5EF4-FFF2-40B4-BE49-F238E27FC236}">
                <a16:creationId xmlns:a16="http://schemas.microsoft.com/office/drawing/2014/main" id="{90864015-F13B-4E71-B8B0-58BB0CF36FFF}"/>
              </a:ext>
            </a:extLst>
          </p:cNvPr>
          <p:cNvSpPr>
            <a:spLocks noGrp="1"/>
          </p:cNvSpPr>
          <p:nvPr/>
        </p:nvSpPr>
        <p:spPr>
          <a:xfrm>
            <a:off x="10824119" y="5073424"/>
            <a:ext cx="40028" cy="40028"/>
          </a:xfrm>
          <a:prstGeom prst="ellipse">
            <a:avLst/>
          </a:prstGeom>
          <a:solidFill>
            <a:srgbClr val="98B22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596" name="knowledge-node">
            <a:extLst>
              <a:ext uri="{FF2B5EF4-FFF2-40B4-BE49-F238E27FC236}">
                <a16:creationId xmlns:a16="http://schemas.microsoft.com/office/drawing/2014/main" id="{93041A64-550B-4DFE-90C4-711A4A83FF67}"/>
              </a:ext>
            </a:extLst>
          </p:cNvPr>
          <p:cNvSpPr>
            <a:spLocks noGrp="1"/>
          </p:cNvSpPr>
          <p:nvPr/>
        </p:nvSpPr>
        <p:spPr>
          <a:xfrm>
            <a:off x="10933678" y="5488101"/>
            <a:ext cx="18000" cy="18000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7" name="knowledge-node">
            <a:extLst>
              <a:ext uri="{FF2B5EF4-FFF2-40B4-BE49-F238E27FC236}">
                <a16:creationId xmlns:a16="http://schemas.microsoft.com/office/drawing/2014/main" id="{15D6C8F6-C74D-4FBF-B0B4-3D8333860C71}"/>
              </a:ext>
            </a:extLst>
          </p:cNvPr>
          <p:cNvSpPr>
            <a:spLocks noGrp="1"/>
          </p:cNvSpPr>
          <p:nvPr/>
        </p:nvSpPr>
        <p:spPr>
          <a:xfrm>
            <a:off x="10868723" y="5729189"/>
            <a:ext cx="24871" cy="24871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8" name="knowledge-node">
            <a:extLst>
              <a:ext uri="{FF2B5EF4-FFF2-40B4-BE49-F238E27FC236}">
                <a16:creationId xmlns:a16="http://schemas.microsoft.com/office/drawing/2014/main" id="{08A34C86-0828-4418-A190-B876A2376C1F}"/>
              </a:ext>
            </a:extLst>
          </p:cNvPr>
          <p:cNvSpPr>
            <a:spLocks noGrp="1"/>
          </p:cNvSpPr>
          <p:nvPr/>
        </p:nvSpPr>
        <p:spPr>
          <a:xfrm>
            <a:off x="10856679" y="5998989"/>
            <a:ext cx="25887" cy="25887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9" name="knowledge-node">
            <a:extLst>
              <a:ext uri="{FF2B5EF4-FFF2-40B4-BE49-F238E27FC236}">
                <a16:creationId xmlns:a16="http://schemas.microsoft.com/office/drawing/2014/main" id="{AC3B213A-CE3D-4807-B3AD-B64D7BC7F753}"/>
              </a:ext>
            </a:extLst>
          </p:cNvPr>
          <p:cNvSpPr>
            <a:spLocks noGrp="1"/>
          </p:cNvSpPr>
          <p:nvPr/>
        </p:nvSpPr>
        <p:spPr>
          <a:xfrm>
            <a:off x="11075878" y="6273491"/>
            <a:ext cx="16081" cy="16081"/>
          </a:xfrm>
          <a:prstGeom prst="ellipse">
            <a:avLst/>
          </a:prstGeom>
          <a:solidFill>
            <a:srgbClr val="98B22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0" name="knowledge-node">
            <a:extLst>
              <a:ext uri="{FF2B5EF4-FFF2-40B4-BE49-F238E27FC236}">
                <a16:creationId xmlns:a16="http://schemas.microsoft.com/office/drawing/2014/main" id="{DEFE0A27-8730-4651-B6AC-D0A9B0D687E5}"/>
              </a:ext>
            </a:extLst>
          </p:cNvPr>
          <p:cNvSpPr>
            <a:spLocks noGrp="1"/>
          </p:cNvSpPr>
          <p:nvPr/>
        </p:nvSpPr>
        <p:spPr>
          <a:xfrm>
            <a:off x="11433474" y="4650185"/>
            <a:ext cx="73526" cy="73526"/>
          </a:xfrm>
          <a:prstGeom prst="ellipse">
            <a:avLst/>
          </a:prstGeom>
          <a:solidFill>
            <a:srgbClr val="7FB036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01" name="knowledge-node">
            <a:extLst>
              <a:ext uri="{FF2B5EF4-FFF2-40B4-BE49-F238E27FC236}">
                <a16:creationId xmlns:a16="http://schemas.microsoft.com/office/drawing/2014/main" id="{904795CE-DD28-4D17-A353-2CBE80093722}"/>
              </a:ext>
            </a:extLst>
          </p:cNvPr>
          <p:cNvSpPr>
            <a:spLocks noGrp="1"/>
          </p:cNvSpPr>
          <p:nvPr/>
        </p:nvSpPr>
        <p:spPr>
          <a:xfrm>
            <a:off x="11332479" y="4862586"/>
            <a:ext cx="49523" cy="49523"/>
          </a:xfrm>
          <a:prstGeom prst="ellipse">
            <a:avLst/>
          </a:prstGeom>
          <a:solidFill>
            <a:srgbClr val="7FB036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02" name="knowledge-node">
            <a:extLst>
              <a:ext uri="{FF2B5EF4-FFF2-40B4-BE49-F238E27FC236}">
                <a16:creationId xmlns:a16="http://schemas.microsoft.com/office/drawing/2014/main" id="{3A1E3BFF-7A13-4C38-B24A-BD53102380F2}"/>
              </a:ext>
            </a:extLst>
          </p:cNvPr>
          <p:cNvSpPr>
            <a:spLocks noGrp="1"/>
          </p:cNvSpPr>
          <p:nvPr/>
        </p:nvSpPr>
        <p:spPr>
          <a:xfrm>
            <a:off x="11398584" y="5009459"/>
            <a:ext cx="22741" cy="22741"/>
          </a:xfrm>
          <a:prstGeom prst="ellipse">
            <a:avLst/>
          </a:prstGeom>
          <a:solidFill>
            <a:srgbClr val="7FB03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3" name="knowledge-node">
            <a:extLst>
              <a:ext uri="{FF2B5EF4-FFF2-40B4-BE49-F238E27FC236}">
                <a16:creationId xmlns:a16="http://schemas.microsoft.com/office/drawing/2014/main" id="{3CE546AF-4711-4FA2-B93E-4260E8D4B5A8}"/>
              </a:ext>
            </a:extLst>
          </p:cNvPr>
          <p:cNvSpPr>
            <a:spLocks noGrp="1"/>
          </p:cNvSpPr>
          <p:nvPr/>
        </p:nvSpPr>
        <p:spPr>
          <a:xfrm>
            <a:off x="11460972" y="5262131"/>
            <a:ext cx="15967" cy="15967"/>
          </a:xfrm>
          <a:prstGeom prst="ellipse">
            <a:avLst/>
          </a:prstGeom>
          <a:solidFill>
            <a:srgbClr val="7FB03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4" name="knowledge-node">
            <a:extLst>
              <a:ext uri="{FF2B5EF4-FFF2-40B4-BE49-F238E27FC236}">
                <a16:creationId xmlns:a16="http://schemas.microsoft.com/office/drawing/2014/main" id="{CAD8AE46-F8CE-4BB8-A77A-B09C6F72BADC}"/>
              </a:ext>
            </a:extLst>
          </p:cNvPr>
          <p:cNvSpPr>
            <a:spLocks noGrp="1"/>
          </p:cNvSpPr>
          <p:nvPr/>
        </p:nvSpPr>
        <p:spPr>
          <a:xfrm>
            <a:off x="11542173" y="5610835"/>
            <a:ext cx="14272" cy="14272"/>
          </a:xfrm>
          <a:prstGeom prst="ellipse">
            <a:avLst/>
          </a:prstGeom>
          <a:solidFill>
            <a:srgbClr val="7FB03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5" name="knowledge-node">
            <a:extLst>
              <a:ext uri="{FF2B5EF4-FFF2-40B4-BE49-F238E27FC236}">
                <a16:creationId xmlns:a16="http://schemas.microsoft.com/office/drawing/2014/main" id="{16DD6DB3-1C7B-47D7-98E8-61BED60E39E3}"/>
              </a:ext>
            </a:extLst>
          </p:cNvPr>
          <p:cNvSpPr>
            <a:spLocks noGrp="1"/>
          </p:cNvSpPr>
          <p:nvPr/>
        </p:nvSpPr>
        <p:spPr>
          <a:xfrm>
            <a:off x="11409198" y="5831260"/>
            <a:ext cx="26470" cy="26470"/>
          </a:xfrm>
          <a:prstGeom prst="ellipse">
            <a:avLst/>
          </a:prstGeom>
          <a:solidFill>
            <a:srgbClr val="7FB03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6" name="knowledge-node">
            <a:extLst>
              <a:ext uri="{FF2B5EF4-FFF2-40B4-BE49-F238E27FC236}">
                <a16:creationId xmlns:a16="http://schemas.microsoft.com/office/drawing/2014/main" id="{66DF5542-383D-44DB-8C38-2E887FFC6869}"/>
              </a:ext>
            </a:extLst>
          </p:cNvPr>
          <p:cNvSpPr>
            <a:spLocks noGrp="1"/>
          </p:cNvSpPr>
          <p:nvPr/>
        </p:nvSpPr>
        <p:spPr>
          <a:xfrm>
            <a:off x="11287237" y="5898722"/>
            <a:ext cx="47448" cy="47448"/>
          </a:xfrm>
          <a:prstGeom prst="ellipse">
            <a:avLst/>
          </a:prstGeom>
          <a:solidFill>
            <a:srgbClr val="7FB036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07" name="knowledge-node">
            <a:extLst>
              <a:ext uri="{FF2B5EF4-FFF2-40B4-BE49-F238E27FC236}">
                <a16:creationId xmlns:a16="http://schemas.microsoft.com/office/drawing/2014/main" id="{100287A6-DEFE-44B9-80DF-BFB71F6606D8}"/>
              </a:ext>
            </a:extLst>
          </p:cNvPr>
          <p:cNvSpPr>
            <a:spLocks noGrp="1"/>
          </p:cNvSpPr>
          <p:nvPr/>
        </p:nvSpPr>
        <p:spPr>
          <a:xfrm>
            <a:off x="11631607" y="4623485"/>
            <a:ext cx="21536" cy="21536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8" name="knowledge-node">
            <a:extLst>
              <a:ext uri="{FF2B5EF4-FFF2-40B4-BE49-F238E27FC236}">
                <a16:creationId xmlns:a16="http://schemas.microsoft.com/office/drawing/2014/main" id="{4DE8DF8C-2A31-4CFD-BCFD-05938DFB2BCF}"/>
              </a:ext>
            </a:extLst>
          </p:cNvPr>
          <p:cNvSpPr>
            <a:spLocks noGrp="1"/>
          </p:cNvSpPr>
          <p:nvPr/>
        </p:nvSpPr>
        <p:spPr>
          <a:xfrm>
            <a:off x="11856172" y="4693546"/>
            <a:ext cx="24181" cy="24181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9" name="knowledge-node">
            <a:extLst>
              <a:ext uri="{FF2B5EF4-FFF2-40B4-BE49-F238E27FC236}">
                <a16:creationId xmlns:a16="http://schemas.microsoft.com/office/drawing/2014/main" id="{AF760F55-0F8F-4B5A-B284-7C148AE83EBB}"/>
              </a:ext>
            </a:extLst>
          </p:cNvPr>
          <p:cNvSpPr>
            <a:spLocks noGrp="1"/>
          </p:cNvSpPr>
          <p:nvPr/>
        </p:nvSpPr>
        <p:spPr>
          <a:xfrm>
            <a:off x="11666752" y="4902420"/>
            <a:ext cx="17269" cy="17269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0" name="knowledge-node">
            <a:extLst>
              <a:ext uri="{FF2B5EF4-FFF2-40B4-BE49-F238E27FC236}">
                <a16:creationId xmlns:a16="http://schemas.microsoft.com/office/drawing/2014/main" id="{011AC6AC-592D-43C4-8ED0-CAE17F9F203E}"/>
              </a:ext>
            </a:extLst>
          </p:cNvPr>
          <p:cNvSpPr>
            <a:spLocks noGrp="1"/>
          </p:cNvSpPr>
          <p:nvPr/>
        </p:nvSpPr>
        <p:spPr>
          <a:xfrm>
            <a:off x="11915414" y="5254593"/>
            <a:ext cx="16562" cy="16562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1" name="knowledge-node">
            <a:extLst>
              <a:ext uri="{FF2B5EF4-FFF2-40B4-BE49-F238E27FC236}">
                <a16:creationId xmlns:a16="http://schemas.microsoft.com/office/drawing/2014/main" id="{4253DCE9-DB77-460B-BA97-E31F91957FD3}"/>
              </a:ext>
            </a:extLst>
          </p:cNvPr>
          <p:cNvSpPr>
            <a:spLocks noGrp="1"/>
          </p:cNvSpPr>
          <p:nvPr/>
        </p:nvSpPr>
        <p:spPr>
          <a:xfrm>
            <a:off x="11668366" y="5600286"/>
            <a:ext cx="20014" cy="20014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2" name="knowledge-node">
            <a:extLst>
              <a:ext uri="{FF2B5EF4-FFF2-40B4-BE49-F238E27FC236}">
                <a16:creationId xmlns:a16="http://schemas.microsoft.com/office/drawing/2014/main" id="{4965AC19-D609-4114-83DD-7D5F1C21F205}"/>
              </a:ext>
            </a:extLst>
          </p:cNvPr>
          <p:cNvSpPr>
            <a:spLocks noGrp="1"/>
          </p:cNvSpPr>
          <p:nvPr/>
        </p:nvSpPr>
        <p:spPr>
          <a:xfrm>
            <a:off x="11647339" y="5702866"/>
            <a:ext cx="69127" cy="69127"/>
          </a:xfrm>
          <a:prstGeom prst="ellipse">
            <a:avLst/>
          </a:prstGeom>
          <a:solidFill>
            <a:srgbClr val="66AD4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613" name="knowledge-node">
            <a:extLst>
              <a:ext uri="{FF2B5EF4-FFF2-40B4-BE49-F238E27FC236}">
                <a16:creationId xmlns:a16="http://schemas.microsoft.com/office/drawing/2014/main" id="{1D29B1D0-9BF0-40D7-9D84-8B7119385E95}"/>
              </a:ext>
            </a:extLst>
          </p:cNvPr>
          <p:cNvSpPr>
            <a:spLocks noGrp="1"/>
          </p:cNvSpPr>
          <p:nvPr/>
        </p:nvSpPr>
        <p:spPr>
          <a:xfrm>
            <a:off x="11715481" y="5794530"/>
            <a:ext cx="13813" cy="13813"/>
          </a:xfrm>
          <a:prstGeom prst="ellipse">
            <a:avLst/>
          </a:prstGeom>
          <a:solidFill>
            <a:srgbClr val="66AD4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4" name="knowledge-node">
            <a:extLst>
              <a:ext uri="{FF2B5EF4-FFF2-40B4-BE49-F238E27FC236}">
                <a16:creationId xmlns:a16="http://schemas.microsoft.com/office/drawing/2014/main" id="{660827FE-8576-4A49-9DFF-5983345A6B52}"/>
              </a:ext>
            </a:extLst>
          </p:cNvPr>
          <p:cNvSpPr>
            <a:spLocks noGrp="1"/>
          </p:cNvSpPr>
          <p:nvPr/>
        </p:nvSpPr>
        <p:spPr>
          <a:xfrm>
            <a:off x="12150274" y="4580485"/>
            <a:ext cx="27494" cy="27494"/>
          </a:xfrm>
          <a:prstGeom prst="ellipse">
            <a:avLst/>
          </a:prstGeom>
          <a:solidFill>
            <a:srgbClr val="4D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5" name="knowledge-node">
            <a:extLst>
              <a:ext uri="{FF2B5EF4-FFF2-40B4-BE49-F238E27FC236}">
                <a16:creationId xmlns:a16="http://schemas.microsoft.com/office/drawing/2014/main" id="{E15206A3-93E4-4E20-9F28-83F49FDAB3E4}"/>
              </a:ext>
            </a:extLst>
          </p:cNvPr>
          <p:cNvSpPr>
            <a:spLocks noGrp="1"/>
          </p:cNvSpPr>
          <p:nvPr/>
        </p:nvSpPr>
        <p:spPr>
          <a:xfrm>
            <a:off x="12172146" y="5014962"/>
            <a:ext cx="18943" cy="18943"/>
          </a:xfrm>
          <a:prstGeom prst="ellipse">
            <a:avLst/>
          </a:prstGeom>
          <a:solidFill>
            <a:srgbClr val="4D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6" name="knowledge-node">
            <a:extLst>
              <a:ext uri="{FF2B5EF4-FFF2-40B4-BE49-F238E27FC236}">
                <a16:creationId xmlns:a16="http://schemas.microsoft.com/office/drawing/2014/main" id="{6106C1A6-FB50-438B-B91F-2870604728CB}"/>
              </a:ext>
            </a:extLst>
          </p:cNvPr>
          <p:cNvSpPr>
            <a:spLocks noGrp="1"/>
          </p:cNvSpPr>
          <p:nvPr/>
        </p:nvSpPr>
        <p:spPr>
          <a:xfrm>
            <a:off x="12189883" y="5263531"/>
            <a:ext cx="44528" cy="44528"/>
          </a:xfrm>
          <a:prstGeom prst="ellipse">
            <a:avLst/>
          </a:prstGeom>
          <a:solidFill>
            <a:srgbClr val="4DAB4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17" name="knowledge-node">
            <a:extLst>
              <a:ext uri="{FF2B5EF4-FFF2-40B4-BE49-F238E27FC236}">
                <a16:creationId xmlns:a16="http://schemas.microsoft.com/office/drawing/2014/main" id="{D21F6C52-00B3-431A-A278-71E71A1A7657}"/>
              </a:ext>
            </a:extLst>
          </p:cNvPr>
          <p:cNvSpPr>
            <a:spLocks noGrp="1"/>
          </p:cNvSpPr>
          <p:nvPr/>
        </p:nvSpPr>
        <p:spPr>
          <a:xfrm>
            <a:off x="12320092" y="5449441"/>
            <a:ext cx="51108" cy="51108"/>
          </a:xfrm>
          <a:prstGeom prst="ellipse">
            <a:avLst/>
          </a:prstGeom>
          <a:solidFill>
            <a:srgbClr val="4DAB49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618" name="knowledge-node">
            <a:extLst>
              <a:ext uri="{FF2B5EF4-FFF2-40B4-BE49-F238E27FC236}">
                <a16:creationId xmlns:a16="http://schemas.microsoft.com/office/drawing/2014/main" id="{6C2F89FD-40F4-4DF7-9BA6-338E2164B9F4}"/>
              </a:ext>
            </a:extLst>
          </p:cNvPr>
          <p:cNvSpPr>
            <a:spLocks noGrp="1"/>
          </p:cNvSpPr>
          <p:nvPr/>
        </p:nvSpPr>
        <p:spPr>
          <a:xfrm>
            <a:off x="12177908" y="5679323"/>
            <a:ext cx="19956" cy="19956"/>
          </a:xfrm>
          <a:prstGeom prst="ellipse">
            <a:avLst/>
          </a:prstGeom>
          <a:solidFill>
            <a:srgbClr val="4D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9" name="knowledge-node">
            <a:extLst>
              <a:ext uri="{FF2B5EF4-FFF2-40B4-BE49-F238E27FC236}">
                <a16:creationId xmlns:a16="http://schemas.microsoft.com/office/drawing/2014/main" id="{EAD795A0-2A4D-4652-99B8-FB6721D0F9C0}"/>
              </a:ext>
            </a:extLst>
          </p:cNvPr>
          <p:cNvSpPr>
            <a:spLocks noGrp="1"/>
          </p:cNvSpPr>
          <p:nvPr/>
        </p:nvSpPr>
        <p:spPr>
          <a:xfrm>
            <a:off x="12088876" y="5718613"/>
            <a:ext cx="25418" cy="25418"/>
          </a:xfrm>
          <a:prstGeom prst="ellipse">
            <a:avLst/>
          </a:prstGeom>
          <a:solidFill>
            <a:srgbClr val="4DAB4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0" name="knowledge-node">
            <a:extLst>
              <a:ext uri="{FF2B5EF4-FFF2-40B4-BE49-F238E27FC236}">
                <a16:creationId xmlns:a16="http://schemas.microsoft.com/office/drawing/2014/main" id="{C9C46E89-1572-45DF-8EFD-15A52CFEE6AF}"/>
              </a:ext>
            </a:extLst>
          </p:cNvPr>
          <p:cNvSpPr>
            <a:spLocks noGrp="1"/>
          </p:cNvSpPr>
          <p:nvPr/>
        </p:nvSpPr>
        <p:spPr>
          <a:xfrm>
            <a:off x="12521771" y="4709913"/>
            <a:ext cx="22060" cy="22060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1" name="knowledge-node">
            <a:extLst>
              <a:ext uri="{FF2B5EF4-FFF2-40B4-BE49-F238E27FC236}">
                <a16:creationId xmlns:a16="http://schemas.microsoft.com/office/drawing/2014/main" id="{74088592-F840-4CE3-BDC4-0E3E633B591B}"/>
              </a:ext>
            </a:extLst>
          </p:cNvPr>
          <p:cNvSpPr>
            <a:spLocks noGrp="1"/>
          </p:cNvSpPr>
          <p:nvPr/>
        </p:nvSpPr>
        <p:spPr>
          <a:xfrm>
            <a:off x="12704672" y="4852838"/>
            <a:ext cx="13931" cy="13931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2" name="knowledge-node">
            <a:extLst>
              <a:ext uri="{FF2B5EF4-FFF2-40B4-BE49-F238E27FC236}">
                <a16:creationId xmlns:a16="http://schemas.microsoft.com/office/drawing/2014/main" id="{92DE2A00-C76C-4DC5-83EB-47D8CBBDBFA5}"/>
              </a:ext>
            </a:extLst>
          </p:cNvPr>
          <p:cNvSpPr>
            <a:spLocks noGrp="1"/>
          </p:cNvSpPr>
          <p:nvPr/>
        </p:nvSpPr>
        <p:spPr>
          <a:xfrm>
            <a:off x="12439128" y="5173212"/>
            <a:ext cx="22314" cy="22314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3" name="knowledge-node">
            <a:extLst>
              <a:ext uri="{FF2B5EF4-FFF2-40B4-BE49-F238E27FC236}">
                <a16:creationId xmlns:a16="http://schemas.microsoft.com/office/drawing/2014/main" id="{A959CB34-563A-4971-A76B-464341B432FC}"/>
              </a:ext>
            </a:extLst>
          </p:cNvPr>
          <p:cNvSpPr>
            <a:spLocks noGrp="1"/>
          </p:cNvSpPr>
          <p:nvPr/>
        </p:nvSpPr>
        <p:spPr>
          <a:xfrm>
            <a:off x="12710233" y="5381171"/>
            <a:ext cx="20847" cy="20847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4" name="knowledge-node">
            <a:extLst>
              <a:ext uri="{FF2B5EF4-FFF2-40B4-BE49-F238E27FC236}">
                <a16:creationId xmlns:a16="http://schemas.microsoft.com/office/drawing/2014/main" id="{288DD051-6227-4CE9-A135-C6980411545B}"/>
              </a:ext>
            </a:extLst>
          </p:cNvPr>
          <p:cNvSpPr>
            <a:spLocks noGrp="1"/>
          </p:cNvSpPr>
          <p:nvPr/>
        </p:nvSpPr>
        <p:spPr>
          <a:xfrm>
            <a:off x="12631760" y="5610790"/>
            <a:ext cx="16586" cy="16586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5" name="knowledge-node">
            <a:extLst>
              <a:ext uri="{FF2B5EF4-FFF2-40B4-BE49-F238E27FC236}">
                <a16:creationId xmlns:a16="http://schemas.microsoft.com/office/drawing/2014/main" id="{0F5434D2-4A10-45DA-BD39-54BEA4024BC2}"/>
              </a:ext>
            </a:extLst>
          </p:cNvPr>
          <p:cNvSpPr>
            <a:spLocks noGrp="1"/>
          </p:cNvSpPr>
          <p:nvPr/>
        </p:nvSpPr>
        <p:spPr>
          <a:xfrm>
            <a:off x="12747284" y="5533572"/>
            <a:ext cx="20704" cy="20704"/>
          </a:xfrm>
          <a:prstGeom prst="ellipse">
            <a:avLst/>
          </a:prstGeom>
          <a:solidFill>
            <a:srgbClr val="34A85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6" name="矩形 625">
            <a:extLst>
              <a:ext uri="{FF2B5EF4-FFF2-40B4-BE49-F238E27FC236}">
                <a16:creationId xmlns:a16="http://schemas.microsoft.com/office/drawing/2014/main" id="{5481B5DC-E85A-488B-9E44-E12A1C3622EA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07142F"/>
                </a:solidFill>
                <a:latin typeface="+mn-ea"/>
                <a:cs typeface="Space Grotesk"/>
              </a:rPr>
              <a:t>06</a:t>
            </a:r>
          </a:p>
        </p:txBody>
      </p:sp>
      <p:sp>
        <p:nvSpPr>
          <p:cNvPr id="627" name="矩形 626">
            <a:extLst>
              <a:ext uri="{FF2B5EF4-FFF2-40B4-BE49-F238E27FC236}">
                <a16:creationId xmlns:a16="http://schemas.microsoft.com/office/drawing/2014/main" id="{CB64232B-3BF1-4545-B5CD-4EF740D39810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75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7142F"/>
                </a:solidFill>
                <a:latin typeface="+mn-ea"/>
                <a:cs typeface="Inter"/>
              </a:rPr>
              <a:t>THANK YOU</a:t>
            </a:r>
          </a:p>
        </p:txBody>
      </p:sp>
      <p:pic>
        <p:nvPicPr>
          <p:cNvPr id="1266" name="图片 126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81299" y="1504949"/>
            <a:ext cx="2127031" cy="2127031"/>
          </a:xfrm>
          <a:prstGeom prst="rect">
            <a:avLst/>
          </a:prstGeom>
        </p:spPr>
      </p:pic>
      <p:sp>
        <p:nvSpPr>
          <p:cNvPr id="629" name="vertical-divider">
            <a:extLst>
              <a:ext uri="{FF2B5EF4-FFF2-40B4-BE49-F238E27FC236}">
                <a16:creationId xmlns:a16="http://schemas.microsoft.com/office/drawing/2014/main" id="{9ED94E03-600C-4EC5-8AFD-5D536837091A}"/>
              </a:ext>
            </a:extLst>
          </p:cNvPr>
          <p:cNvSpPr>
            <a:spLocks noGrp="1"/>
          </p:cNvSpPr>
          <p:nvPr/>
        </p:nvSpPr>
        <p:spPr>
          <a:xfrm>
            <a:off x="4972050" y="1428750"/>
            <a:ext cx="9525" cy="2152650"/>
          </a:xfrm>
          <a:custGeom>
            <a:avLst/>
            <a:gdLst/>
            <a:ahLst/>
            <a:cxnLst/>
            <a:rect l="0" t="0" r="0" b="0"/>
            <a:pathLst>
              <a:path w="9525" h="2152650">
                <a:moveTo>
                  <a:pt x="0" y="0"/>
                </a:moveTo>
                <a:lnTo>
                  <a:pt x="0" y="2152650"/>
                </a:lnTo>
              </a:path>
            </a:pathLst>
          </a:custGeom>
          <a:noFill/>
          <a:ln w="10478">
            <a:solidFill>
              <a:srgbClr val="5C6472">
                <a:alpha val="32000"/>
              </a:srgbClr>
            </a:solidFill>
            <a:prstDash val="solid"/>
          </a:ln>
        </p:spPr>
      </p:sp>
      <p:sp>
        <p:nvSpPr>
          <p:cNvPr id="630" name="矩形 629">
            <a:extLst>
              <a:ext uri="{FF2B5EF4-FFF2-40B4-BE49-F238E27FC236}">
                <a16:creationId xmlns:a16="http://schemas.microsoft.com/office/drawing/2014/main" id="{F1A26F44-9048-41FF-BDAE-3EF7A090484B}"/>
              </a:ext>
            </a:extLst>
          </p:cNvPr>
          <p:cNvSpPr>
            <a:spLocks noGrp="1"/>
          </p:cNvSpPr>
          <p:nvPr/>
        </p:nvSpPr>
        <p:spPr>
          <a:xfrm>
            <a:off x="5638800" y="1676400"/>
            <a:ext cx="5143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850" b="1">
                <a:solidFill>
                  <a:srgbClr val="07142F"/>
                </a:solidFill>
                <a:latin typeface="Space Grotesk"/>
                <a:ea typeface="Space Grotesk"/>
                <a:cs typeface="Space Grotesk"/>
              </a:defRPr>
            </a:pPr>
            <a:r>
              <a:rPr sz="5850" b="1" dirty="0">
                <a:solidFill>
                  <a:srgbClr val="07142F"/>
                </a:solidFill>
                <a:latin typeface="+mn-ea"/>
                <a:cs typeface="Space Grotesk"/>
              </a:rPr>
              <a:t>Thank You</a:t>
            </a:r>
          </a:p>
        </p:txBody>
      </p:sp>
      <p:sp>
        <p:nvSpPr>
          <p:cNvPr id="631" name="brand-bar-1">
            <a:extLst>
              <a:ext uri="{FF2B5EF4-FFF2-40B4-BE49-F238E27FC236}">
                <a16:creationId xmlns:a16="http://schemas.microsoft.com/office/drawing/2014/main" id="{C5DFF81B-4A0C-4031-A92C-E8FF3AD8A831}"/>
              </a:ext>
            </a:extLst>
          </p:cNvPr>
          <p:cNvSpPr>
            <a:spLocks noGrp="1"/>
          </p:cNvSpPr>
          <p:nvPr/>
        </p:nvSpPr>
        <p:spPr>
          <a:xfrm>
            <a:off x="5676900" y="29527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632" name="brand-bar-2">
            <a:extLst>
              <a:ext uri="{FF2B5EF4-FFF2-40B4-BE49-F238E27FC236}">
                <a16:creationId xmlns:a16="http://schemas.microsoft.com/office/drawing/2014/main" id="{D5C15771-5287-49B6-AE8E-21AD7F2B9EBB}"/>
              </a:ext>
            </a:extLst>
          </p:cNvPr>
          <p:cNvSpPr>
            <a:spLocks noGrp="1"/>
          </p:cNvSpPr>
          <p:nvPr/>
        </p:nvSpPr>
        <p:spPr>
          <a:xfrm>
            <a:off x="6019800" y="29527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33" name="brand-bar-3">
            <a:extLst>
              <a:ext uri="{FF2B5EF4-FFF2-40B4-BE49-F238E27FC236}">
                <a16:creationId xmlns:a16="http://schemas.microsoft.com/office/drawing/2014/main" id="{E7D27CD3-DDDC-44A9-B49D-D0F77D7E864F}"/>
              </a:ext>
            </a:extLst>
          </p:cNvPr>
          <p:cNvSpPr>
            <a:spLocks noGrp="1"/>
          </p:cNvSpPr>
          <p:nvPr/>
        </p:nvSpPr>
        <p:spPr>
          <a:xfrm>
            <a:off x="6362700" y="29527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634" name="brand-bar-4">
            <a:extLst>
              <a:ext uri="{FF2B5EF4-FFF2-40B4-BE49-F238E27FC236}">
                <a16:creationId xmlns:a16="http://schemas.microsoft.com/office/drawing/2014/main" id="{115EFCFE-7E18-4502-AEF8-BDAE322C4998}"/>
              </a:ext>
            </a:extLst>
          </p:cNvPr>
          <p:cNvSpPr>
            <a:spLocks noGrp="1"/>
          </p:cNvSpPr>
          <p:nvPr/>
        </p:nvSpPr>
        <p:spPr>
          <a:xfrm>
            <a:off x="6705600" y="29527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635" name="brand-bar-5">
            <a:extLst>
              <a:ext uri="{FF2B5EF4-FFF2-40B4-BE49-F238E27FC236}">
                <a16:creationId xmlns:a16="http://schemas.microsoft.com/office/drawing/2014/main" id="{47C6DA21-40AE-4EEB-9189-1E7B633E8868}"/>
              </a:ext>
            </a:extLst>
          </p:cNvPr>
          <p:cNvSpPr>
            <a:spLocks noGrp="1"/>
          </p:cNvSpPr>
          <p:nvPr/>
        </p:nvSpPr>
        <p:spPr>
          <a:xfrm>
            <a:off x="7048500" y="2952750"/>
            <a:ext cx="228600" cy="28575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636" name="矩形 635">
            <a:extLst>
              <a:ext uri="{FF2B5EF4-FFF2-40B4-BE49-F238E27FC236}">
                <a16:creationId xmlns:a16="http://schemas.microsoft.com/office/drawing/2014/main" id="{19CB7D04-50E7-4914-AAEC-5AE8A834C79F}"/>
              </a:ext>
            </a:extLst>
          </p:cNvPr>
          <p:cNvSpPr>
            <a:spLocks noGrp="1"/>
          </p:cNvSpPr>
          <p:nvPr/>
        </p:nvSpPr>
        <p:spPr>
          <a:xfrm>
            <a:off x="5676900" y="3249013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5C6472"/>
                </a:solidFill>
                <a:latin typeface="Inter"/>
                <a:ea typeface="Inter"/>
                <a:cs typeface="Inter"/>
              </a:defRPr>
            </a:pPr>
            <a:r>
              <a:rPr sz="2250" b="0" dirty="0">
                <a:solidFill>
                  <a:srgbClr val="5C6472"/>
                </a:solidFill>
                <a:latin typeface="+mn-ea"/>
                <a:cs typeface="Inter"/>
              </a:rPr>
              <a:t>Questions &amp; Discussion</a:t>
            </a:r>
          </a:p>
        </p:txBody>
      </p:sp>
      <p:sp>
        <p:nvSpPr>
          <p:cNvPr id="637" name="矩形 636">
            <a:extLst>
              <a:ext uri="{FF2B5EF4-FFF2-40B4-BE49-F238E27FC236}">
                <a16:creationId xmlns:a16="http://schemas.microsoft.com/office/drawing/2014/main" id="{D76D11AD-8371-4A15-B309-37E590FE3C4A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0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07142F"/>
                </a:solidFill>
                <a:latin typeface="+mn-ea"/>
                <a:cs typeface="Inter"/>
              </a:rPr>
              <a:t>06</a:t>
            </a:r>
          </a:p>
        </p:txBody>
      </p:sp>
      <p:sp>
        <p:nvSpPr>
          <p:cNvPr id="638" name="矩形 637">
            <a:extLst>
              <a:ext uri="{FF2B5EF4-FFF2-40B4-BE49-F238E27FC236}">
                <a16:creationId xmlns:a16="http://schemas.microsoft.com/office/drawing/2014/main" id="{E4910440-4BB9-4F7F-920B-15E757B83EB8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1">
                <a:solidFill>
                  <a:srgbClr val="07142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7142F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7077120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LUMIA Deep">
      <a:dk1>
        <a:srgbClr val="000000"/>
      </a:dk1>
      <a:lt1>
        <a:srgbClr val="FFFFFF"/>
      </a:lt1>
      <a:dk2>
        <a:srgbClr val="0C1734"/>
      </a:dk2>
      <a:lt2>
        <a:srgbClr val="F1F4F8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Dee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0" dist="115877" dir="4832261">
              <a:srgbClr val="000000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LUMIA Deep">
      <a:dk1>
        <a:srgbClr val="000000"/>
      </a:dk1>
      <a:lt1>
        <a:srgbClr val="FFFFFF"/>
      </a:lt1>
      <a:dk2>
        <a:srgbClr val="0C1734"/>
      </a:dk2>
      <a:lt2>
        <a:srgbClr val="F1F4F8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Dee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0" dist="115877" dir="4832261">
              <a:srgbClr val="000000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LUMIA Deep">
      <a:dk1>
        <a:srgbClr val="000000"/>
      </a:dk1>
      <a:lt1>
        <a:srgbClr val="FFFFFF"/>
      </a:lt1>
      <a:dk2>
        <a:srgbClr val="0C1734"/>
      </a:dk2>
      <a:lt2>
        <a:srgbClr val="F1F4F8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Dee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0" dist="115877" dir="4832261">
              <a:srgbClr val="000000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192</Words>
  <Application>Microsoft Macintosh PowerPoint</Application>
  <DocSecurity>0</DocSecurity>
  <PresentationFormat>宽屏</PresentationFormat>
  <Paragraphs>81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Inter</vt:lpstr>
      <vt:lpstr>Space Grotesk</vt:lpstr>
      <vt:lpstr>Arial</vt:lpstr>
      <vt:lpstr>Calibri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WangYixuan</cp:lastModifiedBy>
  <cp:revision>9</cp:revision>
  <dcterms:created xsi:type="dcterms:W3CDTF">2026-07-03T09:50:33Z</dcterms:created>
  <dcterms:modified xsi:type="dcterms:W3CDTF">2026-07-04T23:17:59Z</dcterms:modified>
</cp:coreProperties>
</file>