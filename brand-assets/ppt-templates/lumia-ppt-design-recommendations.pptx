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25" r:id="rId3"/>
    <p:sldId id="324" r:id="rId4"/>
    <p:sldId id="326" r:id="rId5"/>
    <p:sldId id="327" r:id="rId6"/>
    <p:sldId id="328" r:id="rId7"/>
    <p:sldId id="32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3D472F-6097-5B48-B108-992DC24B45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46291E-E924-5A43-B44E-0299B835D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91217F-5A8D-334B-8DC2-2AE527161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47D6-D0E3-B946-A7CD-5C4E066505BB}" type="datetimeFigureOut">
              <a:rPr kumimoji="1" lang="zh-CN" altLang="en-US" smtClean="0"/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999534-344D-F741-BF7E-428417747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04546E-E203-5E40-B2D5-28EC7481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0F09-811A-6E42-BBEC-221C24BAB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2267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55DE88-B84B-6C48-B084-FC02B2174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3F6666-EEB4-B34C-9403-2479AC285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9A9F28-4859-7043-BEA4-89F40650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47D6-D0E3-B946-A7CD-5C4E066505BB}" type="datetimeFigureOut">
              <a:rPr kumimoji="1" lang="zh-CN" altLang="en-US" smtClean="0"/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690A17-8D67-8D44-BEEC-30C48C679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03E65C-3F35-5D4C-8D82-087A4B7BC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0F09-811A-6E42-BBEC-221C24BAB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3498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FB628-397B-8D46-95F8-A500E9280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02CF60-2787-DD47-8BC5-A69DBECB4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5A0FB8-661E-D143-8F49-60B3BB740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47D6-D0E3-B946-A7CD-5C4E066505BB}" type="datetimeFigureOut">
              <a:rPr kumimoji="1" lang="zh-CN" altLang="en-US" smtClean="0"/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974FFA-764A-B842-AAA1-FB90DB39C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B0A35B-A252-3E40-B9F8-D556C21A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0F09-811A-6E42-BBEC-221C24BAB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7682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0B4B60-A260-3B42-95C1-1B21740AD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67322B-E367-3745-807E-D8171E17D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5C66AA-89DE-7641-914F-CFE3C9DD9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FB9AB0-4F39-924A-B87E-C88CD62E6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47D6-D0E3-B946-A7CD-5C4E066505BB}" type="datetimeFigureOut">
              <a:rPr kumimoji="1" lang="zh-CN" altLang="en-US" smtClean="0"/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0D9E21-0642-8D40-B605-AFACFA50E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835528-A026-1143-AF76-E64662F3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0F09-811A-6E42-BBEC-221C24BAB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9186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48938D-1863-1D4C-BC37-29FB0D6C0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66F342-60A0-2241-B137-5D1BB59C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3DAB4D-B020-2245-AB45-7AEC7EADE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D184C84-A98E-494F-8B34-44D346454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A702377-BB88-1944-9BB7-BFED2FF1D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579D2C-D752-A747-8C0B-955473489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47D6-D0E3-B946-A7CD-5C4E066505BB}" type="datetimeFigureOut">
              <a:rPr kumimoji="1" lang="zh-CN" altLang="en-US" smtClean="0"/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B278CF-B613-6948-B5DA-23237FD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58ECE85-2113-0B41-8F43-B744F563F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0F09-811A-6E42-BBEC-221C24BAB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9394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E0ADB8-16F0-5442-B1B9-4518958D5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854146-AF55-E44B-A4F2-F0CA3BF9E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47D6-D0E3-B946-A7CD-5C4E066505BB}" type="datetimeFigureOut">
              <a:rPr kumimoji="1" lang="zh-CN" altLang="en-US" smtClean="0"/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820B9E-BAEE-8240-9AB8-30BE1B794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43A117-70DF-1648-8043-515BDCC4B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0F09-811A-6E42-BBEC-221C24BAB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0891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27841D-9AF4-B849-B213-3D1B88894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47D6-D0E3-B946-A7CD-5C4E066505BB}" type="datetimeFigureOut">
              <a:rPr kumimoji="1" lang="zh-CN" altLang="en-US" smtClean="0"/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40EA0A6-E686-3147-A424-BB362D362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7DA143-2DF3-FD4B-A41F-88D0EB01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0F09-811A-6E42-BBEC-221C24BAB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464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16CEBF-64EB-F34B-B728-79A47C67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760474-4AEB-2947-BCEA-44FCA8C01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A22733-AF13-5C42-825C-0AB995983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1BA1C2-8829-8E47-92F9-8BCFE1A6E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47D6-D0E3-B946-A7CD-5C4E066505BB}" type="datetimeFigureOut">
              <a:rPr kumimoji="1" lang="zh-CN" altLang="en-US" smtClean="0"/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BED762-9110-754A-95EB-53E9B39DB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FAC157-00E6-264B-949A-21EF0B709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0F09-811A-6E42-BBEC-221C24BAB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7122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83FE7C-32D9-A64D-8B01-DD2AE7D0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8D747BC-5E28-1C4D-916F-D121672B4E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471C53-1FD7-114C-9411-8032B2BB1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C0D7E2-9A59-344D-B9FB-F5DC4207B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47D6-D0E3-B946-A7CD-5C4E066505BB}" type="datetimeFigureOut">
              <a:rPr kumimoji="1" lang="zh-CN" altLang="en-US" smtClean="0"/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133A80-EE9C-6B4D-8221-79BA06F16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1C91EC-F984-CE48-98B5-EE5ADCB28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0F09-811A-6E42-BBEC-221C24BAB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1271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23E3E3-9AAC-AF46-AE9A-D30212A75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D4506A-A866-B048-A6D3-C63AACEB7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BBDE7A-755C-8B4C-AB2F-78ED437DF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47D6-D0E3-B946-A7CD-5C4E066505BB}" type="datetimeFigureOut">
              <a:rPr kumimoji="1" lang="zh-CN" altLang="en-US" smtClean="0"/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22D3E0-116F-CB48-BD3A-D9D878545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2CE3E6-5B64-8D41-9999-A7C9F265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0F09-811A-6E42-BBEC-221C24BAB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825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ED518F4-D581-094B-9E1E-E939ACE6B9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3D2C93-9E6B-CB4B-BB14-E4765AE93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420122-A5AF-CB4F-BF2D-239D35DCD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47D6-D0E3-B946-A7CD-5C4E066505BB}" type="datetimeFigureOut">
              <a:rPr kumimoji="1" lang="zh-CN" altLang="en-US" smtClean="0"/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112451-2163-964B-8A59-63871C34F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26969B-DDDC-5B4B-8E6A-DDFDFBC96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0F09-811A-6E42-BBEC-221C24BAB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08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74C10E8-0726-4548-A887-0BAB0A519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9293BB-D221-F04A-B554-F3885F347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236E6F-70B3-BE40-B48C-19672F5EE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E47D6-D0E3-B946-A7CD-5C4E066505BB}" type="datetimeFigureOut">
              <a:rPr kumimoji="1" lang="zh-CN" altLang="en-US" smtClean="0"/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1267BB-95AA-294F-A417-BDA845FAE8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75448B-F61D-814C-9017-5117FF7AB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B0F09-811A-6E42-BBEC-221C24BAB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137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6835B1-3CE4-CD47-B58F-B88457ED0B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PPT</a:t>
            </a:r>
            <a:r>
              <a:rPr kumimoji="1" lang="zh-CN" altLang="en-US" dirty="0"/>
              <a:t>设计推荐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7A843A-4638-1F4B-90A0-B9F417063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请酌情使用</a:t>
            </a:r>
          </a:p>
        </p:txBody>
      </p:sp>
    </p:spTree>
    <p:extLst>
      <p:ext uri="{BB962C8B-B14F-4D97-AF65-F5344CB8AC3E}">
        <p14:creationId xmlns:p14="http://schemas.microsoft.com/office/powerpoint/2010/main" val="1058501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633C0E6-BBFA-234C-B8A3-CCA6B784E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53D2-220A-D64B-A30D-4E589E2F5F6D}" type="slidenum">
              <a:rPr kumimoji="1" lang="zh-CN" altLang="en-US" smtClean="0"/>
              <a:t>2</a:t>
            </a:fld>
            <a:endParaRPr kumimoji="1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51B8ACF-FFDA-A74D-841D-5A98DE8A6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60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5B52D5B-8C6D-7843-8944-5ED71BC4C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53D2-220A-D64B-A30D-4E589E2F5F6D}" type="slidenum">
              <a:rPr kumimoji="1" lang="zh-CN" altLang="en-US" smtClean="0"/>
              <a:t>3</a:t>
            </a:fld>
            <a:endParaRPr kumimoji="1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136082-3E67-8749-A02F-F7BD216A3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1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0C710D0-E9CD-554E-905D-4F046558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53D2-220A-D64B-A30D-4E589E2F5F6D}" type="slidenum">
              <a:rPr kumimoji="1" lang="zh-CN" altLang="en-US" smtClean="0"/>
              <a:t>4</a:t>
            </a:fld>
            <a:endParaRPr kumimoji="1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847EB7E-59DB-A641-9B6F-D03EC64EE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587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871EED8-87E1-9545-A384-6217B71A9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53D2-220A-D64B-A30D-4E589E2F5F6D}" type="slidenum">
              <a:rPr kumimoji="1" lang="zh-CN" altLang="en-US" smtClean="0"/>
              <a:t>5</a:t>
            </a:fld>
            <a:endParaRPr kumimoji="1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2FE710-5C0F-A145-B668-4A708A1D7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656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F2F52D6-ABBB-174D-92A4-15CD1855D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53D2-220A-D64B-A30D-4E589E2F5F6D}" type="slidenum">
              <a:rPr kumimoji="1" lang="zh-CN" altLang="en-US" smtClean="0"/>
              <a:t>6</a:t>
            </a:fld>
            <a:endParaRPr kumimoji="1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04902AC-A6E6-2546-9CAB-C806DDE5F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98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0C49374-7CEA-DE4D-93B3-7F193A396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53D2-220A-D64B-A30D-4E589E2F5F6D}" type="slidenum">
              <a:rPr kumimoji="1" lang="zh-CN" altLang="en-US" smtClean="0"/>
              <a:t>7</a:t>
            </a:fld>
            <a:endParaRPr kumimoji="1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F6F58E-8A67-914A-A842-3CF81DE02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22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Macintosh PowerPoint</Application>
  <PresentationFormat>宽屏</PresentationFormat>
  <Paragraphs>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PPT设计推荐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PPT设计推荐</dc:title>
  <dc:creator>WangYixuan</dc:creator>
  <cp:lastModifiedBy>WangYixuan</cp:lastModifiedBy>
  <cp:revision>3</cp:revision>
  <dcterms:created xsi:type="dcterms:W3CDTF">2026-07-03T10:27:20Z</dcterms:created>
  <dcterms:modified xsi:type="dcterms:W3CDTF">2026-07-03T10:28:06Z</dcterms:modified>
</cp:coreProperties>
</file>